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>
        <p:scale>
          <a:sx n="400" d="100"/>
          <a:sy n="400" d="100"/>
        </p:scale>
        <p:origin x="3154" y="-16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94</Words>
  <Application>Microsoft Office PowerPoint</Application>
  <PresentationFormat>Benutzerdefiniert</PresentationFormat>
  <Paragraphs>51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</cp:revision>
  <dcterms:created xsi:type="dcterms:W3CDTF">2025-08-17T20:55:38Z</dcterms:created>
  <dcterms:modified xsi:type="dcterms:W3CDTF">2025-11-30T18:08:33Z</dcterms:modified>
</cp:coreProperties>
</file>