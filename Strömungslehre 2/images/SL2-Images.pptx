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6" r:id="rId23"/>
    <p:sldId id="278" r:id="rId24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930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4598-9D4B-B1DF-4F75-D1C67FE1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A35A164-6D67-95D9-9A11-233394E5F199}"/>
              </a:ext>
            </a:extLst>
          </p:cNvPr>
          <p:cNvGrpSpPr/>
          <p:nvPr/>
        </p:nvGrpSpPr>
        <p:grpSpPr>
          <a:xfrm>
            <a:off x="1456152" y="1556688"/>
            <a:ext cx="712350" cy="588662"/>
            <a:chOff x="312132" y="2331638"/>
            <a:chExt cx="827993" cy="58866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998B018-B539-4CD6-95E1-D9DFAAFBDAFB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1675D4FE-67FB-9EC1-C485-A56A7BA95C63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E36D311B-361E-8B67-14A6-6120817B1D4D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1E2CA5-AF58-6F35-A81F-8419A78E226F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E845E6D-5466-293E-71F5-52369C6E37DD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49ED894-206E-138C-5F2B-274E78287106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58B8E89-8231-FB78-C1EE-9130E3011583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9090211-A0E9-ABFC-9E2B-88D2142279A3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186B6213-A917-D657-6132-7308177ECA5E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A040DDE6-D67A-9EDA-39CA-CC8F2459E0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9AE2E586-24A5-3FD8-5D45-EFE7782E4D7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2545F30-F9E3-C81B-C1EF-BEADDDB19516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0096F58-3C07-0A87-3EBB-F8954790ABDD}"/>
              </a:ext>
            </a:extLst>
          </p:cNvPr>
          <p:cNvSpPr txBox="1"/>
          <p:nvPr/>
        </p:nvSpPr>
        <p:spPr>
          <a:xfrm>
            <a:off x="2019201" y="1277960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50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85EE9EB-7D75-BCE9-1AF1-7C16A84304A1}"/>
              </a:ext>
            </a:extLst>
          </p:cNvPr>
          <p:cNvGrpSpPr/>
          <p:nvPr/>
        </p:nvGrpSpPr>
        <p:grpSpPr>
          <a:xfrm rot="16200000">
            <a:off x="1450744" y="1541222"/>
            <a:ext cx="702774" cy="588662"/>
            <a:chOff x="312132" y="2331638"/>
            <a:chExt cx="827993" cy="58866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311C88BC-9582-BECD-AE17-B5C193D4FF1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5FF1307-3826-8DF1-CF88-E8A7BB3E6F3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E770644-3176-5BC1-3D02-38420EF5998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BD1F6F5-6DA5-266B-AF07-76619B4C34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362D0BD-97AC-CB5C-B1F3-3CDE727948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D3EDFA18-94A6-9EB5-C473-2D4B31226E5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8AFF7A7-A4ED-495F-4718-83B26E61B66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B29469E1-6730-428E-3C60-3A1D7B49FC8A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49A63C8D-1D9C-B946-EBD9-B9FEA1BBF275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216F5FF3-3E24-921D-FE22-D0D7294A5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8C1B6A1-3350-FBE0-4153-DAA810FF4612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946943-6A77-CFF6-C854-FA7078E0B698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ED074D3B-F15A-F8FE-83D5-3DEF0F157AF6}"/>
              </a:ext>
            </a:extLst>
          </p:cNvPr>
          <p:cNvSpPr txBox="1"/>
          <p:nvPr/>
        </p:nvSpPr>
        <p:spPr>
          <a:xfrm>
            <a:off x="2076138" y="1339898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938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94310-05BD-F8E3-2858-B9EED62B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7489F9DA-1246-5E4B-8CF1-F1267C167AA0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F28EDA6-FD47-D969-A085-6ABB565CB94F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FA7BCAFE-C88E-2032-D99A-DB40FC68B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A868BFF-4923-B953-6793-4EEEAB10845E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F29990AF-ED47-3EBF-44F7-E570A376993A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EF302D6-A023-340E-6E15-56B7852DD378}"/>
              </a:ext>
            </a:extLst>
          </p:cNvPr>
          <p:cNvGrpSpPr/>
          <p:nvPr/>
        </p:nvGrpSpPr>
        <p:grpSpPr>
          <a:xfrm>
            <a:off x="1828867" y="1394114"/>
            <a:ext cx="436246" cy="432432"/>
            <a:chOff x="1190624" y="1556385"/>
            <a:chExt cx="436246" cy="432432"/>
          </a:xfrm>
        </p:grpSpPr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C052584D-3216-87B4-170F-6787B94C2FE6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7A80C0E2-BA36-A4BE-98FB-9EE717040A0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BB3214B7-0B61-BEA8-CF0A-43AAB3E3D91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3C90C3C4-F48C-911D-34FF-60652597906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3A7F365-657C-1E7F-5EA1-3709EE260537}"/>
              </a:ext>
            </a:extLst>
          </p:cNvPr>
          <p:cNvGrpSpPr/>
          <p:nvPr/>
        </p:nvGrpSpPr>
        <p:grpSpPr>
          <a:xfrm flipV="1">
            <a:off x="1828867" y="1868537"/>
            <a:ext cx="436246" cy="432432"/>
            <a:chOff x="1190624" y="1556385"/>
            <a:chExt cx="436246" cy="432432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80B00414-493C-0EDF-FEBE-B9A13E15A712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E14BBBC7-141A-8A91-8D79-CFD929C95C2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195521B5-73C9-BB0F-94A7-1F3F391EF6C2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33D97E10-E357-7048-19D7-1D2168982B9D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E6397AD-B34F-0F7C-52FC-5D205A61B0A2}"/>
              </a:ext>
            </a:extLst>
          </p:cNvPr>
          <p:cNvGrpSpPr/>
          <p:nvPr/>
        </p:nvGrpSpPr>
        <p:grpSpPr>
          <a:xfrm flipH="1">
            <a:off x="1340838" y="1394114"/>
            <a:ext cx="436246" cy="432432"/>
            <a:chOff x="1190624" y="1556385"/>
            <a:chExt cx="436246" cy="432432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745956E-F84B-DF60-B7F9-217E4021803E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21CC5970-AE43-06C3-1C07-3E37D4AD0548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AB366EC7-821A-8E09-5460-33F2F239E44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1158901-5D59-0D31-E0C8-D77B9E3849A4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328A6E-AC7F-087B-D214-4A0EAE56D55F}"/>
              </a:ext>
            </a:extLst>
          </p:cNvPr>
          <p:cNvGrpSpPr/>
          <p:nvPr/>
        </p:nvGrpSpPr>
        <p:grpSpPr>
          <a:xfrm flipH="1" flipV="1">
            <a:off x="1340838" y="1868537"/>
            <a:ext cx="436246" cy="432432"/>
            <a:chOff x="1190624" y="1556385"/>
            <a:chExt cx="436246" cy="432432"/>
          </a:xfrm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171A209-94A7-284A-6974-7B2F63359A03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96BA1B0-33EF-8B08-DEF5-0FBE74C75175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88FF233-C06B-3D72-551A-0143FEB86E7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2EF73E6-3E96-23B0-84BE-478B55C46CE5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CF2961-3A4A-E5BB-A44B-1FFBFD0690E3}"/>
              </a:ext>
            </a:extLst>
          </p:cNvPr>
          <p:cNvCxnSpPr>
            <a:cxnSpLocks/>
          </p:cNvCxnSpPr>
          <p:nvPr/>
        </p:nvCxnSpPr>
        <p:spPr>
          <a:xfrm>
            <a:off x="1282065" y="1847660"/>
            <a:ext cx="524010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55EAF55-6F38-E68B-CB49-D953BA517ED2}"/>
              </a:ext>
            </a:extLst>
          </p:cNvPr>
          <p:cNvCxnSpPr>
            <a:cxnSpLocks/>
          </p:cNvCxnSpPr>
          <p:nvPr/>
        </p:nvCxnSpPr>
        <p:spPr>
          <a:xfrm flipV="1">
            <a:off x="1804797" y="1839920"/>
            <a:ext cx="0" cy="52228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0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1464-25F9-0F4F-21D6-187BCCCD1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961B15-2948-8F83-21AB-6D7700AF115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066CC60-E46A-10D4-8BF1-070BF9997F9B}"/>
              </a:ext>
            </a:extLst>
          </p:cNvPr>
          <p:cNvGrpSpPr/>
          <p:nvPr/>
        </p:nvGrpSpPr>
        <p:grpSpPr>
          <a:xfrm>
            <a:off x="1399167" y="1447862"/>
            <a:ext cx="804794" cy="804795"/>
            <a:chOff x="1399167" y="1447862"/>
            <a:chExt cx="804794" cy="804795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AB71DB71-B5D1-11B6-5D0A-FC8B57357DA1}"/>
                </a:ext>
              </a:extLst>
            </p:cNvPr>
            <p:cNvCxnSpPr>
              <a:cxnSpLocks/>
            </p:cNvCxnSpPr>
            <p:nvPr/>
          </p:nvCxnSpPr>
          <p:spPr>
            <a:xfrm>
              <a:off x="1801564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957A17EF-DA95-7073-6083-31ADFC9FB7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9167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D0C0DE1-877F-6D2E-1E57-0DC2E3C2FF8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598461" y="1649061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E3752-808D-6EAA-89DB-CBB7B496112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600366" y="2051459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EE53D4B-5037-025C-6179-E5F41F6E8A74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424306" y="174680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1CA439A-E49B-7835-83C7-76047787E6D0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5144" y="19487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989C0-A808-5AB6-8094-A563333C097D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773150" y="194870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5314965-0DCF-9F46-76B4-7653453A6891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774551" y="174876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BC2052D-CC42-0C66-3FBA-2EF56703CB23}"/>
                </a:ext>
              </a:extLst>
            </p:cNvPr>
            <p:cNvCxnSpPr>
              <a:cxnSpLocks/>
            </p:cNvCxnSpPr>
            <p:nvPr/>
          </p:nvCxnSpPr>
          <p:spPr>
            <a:xfrm rot="18000000" flipH="1">
              <a:off x="1701367" y="167498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6650193B-182A-D6BA-16BF-1CEF02DFED30}"/>
                </a:ext>
              </a:extLst>
            </p:cNvPr>
            <p:cNvCxnSpPr>
              <a:cxnSpLocks/>
            </p:cNvCxnSpPr>
            <p:nvPr/>
          </p:nvCxnSpPr>
          <p:spPr>
            <a:xfrm rot="-3600000" flipH="1">
              <a:off x="1498629" y="2023811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572BD60-C56F-8538-9630-EA3CC948A223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499814" y="1672548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0AE03D-BEF6-3D11-424F-E5493967644D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700196" y="20236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6AD859B0-FF24-6C55-1C06-37B45F671BA7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C9CA4F6-2DAC-61E0-97CC-B38F305F1580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C34E9316-27B9-1ACB-CAC3-CCA12964B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22F7C36C-D3D3-12AD-3770-D4B73B9B06F8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4F0424E6-E0B3-C426-5F6D-32044A854A49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7176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109D5-453D-FFF0-7A93-B321E93E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9F2E0C2-93F3-E52B-CCA2-667480F16EA0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Γ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DEB7740-74C3-6722-2790-C07EA44F5FF8}"/>
              </a:ext>
            </a:extLst>
          </p:cNvPr>
          <p:cNvGrpSpPr/>
          <p:nvPr/>
        </p:nvGrpSpPr>
        <p:grpSpPr>
          <a:xfrm>
            <a:off x="1397265" y="1447866"/>
            <a:ext cx="804788" cy="804788"/>
            <a:chOff x="1397265" y="1447866"/>
            <a:chExt cx="804788" cy="804788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C75B8F3-45C3-2FB5-9AFA-96F8644F7F39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533823" y="1714981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7DF2B9C6-AB71-9D70-FEC3-3583FA6CF683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639552" y="1775882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DA586A-4A97-1D4C-B3CE-C2E564EF337E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8915" y="1652697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74C30618-ACB1-E841-5501-253C17985C5E}"/>
                </a:ext>
              </a:extLst>
            </p:cNvPr>
            <p:cNvSpPr/>
            <p:nvPr/>
          </p:nvSpPr>
          <p:spPr>
            <a:xfrm>
              <a:off x="1397265" y="1447866"/>
              <a:ext cx="804788" cy="80478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EBD24108-9B50-1D4E-C44D-7C8AA6147135}"/>
                </a:ext>
              </a:extLst>
            </p:cNvPr>
            <p:cNvSpPr/>
            <p:nvPr/>
          </p:nvSpPr>
          <p:spPr>
            <a:xfrm>
              <a:off x="1516281" y="1566885"/>
              <a:ext cx="566750" cy="566750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42208D0-F903-AB98-E853-2D2F5FB1542B}"/>
                </a:ext>
              </a:extLst>
            </p:cNvPr>
            <p:cNvSpPr/>
            <p:nvPr/>
          </p:nvSpPr>
          <p:spPr>
            <a:xfrm>
              <a:off x="1639073" y="1689674"/>
              <a:ext cx="321172" cy="321172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CA288F6-427A-CEA7-CCF2-9824300F55AA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2193CAD-F186-62F6-8C3E-62189E7C1ED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6E9E193-AE9F-05F3-5879-52789D0A9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4C2850A3-48CD-1AE0-7FDB-C195C84EBD10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23E1CEF-CAC2-2BF2-54A7-7F5E28E8C33B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49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2402C-1695-3278-E49A-15D30E458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4BE0DB-295B-F0C9-769F-38C0BC2175F6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7F96EA0-418F-5B32-1883-19E9F0706C2E}"/>
              </a:ext>
            </a:extLst>
          </p:cNvPr>
          <p:cNvGrpSpPr/>
          <p:nvPr/>
        </p:nvGrpSpPr>
        <p:grpSpPr>
          <a:xfrm>
            <a:off x="1589136" y="1429217"/>
            <a:ext cx="421043" cy="421043"/>
            <a:chOff x="1589136" y="1429217"/>
            <a:chExt cx="421043" cy="421043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2AD9EB0-4379-DAB5-561D-3052FEEBC5BA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05C0BF04-4598-2C45-88BC-7EC99DA5396C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EAE5463F-63DE-5034-A7B3-46D607622A05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C58AD796-8ACD-A6A1-5DD2-4FE9871691F9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84754D3A-09DF-BE61-B391-452398EDE634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0E6A946E-7D83-5DAA-170A-FF79D63FC0F6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8E2C121-0A3C-4CC3-5C27-144427A872FB}"/>
              </a:ext>
            </a:extLst>
          </p:cNvPr>
          <p:cNvGrpSpPr/>
          <p:nvPr/>
        </p:nvGrpSpPr>
        <p:grpSpPr>
          <a:xfrm flipV="1">
            <a:off x="1589134" y="1848952"/>
            <a:ext cx="421043" cy="421043"/>
            <a:chOff x="1589136" y="1429217"/>
            <a:chExt cx="421043" cy="421043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6E1B9C49-B1BF-D3B1-4763-8DE4546BC1B1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1987D4D-00A8-02F5-F5C6-DCCD8C2901ED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4B454BC-3CDB-1FBA-DC2A-B8B51CDDFB14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0633780-E21D-63C8-6AD6-94FE74F569CB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A86508-30C0-040E-97FC-8DE87DCFAA1C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5221837-E24A-A3D0-EB18-872C4063502B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E1E06790-E0A0-77A1-0870-B1DA98DAE26B}"/>
              </a:ext>
            </a:extLst>
          </p:cNvPr>
          <p:cNvCxnSpPr>
            <a:cxnSpLocks/>
          </p:cNvCxnSpPr>
          <p:nvPr/>
        </p:nvCxnSpPr>
        <p:spPr>
          <a:xfrm flipH="1">
            <a:off x="1526717" y="1847660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25B7528-39E1-08C2-3203-70283CC04D3F}"/>
              </a:ext>
            </a:extLst>
          </p:cNvPr>
          <p:cNvCxnSpPr>
            <a:cxnSpLocks/>
          </p:cNvCxnSpPr>
          <p:nvPr/>
        </p:nvCxnSpPr>
        <p:spPr>
          <a:xfrm flipH="1">
            <a:off x="1917280" y="1849565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C8E4280-CA83-8E7E-C06F-7B9E165A50B9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4B9FBBE-85E1-F105-4847-F8D95337692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5AACF14-8544-11EB-A27B-003D46771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F82613D1-CD48-D1D5-A21A-BE84CA72A8AB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F3A6AD5-5346-06A5-60EE-C58D76FCCAA1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7359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EE67-63D0-532C-CD46-69AAD565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AB880B7-060D-4F5C-AF12-3ACD729C05B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3D4EB50-BB6A-EFDE-76F3-712D5F527D91}"/>
              </a:ext>
            </a:extLst>
          </p:cNvPr>
          <p:cNvGrpSpPr/>
          <p:nvPr/>
        </p:nvGrpSpPr>
        <p:grpSpPr>
          <a:xfrm rot="16200000">
            <a:off x="1519100" y="1414295"/>
            <a:ext cx="561116" cy="840778"/>
            <a:chOff x="1048354" y="1473032"/>
            <a:chExt cx="561116" cy="840778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0DD438EB-9FA8-6D3F-FBB6-952298959FE2}"/>
                </a:ext>
              </a:extLst>
            </p:cNvPr>
            <p:cNvGrpSpPr/>
            <p:nvPr/>
          </p:nvGrpSpPr>
          <p:grpSpPr>
            <a:xfrm>
              <a:off x="1110773" y="1473032"/>
              <a:ext cx="421043" cy="421043"/>
              <a:chOff x="1589136" y="1429217"/>
              <a:chExt cx="421043" cy="421043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961439F0-3EEC-FF83-3350-440205995B80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6B707A6-24A0-FA2E-58AB-9B90448BCECB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8F0DC2A2-F2E6-782F-AFE4-0E37602F5EEC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F5274D17-35AE-7BCC-76A8-195884A4BB7A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7C6743-487C-1F28-13F7-6C24253E7996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8490E567-483A-FC0A-28EE-8D7FDC483FB4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32D89221-E9D8-4A15-F968-2F35C1FF2BB8}"/>
                </a:ext>
              </a:extLst>
            </p:cNvPr>
            <p:cNvGrpSpPr/>
            <p:nvPr/>
          </p:nvGrpSpPr>
          <p:grpSpPr>
            <a:xfrm flipV="1">
              <a:off x="1110771" y="1892767"/>
              <a:ext cx="421043" cy="421043"/>
              <a:chOff x="1589136" y="1429217"/>
              <a:chExt cx="421043" cy="421043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73D2D1B4-26C2-4106-98C5-40F2AE0115F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A670917-C4B4-A364-3288-5D4791614AB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6DE09893-6234-3845-2C36-477D04BDF1EF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B360FD98-E748-9970-678A-EEADC979ABD0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A082E2F6-9CD2-C210-91AD-67A2466FC381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ADAA563-A638-A8A1-331F-10CE2A8A02A0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EC2C7E8-90AE-4AFA-B61F-88C778F57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8354" y="1891475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B03955-928D-A7AD-C32A-FD2167A1A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38917" y="1893380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2EFFBF4-FA27-C16E-BB37-07B624BC5D9F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491E27A3-C5F8-5B13-C25E-7295105A409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600DBCE6-5F12-1412-953E-39D6145EA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DC758D2B-D260-8EBC-377D-E1EC544272C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8FBEC9F-C4FC-6691-2093-CB9496C21DDA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381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151C4441-48DD-4F2F-B447-52D7E9CB1C37}"/>
              </a:ext>
            </a:extLst>
          </p:cNvPr>
          <p:cNvSpPr/>
          <p:nvPr/>
        </p:nvSpPr>
        <p:spPr>
          <a:xfrm>
            <a:off x="763190" y="1964676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8B436675-3D4F-6572-5E1B-A231DCFFA578}"/>
              </a:ext>
            </a:extLst>
          </p:cNvPr>
          <p:cNvSpPr/>
          <p:nvPr/>
        </p:nvSpPr>
        <p:spPr>
          <a:xfrm flipV="1">
            <a:off x="763190" y="2201270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5BA6A0CE-7317-7C32-A60C-3F37A86CFDE5}"/>
              </a:ext>
            </a:extLst>
          </p:cNvPr>
          <p:cNvCxnSpPr/>
          <p:nvPr/>
        </p:nvCxnSpPr>
        <p:spPr>
          <a:xfrm>
            <a:off x="2787253" y="2130086"/>
            <a:ext cx="0" cy="151209"/>
          </a:xfrm>
          <a:prstGeom prst="line">
            <a:avLst/>
          </a:prstGeom>
          <a:ln w="6350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9EC42CF-C4AD-26C2-F755-67F53B0F57FA}"/>
              </a:ext>
            </a:extLst>
          </p:cNvPr>
          <p:cNvSpPr txBox="1"/>
          <p:nvPr/>
        </p:nvSpPr>
        <p:spPr>
          <a:xfrm>
            <a:off x="2658308" y="2287703"/>
            <a:ext cx="23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AE93D75-3F67-E738-E867-40F42D1BBD2E}"/>
              </a:ext>
            </a:extLst>
          </p:cNvPr>
          <p:cNvCxnSpPr>
            <a:cxnSpLocks/>
          </p:cNvCxnSpPr>
          <p:nvPr/>
        </p:nvCxnSpPr>
        <p:spPr>
          <a:xfrm>
            <a:off x="375046" y="2203323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D06E8C5-3B24-B991-BD66-5A2C4FC48901}"/>
              </a:ext>
            </a:extLst>
          </p:cNvPr>
          <p:cNvSpPr txBox="1"/>
          <p:nvPr/>
        </p:nvSpPr>
        <p:spPr>
          <a:xfrm>
            <a:off x="264319" y="1909539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3B1CE73-CB4C-3BFE-798D-740E36BECF21}"/>
              </a:ext>
            </a:extLst>
          </p:cNvPr>
          <p:cNvSpPr txBox="1"/>
          <p:nvPr/>
        </p:nvSpPr>
        <p:spPr>
          <a:xfrm>
            <a:off x="811672" y="1646189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baseline="-25000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5431695A-CED1-A905-2B1F-29A6C8DEC3EB}"/>
              </a:ext>
            </a:extLst>
          </p:cNvPr>
          <p:cNvSpPr/>
          <p:nvPr/>
        </p:nvSpPr>
        <p:spPr>
          <a:xfrm>
            <a:off x="1069381" y="1850347"/>
            <a:ext cx="69005" cy="111398"/>
          </a:xfrm>
          <a:custGeom>
            <a:avLst/>
            <a:gdLst>
              <a:gd name="csX0" fmla="*/ 103584 w 103584"/>
              <a:gd name="csY0" fmla="*/ 139303 h 139303"/>
              <a:gd name="csX1" fmla="*/ 67866 w 103584"/>
              <a:gd name="csY1" fmla="*/ 55959 h 139303"/>
              <a:gd name="csX2" fmla="*/ 0 w 103584"/>
              <a:gd name="csY2" fmla="*/ 0 h 1393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3584" h="139303">
                <a:moveTo>
                  <a:pt x="103584" y="139303"/>
                </a:moveTo>
                <a:cubicBezTo>
                  <a:pt x="94357" y="109239"/>
                  <a:pt x="85130" y="79176"/>
                  <a:pt x="67866" y="55959"/>
                </a:cubicBezTo>
                <a:cubicBezTo>
                  <a:pt x="50602" y="32742"/>
                  <a:pt x="25301" y="16371"/>
                  <a:pt x="0" y="0"/>
                </a:cubicBezTo>
              </a:path>
            </a:pathLst>
          </a:custGeom>
          <a:ln w="6350" cap="rnd">
            <a:round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7BFA5323-A8BE-A1CC-F41A-84C8A9AD367C}"/>
              </a:ext>
            </a:extLst>
          </p:cNvPr>
          <p:cNvCxnSpPr>
            <a:cxnSpLocks/>
          </p:cNvCxnSpPr>
          <p:nvPr/>
        </p:nvCxnSpPr>
        <p:spPr>
          <a:xfrm>
            <a:off x="760452" y="1602349"/>
            <a:ext cx="933808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stealth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65699B83-8B53-19C4-7102-59C314F87269}"/>
              </a:ext>
            </a:extLst>
          </p:cNvPr>
          <p:cNvSpPr txBox="1"/>
          <p:nvPr/>
        </p:nvSpPr>
        <p:spPr>
          <a:xfrm>
            <a:off x="1039536" y="138226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14D86BA2-54E7-7957-00BE-04015FE7DD45}"/>
              </a:ext>
            </a:extLst>
          </p:cNvPr>
          <p:cNvSpPr txBox="1"/>
          <p:nvPr/>
        </p:nvSpPr>
        <p:spPr>
          <a:xfrm>
            <a:off x="1052572" y="2171149"/>
            <a:ext cx="814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FFE89FB-4F70-6F25-3598-4E3DDEBC72B0}"/>
              </a:ext>
            </a:extLst>
          </p:cNvPr>
          <p:cNvCxnSpPr>
            <a:cxnSpLocks/>
          </p:cNvCxnSpPr>
          <p:nvPr/>
        </p:nvCxnSpPr>
        <p:spPr>
          <a:xfrm>
            <a:off x="2322910" y="1397127"/>
            <a:ext cx="0" cy="804143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D631C3CD-45EE-DBDC-A809-E1B3EFEF049D}"/>
              </a:ext>
            </a:extLst>
          </p:cNvPr>
          <p:cNvCxnSpPr>
            <a:cxnSpLocks/>
          </p:cNvCxnSpPr>
          <p:nvPr/>
        </p:nvCxnSpPr>
        <p:spPr>
          <a:xfrm flipH="1">
            <a:off x="760452" y="1401824"/>
            <a:ext cx="1562458" cy="0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30F2661-0523-44C7-466F-F9F87DA62D50}"/>
              </a:ext>
            </a:extLst>
          </p:cNvPr>
          <p:cNvGrpSpPr/>
          <p:nvPr/>
        </p:nvGrpSpPr>
        <p:grpSpPr>
          <a:xfrm>
            <a:off x="387549" y="1135517"/>
            <a:ext cx="2891432" cy="1329416"/>
            <a:chOff x="220862" y="872331"/>
            <a:chExt cx="2891432" cy="1329416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C01F3C5F-A810-80F8-4A24-8201A812AF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3765" y="890650"/>
              <a:ext cx="0" cy="1049778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0FA0BA1A-B5BE-8FBF-A97B-F5CBF52DD647}"/>
                </a:ext>
              </a:extLst>
            </p:cNvPr>
            <p:cNvCxnSpPr>
              <a:cxnSpLocks/>
            </p:cNvCxnSpPr>
            <p:nvPr/>
          </p:nvCxnSpPr>
          <p:spPr>
            <a:xfrm>
              <a:off x="593765" y="1940428"/>
              <a:ext cx="2449473" cy="0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CBE2A7F-1991-BE72-42D5-AEBB2839FB7A}"/>
                </a:ext>
              </a:extLst>
            </p:cNvPr>
            <p:cNvSpPr txBox="1"/>
            <p:nvPr/>
          </p:nvSpPr>
          <p:spPr>
            <a:xfrm>
              <a:off x="220862" y="872331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347DDBC-7F31-07EB-6C5F-5121311B917D}"/>
                </a:ext>
              </a:extLst>
            </p:cNvPr>
            <p:cNvSpPr txBox="1"/>
            <p:nvPr/>
          </p:nvSpPr>
          <p:spPr>
            <a:xfrm>
              <a:off x="2878932" y="1940137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76482CE4-7380-C028-3AC5-FFE9EEF8C2AE}"/>
              </a:ext>
            </a:extLst>
          </p:cNvPr>
          <p:cNvSpPr txBox="1"/>
          <p:nvPr/>
        </p:nvSpPr>
        <p:spPr>
          <a:xfrm>
            <a:off x="1365291" y="1173170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22C0096F-C4D5-40BC-0C8D-C14A0E492B37}"/>
              </a:ext>
            </a:extLst>
          </p:cNvPr>
          <p:cNvSpPr txBox="1"/>
          <p:nvPr/>
        </p:nvSpPr>
        <p:spPr>
          <a:xfrm>
            <a:off x="2232809" y="1638127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0F68DD5-BD91-6E2B-C9CE-C9C47955E97C}"/>
              </a:ext>
            </a:extLst>
          </p:cNvPr>
          <p:cNvCxnSpPr>
            <a:cxnSpLocks/>
          </p:cNvCxnSpPr>
          <p:nvPr/>
        </p:nvCxnSpPr>
        <p:spPr>
          <a:xfrm flipV="1">
            <a:off x="1694259" y="1399509"/>
            <a:ext cx="628650" cy="804143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FB33560-7345-FD89-79FC-CB1BDB404655}"/>
              </a:ext>
            </a:extLst>
          </p:cNvPr>
          <p:cNvSpPr/>
          <p:nvPr/>
        </p:nvSpPr>
        <p:spPr>
          <a:xfrm>
            <a:off x="1671400" y="2179882"/>
            <a:ext cx="45719" cy="45719"/>
          </a:xfrm>
          <a:prstGeom prst="ellipse">
            <a:avLst/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6F0D60B-E555-BCF1-9ECD-AA69379956B6}"/>
              </a:ext>
            </a:extLst>
          </p:cNvPr>
          <p:cNvCxnSpPr>
            <a:cxnSpLocks/>
          </p:cNvCxnSpPr>
          <p:nvPr/>
        </p:nvCxnSpPr>
        <p:spPr>
          <a:xfrm>
            <a:off x="1694260" y="1545449"/>
            <a:ext cx="0" cy="723941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622465F8-FDD1-EB3C-4B85-B27CD986FCE7}"/>
              </a:ext>
            </a:extLst>
          </p:cNvPr>
          <p:cNvCxnSpPr>
            <a:cxnSpLocks/>
          </p:cNvCxnSpPr>
          <p:nvPr/>
        </p:nvCxnSpPr>
        <p:spPr>
          <a:xfrm flipV="1">
            <a:off x="2321716" y="977920"/>
            <a:ext cx="331218" cy="42368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6BF261DB-C6A6-B1F8-81BE-29EF554B1111}"/>
              </a:ext>
            </a:extLst>
          </p:cNvPr>
          <p:cNvCxnSpPr>
            <a:cxnSpLocks/>
          </p:cNvCxnSpPr>
          <p:nvPr/>
        </p:nvCxnSpPr>
        <p:spPr>
          <a:xfrm>
            <a:off x="2322909" y="1401533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5619D61-7B52-1515-6B1D-51C42D3C2F7D}"/>
              </a:ext>
            </a:extLst>
          </p:cNvPr>
          <p:cNvCxnSpPr>
            <a:cxnSpLocks/>
          </p:cNvCxnSpPr>
          <p:nvPr/>
        </p:nvCxnSpPr>
        <p:spPr>
          <a:xfrm rot="-5400000">
            <a:off x="2141735" y="1220359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A4A26152-63D9-152C-1A8C-81837453F0B1}"/>
              </a:ext>
            </a:extLst>
          </p:cNvPr>
          <p:cNvSpPr txBox="1"/>
          <p:nvPr/>
        </p:nvSpPr>
        <p:spPr>
          <a:xfrm>
            <a:off x="2481327" y="140394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BE435B40-5057-1274-527D-5E19682BA74B}"/>
              </a:ext>
            </a:extLst>
          </p:cNvPr>
          <p:cNvSpPr txBox="1"/>
          <p:nvPr/>
        </p:nvSpPr>
        <p:spPr>
          <a:xfrm>
            <a:off x="2000728" y="906895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17A8616-A10C-02A7-F4E3-E879625814BB}"/>
              </a:ext>
            </a:extLst>
          </p:cNvPr>
          <p:cNvSpPr txBox="1"/>
          <p:nvPr/>
        </p:nvSpPr>
        <p:spPr>
          <a:xfrm>
            <a:off x="2556973" y="97952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100" i="1" baseline="-250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4D85C809-E44D-B771-1DDA-0F3DB1AE9532}"/>
              </a:ext>
            </a:extLst>
          </p:cNvPr>
          <p:cNvSpPr txBox="1"/>
          <p:nvPr/>
        </p:nvSpPr>
        <p:spPr>
          <a:xfrm>
            <a:off x="1908631" y="164910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Bogen 67">
            <a:extLst>
              <a:ext uri="{FF2B5EF4-FFF2-40B4-BE49-F238E27FC236}">
                <a16:creationId xmlns:a16="http://schemas.microsoft.com/office/drawing/2014/main" id="{488935CF-E48C-ABDB-2635-5978560ED574}"/>
              </a:ext>
            </a:extLst>
          </p:cNvPr>
          <p:cNvSpPr/>
          <p:nvPr/>
        </p:nvSpPr>
        <p:spPr>
          <a:xfrm>
            <a:off x="1316325" y="1822527"/>
            <a:ext cx="758068" cy="758064"/>
          </a:xfrm>
          <a:prstGeom prst="arc">
            <a:avLst>
              <a:gd name="adj1" fmla="val 18497828"/>
              <a:gd name="adj2" fmla="val 0"/>
            </a:avLst>
          </a:prstGeom>
          <a:ln w="9525" cap="rnd">
            <a:solidFill>
              <a:schemeClr val="accent2"/>
            </a:solidFill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B435A81-80E5-5619-4595-F83D7F13CA91}"/>
              </a:ext>
            </a:extLst>
          </p:cNvPr>
          <p:cNvSpPr txBox="1"/>
          <p:nvPr/>
        </p:nvSpPr>
        <p:spPr>
          <a:xfrm>
            <a:off x="1685571" y="2000610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i="1" baseline="-25000" dirty="0">
              <a:solidFill>
                <a:schemeClr val="accent2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E5269625-BBF3-6DE4-4099-C3A3F90518A2}"/>
              </a:ext>
            </a:extLst>
          </p:cNvPr>
          <p:cNvSpPr/>
          <p:nvPr/>
        </p:nvSpPr>
        <p:spPr>
          <a:xfrm>
            <a:off x="2301478" y="1379882"/>
            <a:ext cx="45719" cy="45719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452D4F9-41A3-D6B6-ADF1-3384F2E8C3E9}"/>
              </a:ext>
            </a:extLst>
          </p:cNvPr>
          <p:cNvSpPr txBox="1"/>
          <p:nvPr/>
        </p:nvSpPr>
        <p:spPr>
          <a:xfrm>
            <a:off x="1800225" y="1183368"/>
            <a:ext cx="594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P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39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E98C-843E-F8D8-04BB-4AA2E57FA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B787AF4-4EDE-6B6A-B022-1274C28501AA}"/>
              </a:ext>
            </a:extLst>
          </p:cNvPr>
          <p:cNvCxnSpPr>
            <a:cxnSpLocks/>
          </p:cNvCxnSpPr>
          <p:nvPr/>
        </p:nvCxnSpPr>
        <p:spPr>
          <a:xfrm flipV="1">
            <a:off x="1333065" y="1881782"/>
            <a:ext cx="0" cy="372981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41348B6-3970-371A-951B-6F1FC0D1568E}"/>
              </a:ext>
            </a:extLst>
          </p:cNvPr>
          <p:cNvCxnSpPr>
            <a:cxnSpLocks/>
          </p:cNvCxnSpPr>
          <p:nvPr/>
        </p:nvCxnSpPr>
        <p:spPr>
          <a:xfrm>
            <a:off x="860186" y="1844208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5E21D1E-781D-5CAD-09E6-BCF363D538C4}"/>
              </a:ext>
            </a:extLst>
          </p:cNvPr>
          <p:cNvSpPr txBox="1"/>
          <p:nvPr/>
        </p:nvSpPr>
        <p:spPr>
          <a:xfrm>
            <a:off x="749459" y="1550424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12" name="Bogen 11">
            <a:extLst>
              <a:ext uri="{FF2B5EF4-FFF2-40B4-BE49-F238E27FC236}">
                <a16:creationId xmlns:a16="http://schemas.microsoft.com/office/drawing/2014/main" id="{5994CC41-8538-C05E-4E0E-CFCD336FA37C}"/>
              </a:ext>
            </a:extLst>
          </p:cNvPr>
          <p:cNvSpPr/>
          <p:nvPr/>
        </p:nvSpPr>
        <p:spPr>
          <a:xfrm>
            <a:off x="1333065" y="1398890"/>
            <a:ext cx="890635" cy="890635"/>
          </a:xfrm>
          <a:prstGeom prst="arc">
            <a:avLst>
              <a:gd name="adj1" fmla="val 10777018"/>
              <a:gd name="adj2" fmla="val 27204"/>
            </a:avLst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A8BCE43-7994-DEE6-0C03-5AC483CE1AC0}"/>
              </a:ext>
            </a:extLst>
          </p:cNvPr>
          <p:cNvCxnSpPr/>
          <p:nvPr/>
        </p:nvCxnSpPr>
        <p:spPr>
          <a:xfrm flipV="1">
            <a:off x="1778382" y="1363223"/>
            <a:ext cx="348251" cy="480984"/>
          </a:xfrm>
          <a:prstGeom prst="line">
            <a:avLst/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AEB9A8B-3F8C-B7C2-D4FE-A2C0A519EE7F}"/>
              </a:ext>
            </a:extLst>
          </p:cNvPr>
          <p:cNvCxnSpPr>
            <a:cxnSpLocks/>
          </p:cNvCxnSpPr>
          <p:nvPr/>
        </p:nvCxnSpPr>
        <p:spPr>
          <a:xfrm flipV="1">
            <a:off x="2038145" y="1306245"/>
            <a:ext cx="0" cy="544658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91AA22E6-CB18-5949-0239-133636A40DD3}"/>
              </a:ext>
            </a:extLst>
          </p:cNvPr>
          <p:cNvCxnSpPr>
            <a:cxnSpLocks/>
          </p:cNvCxnSpPr>
          <p:nvPr/>
        </p:nvCxnSpPr>
        <p:spPr>
          <a:xfrm flipV="1">
            <a:off x="1775619" y="1245113"/>
            <a:ext cx="0" cy="599094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gen 20">
            <a:extLst>
              <a:ext uri="{FF2B5EF4-FFF2-40B4-BE49-F238E27FC236}">
                <a16:creationId xmlns:a16="http://schemas.microsoft.com/office/drawing/2014/main" id="{7D85494F-38BB-2869-73A2-F19C4157E974}"/>
              </a:ext>
            </a:extLst>
          </p:cNvPr>
          <p:cNvSpPr/>
          <p:nvPr/>
        </p:nvSpPr>
        <p:spPr>
          <a:xfrm>
            <a:off x="1481568" y="1548530"/>
            <a:ext cx="589820" cy="589818"/>
          </a:xfrm>
          <a:prstGeom prst="arc">
            <a:avLst>
              <a:gd name="adj1" fmla="val 18402390"/>
              <a:gd name="adj2" fmla="val 27204"/>
            </a:avLst>
          </a:prstGeom>
          <a:ln w="9525" cap="rnd">
            <a:solidFill>
              <a:schemeClr val="accent5"/>
            </a:solidFill>
            <a:round/>
            <a:headEnd type="stealth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7C377C8E-A6AE-21EB-3880-C2F51BCF55CE}"/>
              </a:ext>
            </a:extLst>
          </p:cNvPr>
          <p:cNvSpPr txBox="1"/>
          <p:nvPr/>
        </p:nvSpPr>
        <p:spPr>
          <a:xfrm>
            <a:off x="1975142" y="1618571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50560DFD-CFAA-468C-6BC0-8079F941D9B7}"/>
              </a:ext>
            </a:extLst>
          </p:cNvPr>
          <p:cNvCxnSpPr>
            <a:cxnSpLocks/>
          </p:cNvCxnSpPr>
          <p:nvPr/>
        </p:nvCxnSpPr>
        <p:spPr>
          <a:xfrm flipV="1">
            <a:off x="2224517" y="1843439"/>
            <a:ext cx="0" cy="411324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34F6FC0-083C-DDC0-ADA3-2FD112EF19E7}"/>
              </a:ext>
            </a:extLst>
          </p:cNvPr>
          <p:cNvCxnSpPr>
            <a:cxnSpLocks/>
          </p:cNvCxnSpPr>
          <p:nvPr/>
        </p:nvCxnSpPr>
        <p:spPr>
          <a:xfrm>
            <a:off x="1333065" y="2086143"/>
            <a:ext cx="705080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9FC342B-3C9A-3D26-3D1C-1EC2E7ADB4BF}"/>
              </a:ext>
            </a:extLst>
          </p:cNvPr>
          <p:cNvCxnSpPr>
            <a:cxnSpLocks/>
          </p:cNvCxnSpPr>
          <p:nvPr/>
        </p:nvCxnSpPr>
        <p:spPr>
          <a:xfrm>
            <a:off x="1333065" y="2211873"/>
            <a:ext cx="890635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75912BE-BFE9-F87F-E4AD-1527B327110A}"/>
              </a:ext>
            </a:extLst>
          </p:cNvPr>
          <p:cNvSpPr txBox="1"/>
          <p:nvPr/>
        </p:nvSpPr>
        <p:spPr>
          <a:xfrm>
            <a:off x="1100290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=0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12BD581-8DE2-52D4-DCDA-81BDCCFA6A5D}"/>
              </a:ext>
            </a:extLst>
          </p:cNvPr>
          <p:cNvSpPr txBox="1"/>
          <p:nvPr/>
        </p:nvSpPr>
        <p:spPr>
          <a:xfrm>
            <a:off x="1677053" y="2032274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C7467F5-D539-9B84-2589-DE0F4A18DC62}"/>
              </a:ext>
            </a:extLst>
          </p:cNvPr>
          <p:cNvSpPr txBox="1"/>
          <p:nvPr/>
        </p:nvSpPr>
        <p:spPr>
          <a:xfrm>
            <a:off x="1989385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=1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3C01385C-4EC2-3A86-23CF-B3382F04FDC1}"/>
              </a:ext>
            </a:extLst>
          </p:cNvPr>
          <p:cNvCxnSpPr>
            <a:cxnSpLocks/>
          </p:cNvCxnSpPr>
          <p:nvPr/>
        </p:nvCxnSpPr>
        <p:spPr>
          <a:xfrm flipV="1">
            <a:off x="2038145" y="1850903"/>
            <a:ext cx="0" cy="280035"/>
          </a:xfrm>
          <a:prstGeom prst="line">
            <a:avLst/>
          </a:prstGeom>
          <a:ln w="6350" cap="rnd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7136F27-3B80-62FE-7A8B-25344E500F79}"/>
              </a:ext>
            </a:extLst>
          </p:cNvPr>
          <p:cNvGrpSpPr/>
          <p:nvPr/>
        </p:nvGrpSpPr>
        <p:grpSpPr>
          <a:xfrm>
            <a:off x="1065252" y="1136075"/>
            <a:ext cx="1703731" cy="972663"/>
            <a:chOff x="464994" y="1248713"/>
            <a:chExt cx="1703731" cy="972663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2CF6EE66-CE60-833C-C0B0-3E28FEFCA627}"/>
                </a:ext>
              </a:extLst>
            </p:cNvPr>
            <p:cNvCxnSpPr>
              <a:cxnSpLocks/>
            </p:cNvCxnSpPr>
            <p:nvPr/>
          </p:nvCxnSpPr>
          <p:spPr>
            <a:xfrm>
              <a:off x="622300" y="1959766"/>
              <a:ext cx="1401645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AD6E332C-3347-074B-50CF-9E4E1C15D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623239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A375E3C8-B22A-6154-6933-DE6183B9AD7A}"/>
                </a:ext>
              </a:extLst>
            </p:cNvPr>
            <p:cNvSpPr txBox="1"/>
            <p:nvPr/>
          </p:nvSpPr>
          <p:spPr>
            <a:xfrm>
              <a:off x="464994" y="1248713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5A146153-4DFC-DD06-A3AA-B21F4C776819}"/>
                </a:ext>
              </a:extLst>
            </p:cNvPr>
            <p:cNvSpPr txBox="1"/>
            <p:nvPr/>
          </p:nvSpPr>
          <p:spPr>
            <a:xfrm>
              <a:off x="1879165" y="1959766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9859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62E64-36F2-15EF-3828-8A4565B1B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3BB54C9-D3B3-A302-2180-789EC15869FE}"/>
              </a:ext>
            </a:extLst>
          </p:cNvPr>
          <p:cNvCxnSpPr/>
          <p:nvPr/>
        </p:nvCxnSpPr>
        <p:spPr>
          <a:xfrm>
            <a:off x="1035711" y="1476644"/>
            <a:ext cx="1407160" cy="0"/>
          </a:xfrm>
          <a:prstGeom prst="line">
            <a:avLst/>
          </a:prstGeom>
          <a:ln w="9525" cap="rnd">
            <a:solidFill>
              <a:srgbClr val="C0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56E875B8-9C59-C771-CED4-AA65714D7556}"/>
              </a:ext>
            </a:extLst>
          </p:cNvPr>
          <p:cNvSpPr/>
          <p:nvPr/>
        </p:nvSpPr>
        <p:spPr>
          <a:xfrm rot="254866">
            <a:off x="1492840" y="1334334"/>
            <a:ext cx="220980" cy="695960"/>
          </a:xfrm>
          <a:custGeom>
            <a:avLst/>
            <a:gdLst>
              <a:gd name="csX0" fmla="*/ 0 w 220980"/>
              <a:gd name="csY0" fmla="*/ 0 h 695960"/>
              <a:gd name="csX1" fmla="*/ 45720 w 220980"/>
              <a:gd name="csY1" fmla="*/ 322580 h 695960"/>
              <a:gd name="csX2" fmla="*/ 172720 w 220980"/>
              <a:gd name="csY2" fmla="*/ 472440 h 695960"/>
              <a:gd name="csX3" fmla="*/ 220980 w 220980"/>
              <a:gd name="csY3" fmla="*/ 695960 h 6959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0980" h="695960">
                <a:moveTo>
                  <a:pt x="0" y="0"/>
                </a:moveTo>
                <a:cubicBezTo>
                  <a:pt x="8466" y="121920"/>
                  <a:pt x="16933" y="243840"/>
                  <a:pt x="45720" y="322580"/>
                </a:cubicBezTo>
                <a:cubicBezTo>
                  <a:pt x="74507" y="401320"/>
                  <a:pt x="143510" y="410210"/>
                  <a:pt x="172720" y="472440"/>
                </a:cubicBezTo>
                <a:cubicBezTo>
                  <a:pt x="201930" y="534670"/>
                  <a:pt x="211455" y="615315"/>
                  <a:pt x="220980" y="695960"/>
                </a:cubicBezTo>
              </a:path>
            </a:pathLst>
          </a:custGeom>
          <a:noFill/>
          <a:ln w="9525"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41459-7F4A-5C66-929D-29F5BA1DC9A3}"/>
              </a:ext>
            </a:extLst>
          </p:cNvPr>
          <p:cNvSpPr txBox="1"/>
          <p:nvPr/>
        </p:nvSpPr>
        <p:spPr>
          <a:xfrm>
            <a:off x="2402389" y="1345839"/>
            <a:ext cx="3482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F1AE19F-7F4B-D77D-372B-8CB9F2F76387}"/>
              </a:ext>
            </a:extLst>
          </p:cNvPr>
          <p:cNvCxnSpPr>
            <a:cxnSpLocks/>
          </p:cNvCxnSpPr>
          <p:nvPr/>
        </p:nvCxnSpPr>
        <p:spPr>
          <a:xfrm>
            <a:off x="1685316" y="1643183"/>
            <a:ext cx="0" cy="394340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5CB2621-6967-0F9F-6FCC-F380F5C22CE0}"/>
              </a:ext>
            </a:extLst>
          </p:cNvPr>
          <p:cNvCxnSpPr>
            <a:cxnSpLocks/>
          </p:cNvCxnSpPr>
          <p:nvPr/>
        </p:nvCxnSpPr>
        <p:spPr>
          <a:xfrm>
            <a:off x="1473082" y="1669133"/>
            <a:ext cx="319405" cy="550545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ACDCF34F-97E8-A424-F451-B41048D827FC}"/>
              </a:ext>
            </a:extLst>
          </p:cNvPr>
          <p:cNvCxnSpPr>
            <a:cxnSpLocks/>
          </p:cNvCxnSpPr>
          <p:nvPr/>
        </p:nvCxnSpPr>
        <p:spPr>
          <a:xfrm flipH="1">
            <a:off x="1578121" y="1669132"/>
            <a:ext cx="330966" cy="548641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A4639B3A-F621-849E-816F-AB2133F8C94B}"/>
              </a:ext>
            </a:extLst>
          </p:cNvPr>
          <p:cNvGrpSpPr/>
          <p:nvPr/>
        </p:nvGrpSpPr>
        <p:grpSpPr>
          <a:xfrm>
            <a:off x="860712" y="1118038"/>
            <a:ext cx="1697469" cy="1196755"/>
            <a:chOff x="474388" y="1040281"/>
            <a:chExt cx="1697469" cy="1196755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10C8E4D8-E352-E169-4B52-CAA1AFA283DA}"/>
                </a:ext>
              </a:extLst>
            </p:cNvPr>
            <p:cNvCxnSpPr>
              <a:cxnSpLocks/>
            </p:cNvCxnSpPr>
            <p:nvPr/>
          </p:nvCxnSpPr>
          <p:spPr>
            <a:xfrm>
              <a:off x="732807" y="1959766"/>
              <a:ext cx="1291138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2D85DCBA-65BC-2E78-D4B1-20E649AA97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171087"/>
              <a:ext cx="0" cy="788679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109AFDE5-48C2-AC9A-FEB5-8E454718E173}"/>
                </a:ext>
              </a:extLst>
            </p:cNvPr>
            <p:cNvSpPr txBox="1"/>
            <p:nvPr/>
          </p:nvSpPr>
          <p:spPr>
            <a:xfrm>
              <a:off x="474388" y="104028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19C21B21-D4C5-3B24-BE46-7C8C834D2711}"/>
                </a:ext>
              </a:extLst>
            </p:cNvPr>
            <p:cNvSpPr txBox="1"/>
            <p:nvPr/>
          </p:nvSpPr>
          <p:spPr>
            <a:xfrm>
              <a:off x="1882297" y="1975426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EF438DE3-C634-2A37-3F71-2F7A54F2DDF2}"/>
              </a:ext>
            </a:extLst>
          </p:cNvPr>
          <p:cNvSpPr txBox="1"/>
          <p:nvPr/>
        </p:nvSpPr>
        <p:spPr>
          <a:xfrm>
            <a:off x="1421727" y="2251343"/>
            <a:ext cx="51701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aW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509C855-7E24-4457-84DC-8C9B5AF2E2DF}"/>
              </a:ext>
            </a:extLst>
          </p:cNvPr>
          <p:cNvCxnSpPr>
            <a:cxnSpLocks/>
          </p:cNvCxnSpPr>
          <p:nvPr/>
        </p:nvCxnSpPr>
        <p:spPr>
          <a:xfrm>
            <a:off x="1685316" y="2037523"/>
            <a:ext cx="0" cy="236681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EEEBE9A4-BBA0-DD3C-0010-2171A986C518}"/>
              </a:ext>
            </a:extLst>
          </p:cNvPr>
          <p:cNvSpPr/>
          <p:nvPr/>
        </p:nvSpPr>
        <p:spPr>
          <a:xfrm>
            <a:off x="1698078" y="1407428"/>
            <a:ext cx="253439" cy="284079"/>
          </a:xfrm>
          <a:custGeom>
            <a:avLst/>
            <a:gdLst>
              <a:gd name="csX0" fmla="*/ 0 w 220980"/>
              <a:gd name="csY0" fmla="*/ 422910 h 422910"/>
              <a:gd name="csX1" fmla="*/ 131445 w 220980"/>
              <a:gd name="csY1" fmla="*/ 283845 h 422910"/>
              <a:gd name="csX2" fmla="*/ 220980 w 220980"/>
              <a:gd name="csY2" fmla="*/ 0 h 422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0980" h="422910">
                <a:moveTo>
                  <a:pt x="0" y="422910"/>
                </a:moveTo>
                <a:cubicBezTo>
                  <a:pt x="47307" y="388620"/>
                  <a:pt x="94615" y="354330"/>
                  <a:pt x="131445" y="283845"/>
                </a:cubicBezTo>
                <a:cubicBezTo>
                  <a:pt x="168275" y="213360"/>
                  <a:pt x="194627" y="106680"/>
                  <a:pt x="220980" y="0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Freihandform: Form 31">
            <a:extLst>
              <a:ext uri="{FF2B5EF4-FFF2-40B4-BE49-F238E27FC236}">
                <a16:creationId xmlns:a16="http://schemas.microsoft.com/office/drawing/2014/main" id="{6F7D5A64-8C14-9966-C943-FC327A0CB537}"/>
              </a:ext>
            </a:extLst>
          </p:cNvPr>
          <p:cNvSpPr/>
          <p:nvPr/>
        </p:nvSpPr>
        <p:spPr>
          <a:xfrm>
            <a:off x="1871310" y="1744042"/>
            <a:ext cx="759521" cy="68796"/>
          </a:xfrm>
          <a:custGeom>
            <a:avLst/>
            <a:gdLst>
              <a:gd name="csX0" fmla="*/ 0 w 432435"/>
              <a:gd name="csY0" fmla="*/ 0 h 68796"/>
              <a:gd name="csX1" fmla="*/ 209550 w 432435"/>
              <a:gd name="csY1" fmla="*/ 66675 h 68796"/>
              <a:gd name="csX2" fmla="*/ 432435 w 432435"/>
              <a:gd name="csY2" fmla="*/ 45720 h 687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2435" h="68796">
                <a:moveTo>
                  <a:pt x="0" y="0"/>
                </a:moveTo>
                <a:cubicBezTo>
                  <a:pt x="68739" y="29527"/>
                  <a:pt x="137478" y="59055"/>
                  <a:pt x="209550" y="66675"/>
                </a:cubicBezTo>
                <a:cubicBezTo>
                  <a:pt x="281622" y="74295"/>
                  <a:pt x="357028" y="60007"/>
                  <a:pt x="432435" y="45720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3753FA15-808B-70C6-6A22-BC941D396861}"/>
              </a:ext>
            </a:extLst>
          </p:cNvPr>
          <p:cNvSpPr/>
          <p:nvPr/>
        </p:nvSpPr>
        <p:spPr>
          <a:xfrm>
            <a:off x="978751" y="1755559"/>
            <a:ext cx="529590" cy="73194"/>
          </a:xfrm>
          <a:custGeom>
            <a:avLst/>
            <a:gdLst>
              <a:gd name="csX0" fmla="*/ 529590 w 529590"/>
              <a:gd name="csY0" fmla="*/ 0 h 73194"/>
              <a:gd name="csX1" fmla="*/ 308610 w 529590"/>
              <a:gd name="csY1" fmla="*/ 72390 h 73194"/>
              <a:gd name="csX2" fmla="*/ 0 w 529590"/>
              <a:gd name="csY2" fmla="*/ 32385 h 731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29590" h="73194">
                <a:moveTo>
                  <a:pt x="529590" y="0"/>
                </a:moveTo>
                <a:cubicBezTo>
                  <a:pt x="463232" y="33496"/>
                  <a:pt x="396875" y="66993"/>
                  <a:pt x="308610" y="72390"/>
                </a:cubicBezTo>
                <a:cubicBezTo>
                  <a:pt x="220345" y="77788"/>
                  <a:pt x="110172" y="55086"/>
                  <a:pt x="0" y="32385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9A7B0511-C6AB-4FE3-4225-88BCFF6573CB}"/>
              </a:ext>
            </a:extLst>
          </p:cNvPr>
          <p:cNvGrpSpPr/>
          <p:nvPr/>
        </p:nvGrpSpPr>
        <p:grpSpPr>
          <a:xfrm>
            <a:off x="2536647" y="1613614"/>
            <a:ext cx="667908" cy="398447"/>
            <a:chOff x="2530973" y="2112252"/>
            <a:chExt cx="667908" cy="398447"/>
          </a:xfrm>
        </p:grpSpPr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5528FCF3-8D65-3E5F-5762-0EE35B7F9BF3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32BF64A-7291-0B01-F95C-9165327D1FA5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B6526F8-F1AF-7423-7232-E5108C1813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E8DA53B-08B2-2027-135C-BD15D971B3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E0E47520-6160-4A02-A30A-AACA075AAAC0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24AC1AA9-549C-FB6A-D0B7-205A2449DB5D}"/>
              </a:ext>
            </a:extLst>
          </p:cNvPr>
          <p:cNvGrpSpPr/>
          <p:nvPr/>
        </p:nvGrpSpPr>
        <p:grpSpPr>
          <a:xfrm>
            <a:off x="1749253" y="1037075"/>
            <a:ext cx="667908" cy="398447"/>
            <a:chOff x="2530973" y="2112252"/>
            <a:chExt cx="667908" cy="398447"/>
          </a:xfrm>
        </p:grpSpPr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D6D8D75D-3291-E455-539F-8A221ED39D91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EEEFBA25-1F6A-6B34-63F0-A389C6B5ECEF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D65FEF15-CE78-5184-F472-95AC23CB67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EC1ECEBE-AD95-3CB2-2CB0-AE04267E11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6937A435-4A69-5BF4-7DF6-2408ABB1FF88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E4CD542F-FDBE-E92B-3822-15CBDAB55C04}"/>
              </a:ext>
            </a:extLst>
          </p:cNvPr>
          <p:cNvGrpSpPr/>
          <p:nvPr/>
        </p:nvGrpSpPr>
        <p:grpSpPr>
          <a:xfrm>
            <a:off x="245784" y="1607449"/>
            <a:ext cx="667908" cy="398447"/>
            <a:chOff x="2530973" y="2112252"/>
            <a:chExt cx="667908" cy="398447"/>
          </a:xfrm>
        </p:grpSpPr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9054B167-D562-20BB-6D26-4AFB35A0B14A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81D4DCE6-96A3-5474-0440-EF63A52F5953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77BBACE8-B6DB-2552-9E9B-52F19E1355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82ACB7C6-67A2-B615-0B4F-E39E48DAE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69A3B320-B61B-53C0-B9A0-0C27BB13EA6C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64" name="Textfeld 63">
            <a:extLst>
              <a:ext uri="{FF2B5EF4-FFF2-40B4-BE49-F238E27FC236}">
                <a16:creationId xmlns:a16="http://schemas.microsoft.com/office/drawing/2014/main" id="{6685FF83-70AA-E4B3-7404-A4AB17DD008E}"/>
              </a:ext>
            </a:extLst>
          </p:cNvPr>
          <p:cNvSpPr txBox="1"/>
          <p:nvPr/>
        </p:nvSpPr>
        <p:spPr>
          <a:xfrm>
            <a:off x="599522" y="1649752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</a:t>
            </a:r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A0C94AA-7C6D-E54A-48A7-87F481C459B7}"/>
              </a:ext>
            </a:extLst>
          </p:cNvPr>
          <p:cNvSpPr txBox="1"/>
          <p:nvPr/>
        </p:nvSpPr>
        <p:spPr>
          <a:xfrm>
            <a:off x="2898394" y="1655990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</a:t>
            </a:r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8DA9D43-93D6-D4C9-72FD-4599A62A9586}"/>
              </a:ext>
            </a:extLst>
          </p:cNvPr>
          <p:cNvSpPr txBox="1"/>
          <p:nvPr/>
        </p:nvSpPr>
        <p:spPr>
          <a:xfrm>
            <a:off x="2101282" y="1071990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8889714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4A7D1-CD85-4B85-B0AE-CB58A654B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17CC7E7-4429-4A6E-33F8-DEC0122AF91F}"/>
              </a:ext>
            </a:extLst>
          </p:cNvPr>
          <p:cNvCxnSpPr>
            <a:cxnSpLocks/>
          </p:cNvCxnSpPr>
          <p:nvPr/>
        </p:nvCxnSpPr>
        <p:spPr>
          <a:xfrm>
            <a:off x="413454" y="1312101"/>
            <a:ext cx="2867797" cy="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504846D-5E05-682C-49BD-49CE4E49DE18}"/>
              </a:ext>
            </a:extLst>
          </p:cNvPr>
          <p:cNvCxnSpPr>
            <a:cxnSpLocks/>
          </p:cNvCxnSpPr>
          <p:nvPr/>
        </p:nvCxnSpPr>
        <p:spPr>
          <a:xfrm>
            <a:off x="398371" y="1949885"/>
            <a:ext cx="2882880" cy="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A00BD13-BC23-8D3B-4219-3A3738951BE3}"/>
              </a:ext>
            </a:extLst>
          </p:cNvPr>
          <p:cNvCxnSpPr>
            <a:cxnSpLocks/>
          </p:cNvCxnSpPr>
          <p:nvPr/>
        </p:nvCxnSpPr>
        <p:spPr>
          <a:xfrm rot="-2700000">
            <a:off x="-85171" y="103701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6F45D2A-EB23-C815-6356-7B41CDDCD569}"/>
              </a:ext>
            </a:extLst>
          </p:cNvPr>
          <p:cNvCxnSpPr>
            <a:cxnSpLocks/>
          </p:cNvCxnSpPr>
          <p:nvPr/>
        </p:nvCxnSpPr>
        <p:spPr>
          <a:xfrm rot="-2700000">
            <a:off x="-11251" y="103702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0CFC68A-9BF7-7F95-260E-515452DE5E82}"/>
              </a:ext>
            </a:extLst>
          </p:cNvPr>
          <p:cNvCxnSpPr>
            <a:cxnSpLocks/>
          </p:cNvCxnSpPr>
          <p:nvPr/>
        </p:nvCxnSpPr>
        <p:spPr>
          <a:xfrm rot="18900000">
            <a:off x="62669" y="103701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1679AF2-5226-F247-4781-B5C9443C4899}"/>
              </a:ext>
            </a:extLst>
          </p:cNvPr>
          <p:cNvCxnSpPr>
            <a:cxnSpLocks/>
          </p:cNvCxnSpPr>
          <p:nvPr/>
        </p:nvCxnSpPr>
        <p:spPr>
          <a:xfrm rot="18900000">
            <a:off x="136589" y="103701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6270AAC6-0481-C14C-7719-D70C6752D2FB}"/>
              </a:ext>
            </a:extLst>
          </p:cNvPr>
          <p:cNvCxnSpPr>
            <a:cxnSpLocks/>
          </p:cNvCxnSpPr>
          <p:nvPr/>
        </p:nvCxnSpPr>
        <p:spPr>
          <a:xfrm rot="18900000">
            <a:off x="210509" y="103701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88085A8-5B8C-F1A7-2A7D-3B4CDD5E60AA}"/>
              </a:ext>
            </a:extLst>
          </p:cNvPr>
          <p:cNvCxnSpPr>
            <a:cxnSpLocks/>
          </p:cNvCxnSpPr>
          <p:nvPr/>
        </p:nvCxnSpPr>
        <p:spPr>
          <a:xfrm rot="18900000">
            <a:off x="284429" y="103701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DF745F6-F6AA-26A9-8CB8-D7585CCA9BD6}"/>
              </a:ext>
            </a:extLst>
          </p:cNvPr>
          <p:cNvCxnSpPr>
            <a:cxnSpLocks/>
          </p:cNvCxnSpPr>
          <p:nvPr/>
        </p:nvCxnSpPr>
        <p:spPr>
          <a:xfrm rot="18900000">
            <a:off x="358349" y="103701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FBD322B7-DA0D-4174-46A6-59086357BED3}"/>
              </a:ext>
            </a:extLst>
          </p:cNvPr>
          <p:cNvCxnSpPr>
            <a:cxnSpLocks/>
          </p:cNvCxnSpPr>
          <p:nvPr/>
        </p:nvCxnSpPr>
        <p:spPr>
          <a:xfrm rot="18900000">
            <a:off x="432269" y="10370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3CE1148-295F-62F7-F054-1AE9845EAC20}"/>
              </a:ext>
            </a:extLst>
          </p:cNvPr>
          <p:cNvCxnSpPr>
            <a:cxnSpLocks/>
          </p:cNvCxnSpPr>
          <p:nvPr/>
        </p:nvCxnSpPr>
        <p:spPr>
          <a:xfrm rot="18900000">
            <a:off x="506189" y="103700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F801564-8FA4-7BEE-2FCE-E57D9871BC96}"/>
              </a:ext>
            </a:extLst>
          </p:cNvPr>
          <p:cNvCxnSpPr>
            <a:cxnSpLocks/>
          </p:cNvCxnSpPr>
          <p:nvPr/>
        </p:nvCxnSpPr>
        <p:spPr>
          <a:xfrm rot="18900000">
            <a:off x="580109" y="103699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140F54E-1C37-A179-08CE-C4764C081E36}"/>
              </a:ext>
            </a:extLst>
          </p:cNvPr>
          <p:cNvCxnSpPr>
            <a:cxnSpLocks/>
          </p:cNvCxnSpPr>
          <p:nvPr/>
        </p:nvCxnSpPr>
        <p:spPr>
          <a:xfrm rot="18900000">
            <a:off x="654029" y="103699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3AF7F34-DE20-3E10-CD25-6288FD6C3B60}"/>
              </a:ext>
            </a:extLst>
          </p:cNvPr>
          <p:cNvCxnSpPr>
            <a:cxnSpLocks/>
          </p:cNvCxnSpPr>
          <p:nvPr/>
        </p:nvCxnSpPr>
        <p:spPr>
          <a:xfrm rot="18900000">
            <a:off x="727949" y="103696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424284-F5FB-DAF4-BF0C-469A6F105167}"/>
              </a:ext>
            </a:extLst>
          </p:cNvPr>
          <p:cNvCxnSpPr>
            <a:cxnSpLocks/>
          </p:cNvCxnSpPr>
          <p:nvPr/>
        </p:nvCxnSpPr>
        <p:spPr>
          <a:xfrm rot="18900000">
            <a:off x="801869" y="103696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77D9DD5-6A98-D0A6-E6F6-F71EBE5D4B6A}"/>
              </a:ext>
            </a:extLst>
          </p:cNvPr>
          <p:cNvCxnSpPr>
            <a:cxnSpLocks/>
          </p:cNvCxnSpPr>
          <p:nvPr/>
        </p:nvCxnSpPr>
        <p:spPr>
          <a:xfrm rot="18900000">
            <a:off x="875789" y="103696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B113899D-C4C1-FA92-B79B-ED5C56F94A71}"/>
              </a:ext>
            </a:extLst>
          </p:cNvPr>
          <p:cNvCxnSpPr>
            <a:cxnSpLocks/>
          </p:cNvCxnSpPr>
          <p:nvPr/>
        </p:nvCxnSpPr>
        <p:spPr>
          <a:xfrm rot="18900000">
            <a:off x="949709" y="1036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E506781-42D6-D7C5-A440-205E7C6A95F5}"/>
              </a:ext>
            </a:extLst>
          </p:cNvPr>
          <p:cNvCxnSpPr>
            <a:cxnSpLocks/>
          </p:cNvCxnSpPr>
          <p:nvPr/>
        </p:nvCxnSpPr>
        <p:spPr>
          <a:xfrm rot="18900000">
            <a:off x="1023629" y="103696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8736ECD-A533-B8D7-4BDA-476DC4A40865}"/>
              </a:ext>
            </a:extLst>
          </p:cNvPr>
          <p:cNvCxnSpPr>
            <a:cxnSpLocks/>
          </p:cNvCxnSpPr>
          <p:nvPr/>
        </p:nvCxnSpPr>
        <p:spPr>
          <a:xfrm rot="18900000">
            <a:off x="1097549" y="1036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C0C4D374-8C54-08EB-0C3C-4175164D4521}"/>
              </a:ext>
            </a:extLst>
          </p:cNvPr>
          <p:cNvCxnSpPr>
            <a:cxnSpLocks/>
          </p:cNvCxnSpPr>
          <p:nvPr/>
        </p:nvCxnSpPr>
        <p:spPr>
          <a:xfrm rot="18900000">
            <a:off x="1171469" y="1036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91A6192-F180-1501-F109-608A0755DE77}"/>
              </a:ext>
            </a:extLst>
          </p:cNvPr>
          <p:cNvCxnSpPr>
            <a:cxnSpLocks/>
          </p:cNvCxnSpPr>
          <p:nvPr/>
        </p:nvCxnSpPr>
        <p:spPr>
          <a:xfrm rot="18900000">
            <a:off x="1245389" y="103696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0908842F-C0E6-6930-7E89-377F62434304}"/>
              </a:ext>
            </a:extLst>
          </p:cNvPr>
          <p:cNvCxnSpPr>
            <a:cxnSpLocks/>
          </p:cNvCxnSpPr>
          <p:nvPr/>
        </p:nvCxnSpPr>
        <p:spPr>
          <a:xfrm rot="18900000">
            <a:off x="1319309" y="103696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27ABD75-DDCD-40E9-5CDC-5484C2B176CC}"/>
              </a:ext>
            </a:extLst>
          </p:cNvPr>
          <p:cNvCxnSpPr>
            <a:cxnSpLocks/>
          </p:cNvCxnSpPr>
          <p:nvPr/>
        </p:nvCxnSpPr>
        <p:spPr>
          <a:xfrm rot="18900000">
            <a:off x="1393229" y="103695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7E3B49-602F-2AF8-BF10-EB3AA3961A37}"/>
              </a:ext>
            </a:extLst>
          </p:cNvPr>
          <p:cNvCxnSpPr>
            <a:cxnSpLocks/>
          </p:cNvCxnSpPr>
          <p:nvPr/>
        </p:nvCxnSpPr>
        <p:spPr>
          <a:xfrm rot="18900000">
            <a:off x="1467149" y="103694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EF6DDC4-FACE-3426-D79C-263E4300B50F}"/>
              </a:ext>
            </a:extLst>
          </p:cNvPr>
          <p:cNvCxnSpPr>
            <a:cxnSpLocks/>
          </p:cNvCxnSpPr>
          <p:nvPr/>
        </p:nvCxnSpPr>
        <p:spPr>
          <a:xfrm rot="18900000">
            <a:off x="1541069" y="103694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FD681F28-F088-7754-A3EF-EBD8695312D3}"/>
              </a:ext>
            </a:extLst>
          </p:cNvPr>
          <p:cNvCxnSpPr>
            <a:cxnSpLocks/>
          </p:cNvCxnSpPr>
          <p:nvPr/>
        </p:nvCxnSpPr>
        <p:spPr>
          <a:xfrm rot="18900000">
            <a:off x="1614989" y="103691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8F4F587-778F-E405-B894-271F0DF889D2}"/>
              </a:ext>
            </a:extLst>
          </p:cNvPr>
          <p:cNvCxnSpPr>
            <a:cxnSpLocks/>
          </p:cNvCxnSpPr>
          <p:nvPr/>
        </p:nvCxnSpPr>
        <p:spPr>
          <a:xfrm rot="18900000">
            <a:off x="1688909" y="10368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90C77D8-91C6-C8D8-8A0A-1464812398D6}"/>
              </a:ext>
            </a:extLst>
          </p:cNvPr>
          <p:cNvCxnSpPr>
            <a:cxnSpLocks/>
          </p:cNvCxnSpPr>
          <p:nvPr/>
        </p:nvCxnSpPr>
        <p:spPr>
          <a:xfrm rot="18900000">
            <a:off x="1762829" y="103686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71DB089-E01C-8184-3306-84D677CF2B08}"/>
              </a:ext>
            </a:extLst>
          </p:cNvPr>
          <p:cNvCxnSpPr>
            <a:cxnSpLocks/>
          </p:cNvCxnSpPr>
          <p:nvPr/>
        </p:nvCxnSpPr>
        <p:spPr>
          <a:xfrm rot="18900000">
            <a:off x="1836749" y="103686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675AE37-F32B-FA09-75C7-CF7BE1EBDFD0}"/>
              </a:ext>
            </a:extLst>
          </p:cNvPr>
          <p:cNvCxnSpPr>
            <a:cxnSpLocks/>
          </p:cNvCxnSpPr>
          <p:nvPr/>
        </p:nvCxnSpPr>
        <p:spPr>
          <a:xfrm rot="18900000">
            <a:off x="1910669" y="10368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43404C7-EF04-F8D2-AA6C-3C05637ACBB4}"/>
              </a:ext>
            </a:extLst>
          </p:cNvPr>
          <p:cNvCxnSpPr>
            <a:cxnSpLocks/>
          </p:cNvCxnSpPr>
          <p:nvPr/>
        </p:nvCxnSpPr>
        <p:spPr>
          <a:xfrm rot="18900000">
            <a:off x="1984589" y="103686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77FB55BC-D3C2-BD4C-D773-30A3F8CF3A77}"/>
              </a:ext>
            </a:extLst>
          </p:cNvPr>
          <p:cNvCxnSpPr>
            <a:cxnSpLocks/>
          </p:cNvCxnSpPr>
          <p:nvPr/>
        </p:nvCxnSpPr>
        <p:spPr>
          <a:xfrm rot="18900000">
            <a:off x="2058509" y="103686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A861DFCF-8E0A-A3A9-6046-0C4BF8AB4C65}"/>
              </a:ext>
            </a:extLst>
          </p:cNvPr>
          <p:cNvCxnSpPr>
            <a:cxnSpLocks/>
          </p:cNvCxnSpPr>
          <p:nvPr/>
        </p:nvCxnSpPr>
        <p:spPr>
          <a:xfrm rot="18900000">
            <a:off x="2132429" y="103686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95093CB-0E62-BBC8-F104-4080ECE685AC}"/>
              </a:ext>
            </a:extLst>
          </p:cNvPr>
          <p:cNvCxnSpPr>
            <a:cxnSpLocks/>
          </p:cNvCxnSpPr>
          <p:nvPr/>
        </p:nvCxnSpPr>
        <p:spPr>
          <a:xfrm rot="18900000">
            <a:off x="2206349" y="103685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0BAE0C1-7601-D10D-DE43-02FF5E24442D}"/>
              </a:ext>
            </a:extLst>
          </p:cNvPr>
          <p:cNvCxnSpPr>
            <a:cxnSpLocks/>
          </p:cNvCxnSpPr>
          <p:nvPr/>
        </p:nvCxnSpPr>
        <p:spPr>
          <a:xfrm rot="18900000">
            <a:off x="2280269" y="103685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7AC587A-CC35-1037-9601-9CE88438F2EF}"/>
              </a:ext>
            </a:extLst>
          </p:cNvPr>
          <p:cNvCxnSpPr>
            <a:cxnSpLocks/>
          </p:cNvCxnSpPr>
          <p:nvPr/>
        </p:nvCxnSpPr>
        <p:spPr>
          <a:xfrm rot="18900000">
            <a:off x="2354189" y="103683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AA2034-8931-9AD8-1A20-0DC1DD0AE816}"/>
              </a:ext>
            </a:extLst>
          </p:cNvPr>
          <p:cNvCxnSpPr>
            <a:cxnSpLocks/>
          </p:cNvCxnSpPr>
          <p:nvPr/>
        </p:nvCxnSpPr>
        <p:spPr>
          <a:xfrm rot="18900000">
            <a:off x="2428109" y="103683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00D69B2-774D-BD36-E237-355FCD0D291F}"/>
              </a:ext>
            </a:extLst>
          </p:cNvPr>
          <p:cNvCxnSpPr>
            <a:cxnSpLocks/>
          </p:cNvCxnSpPr>
          <p:nvPr/>
        </p:nvCxnSpPr>
        <p:spPr>
          <a:xfrm rot="18900000">
            <a:off x="2502029" y="103681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17A849F-35A0-F69E-45F7-2A19617657D1}"/>
              </a:ext>
            </a:extLst>
          </p:cNvPr>
          <p:cNvCxnSpPr>
            <a:cxnSpLocks/>
          </p:cNvCxnSpPr>
          <p:nvPr/>
        </p:nvCxnSpPr>
        <p:spPr>
          <a:xfrm rot="18900000">
            <a:off x="2575949" y="103665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F9543AA-0A80-E9CE-1116-F16173DD2453}"/>
              </a:ext>
            </a:extLst>
          </p:cNvPr>
          <p:cNvCxnSpPr>
            <a:cxnSpLocks/>
          </p:cNvCxnSpPr>
          <p:nvPr/>
        </p:nvCxnSpPr>
        <p:spPr>
          <a:xfrm rot="18900000">
            <a:off x="2649869" y="103665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065DCCD1-E3E1-EA3C-3483-10355EEBFF0B}"/>
              </a:ext>
            </a:extLst>
          </p:cNvPr>
          <p:cNvCxnSpPr>
            <a:cxnSpLocks/>
          </p:cNvCxnSpPr>
          <p:nvPr/>
        </p:nvCxnSpPr>
        <p:spPr>
          <a:xfrm rot="18900000">
            <a:off x="2723789" y="103665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9BB875D-FE40-5D9C-9616-563FE9F0CAFB}"/>
              </a:ext>
            </a:extLst>
          </p:cNvPr>
          <p:cNvCxnSpPr>
            <a:cxnSpLocks/>
          </p:cNvCxnSpPr>
          <p:nvPr/>
        </p:nvCxnSpPr>
        <p:spPr>
          <a:xfrm rot="18900000">
            <a:off x="2797709" y="103665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A38946A7-2ECB-5255-3E8B-8AB83911EA4E}"/>
              </a:ext>
            </a:extLst>
          </p:cNvPr>
          <p:cNvCxnSpPr>
            <a:cxnSpLocks/>
          </p:cNvCxnSpPr>
          <p:nvPr/>
        </p:nvCxnSpPr>
        <p:spPr>
          <a:xfrm rot="18900000">
            <a:off x="2871629" y="103665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BA06136-8504-EF19-48C2-99FD7E5646FC}"/>
              </a:ext>
            </a:extLst>
          </p:cNvPr>
          <p:cNvCxnSpPr>
            <a:cxnSpLocks/>
          </p:cNvCxnSpPr>
          <p:nvPr/>
        </p:nvCxnSpPr>
        <p:spPr>
          <a:xfrm rot="18900000">
            <a:off x="2945549" y="103665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B4A64B-E936-47F7-1C5B-93ACB39EBCEF}"/>
              </a:ext>
            </a:extLst>
          </p:cNvPr>
          <p:cNvCxnSpPr>
            <a:cxnSpLocks/>
          </p:cNvCxnSpPr>
          <p:nvPr/>
        </p:nvCxnSpPr>
        <p:spPr>
          <a:xfrm rot="18900000">
            <a:off x="-144008" y="222496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524003E5-6893-98D3-D3E1-5EB08C68701C}"/>
              </a:ext>
            </a:extLst>
          </p:cNvPr>
          <p:cNvCxnSpPr>
            <a:cxnSpLocks/>
          </p:cNvCxnSpPr>
          <p:nvPr/>
        </p:nvCxnSpPr>
        <p:spPr>
          <a:xfrm rot="18900000">
            <a:off x="-70088" y="2224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8C187BAC-F4C3-B205-6C0A-38310FCFF885}"/>
              </a:ext>
            </a:extLst>
          </p:cNvPr>
          <p:cNvCxnSpPr>
            <a:cxnSpLocks/>
          </p:cNvCxnSpPr>
          <p:nvPr/>
        </p:nvCxnSpPr>
        <p:spPr>
          <a:xfrm rot="18900000">
            <a:off x="3832" y="222496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C1F271E-C71B-971E-A818-356B0B0C0A72}"/>
              </a:ext>
            </a:extLst>
          </p:cNvPr>
          <p:cNvCxnSpPr>
            <a:cxnSpLocks/>
          </p:cNvCxnSpPr>
          <p:nvPr/>
        </p:nvCxnSpPr>
        <p:spPr>
          <a:xfrm rot="18900000">
            <a:off x="77752" y="222496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CD7BE19B-AA3B-A2F1-DF0C-561FA22B74F7}"/>
              </a:ext>
            </a:extLst>
          </p:cNvPr>
          <p:cNvCxnSpPr>
            <a:cxnSpLocks/>
          </p:cNvCxnSpPr>
          <p:nvPr/>
        </p:nvCxnSpPr>
        <p:spPr>
          <a:xfrm rot="18900000">
            <a:off x="151672" y="22249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2B052DF2-4693-F58D-C0F6-1DAC7B820079}"/>
              </a:ext>
            </a:extLst>
          </p:cNvPr>
          <p:cNvCxnSpPr>
            <a:cxnSpLocks/>
          </p:cNvCxnSpPr>
          <p:nvPr/>
        </p:nvCxnSpPr>
        <p:spPr>
          <a:xfrm rot="18900000">
            <a:off x="225592" y="222496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3059F70-3B77-8E0F-0924-06F1E94757B1}"/>
              </a:ext>
            </a:extLst>
          </p:cNvPr>
          <p:cNvCxnSpPr>
            <a:cxnSpLocks/>
          </p:cNvCxnSpPr>
          <p:nvPr/>
        </p:nvCxnSpPr>
        <p:spPr>
          <a:xfrm rot="18900000">
            <a:off x="299512" y="222495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6E720DDD-BA44-0A67-2A54-F88867A3ABBC}"/>
              </a:ext>
            </a:extLst>
          </p:cNvPr>
          <p:cNvCxnSpPr>
            <a:cxnSpLocks/>
          </p:cNvCxnSpPr>
          <p:nvPr/>
        </p:nvCxnSpPr>
        <p:spPr>
          <a:xfrm rot="18900000">
            <a:off x="373432" y="222494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ECCFC2A3-7289-3A0D-53C5-C79D3A1E38D9}"/>
              </a:ext>
            </a:extLst>
          </p:cNvPr>
          <p:cNvCxnSpPr>
            <a:cxnSpLocks/>
          </p:cNvCxnSpPr>
          <p:nvPr/>
        </p:nvCxnSpPr>
        <p:spPr>
          <a:xfrm rot="18900000">
            <a:off x="447352" y="222494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556B875-7F05-FD16-20F3-201CB8D79955}"/>
              </a:ext>
            </a:extLst>
          </p:cNvPr>
          <p:cNvCxnSpPr>
            <a:cxnSpLocks/>
          </p:cNvCxnSpPr>
          <p:nvPr/>
        </p:nvCxnSpPr>
        <p:spPr>
          <a:xfrm rot="18900000">
            <a:off x="521272" y="222491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2F8B0BC2-06BF-4276-4FF2-8ADF7ACA1C6E}"/>
              </a:ext>
            </a:extLst>
          </p:cNvPr>
          <p:cNvCxnSpPr>
            <a:cxnSpLocks/>
          </p:cNvCxnSpPr>
          <p:nvPr/>
        </p:nvCxnSpPr>
        <p:spPr>
          <a:xfrm rot="18900000">
            <a:off x="595192" y="222491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C08F05BA-E8CD-C2AC-05BA-2C9AE66BAA6A}"/>
              </a:ext>
            </a:extLst>
          </p:cNvPr>
          <p:cNvCxnSpPr>
            <a:cxnSpLocks/>
          </p:cNvCxnSpPr>
          <p:nvPr/>
        </p:nvCxnSpPr>
        <p:spPr>
          <a:xfrm rot="18900000">
            <a:off x="669112" y="222491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A4DAA243-7E74-8297-9041-DE88F599A123}"/>
              </a:ext>
            </a:extLst>
          </p:cNvPr>
          <p:cNvCxnSpPr>
            <a:cxnSpLocks/>
          </p:cNvCxnSpPr>
          <p:nvPr/>
        </p:nvCxnSpPr>
        <p:spPr>
          <a:xfrm rot="18900000">
            <a:off x="743032" y="22249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DB1A4B4-0F28-4BC0-BA3A-33E136696786}"/>
              </a:ext>
            </a:extLst>
          </p:cNvPr>
          <p:cNvCxnSpPr>
            <a:cxnSpLocks/>
          </p:cNvCxnSpPr>
          <p:nvPr/>
        </p:nvCxnSpPr>
        <p:spPr>
          <a:xfrm rot="18900000">
            <a:off x="816952" y="222491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01E06E4-85DA-3847-288C-EB658CF06AC9}"/>
              </a:ext>
            </a:extLst>
          </p:cNvPr>
          <p:cNvCxnSpPr>
            <a:cxnSpLocks/>
          </p:cNvCxnSpPr>
          <p:nvPr/>
        </p:nvCxnSpPr>
        <p:spPr>
          <a:xfrm rot="18900000">
            <a:off x="890872" y="22249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AE766037-D521-3BCE-D449-C394B60DD74F}"/>
              </a:ext>
            </a:extLst>
          </p:cNvPr>
          <p:cNvCxnSpPr>
            <a:cxnSpLocks/>
          </p:cNvCxnSpPr>
          <p:nvPr/>
        </p:nvCxnSpPr>
        <p:spPr>
          <a:xfrm rot="18900000">
            <a:off x="964792" y="22249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B1CF7104-3185-B763-01B7-D2FE7D04D206}"/>
              </a:ext>
            </a:extLst>
          </p:cNvPr>
          <p:cNvCxnSpPr>
            <a:cxnSpLocks/>
          </p:cNvCxnSpPr>
          <p:nvPr/>
        </p:nvCxnSpPr>
        <p:spPr>
          <a:xfrm rot="18900000">
            <a:off x="1038712" y="222491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102A169-8823-5B9B-BD0E-8F6ECC7FEFEC}"/>
              </a:ext>
            </a:extLst>
          </p:cNvPr>
          <p:cNvCxnSpPr>
            <a:cxnSpLocks/>
          </p:cNvCxnSpPr>
          <p:nvPr/>
        </p:nvCxnSpPr>
        <p:spPr>
          <a:xfrm rot="18900000">
            <a:off x="1112632" y="222490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D918E2E2-684E-A3A0-295B-2B4A676006A3}"/>
              </a:ext>
            </a:extLst>
          </p:cNvPr>
          <p:cNvCxnSpPr>
            <a:cxnSpLocks/>
          </p:cNvCxnSpPr>
          <p:nvPr/>
        </p:nvCxnSpPr>
        <p:spPr>
          <a:xfrm rot="18900000">
            <a:off x="1186552" y="222490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CAECC48-D62C-D64E-7CBC-B5600336A632}"/>
              </a:ext>
            </a:extLst>
          </p:cNvPr>
          <p:cNvCxnSpPr>
            <a:cxnSpLocks/>
          </p:cNvCxnSpPr>
          <p:nvPr/>
        </p:nvCxnSpPr>
        <p:spPr>
          <a:xfrm rot="18900000">
            <a:off x="1260472" y="222488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2AAAA27D-A743-66B1-D562-D3843B216907}"/>
              </a:ext>
            </a:extLst>
          </p:cNvPr>
          <p:cNvCxnSpPr>
            <a:cxnSpLocks/>
          </p:cNvCxnSpPr>
          <p:nvPr/>
        </p:nvCxnSpPr>
        <p:spPr>
          <a:xfrm rot="18900000">
            <a:off x="1334392" y="222488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4CA7FFC3-253A-3766-D4E6-B14AA22BD5BB}"/>
              </a:ext>
            </a:extLst>
          </p:cNvPr>
          <p:cNvCxnSpPr>
            <a:cxnSpLocks/>
          </p:cNvCxnSpPr>
          <p:nvPr/>
        </p:nvCxnSpPr>
        <p:spPr>
          <a:xfrm rot="18900000">
            <a:off x="1408312" y="22248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BA500A41-7942-6E7E-E5FA-86CCF6857C0B}"/>
              </a:ext>
            </a:extLst>
          </p:cNvPr>
          <p:cNvCxnSpPr>
            <a:cxnSpLocks/>
          </p:cNvCxnSpPr>
          <p:nvPr/>
        </p:nvCxnSpPr>
        <p:spPr>
          <a:xfrm rot="18900000">
            <a:off x="1482232" y="222481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3BB5EF17-9952-234B-783C-E2E9A3A939AE}"/>
              </a:ext>
            </a:extLst>
          </p:cNvPr>
          <p:cNvCxnSpPr>
            <a:cxnSpLocks/>
          </p:cNvCxnSpPr>
          <p:nvPr/>
        </p:nvCxnSpPr>
        <p:spPr>
          <a:xfrm rot="18900000">
            <a:off x="1556152" y="222481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r Verbinder 91">
            <a:extLst>
              <a:ext uri="{FF2B5EF4-FFF2-40B4-BE49-F238E27FC236}">
                <a16:creationId xmlns:a16="http://schemas.microsoft.com/office/drawing/2014/main" id="{34C907E5-3949-603E-95D0-1963FDD2B840}"/>
              </a:ext>
            </a:extLst>
          </p:cNvPr>
          <p:cNvCxnSpPr>
            <a:cxnSpLocks/>
          </p:cNvCxnSpPr>
          <p:nvPr/>
        </p:nvCxnSpPr>
        <p:spPr>
          <a:xfrm rot="18900000">
            <a:off x="1630072" y="222480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1725B203-51E6-AE47-1C11-705EF2424F4D}"/>
              </a:ext>
            </a:extLst>
          </p:cNvPr>
          <p:cNvCxnSpPr>
            <a:cxnSpLocks/>
          </p:cNvCxnSpPr>
          <p:nvPr/>
        </p:nvCxnSpPr>
        <p:spPr>
          <a:xfrm rot="18900000">
            <a:off x="1703992" y="222481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E9BBDD28-BB2A-0BD6-D7E1-FABD3A4EAD07}"/>
              </a:ext>
            </a:extLst>
          </p:cNvPr>
          <p:cNvCxnSpPr>
            <a:cxnSpLocks/>
          </p:cNvCxnSpPr>
          <p:nvPr/>
        </p:nvCxnSpPr>
        <p:spPr>
          <a:xfrm rot="18900000">
            <a:off x="1777912" y="222480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2A1EA76B-0DA5-E35E-2990-E6DB4C248242}"/>
              </a:ext>
            </a:extLst>
          </p:cNvPr>
          <p:cNvCxnSpPr>
            <a:cxnSpLocks/>
          </p:cNvCxnSpPr>
          <p:nvPr/>
        </p:nvCxnSpPr>
        <p:spPr>
          <a:xfrm rot="18900000">
            <a:off x="1851832" y="222480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62D89B5D-E9D0-BC1B-4146-D1AA2C8F4067}"/>
              </a:ext>
            </a:extLst>
          </p:cNvPr>
          <p:cNvCxnSpPr>
            <a:cxnSpLocks/>
          </p:cNvCxnSpPr>
          <p:nvPr/>
        </p:nvCxnSpPr>
        <p:spPr>
          <a:xfrm rot="18900000">
            <a:off x="1925752" y="222480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4010AAD-6C85-1FD0-DF55-8ED791588A28}"/>
              </a:ext>
            </a:extLst>
          </p:cNvPr>
          <p:cNvCxnSpPr>
            <a:cxnSpLocks/>
          </p:cNvCxnSpPr>
          <p:nvPr/>
        </p:nvCxnSpPr>
        <p:spPr>
          <a:xfrm rot="18900000">
            <a:off x="1999672" y="222480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FBB29BBC-42A2-A381-9C6A-8DBFF9979B8C}"/>
              </a:ext>
            </a:extLst>
          </p:cNvPr>
          <p:cNvCxnSpPr>
            <a:cxnSpLocks/>
          </p:cNvCxnSpPr>
          <p:nvPr/>
        </p:nvCxnSpPr>
        <p:spPr>
          <a:xfrm rot="18900000">
            <a:off x="2073592" y="222479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E023CE7-CAD1-7AD8-143E-30E018A53243}"/>
              </a:ext>
            </a:extLst>
          </p:cNvPr>
          <p:cNvCxnSpPr>
            <a:cxnSpLocks/>
          </p:cNvCxnSpPr>
          <p:nvPr/>
        </p:nvCxnSpPr>
        <p:spPr>
          <a:xfrm rot="18900000">
            <a:off x="2147512" y="222478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78CEE577-511C-6758-65DC-0E2BCA68A7D7}"/>
              </a:ext>
            </a:extLst>
          </p:cNvPr>
          <p:cNvCxnSpPr>
            <a:cxnSpLocks/>
          </p:cNvCxnSpPr>
          <p:nvPr/>
        </p:nvCxnSpPr>
        <p:spPr>
          <a:xfrm rot="18900000">
            <a:off x="2221432" y="222478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B750CEBF-FDF1-58AE-ACAA-5B2F1FFF44A9}"/>
              </a:ext>
            </a:extLst>
          </p:cNvPr>
          <p:cNvCxnSpPr>
            <a:cxnSpLocks/>
          </p:cNvCxnSpPr>
          <p:nvPr/>
        </p:nvCxnSpPr>
        <p:spPr>
          <a:xfrm rot="18900000">
            <a:off x="2295352" y="222475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CFFCAFF9-D86B-FAA5-8529-CBA6906AAFB4}"/>
              </a:ext>
            </a:extLst>
          </p:cNvPr>
          <p:cNvCxnSpPr>
            <a:cxnSpLocks/>
          </p:cNvCxnSpPr>
          <p:nvPr/>
        </p:nvCxnSpPr>
        <p:spPr>
          <a:xfrm rot="18900000">
            <a:off x="2369272" y="222460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04EAF030-42D5-6696-6908-73F2E2F4DFFF}"/>
              </a:ext>
            </a:extLst>
          </p:cNvPr>
          <p:cNvCxnSpPr>
            <a:cxnSpLocks/>
          </p:cNvCxnSpPr>
          <p:nvPr/>
        </p:nvCxnSpPr>
        <p:spPr>
          <a:xfrm rot="18900000">
            <a:off x="2443192" y="222460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5063A53-911E-5767-23CD-BE0463AAC749}"/>
              </a:ext>
            </a:extLst>
          </p:cNvPr>
          <p:cNvCxnSpPr>
            <a:cxnSpLocks/>
          </p:cNvCxnSpPr>
          <p:nvPr/>
        </p:nvCxnSpPr>
        <p:spPr>
          <a:xfrm rot="18900000">
            <a:off x="2517112" y="222460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Gerader Verbinder 104">
            <a:extLst>
              <a:ext uri="{FF2B5EF4-FFF2-40B4-BE49-F238E27FC236}">
                <a16:creationId xmlns:a16="http://schemas.microsoft.com/office/drawing/2014/main" id="{B47535CD-2D9C-5CF2-27F6-651885A517AA}"/>
              </a:ext>
            </a:extLst>
          </p:cNvPr>
          <p:cNvCxnSpPr>
            <a:cxnSpLocks/>
          </p:cNvCxnSpPr>
          <p:nvPr/>
        </p:nvCxnSpPr>
        <p:spPr>
          <a:xfrm rot="18900000">
            <a:off x="2591032" y="222460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7F873E4-2AFE-E624-E230-F8A99E14A0FE}"/>
              </a:ext>
            </a:extLst>
          </p:cNvPr>
          <p:cNvCxnSpPr>
            <a:cxnSpLocks/>
          </p:cNvCxnSpPr>
          <p:nvPr/>
        </p:nvCxnSpPr>
        <p:spPr>
          <a:xfrm rot="18900000">
            <a:off x="2664952" y="222460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60FF6139-E4C2-D5DA-848D-54DEA3039129}"/>
              </a:ext>
            </a:extLst>
          </p:cNvPr>
          <p:cNvCxnSpPr>
            <a:cxnSpLocks/>
          </p:cNvCxnSpPr>
          <p:nvPr/>
        </p:nvCxnSpPr>
        <p:spPr>
          <a:xfrm rot="18900000">
            <a:off x="2738872" y="222460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57FBEBA2-C9BE-6696-CE54-AF2F73A56F80}"/>
              </a:ext>
            </a:extLst>
          </p:cNvPr>
          <p:cNvCxnSpPr>
            <a:cxnSpLocks/>
          </p:cNvCxnSpPr>
          <p:nvPr/>
        </p:nvCxnSpPr>
        <p:spPr>
          <a:xfrm rot="18900000">
            <a:off x="2812792" y="222460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EDD7330B-CCD1-5693-741D-3088EFF96F0E}"/>
              </a:ext>
            </a:extLst>
          </p:cNvPr>
          <p:cNvCxnSpPr>
            <a:cxnSpLocks/>
          </p:cNvCxnSpPr>
          <p:nvPr/>
        </p:nvCxnSpPr>
        <p:spPr>
          <a:xfrm rot="18900000">
            <a:off x="2886712" y="222459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2A784D3C-4B28-ED7B-5128-D40374FA3C62}"/>
              </a:ext>
            </a:extLst>
          </p:cNvPr>
          <p:cNvCxnSpPr>
            <a:cxnSpLocks/>
          </p:cNvCxnSpPr>
          <p:nvPr/>
        </p:nvCxnSpPr>
        <p:spPr>
          <a:xfrm rot="18900000">
            <a:off x="2960632" y="222459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hteck 118">
            <a:extLst>
              <a:ext uri="{FF2B5EF4-FFF2-40B4-BE49-F238E27FC236}">
                <a16:creationId xmlns:a16="http://schemas.microsoft.com/office/drawing/2014/main" id="{70EE6998-5CE7-58BE-B95E-91E62B896AE8}"/>
              </a:ext>
            </a:extLst>
          </p:cNvPr>
          <p:cNvSpPr/>
          <p:nvPr/>
        </p:nvSpPr>
        <p:spPr>
          <a:xfrm>
            <a:off x="219514" y="548014"/>
            <a:ext cx="3168383" cy="2157608"/>
          </a:xfrm>
          <a:prstGeom prst="rect">
            <a:avLst/>
          </a:prstGeom>
          <a:noFill/>
          <a:ln w="508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0" name="Gerader Verbinder 119">
            <a:extLst>
              <a:ext uri="{FF2B5EF4-FFF2-40B4-BE49-F238E27FC236}">
                <a16:creationId xmlns:a16="http://schemas.microsoft.com/office/drawing/2014/main" id="{483F9436-D8EA-B3C4-D0C4-0D1AC44BB2C1}"/>
              </a:ext>
            </a:extLst>
          </p:cNvPr>
          <p:cNvCxnSpPr>
            <a:cxnSpLocks/>
          </p:cNvCxnSpPr>
          <p:nvPr/>
        </p:nvCxnSpPr>
        <p:spPr>
          <a:xfrm>
            <a:off x="1924579" y="1311725"/>
            <a:ext cx="0" cy="63800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Textfeld 386">
            <a:extLst>
              <a:ext uri="{FF2B5EF4-FFF2-40B4-BE49-F238E27FC236}">
                <a16:creationId xmlns:a16="http://schemas.microsoft.com/office/drawing/2014/main" id="{9F5B7C7A-C0DF-F532-7F9B-334542C4B1D5}"/>
              </a:ext>
            </a:extLst>
          </p:cNvPr>
          <p:cNvSpPr txBox="1"/>
          <p:nvPr/>
        </p:nvSpPr>
        <p:spPr>
          <a:xfrm>
            <a:off x="1919851" y="1292270"/>
            <a:ext cx="28956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88" name="Textfeld 387">
            <a:extLst>
              <a:ext uri="{FF2B5EF4-FFF2-40B4-BE49-F238E27FC236}">
                <a16:creationId xmlns:a16="http://schemas.microsoft.com/office/drawing/2014/main" id="{F7E3EB8B-7203-E116-BDB5-B215220E5E2E}"/>
              </a:ext>
            </a:extLst>
          </p:cNvPr>
          <p:cNvSpPr txBox="1"/>
          <p:nvPr/>
        </p:nvSpPr>
        <p:spPr>
          <a:xfrm>
            <a:off x="1636770" y="1292282"/>
            <a:ext cx="28956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89" name="Gerade Verbindung mit Pfeil 388">
            <a:extLst>
              <a:ext uri="{FF2B5EF4-FFF2-40B4-BE49-F238E27FC236}">
                <a16:creationId xmlns:a16="http://schemas.microsoft.com/office/drawing/2014/main" id="{867CDF9B-D81E-DF1F-7612-D0242AF2F198}"/>
              </a:ext>
            </a:extLst>
          </p:cNvPr>
          <p:cNvCxnSpPr>
            <a:cxnSpLocks/>
          </p:cNvCxnSpPr>
          <p:nvPr/>
        </p:nvCxnSpPr>
        <p:spPr>
          <a:xfrm>
            <a:off x="853160" y="1631265"/>
            <a:ext cx="368757" cy="0"/>
          </a:xfrm>
          <a:prstGeom prst="straightConnector1">
            <a:avLst/>
          </a:prstGeom>
          <a:ln w="15875" cap="rnd">
            <a:solidFill>
              <a:schemeClr val="accent1"/>
            </a:solidFill>
            <a:round/>
            <a:headEnd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1" name="Gerade Verbindung mit Pfeil 390">
            <a:extLst>
              <a:ext uri="{FF2B5EF4-FFF2-40B4-BE49-F238E27FC236}">
                <a16:creationId xmlns:a16="http://schemas.microsoft.com/office/drawing/2014/main" id="{D5BCBE6E-7F02-C20F-7C91-82464238C6E5}"/>
              </a:ext>
            </a:extLst>
          </p:cNvPr>
          <p:cNvCxnSpPr>
            <a:cxnSpLocks/>
          </p:cNvCxnSpPr>
          <p:nvPr/>
        </p:nvCxnSpPr>
        <p:spPr>
          <a:xfrm>
            <a:off x="2331560" y="1636485"/>
            <a:ext cx="368757" cy="0"/>
          </a:xfrm>
          <a:prstGeom prst="straightConnector1">
            <a:avLst/>
          </a:prstGeom>
          <a:ln w="15875" cap="rnd">
            <a:solidFill>
              <a:schemeClr val="accent1"/>
            </a:solidFill>
            <a:round/>
            <a:headEnd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2" name="Freihandform: Form 391">
            <a:extLst>
              <a:ext uri="{FF2B5EF4-FFF2-40B4-BE49-F238E27FC236}">
                <a16:creationId xmlns:a16="http://schemas.microsoft.com/office/drawing/2014/main" id="{252EBB8A-18F0-2F23-2F0E-54D56FDC660C}"/>
              </a:ext>
            </a:extLst>
          </p:cNvPr>
          <p:cNvSpPr/>
          <p:nvPr/>
        </p:nvSpPr>
        <p:spPr>
          <a:xfrm>
            <a:off x="1925878" y="1784960"/>
            <a:ext cx="468334" cy="764086"/>
          </a:xfrm>
          <a:custGeom>
            <a:avLst/>
            <a:gdLst>
              <a:gd name="csX0" fmla="*/ 0 w 598118"/>
              <a:gd name="csY0" fmla="*/ 0 h 1086633"/>
              <a:gd name="csX1" fmla="*/ 382044 w 598118"/>
              <a:gd name="csY1" fmla="*/ 413359 h 1086633"/>
              <a:gd name="csX2" fmla="*/ 598118 w 598118"/>
              <a:gd name="csY2" fmla="*/ 1086633 h 10866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8118" h="1086633">
                <a:moveTo>
                  <a:pt x="0" y="0"/>
                </a:moveTo>
                <a:cubicBezTo>
                  <a:pt x="141179" y="116126"/>
                  <a:pt x="282358" y="232253"/>
                  <a:pt x="382044" y="413359"/>
                </a:cubicBezTo>
                <a:cubicBezTo>
                  <a:pt x="481730" y="594465"/>
                  <a:pt x="539924" y="840549"/>
                  <a:pt x="598118" y="1086633"/>
                </a:cubicBezTo>
              </a:path>
            </a:pathLst>
          </a:custGeom>
          <a:noFill/>
          <a:ln w="6350" cap="rnd"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3" name="Textfeld 392">
            <a:extLst>
              <a:ext uri="{FF2B5EF4-FFF2-40B4-BE49-F238E27FC236}">
                <a16:creationId xmlns:a16="http://schemas.microsoft.com/office/drawing/2014/main" id="{BB472CC7-7DB7-473C-1F37-D36AACDCAFD4}"/>
              </a:ext>
            </a:extLst>
          </p:cNvPr>
          <p:cNvSpPr txBox="1"/>
          <p:nvPr/>
        </p:nvSpPr>
        <p:spPr>
          <a:xfrm>
            <a:off x="2082446" y="2500036"/>
            <a:ext cx="66528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Stoß</a:t>
            </a:r>
          </a:p>
        </p:txBody>
      </p:sp>
    </p:spTree>
    <p:extLst>
      <p:ext uri="{BB962C8B-B14F-4D97-AF65-F5344CB8AC3E}">
        <p14:creationId xmlns:p14="http://schemas.microsoft.com/office/powerpoint/2010/main" val="4051486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FDEEB-AEB3-2357-8179-89999444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A1D6029-E445-0C55-0200-C806F3C3A168}"/>
              </a:ext>
            </a:extLst>
          </p:cNvPr>
          <p:cNvGrpSpPr/>
          <p:nvPr/>
        </p:nvGrpSpPr>
        <p:grpSpPr>
          <a:xfrm>
            <a:off x="508697" y="837428"/>
            <a:ext cx="2541205" cy="2109161"/>
            <a:chOff x="508697" y="837428"/>
            <a:chExt cx="2541205" cy="210916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5640878E-ADAD-E2FE-691D-2FE6F4C87CFF}"/>
                </a:ext>
              </a:extLst>
            </p:cNvPr>
            <p:cNvCxnSpPr>
              <a:cxnSpLocks/>
            </p:cNvCxnSpPr>
            <p:nvPr/>
          </p:nvCxnSpPr>
          <p:spPr>
            <a:xfrm>
              <a:off x="864905" y="2528788"/>
              <a:ext cx="1727321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5752F034-9D0E-0E09-43A7-56229FF78E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5412" y="892479"/>
              <a:ext cx="0" cy="16994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01043070-E88A-C152-6970-7F88B1E8431D}"/>
                </a:ext>
              </a:extLst>
            </p:cNvPr>
            <p:cNvGrpSpPr/>
            <p:nvPr/>
          </p:nvGrpSpPr>
          <p:grpSpPr>
            <a:xfrm>
              <a:off x="508697" y="837428"/>
              <a:ext cx="507425" cy="430887"/>
              <a:chOff x="555670" y="846823"/>
              <a:chExt cx="507425" cy="430887"/>
            </a:xfrm>
          </p:grpSpPr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D448731-853D-CE88-99A6-4ACF4EA02E3D}"/>
                  </a:ext>
                </a:extLst>
              </p:cNvPr>
              <p:cNvSpPr txBox="1"/>
              <p:nvPr/>
            </p:nvSpPr>
            <p:spPr>
              <a:xfrm>
                <a:off x="555670" y="846823"/>
                <a:ext cx="507425" cy="43088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1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p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2</a:t>
                </a:r>
              </a:p>
              <a:p>
                <a:pPr algn="ctr"/>
                <a:r>
                  <a:rPr lang="de-DE" sz="11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p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1</a:t>
                </a:r>
              </a:p>
            </p:txBody>
          </p: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9D90DD4D-75E0-9150-16D1-C98384DA004F}"/>
                  </a:ext>
                </a:extLst>
              </p:cNvPr>
              <p:cNvCxnSpPr/>
              <p:nvPr/>
            </p:nvCxnSpPr>
            <p:spPr>
              <a:xfrm>
                <a:off x="718894" y="1083221"/>
                <a:ext cx="180975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332B37F2-16F8-D3E1-8052-35AC12BD6CEA}"/>
                </a:ext>
              </a:extLst>
            </p:cNvPr>
            <p:cNvGrpSpPr/>
            <p:nvPr/>
          </p:nvGrpSpPr>
          <p:grpSpPr>
            <a:xfrm>
              <a:off x="816344" y="2577257"/>
              <a:ext cx="708229" cy="369332"/>
              <a:chOff x="555670" y="877600"/>
              <a:chExt cx="507425" cy="369332"/>
            </a:xfrm>
          </p:grpSpPr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F35FF89-2DC3-4798-34EB-15EAD0F58985}"/>
                  </a:ext>
                </a:extLst>
              </p:cNvPr>
              <p:cNvSpPr txBox="1"/>
              <p:nvPr/>
            </p:nvSpPr>
            <p:spPr>
              <a:xfrm>
                <a:off x="555670" y="877600"/>
                <a:ext cx="507425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9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κ</a:t>
                </a:r>
                <a:r>
                  <a:rPr lang="de-DE" sz="9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:r>
                  <a:rPr lang="de-DE" sz="9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de-DE" sz="900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1</a:t>
                </a:r>
                <a:endParaRPr lang="de-DE" sz="9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 algn="ctr"/>
                <a:r>
                  <a:rPr lang="de-DE" sz="9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κ</a:t>
                </a:r>
                <a:r>
                  <a:rPr lang="de-DE" sz="9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:r>
                  <a:rPr lang="de-DE" sz="900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−1</a:t>
                </a:r>
                <a:endParaRPr lang="de-DE" sz="9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C8756E81-31D9-2F85-AEB1-48E597DB6C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701" y="1043216"/>
                <a:ext cx="190704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14D0670E-12A3-0AD9-6CF4-B996EDB9325B}"/>
                </a:ext>
              </a:extLst>
            </p:cNvPr>
            <p:cNvCxnSpPr/>
            <p:nvPr/>
          </p:nvCxnSpPr>
          <p:spPr>
            <a:xfrm>
              <a:off x="2425717" y="2463295"/>
              <a:ext cx="0" cy="128584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F3C3CD1D-54D0-AF45-3B5D-9B5940FC4920}"/>
                </a:ext>
              </a:extLst>
            </p:cNvPr>
            <p:cNvCxnSpPr>
              <a:cxnSpLocks/>
            </p:cNvCxnSpPr>
            <p:nvPr/>
          </p:nvCxnSpPr>
          <p:spPr>
            <a:xfrm>
              <a:off x="915404" y="2275649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964F2D4A-51CF-4118-8495-C6E28BFAC038}"/>
                </a:ext>
              </a:extLst>
            </p:cNvPr>
            <p:cNvCxnSpPr/>
            <p:nvPr/>
          </p:nvCxnSpPr>
          <p:spPr>
            <a:xfrm>
              <a:off x="1172227" y="2462590"/>
              <a:ext cx="0" cy="128584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24303FB-20ED-3E03-F34D-14FF26182B35}"/>
                </a:ext>
              </a:extLst>
            </p:cNvPr>
            <p:cNvCxnSpPr>
              <a:cxnSpLocks/>
            </p:cNvCxnSpPr>
            <p:nvPr/>
          </p:nvCxnSpPr>
          <p:spPr>
            <a:xfrm>
              <a:off x="975411" y="2275649"/>
              <a:ext cx="1450306" cy="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sys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1C72756B-A290-53DF-2E07-FEDDE4012CDE}"/>
                </a:ext>
              </a:extLst>
            </p:cNvPr>
            <p:cNvSpPr/>
            <p:nvPr/>
          </p:nvSpPr>
          <p:spPr>
            <a:xfrm>
              <a:off x="1325516" y="992635"/>
              <a:ext cx="1100202" cy="1280160"/>
            </a:xfrm>
            <a:custGeom>
              <a:avLst/>
              <a:gdLst>
                <a:gd name="csX0" fmla="*/ 0 w 1064895"/>
                <a:gd name="csY0" fmla="*/ 0 h 1280160"/>
                <a:gd name="csX1" fmla="*/ 232410 w 1064895"/>
                <a:gd name="csY1" fmla="*/ 889635 h 1280160"/>
                <a:gd name="csX2" fmla="*/ 1064895 w 1064895"/>
                <a:gd name="csY2" fmla="*/ 1280160 h 1280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4895" h="1280160">
                  <a:moveTo>
                    <a:pt x="0" y="0"/>
                  </a:moveTo>
                  <a:cubicBezTo>
                    <a:pt x="27464" y="338137"/>
                    <a:pt x="54928" y="676275"/>
                    <a:pt x="232410" y="889635"/>
                  </a:cubicBezTo>
                  <a:cubicBezTo>
                    <a:pt x="409892" y="1102995"/>
                    <a:pt x="737393" y="1191577"/>
                    <a:pt x="1064895" y="1280160"/>
                  </a:cubicBezTo>
                </a:path>
              </a:pathLst>
            </a:custGeom>
            <a:noFill/>
            <a:ln w="12700" cap="rnd">
              <a:solidFill>
                <a:schemeClr val="accent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DE98003F-57D2-C158-B58D-7CB1086E1B0E}"/>
                </a:ext>
              </a:extLst>
            </p:cNvPr>
            <p:cNvSpPr/>
            <p:nvPr/>
          </p:nvSpPr>
          <p:spPr>
            <a:xfrm>
              <a:off x="1233012" y="1192659"/>
              <a:ext cx="1192705" cy="1080135"/>
            </a:xfrm>
            <a:custGeom>
              <a:avLst/>
              <a:gdLst>
                <a:gd name="csX0" fmla="*/ 0 w 1064895"/>
                <a:gd name="csY0" fmla="*/ 0 h 1280160"/>
                <a:gd name="csX1" fmla="*/ 232410 w 1064895"/>
                <a:gd name="csY1" fmla="*/ 889635 h 1280160"/>
                <a:gd name="csX2" fmla="*/ 1064895 w 1064895"/>
                <a:gd name="csY2" fmla="*/ 1280160 h 1280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4895" h="1280160">
                  <a:moveTo>
                    <a:pt x="0" y="0"/>
                  </a:moveTo>
                  <a:cubicBezTo>
                    <a:pt x="27464" y="338137"/>
                    <a:pt x="54928" y="676275"/>
                    <a:pt x="232410" y="889635"/>
                  </a:cubicBezTo>
                  <a:cubicBezTo>
                    <a:pt x="409892" y="1102995"/>
                    <a:pt x="737393" y="1191577"/>
                    <a:pt x="1064895" y="1280160"/>
                  </a:cubicBezTo>
                </a:path>
              </a:pathLst>
            </a:custGeom>
            <a:noFill/>
            <a:ln w="12700" cap="rnd">
              <a:solidFill>
                <a:schemeClr val="accent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F4B204BE-8A6B-9C83-8653-36476FA299B2}"/>
                </a:ext>
              </a:extLst>
            </p:cNvPr>
            <p:cNvCxnSpPr>
              <a:cxnSpLocks/>
              <a:stCxn id="25" idx="2"/>
            </p:cNvCxnSpPr>
            <p:nvPr/>
          </p:nvCxnSpPr>
          <p:spPr>
            <a:xfrm flipH="1" flipV="1">
              <a:off x="1370600" y="1389830"/>
              <a:ext cx="1055117" cy="882964"/>
            </a:xfrm>
            <a:prstGeom prst="line">
              <a:avLst/>
            </a:prstGeom>
            <a:ln w="9525" cap="rnd">
              <a:solidFill>
                <a:schemeClr val="accent3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11498CE-1783-4131-5734-6A4AFFE19AAC}"/>
                </a:ext>
              </a:extLst>
            </p:cNvPr>
            <p:cNvSpPr/>
            <p:nvPr/>
          </p:nvSpPr>
          <p:spPr>
            <a:xfrm>
              <a:off x="1350247" y="1372385"/>
              <a:ext cx="45719" cy="45719"/>
            </a:xfrm>
            <a:prstGeom prst="ellipse">
              <a:avLst/>
            </a:prstGeom>
            <a:noFill/>
            <a:ln w="635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78EDA269-2594-692B-F34D-07E633DC53D9}"/>
                </a:ext>
              </a:extLst>
            </p:cNvPr>
            <p:cNvSpPr/>
            <p:nvPr/>
          </p:nvSpPr>
          <p:spPr>
            <a:xfrm>
              <a:off x="2400352" y="2249935"/>
              <a:ext cx="45719" cy="45719"/>
            </a:xfrm>
            <a:prstGeom prst="ellipse">
              <a:avLst/>
            </a:prstGeom>
            <a:noFill/>
            <a:ln w="635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2B33C77-69E2-08C2-AB2B-662AAC3ACF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3006" y="935485"/>
              <a:ext cx="0" cy="160092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sys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2DD600D6-7CE4-B4C6-96DD-F9216B7823CF}"/>
                </a:ext>
              </a:extLst>
            </p:cNvPr>
            <p:cNvGrpSpPr/>
            <p:nvPr/>
          </p:nvGrpSpPr>
          <p:grpSpPr>
            <a:xfrm>
              <a:off x="2485842" y="2320963"/>
              <a:ext cx="507425" cy="430887"/>
              <a:chOff x="555670" y="846823"/>
              <a:chExt cx="507425" cy="430887"/>
            </a:xfrm>
          </p:grpSpPr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B26A0A4E-C70A-907D-C11E-58DEB83576CA}"/>
                  </a:ext>
                </a:extLst>
              </p:cNvPr>
              <p:cNvSpPr txBox="1"/>
              <p:nvPr/>
            </p:nvSpPr>
            <p:spPr>
              <a:xfrm>
                <a:off x="555670" y="846823"/>
                <a:ext cx="507425" cy="43088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1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ρ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2</a:t>
                </a:r>
              </a:p>
              <a:p>
                <a:pPr algn="ctr"/>
                <a:r>
                  <a:rPr lang="de-DE" sz="11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ρ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1</a:t>
                </a:r>
              </a:p>
            </p:txBody>
          </p: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B3635BFE-6922-0BE3-6000-6FBDB38776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6514" y="1052741"/>
                <a:ext cx="159311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2CFC0B4F-5839-5A0B-96DC-569005CB23B8}"/>
                </a:ext>
              </a:extLst>
            </p:cNvPr>
            <p:cNvSpPr txBox="1"/>
            <p:nvPr/>
          </p:nvSpPr>
          <p:spPr>
            <a:xfrm>
              <a:off x="1175190" y="983811"/>
              <a:ext cx="187471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Rankine-</a:t>
              </a:r>
              <a:r>
                <a:rPr lang="de-DE" sz="1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Hugoniot</a:t>
              </a:r>
              <a:r>
                <a:rPr lang="de-DE" sz="1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-Kurve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CD924D3F-B605-3067-A0B9-4B539D65670F}"/>
                </a:ext>
              </a:extLst>
            </p:cNvPr>
            <p:cNvSpPr txBox="1"/>
            <p:nvPr/>
          </p:nvSpPr>
          <p:spPr>
            <a:xfrm>
              <a:off x="1329891" y="1218452"/>
              <a:ext cx="379360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(2)</a:t>
              </a:r>
              <a:endParaRPr lang="de-DE" sz="10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82FABDD5-E0DA-EBBB-9DA1-9209B9A9E392}"/>
                </a:ext>
              </a:extLst>
            </p:cNvPr>
            <p:cNvSpPr txBox="1"/>
            <p:nvPr/>
          </p:nvSpPr>
          <p:spPr>
            <a:xfrm>
              <a:off x="2328541" y="2026573"/>
              <a:ext cx="379360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(1)</a:t>
              </a:r>
              <a:endParaRPr lang="de-DE" sz="10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DF73C847-88BD-E249-D958-BA95B73E02BF}"/>
                </a:ext>
              </a:extLst>
            </p:cNvPr>
            <p:cNvSpPr txBox="1"/>
            <p:nvPr/>
          </p:nvSpPr>
          <p:spPr>
            <a:xfrm>
              <a:off x="1049742" y="2030205"/>
              <a:ext cx="881133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Isentrope</a:t>
              </a:r>
              <a:endParaRPr lang="de-DE" sz="9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58FAB947-2BC6-F1B6-3353-06E1A367A223}"/>
                </a:ext>
              </a:extLst>
            </p:cNvPr>
            <p:cNvSpPr txBox="1"/>
            <p:nvPr/>
          </p:nvSpPr>
          <p:spPr>
            <a:xfrm rot="2376176">
              <a:off x="1451368" y="1607582"/>
              <a:ext cx="1122045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Rayleigh-Gerade</a:t>
              </a:r>
              <a:endParaRPr lang="de-DE" sz="9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83915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A5652-B6F8-67DA-700C-9E817180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253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208</Words>
  <Application>Microsoft Office PowerPoint</Application>
  <PresentationFormat>Benutzerdefiniert</PresentationFormat>
  <Paragraphs>123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36</cp:revision>
  <dcterms:created xsi:type="dcterms:W3CDTF">2025-08-17T20:55:38Z</dcterms:created>
  <dcterms:modified xsi:type="dcterms:W3CDTF">2026-01-16T19:46:14Z</dcterms:modified>
</cp:coreProperties>
</file>