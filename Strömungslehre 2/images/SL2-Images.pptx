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360045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D51C20-2226-44B0-A39D-D1F703CDD58A}" v="84" dt="2025-08-20T20:07:07.3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92" autoAdjust="0"/>
    <p:restoredTop sz="94660"/>
  </p:normalViewPr>
  <p:slideViewPr>
    <p:cSldViewPr snapToGrid="0">
      <p:cViewPr varScale="1">
        <p:scale>
          <a:sx n="244" d="100"/>
          <a:sy n="244" d="100"/>
        </p:scale>
        <p:origin x="4930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lip Wolff" userId="c2521818cea951fe" providerId="LiveId" clId="{C5D51C20-2226-44B0-A39D-D1F703CDD58A}"/>
    <pc:docChg chg="undo custSel addSld modSld">
      <pc:chgData name="Phillip Wolff" userId="c2521818cea951fe" providerId="LiveId" clId="{C5D51C20-2226-44B0-A39D-D1F703CDD58A}" dt="2025-08-20T20:13:30.311" v="1054" actId="114"/>
      <pc:docMkLst>
        <pc:docMk/>
      </pc:docMkLst>
      <pc:sldChg chg="addSp delSp modSp mod">
        <pc:chgData name="Phillip Wolff" userId="c2521818cea951fe" providerId="LiveId" clId="{C5D51C20-2226-44B0-A39D-D1F703CDD58A}" dt="2025-08-18T12:26:05.484" v="268" actId="1076"/>
        <pc:sldMkLst>
          <pc:docMk/>
          <pc:sldMk cId="2559367353" sldId="256"/>
        </pc:sldMkLst>
        <pc:spChg chg="add mod">
          <ac:chgData name="Phillip Wolff" userId="c2521818cea951fe" providerId="LiveId" clId="{C5D51C20-2226-44B0-A39D-D1F703CDD58A}" dt="2025-08-17T22:40:29.002" v="50" actId="164"/>
          <ac:spMkLst>
            <pc:docMk/>
            <pc:sldMk cId="2559367353" sldId="256"/>
            <ac:spMk id="9" creationId="{F1E56C6B-EB56-9C42-B3A0-905341591FAE}"/>
          </ac:spMkLst>
        </pc:spChg>
        <pc:spChg chg="add mod">
          <ac:chgData name="Phillip Wolff" userId="c2521818cea951fe" providerId="LiveId" clId="{C5D51C20-2226-44B0-A39D-D1F703CDD58A}" dt="2025-08-17T22:40:29.002" v="50" actId="164"/>
          <ac:spMkLst>
            <pc:docMk/>
            <pc:sldMk cId="2559367353" sldId="256"/>
            <ac:spMk id="10" creationId="{87B7AAAA-917B-5323-EE7E-6348AA4E3D2A}"/>
          </ac:spMkLst>
        </pc:spChg>
        <pc:spChg chg="add mod">
          <ac:chgData name="Phillip Wolff" userId="c2521818cea951fe" providerId="LiveId" clId="{C5D51C20-2226-44B0-A39D-D1F703CDD58A}" dt="2025-08-17T22:40:29.002" v="50" actId="164"/>
          <ac:spMkLst>
            <pc:docMk/>
            <pc:sldMk cId="2559367353" sldId="256"/>
            <ac:spMk id="11" creationId="{D0062190-E849-4AA9-6BF2-2A86A7E7C07C}"/>
          </ac:spMkLst>
        </pc:spChg>
        <pc:spChg chg="add mod">
          <ac:chgData name="Phillip Wolff" userId="c2521818cea951fe" providerId="LiveId" clId="{C5D51C20-2226-44B0-A39D-D1F703CDD58A}" dt="2025-08-18T12:26:05.484" v="268" actId="1076"/>
          <ac:spMkLst>
            <pc:docMk/>
            <pc:sldMk cId="2559367353" sldId="256"/>
            <ac:spMk id="12" creationId="{2F780F3F-511F-6074-4EFE-7B5CD92D4D2E}"/>
          </ac:spMkLst>
        </pc:spChg>
        <pc:spChg chg="add mod">
          <ac:chgData name="Phillip Wolff" userId="c2521818cea951fe" providerId="LiveId" clId="{C5D51C20-2226-44B0-A39D-D1F703CDD58A}" dt="2025-08-17T22:40:29.002" v="50" actId="164"/>
          <ac:spMkLst>
            <pc:docMk/>
            <pc:sldMk cId="2559367353" sldId="256"/>
            <ac:spMk id="15" creationId="{E84EF922-83BD-FBCC-1E01-7BC1C1CECDBF}"/>
          </ac:spMkLst>
        </pc:spChg>
        <pc:spChg chg="add mod">
          <ac:chgData name="Phillip Wolff" userId="c2521818cea951fe" providerId="LiveId" clId="{C5D51C20-2226-44B0-A39D-D1F703CDD58A}" dt="2025-08-17T22:40:29.002" v="50" actId="164"/>
          <ac:spMkLst>
            <pc:docMk/>
            <pc:sldMk cId="2559367353" sldId="256"/>
            <ac:spMk id="17" creationId="{9666C1D5-7CFD-0F7E-3889-9C7B36BAC9DB}"/>
          </ac:spMkLst>
        </pc:spChg>
        <pc:spChg chg="add mod">
          <ac:chgData name="Phillip Wolff" userId="c2521818cea951fe" providerId="LiveId" clId="{C5D51C20-2226-44B0-A39D-D1F703CDD58A}" dt="2025-08-17T22:40:29.002" v="50" actId="164"/>
          <ac:spMkLst>
            <pc:docMk/>
            <pc:sldMk cId="2559367353" sldId="256"/>
            <ac:spMk id="19" creationId="{B969E1E0-4BFF-9419-7511-CF8F63D64563}"/>
          </ac:spMkLst>
        </pc:spChg>
        <pc:spChg chg="add mod">
          <ac:chgData name="Phillip Wolff" userId="c2521818cea951fe" providerId="LiveId" clId="{C5D51C20-2226-44B0-A39D-D1F703CDD58A}" dt="2025-08-17T22:40:29.002" v="50" actId="164"/>
          <ac:spMkLst>
            <pc:docMk/>
            <pc:sldMk cId="2559367353" sldId="256"/>
            <ac:spMk id="21" creationId="{3576C0FD-69D6-B856-057A-A2C1C4A91C68}"/>
          </ac:spMkLst>
        </pc:spChg>
        <pc:grpChg chg="add mod">
          <ac:chgData name="Phillip Wolff" userId="c2521818cea951fe" providerId="LiveId" clId="{C5D51C20-2226-44B0-A39D-D1F703CDD58A}" dt="2025-08-17T22:40:29.002" v="50" actId="164"/>
          <ac:grpSpMkLst>
            <pc:docMk/>
            <pc:sldMk cId="2559367353" sldId="256"/>
            <ac:grpSpMk id="24" creationId="{B6B33397-A4A9-28ED-2605-F60E723089FA}"/>
          </ac:grpSpMkLst>
        </pc:grpChg>
        <pc:cxnChg chg="add mod">
          <ac:chgData name="Phillip Wolff" userId="c2521818cea951fe" providerId="LiveId" clId="{C5D51C20-2226-44B0-A39D-D1F703CDD58A}" dt="2025-08-18T12:26:05.484" v="268" actId="1076"/>
          <ac:cxnSpMkLst>
            <pc:docMk/>
            <pc:sldMk cId="2559367353" sldId="256"/>
            <ac:cxnSpMk id="14" creationId="{1BC1B476-5969-2EDD-A2FC-5AA700410595}"/>
          </ac:cxnSpMkLst>
        </pc:cxnChg>
        <pc:cxnChg chg="add mod">
          <ac:chgData name="Phillip Wolff" userId="c2521818cea951fe" providerId="LiveId" clId="{C5D51C20-2226-44B0-A39D-D1F703CDD58A}" dt="2025-08-17T21:01:02.957" v="40" actId="1076"/>
          <ac:cxnSpMkLst>
            <pc:docMk/>
            <pc:sldMk cId="2559367353" sldId="256"/>
            <ac:cxnSpMk id="16" creationId="{7BD21F4B-19A5-8898-A99A-F2DF1FA8042E}"/>
          </ac:cxnSpMkLst>
        </pc:cxnChg>
        <pc:cxnChg chg="add mod">
          <ac:chgData name="Phillip Wolff" userId="c2521818cea951fe" providerId="LiveId" clId="{C5D51C20-2226-44B0-A39D-D1F703CDD58A}" dt="2025-08-17T21:01:08.228" v="42" actId="1076"/>
          <ac:cxnSpMkLst>
            <pc:docMk/>
            <pc:sldMk cId="2559367353" sldId="256"/>
            <ac:cxnSpMk id="18" creationId="{CB22BB57-6036-6AD7-8CD8-E758313D7AD6}"/>
          </ac:cxnSpMkLst>
        </pc:cxnChg>
        <pc:cxnChg chg="add mod">
          <ac:chgData name="Phillip Wolff" userId="c2521818cea951fe" providerId="LiveId" clId="{C5D51C20-2226-44B0-A39D-D1F703CDD58A}" dt="2025-08-17T21:01:13.231" v="44" actId="1076"/>
          <ac:cxnSpMkLst>
            <pc:docMk/>
            <pc:sldMk cId="2559367353" sldId="256"/>
            <ac:cxnSpMk id="20" creationId="{5AF7DEEF-73BE-786B-26E0-E65E5AEA3A29}"/>
          </ac:cxnSpMkLst>
        </pc:cxnChg>
        <pc:cxnChg chg="add mod">
          <ac:chgData name="Phillip Wolff" userId="c2521818cea951fe" providerId="LiveId" clId="{C5D51C20-2226-44B0-A39D-D1F703CDD58A}" dt="2025-08-17T21:01:25.781" v="47" actId="14100"/>
          <ac:cxnSpMkLst>
            <pc:docMk/>
            <pc:sldMk cId="2559367353" sldId="256"/>
            <ac:cxnSpMk id="22" creationId="{B7DD0D7A-169F-BBDF-81A6-4561C03047EB}"/>
          </ac:cxnSpMkLst>
        </pc:cxnChg>
      </pc:sldChg>
      <pc:sldChg chg="addSp delSp modSp add mod">
        <pc:chgData name="Phillip Wolff" userId="c2521818cea951fe" providerId="LiveId" clId="{C5D51C20-2226-44B0-A39D-D1F703CDD58A}" dt="2025-08-19T13:30:37.396" v="380" actId="14100"/>
        <pc:sldMkLst>
          <pc:docMk/>
          <pc:sldMk cId="1347973419" sldId="257"/>
        </pc:sldMkLst>
        <pc:spChg chg="add mod ord">
          <ac:chgData name="Phillip Wolff" userId="c2521818cea951fe" providerId="LiveId" clId="{C5D51C20-2226-44B0-A39D-D1F703CDD58A}" dt="2025-08-19T13:30:37.396" v="380" actId="14100"/>
          <ac:spMkLst>
            <pc:docMk/>
            <pc:sldMk cId="1347973419" sldId="257"/>
            <ac:spMk id="2" creationId="{E0725325-6020-0D43-B1D5-F55243786145}"/>
          </ac:spMkLst>
        </pc:spChg>
        <pc:spChg chg="add mod">
          <ac:chgData name="Phillip Wolff" userId="c2521818cea951fe" providerId="LiveId" clId="{C5D51C20-2226-44B0-A39D-D1F703CDD58A}" dt="2025-08-18T12:30:09.859" v="361" actId="164"/>
          <ac:spMkLst>
            <pc:docMk/>
            <pc:sldMk cId="1347973419" sldId="257"/>
            <ac:spMk id="284" creationId="{575C544E-D61A-12F8-4215-79BD84FA3E44}"/>
          </ac:spMkLst>
        </pc:spChg>
        <pc:spChg chg="add mod">
          <ac:chgData name="Phillip Wolff" userId="c2521818cea951fe" providerId="LiveId" clId="{C5D51C20-2226-44B0-A39D-D1F703CDD58A}" dt="2025-08-18T12:30:09.859" v="361" actId="164"/>
          <ac:spMkLst>
            <pc:docMk/>
            <pc:sldMk cId="1347973419" sldId="257"/>
            <ac:spMk id="285" creationId="{B9B47148-D90A-4306-6462-03822AABCB8F}"/>
          </ac:spMkLst>
        </pc:spChg>
        <pc:spChg chg="add mod">
          <ac:chgData name="Phillip Wolff" userId="c2521818cea951fe" providerId="LiveId" clId="{C5D51C20-2226-44B0-A39D-D1F703CDD58A}" dt="2025-08-19T13:29:42.460" v="370" actId="1076"/>
          <ac:spMkLst>
            <pc:docMk/>
            <pc:sldMk cId="1347973419" sldId="257"/>
            <ac:spMk id="286" creationId="{7361B08C-7FAD-2E6F-E8DF-372D29D84B00}"/>
          </ac:spMkLst>
        </pc:spChg>
        <pc:spChg chg="add mod">
          <ac:chgData name="Phillip Wolff" userId="c2521818cea951fe" providerId="LiveId" clId="{C5D51C20-2226-44B0-A39D-D1F703CDD58A}" dt="2025-08-18T12:30:09.859" v="361" actId="164"/>
          <ac:spMkLst>
            <pc:docMk/>
            <pc:sldMk cId="1347973419" sldId="257"/>
            <ac:spMk id="287" creationId="{1408334E-18B3-B709-05F8-5F27DAB0EB07}"/>
          </ac:spMkLst>
        </pc:spChg>
        <pc:spChg chg="add mod">
          <ac:chgData name="Phillip Wolff" userId="c2521818cea951fe" providerId="LiveId" clId="{C5D51C20-2226-44B0-A39D-D1F703CDD58A}" dt="2025-08-19T13:29:32.945" v="368" actId="1036"/>
          <ac:spMkLst>
            <pc:docMk/>
            <pc:sldMk cId="1347973419" sldId="257"/>
            <ac:spMk id="296" creationId="{6A0103CB-69AA-4E78-38ED-BDA2A8499BA4}"/>
          </ac:spMkLst>
        </pc:spChg>
        <pc:spChg chg="add mod">
          <ac:chgData name="Phillip Wolff" userId="c2521818cea951fe" providerId="LiveId" clId="{C5D51C20-2226-44B0-A39D-D1F703CDD58A}" dt="2025-08-18T12:30:09.859" v="361" actId="164"/>
          <ac:spMkLst>
            <pc:docMk/>
            <pc:sldMk cId="1347973419" sldId="257"/>
            <ac:spMk id="298" creationId="{075504ED-55D1-A492-FB42-AA983B4FA339}"/>
          </ac:spMkLst>
        </pc:spChg>
        <pc:spChg chg="add mod">
          <ac:chgData name="Phillip Wolff" userId="c2521818cea951fe" providerId="LiveId" clId="{C5D51C20-2226-44B0-A39D-D1F703CDD58A}" dt="2025-08-18T12:30:09.859" v="361" actId="164"/>
          <ac:spMkLst>
            <pc:docMk/>
            <pc:sldMk cId="1347973419" sldId="257"/>
            <ac:spMk id="301" creationId="{3C62A445-B2A2-E6AB-2D07-36620899B2BF}"/>
          </ac:spMkLst>
        </pc:spChg>
        <pc:spChg chg="add mod">
          <ac:chgData name="Phillip Wolff" userId="c2521818cea951fe" providerId="LiveId" clId="{C5D51C20-2226-44B0-A39D-D1F703CDD58A}" dt="2025-08-18T12:30:09.859" v="361" actId="164"/>
          <ac:spMkLst>
            <pc:docMk/>
            <pc:sldMk cId="1347973419" sldId="257"/>
            <ac:spMk id="309" creationId="{7AE8F2E2-482D-3472-F6B9-E4E40A653AEE}"/>
          </ac:spMkLst>
        </pc:spChg>
        <pc:spChg chg="add mod">
          <ac:chgData name="Phillip Wolff" userId="c2521818cea951fe" providerId="LiveId" clId="{C5D51C20-2226-44B0-A39D-D1F703CDD58A}" dt="2025-08-18T12:30:09.859" v="361" actId="164"/>
          <ac:spMkLst>
            <pc:docMk/>
            <pc:sldMk cId="1347973419" sldId="257"/>
            <ac:spMk id="328" creationId="{05BF9F5C-AE94-6AE3-D82D-F1CD106383E8}"/>
          </ac:spMkLst>
        </pc:spChg>
        <pc:grpChg chg="add mod">
          <ac:chgData name="Phillip Wolff" userId="c2521818cea951fe" providerId="LiveId" clId="{C5D51C20-2226-44B0-A39D-D1F703CDD58A}" dt="2025-08-18T12:22:41.012" v="207" actId="164"/>
          <ac:grpSpMkLst>
            <pc:docMk/>
            <pc:sldMk cId="1347973419" sldId="257"/>
            <ac:grpSpMk id="184" creationId="{532C45BC-B07D-4F43-173C-170047B50C71}"/>
          </ac:grpSpMkLst>
        </pc:grpChg>
        <pc:grpChg chg="add mod">
          <ac:chgData name="Phillip Wolff" userId="c2521818cea951fe" providerId="LiveId" clId="{C5D51C20-2226-44B0-A39D-D1F703CDD58A}" dt="2025-08-18T12:22:41.012" v="207" actId="164"/>
          <ac:grpSpMkLst>
            <pc:docMk/>
            <pc:sldMk cId="1347973419" sldId="257"/>
            <ac:grpSpMk id="185" creationId="{4E8A2A66-5695-FB66-2EFB-45F65DCD1A57}"/>
          </ac:grpSpMkLst>
        </pc:grpChg>
        <pc:grpChg chg="add mod">
          <ac:chgData name="Phillip Wolff" userId="c2521818cea951fe" providerId="LiveId" clId="{C5D51C20-2226-44B0-A39D-D1F703CDD58A}" dt="2025-08-18T12:22:41.012" v="207" actId="164"/>
          <ac:grpSpMkLst>
            <pc:docMk/>
            <pc:sldMk cId="1347973419" sldId="257"/>
            <ac:grpSpMk id="260" creationId="{5B3A41E3-83CD-521F-448D-8A779B723F43}"/>
          </ac:grpSpMkLst>
        </pc:grpChg>
        <pc:grpChg chg="add mod">
          <ac:chgData name="Phillip Wolff" userId="c2521818cea951fe" providerId="LiveId" clId="{C5D51C20-2226-44B0-A39D-D1F703CDD58A}" dt="2025-08-18T12:22:41.012" v="207" actId="164"/>
          <ac:grpSpMkLst>
            <pc:docMk/>
            <pc:sldMk cId="1347973419" sldId="257"/>
            <ac:grpSpMk id="261" creationId="{8F055702-98DC-B504-5F40-2B1CA4283B3F}"/>
          </ac:grpSpMkLst>
        </pc:grpChg>
        <pc:grpChg chg="add mod">
          <ac:chgData name="Phillip Wolff" userId="c2521818cea951fe" providerId="LiveId" clId="{C5D51C20-2226-44B0-A39D-D1F703CDD58A}" dt="2025-08-18T12:30:09.859" v="361" actId="164"/>
          <ac:grpSpMkLst>
            <pc:docMk/>
            <pc:sldMk cId="1347973419" sldId="257"/>
            <ac:grpSpMk id="283" creationId="{FC0712A2-2095-E497-0D57-64F34078B705}"/>
          </ac:grpSpMkLst>
        </pc:grpChg>
        <pc:grpChg chg="mod">
          <ac:chgData name="Phillip Wolff" userId="c2521818cea951fe" providerId="LiveId" clId="{C5D51C20-2226-44B0-A39D-D1F703CDD58A}" dt="2025-08-19T13:30:30.178" v="379" actId="14100"/>
          <ac:grpSpMkLst>
            <pc:docMk/>
            <pc:sldMk cId="1347973419" sldId="257"/>
            <ac:grpSpMk id="336" creationId="{A941BFB3-C0C0-FAE2-66D7-347FCB192681}"/>
          </ac:grpSpMkLst>
        </pc:grp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11" creationId="{C9530987-F09C-D5B6-6979-AF9EE50DA26C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12" creationId="{92767D36-9850-465E-1D7B-C60878A41261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13" creationId="{256039E7-2D9F-3D53-1A9E-B0CF34A19D7B}"/>
          </ac:cxnSpMkLst>
        </pc:cxnChg>
        <pc:cxnChg chg="add mod">
          <ac:chgData name="Phillip Wolff" userId="c2521818cea951fe" providerId="LiveId" clId="{C5D51C20-2226-44B0-A39D-D1F703CDD58A}" dt="2025-08-18T12:13:20.946" v="82" actId="14100"/>
          <ac:cxnSpMkLst>
            <pc:docMk/>
            <pc:sldMk cId="1347973419" sldId="257"/>
            <ac:cxnSpMk id="14" creationId="{A83732C2-C878-76EE-FE8B-250CFBB4FC5E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19" creationId="{3664D3E0-6C20-8ED7-F55A-ABADFC6C413B}"/>
          </ac:cxnSpMkLst>
        </pc:cxnChg>
        <pc:cxnChg chg="add mod">
          <ac:chgData name="Phillip Wolff" userId="c2521818cea951fe" providerId="LiveId" clId="{C5D51C20-2226-44B0-A39D-D1F703CDD58A}" dt="2025-08-18T12:13:55.946" v="103" actId="14100"/>
          <ac:cxnSpMkLst>
            <pc:docMk/>
            <pc:sldMk cId="1347973419" sldId="257"/>
            <ac:cxnSpMk id="20" creationId="{17D31BCF-FBB5-E78F-EA01-75ACB0D6379D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21" creationId="{6641B78F-F2D1-13EE-6102-7D99CE01D648}"/>
          </ac:cxnSpMkLst>
        </pc:cxnChg>
        <pc:cxnChg chg="add mod">
          <ac:chgData name="Phillip Wolff" userId="c2521818cea951fe" providerId="LiveId" clId="{C5D51C20-2226-44B0-A39D-D1F703CDD58A}" dt="2025-08-18T12:14:06.970" v="108" actId="14100"/>
          <ac:cxnSpMkLst>
            <pc:docMk/>
            <pc:sldMk cId="1347973419" sldId="257"/>
            <ac:cxnSpMk id="22" creationId="{F915BF6C-E17C-1D7E-E5AA-A0CD4E3A7A89}"/>
          </ac:cxnSpMkLst>
        </pc:cxnChg>
        <pc:cxnChg chg="add mod">
          <ac:chgData name="Phillip Wolff" userId="c2521818cea951fe" providerId="LiveId" clId="{C5D51C20-2226-44B0-A39D-D1F703CDD58A}" dt="2025-08-18T12:15:02.581" v="128" actId="14100"/>
          <ac:cxnSpMkLst>
            <pc:docMk/>
            <pc:sldMk cId="1347973419" sldId="257"/>
            <ac:cxnSpMk id="32" creationId="{B8599229-5C5F-008A-69AB-8C83F99CEFE1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33" creationId="{00BAC7FB-9B15-4176-E2B7-8C055C112540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34" creationId="{37E3A05B-BC1D-2D67-567C-E53CDC460ED2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35" creationId="{4A91B312-3433-7C16-4954-E3853019DDA2}"/>
          </ac:cxnSpMkLst>
        </pc:cxnChg>
        <pc:cxnChg chg="add mod">
          <ac:chgData name="Phillip Wolff" userId="c2521818cea951fe" providerId="LiveId" clId="{C5D51C20-2226-44B0-A39D-D1F703CDD58A}" dt="2025-08-18T12:15:02.581" v="128" actId="14100"/>
          <ac:cxnSpMkLst>
            <pc:docMk/>
            <pc:sldMk cId="1347973419" sldId="257"/>
            <ac:cxnSpMk id="36" creationId="{F4CDC36D-95D1-BD4B-33DC-12AE7263DFBE}"/>
          </ac:cxnSpMkLst>
        </pc:cxnChg>
        <pc:cxnChg chg="add mod">
          <ac:chgData name="Phillip Wolff" userId="c2521818cea951fe" providerId="LiveId" clId="{C5D51C20-2226-44B0-A39D-D1F703CDD58A}" dt="2025-08-18T12:15:02.581" v="128" actId="14100"/>
          <ac:cxnSpMkLst>
            <pc:docMk/>
            <pc:sldMk cId="1347973419" sldId="257"/>
            <ac:cxnSpMk id="37" creationId="{3A60E3EE-0F70-B835-140C-D2E2FEC98F9C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38" creationId="{B39A8429-DF79-81AB-C854-69BAC9F30A36}"/>
          </ac:cxnSpMkLst>
        </pc:cxnChg>
        <pc:cxnChg chg="add mod">
          <ac:chgData name="Phillip Wolff" userId="c2521818cea951fe" providerId="LiveId" clId="{C5D51C20-2226-44B0-A39D-D1F703CDD58A}" dt="2025-08-18T12:15:35.205" v="136" actId="1038"/>
          <ac:cxnSpMkLst>
            <pc:docMk/>
            <pc:sldMk cId="1347973419" sldId="257"/>
            <ac:cxnSpMk id="39" creationId="{4036F945-EDDF-F481-27AD-D726ADF351DC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87" creationId="{0B7F929C-D6A6-144B-3E55-36F6BF39E0B9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89" creationId="{F0420FB3-974B-FE11-D4F3-56DC6248751B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90" creationId="{895078A9-D395-20AF-51A9-9D0CD28CC724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92" creationId="{9FCBB24E-7C25-B3F3-1A2B-72FE055655E9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94" creationId="{F57CB25E-EB88-14DD-7E9F-AC891532F848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95" creationId="{88EC563C-7F6A-D70C-A9FE-B090B64AD53E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96" creationId="{0FC32DCC-7F56-840F-D66C-027564E0F968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97" creationId="{C99EDFF4-063C-C3F0-252C-49688B12285E}"/>
          </ac:cxnSpMkLst>
        </pc:cxnChg>
        <pc:cxnChg chg="mod">
          <ac:chgData name="Phillip Wolff" userId="c2521818cea951fe" providerId="LiveId" clId="{C5D51C20-2226-44B0-A39D-D1F703CDD58A}" dt="2025-08-18T12:15:29.976" v="135" actId="1037"/>
          <ac:cxnSpMkLst>
            <pc:docMk/>
            <pc:sldMk cId="1347973419" sldId="257"/>
            <ac:cxnSpMk id="201" creationId="{CAD7B2B6-DEA5-56AB-33D9-41ECB29E9681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02" creationId="{45CC7140-75FE-AF67-C2E6-A3C0C5B58C9B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03" creationId="{C2734627-7878-CE49-6A5D-054E6DD34644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04" creationId="{5DFFA6DB-40F2-94B9-3A67-656FEE4085C7}"/>
          </ac:cxnSpMkLst>
        </pc:cxnChg>
        <pc:cxnChg chg="mod">
          <ac:chgData name="Phillip Wolff" userId="c2521818cea951fe" providerId="LiveId" clId="{C5D51C20-2226-44B0-A39D-D1F703CDD58A}" dt="2025-08-18T12:17:48.183" v="161" actId="14100"/>
          <ac:cxnSpMkLst>
            <pc:docMk/>
            <pc:sldMk cId="1347973419" sldId="257"/>
            <ac:cxnSpMk id="205" creationId="{BFDF412C-3605-5FE3-9F6A-92489379B0CA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06" creationId="{88A1C986-761C-1FD8-3115-73F419475870}"/>
          </ac:cxnSpMkLst>
        </pc:cxnChg>
        <pc:cxnChg chg="mod">
          <ac:chgData name="Phillip Wolff" userId="c2521818cea951fe" providerId="LiveId" clId="{C5D51C20-2226-44B0-A39D-D1F703CDD58A}" dt="2025-08-18T12:17:53.203" v="163" actId="14100"/>
          <ac:cxnSpMkLst>
            <pc:docMk/>
            <pc:sldMk cId="1347973419" sldId="257"/>
            <ac:cxnSpMk id="207" creationId="{44E175B7-1543-E41C-2AC0-5D9206C05E9B}"/>
          </ac:cxnSpMkLst>
        </pc:cxnChg>
        <pc:cxnChg chg="mod">
          <ac:chgData name="Phillip Wolff" userId="c2521818cea951fe" providerId="LiveId" clId="{C5D51C20-2226-44B0-A39D-D1F703CDD58A}" dt="2025-08-18T12:20:21.424" v="164" actId="14100"/>
          <ac:cxnSpMkLst>
            <pc:docMk/>
            <pc:sldMk cId="1347973419" sldId="257"/>
            <ac:cxnSpMk id="208" creationId="{777116AB-BF4A-1207-DFD0-B0CA02E9B1D1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09" creationId="{472ABDA5-2B5C-AE7B-1B59-E2E4C80B2E4F}"/>
          </ac:cxnSpMkLst>
        </pc:cxnChg>
        <pc:cxnChg chg="mod">
          <ac:chgData name="Phillip Wolff" userId="c2521818cea951fe" providerId="LiveId" clId="{C5D51C20-2226-44B0-A39D-D1F703CDD58A}" dt="2025-08-18T12:20:27.683" v="166" actId="14100"/>
          <ac:cxnSpMkLst>
            <pc:docMk/>
            <pc:sldMk cId="1347973419" sldId="257"/>
            <ac:cxnSpMk id="210" creationId="{EB097527-58FC-6FD4-2154-CF5739F99534}"/>
          </ac:cxnSpMkLst>
        </pc:cxnChg>
        <pc:cxnChg chg="add mod">
          <ac:chgData name="Phillip Wolff" userId="c2521818cea951fe" providerId="LiveId" clId="{C5D51C20-2226-44B0-A39D-D1F703CDD58A}" dt="2025-08-18T12:21:37.091" v="185" actId="1076"/>
          <ac:cxnSpMkLst>
            <pc:docMk/>
            <pc:sldMk cId="1347973419" sldId="257"/>
            <ac:cxnSpMk id="211" creationId="{19C0DA2D-C736-D9EC-1F1C-2C8AADA21BD3}"/>
          </ac:cxnSpMkLst>
        </pc:cxnChg>
        <pc:cxnChg chg="mod">
          <ac:chgData name="Phillip Wolff" userId="c2521818cea951fe" providerId="LiveId" clId="{C5D51C20-2226-44B0-A39D-D1F703CDD58A}" dt="2025-08-18T12:20:33.619" v="168" actId="14100"/>
          <ac:cxnSpMkLst>
            <pc:docMk/>
            <pc:sldMk cId="1347973419" sldId="257"/>
            <ac:cxnSpMk id="212" creationId="{F88447E7-CC06-65A2-365C-735D63B3F586}"/>
          </ac:cxnSpMkLst>
        </pc:cxnChg>
        <pc:cxnChg chg="add mod">
          <ac:chgData name="Phillip Wolff" userId="c2521818cea951fe" providerId="LiveId" clId="{C5D51C20-2226-44B0-A39D-D1F703CDD58A}" dt="2025-08-18T12:21:37.091" v="185" actId="1076"/>
          <ac:cxnSpMkLst>
            <pc:docMk/>
            <pc:sldMk cId="1347973419" sldId="257"/>
            <ac:cxnSpMk id="213" creationId="{F838F90A-96AF-15DA-74E8-1133BE7D78F6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14" creationId="{0C58EBAD-545E-7B39-16A4-EB646265CC9F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15" creationId="{D8922382-41D9-5065-2BCF-58D93C9828BC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16" creationId="{E7B21514-840C-2C63-FD64-2F0334868C55}"/>
          </ac:cxnSpMkLst>
        </pc:cxnChg>
        <pc:cxnChg chg="mod">
          <ac:chgData name="Phillip Wolff" userId="c2521818cea951fe" providerId="LiveId" clId="{C5D51C20-2226-44B0-A39D-D1F703CDD58A}" dt="2025-08-18T12:20:44.478" v="173" actId="14100"/>
          <ac:cxnSpMkLst>
            <pc:docMk/>
            <pc:sldMk cId="1347973419" sldId="257"/>
            <ac:cxnSpMk id="217" creationId="{DA285624-722E-00CA-AC65-DE8A7B8CA472}"/>
          </ac:cxnSpMkLst>
        </pc:cxnChg>
        <pc:cxnChg chg="add mod">
          <ac:chgData name="Phillip Wolff" userId="c2521818cea951fe" providerId="LiveId" clId="{C5D51C20-2226-44B0-A39D-D1F703CDD58A}" dt="2025-08-18T12:21:23.028" v="183" actId="14100"/>
          <ac:cxnSpMkLst>
            <pc:docMk/>
            <pc:sldMk cId="1347973419" sldId="257"/>
            <ac:cxnSpMk id="251" creationId="{45F66315-9095-E5BF-74C0-AC47118A60B0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52" creationId="{28638FFD-7BDC-D088-7FDE-8E6E2B0F1FFD}"/>
          </ac:cxnSpMkLst>
        </pc:cxnChg>
        <pc:cxnChg chg="add mod">
          <ac:chgData name="Phillip Wolff" userId="c2521818cea951fe" providerId="LiveId" clId="{C5D51C20-2226-44B0-A39D-D1F703CDD58A}" dt="2025-08-18T12:21:15.124" v="181" actId="1076"/>
          <ac:cxnSpMkLst>
            <pc:docMk/>
            <pc:sldMk cId="1347973419" sldId="257"/>
            <ac:cxnSpMk id="253" creationId="{895D6847-A559-4598-4F88-B82B7A21C07A}"/>
          </ac:cxnSpMkLst>
        </pc:cxnChg>
        <pc:cxnChg chg="add mod">
          <ac:chgData name="Phillip Wolff" userId="c2521818cea951fe" providerId="LiveId" clId="{C5D51C20-2226-44B0-A39D-D1F703CDD58A}" dt="2025-08-18T12:21:10.419" v="178" actId="14100"/>
          <ac:cxnSpMkLst>
            <pc:docMk/>
            <pc:sldMk cId="1347973419" sldId="257"/>
            <ac:cxnSpMk id="254" creationId="{2014ACB7-ECB7-6013-2765-49E366A0700C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66" creationId="{149FC8B8-7EF7-35A4-E7FB-B2A32A68962B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68" creationId="{E7DF51CA-2EB8-FBE0-EC2C-E7250FF348DA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69" creationId="{453C28DB-DF80-965C-F8A5-9BBADBD9652E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70" creationId="{65AAE17C-9032-0549-160D-98A0EF8D3F9C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73" creationId="{B1135A42-11BA-6594-DA54-0178F0196DA6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76" creationId="{EC653359-5BE3-5024-472B-F77AD0229560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78" creationId="{4654AEA8-C6C8-A6EF-166A-89251D3E211B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79" creationId="{26A6C959-E43A-4063-7049-5F36F0CBA39B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81" creationId="{226468AC-91E3-4F6B-0F3B-3AD6386AEE20}"/>
          </ac:cxnSpMkLst>
        </pc:cxnChg>
        <pc:cxnChg chg="add mod">
          <ac:chgData name="Phillip Wolff" userId="c2521818cea951fe" providerId="LiveId" clId="{C5D51C20-2226-44B0-A39D-D1F703CDD58A}" dt="2025-08-18T12:22:41.012" v="207" actId="164"/>
          <ac:cxnSpMkLst>
            <pc:docMk/>
            <pc:sldMk cId="1347973419" sldId="257"/>
            <ac:cxnSpMk id="282" creationId="{5350B7BF-8C97-DA08-D41A-ADEFB1F15608}"/>
          </ac:cxnSpMkLst>
        </pc:cxnChg>
        <pc:cxnChg chg="add mod">
          <ac:chgData name="Phillip Wolff" userId="c2521818cea951fe" providerId="LiveId" clId="{C5D51C20-2226-44B0-A39D-D1F703CDD58A}" dt="2025-08-18T12:25:15.569" v="241" actId="692"/>
          <ac:cxnSpMkLst>
            <pc:docMk/>
            <pc:sldMk cId="1347973419" sldId="257"/>
            <ac:cxnSpMk id="289" creationId="{93F52C75-DC60-EE97-434C-6EDA39B183E1}"/>
          </ac:cxnSpMkLst>
        </pc:cxnChg>
        <pc:cxnChg chg="add mod">
          <ac:chgData name="Phillip Wolff" userId="c2521818cea951fe" providerId="LiveId" clId="{C5D51C20-2226-44B0-A39D-D1F703CDD58A}" dt="2025-08-19T13:29:48.349" v="372" actId="14100"/>
          <ac:cxnSpMkLst>
            <pc:docMk/>
            <pc:sldMk cId="1347973419" sldId="257"/>
            <ac:cxnSpMk id="291" creationId="{F52DE7D0-EC02-6386-F8B4-8E68E50CB0FF}"/>
          </ac:cxnSpMkLst>
        </pc:cxnChg>
        <pc:cxnChg chg="add mod">
          <ac:chgData name="Phillip Wolff" userId="c2521818cea951fe" providerId="LiveId" clId="{C5D51C20-2226-44B0-A39D-D1F703CDD58A}" dt="2025-08-18T12:36:00.601" v="364" actId="1076"/>
          <ac:cxnSpMkLst>
            <pc:docMk/>
            <pc:sldMk cId="1347973419" sldId="257"/>
            <ac:cxnSpMk id="293" creationId="{5A2FB92D-CA59-4A56-ABA6-4188C018D692}"/>
          </ac:cxnSpMkLst>
        </pc:cxnChg>
        <pc:cxnChg chg="add mod">
          <ac:chgData name="Phillip Wolff" userId="c2521818cea951fe" providerId="LiveId" clId="{C5D51C20-2226-44B0-A39D-D1F703CDD58A}" dt="2025-08-19T13:30:20.182" v="377" actId="692"/>
          <ac:cxnSpMkLst>
            <pc:docMk/>
            <pc:sldMk cId="1347973419" sldId="257"/>
            <ac:cxnSpMk id="299" creationId="{19805171-EB84-F693-103D-9D9939AB27E1}"/>
          </ac:cxnSpMkLst>
        </pc:cxnChg>
        <pc:cxnChg chg="add mod">
          <ac:chgData name="Phillip Wolff" userId="c2521818cea951fe" providerId="LiveId" clId="{C5D51C20-2226-44B0-A39D-D1F703CDD58A}" dt="2025-08-19T13:30:20.182" v="377" actId="692"/>
          <ac:cxnSpMkLst>
            <pc:docMk/>
            <pc:sldMk cId="1347973419" sldId="257"/>
            <ac:cxnSpMk id="302" creationId="{8AC8105E-C528-4B0C-647E-0F889A1EE041}"/>
          </ac:cxnSpMkLst>
        </pc:cxnChg>
        <pc:cxnChg chg="add mod">
          <ac:chgData name="Phillip Wolff" userId="c2521818cea951fe" providerId="LiveId" clId="{C5D51C20-2226-44B0-A39D-D1F703CDD58A}" dt="2025-08-19T13:30:20.182" v="377" actId="692"/>
          <ac:cxnSpMkLst>
            <pc:docMk/>
            <pc:sldMk cId="1347973419" sldId="257"/>
            <ac:cxnSpMk id="310" creationId="{DBC16781-C999-5EA3-190C-A7E5D071D581}"/>
          </ac:cxnSpMkLst>
        </pc:cxnChg>
        <pc:cxnChg chg="add mod">
          <ac:chgData name="Phillip Wolff" userId="c2521818cea951fe" providerId="LiveId" clId="{C5D51C20-2226-44B0-A39D-D1F703CDD58A}" dt="2025-08-19T13:30:20.182" v="377" actId="692"/>
          <ac:cxnSpMkLst>
            <pc:docMk/>
            <pc:sldMk cId="1347973419" sldId="257"/>
            <ac:cxnSpMk id="329" creationId="{FE914271-66AE-4AA9-DD85-F24251633D02}"/>
          </ac:cxnSpMkLst>
        </pc:cxnChg>
      </pc:sldChg>
      <pc:sldChg chg="addSp delSp modSp new mod">
        <pc:chgData name="Phillip Wolff" userId="c2521818cea951fe" providerId="LiveId" clId="{C5D51C20-2226-44B0-A39D-D1F703CDD58A}" dt="2025-08-20T20:07:24.621" v="1025" actId="1076"/>
        <pc:sldMkLst>
          <pc:docMk/>
          <pc:sldMk cId="1132396430" sldId="258"/>
        </pc:sldMkLst>
        <pc:spChg chg="add mod or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2" creationId="{E8E18FD6-BA51-0A0D-A3C1-F9B9C839639C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3" creationId="{070AA3D1-94F8-D800-96C6-B8D768F1EE57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4" creationId="{75F92ED8-617A-4B3B-041B-170BAC094EA6}"/>
          </ac:spMkLst>
        </pc:spChg>
        <pc:spChg chg="add mod">
          <ac:chgData name="Phillip Wolff" userId="c2521818cea951fe" providerId="LiveId" clId="{C5D51C20-2226-44B0-A39D-D1F703CDD58A}" dt="2025-08-19T13:49:08.275" v="571" actId="164"/>
          <ac:spMkLst>
            <pc:docMk/>
            <pc:sldMk cId="1132396430" sldId="258"/>
            <ac:spMk id="9" creationId="{7302AE30-E9C1-AAE3-5E93-00AF6ED5BAB7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10" creationId="{1D0C1F62-BCC0-F963-2548-005587520CA5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16" creationId="{96055D17-9CF9-DD8F-36C7-05127A89F6B6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17" creationId="{ED68F813-4C67-69A3-F0F3-F532E58F8FC1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18" creationId="{65DDAC83-5E00-5DAD-FC93-3740821C6A9C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19" creationId="{8F3E0520-9ECB-D0DB-0335-852D02831D76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20" creationId="{E870EC11-EEDD-71D2-7886-33AEA86FA174}"/>
          </ac:spMkLst>
        </pc:spChg>
        <pc:spChg chg="add del mod">
          <ac:chgData name="Phillip Wolff" userId="c2521818cea951fe" providerId="LiveId" clId="{C5D51C20-2226-44B0-A39D-D1F703CDD58A}" dt="2025-08-20T20:07:24.621" v="1025" actId="1076"/>
          <ac:spMkLst>
            <pc:docMk/>
            <pc:sldMk cId="1132396430" sldId="258"/>
            <ac:spMk id="22" creationId="{50692128-0D9E-F8ED-3A30-66D7A877ED44}"/>
          </ac:spMkLst>
        </pc:spChg>
        <pc:grpChg chg="mod">
          <ac:chgData name="Phillip Wolff" userId="c2521818cea951fe" providerId="LiveId" clId="{C5D51C20-2226-44B0-A39D-D1F703CDD58A}" dt="2025-08-19T13:49:11.419" v="572" actId="1076"/>
          <ac:grpSpMkLst>
            <pc:docMk/>
            <pc:sldMk cId="1132396430" sldId="258"/>
            <ac:grpSpMk id="23" creationId="{DC75CBC1-F5D0-A3D0-624E-1FADDA5104AB}"/>
          </ac:grpSpMkLst>
        </pc:grpChg>
        <pc:cxnChg chg="add mod ord">
          <ac:chgData name="Phillip Wolff" userId="c2521818cea951fe" providerId="LiveId" clId="{C5D51C20-2226-44B0-A39D-D1F703CDD58A}" dt="2025-08-19T13:45:32.487" v="523" actId="14100"/>
          <ac:cxnSpMkLst>
            <pc:docMk/>
            <pc:sldMk cId="1132396430" sldId="258"/>
            <ac:cxnSpMk id="6" creationId="{C3928491-EBD8-1315-BF1E-462ABFFA9EC1}"/>
          </ac:cxnSpMkLst>
        </pc:cxnChg>
        <pc:cxnChg chg="add mod">
          <ac:chgData name="Phillip Wolff" userId="c2521818cea951fe" providerId="LiveId" clId="{C5D51C20-2226-44B0-A39D-D1F703CDD58A}" dt="2025-08-19T13:43:07.428" v="474" actId="14100"/>
          <ac:cxnSpMkLst>
            <pc:docMk/>
            <pc:sldMk cId="1132396430" sldId="258"/>
            <ac:cxnSpMk id="11" creationId="{F6C42F02-1599-4945-ECF9-165E69134B0A}"/>
          </ac:cxnSpMkLst>
        </pc:cxnChg>
        <pc:cxnChg chg="add mod">
          <ac:chgData name="Phillip Wolff" userId="c2521818cea951fe" providerId="LiveId" clId="{C5D51C20-2226-44B0-A39D-D1F703CDD58A}" dt="2025-08-19T13:43:15.717" v="477" actId="1076"/>
          <ac:cxnSpMkLst>
            <pc:docMk/>
            <pc:sldMk cId="1132396430" sldId="258"/>
            <ac:cxnSpMk id="14" creationId="{3B3794F6-8BA2-6792-6B44-CD26B47C8B89}"/>
          </ac:cxnSpMkLst>
        </pc:cxnChg>
      </pc:sldChg>
      <pc:sldChg chg="addSp delSp modSp new mod">
        <pc:chgData name="Phillip Wolff" userId="c2521818cea951fe" providerId="LiveId" clId="{C5D51C20-2226-44B0-A39D-D1F703CDD58A}" dt="2025-08-20T20:13:30.311" v="1054" actId="114"/>
        <pc:sldMkLst>
          <pc:docMk/>
          <pc:sldMk cId="3530676677" sldId="259"/>
        </pc:sldMkLst>
        <pc:spChg chg="del">
          <ac:chgData name="Phillip Wolff" userId="c2521818cea951fe" providerId="LiveId" clId="{C5D51C20-2226-44B0-A39D-D1F703CDD58A}" dt="2025-08-19T13:49:17.576" v="574" actId="478"/>
          <ac:spMkLst>
            <pc:docMk/>
            <pc:sldMk cId="3530676677" sldId="259"/>
            <ac:spMk id="2" creationId="{417EC6B1-A957-D125-8ED8-5365E7F6843E}"/>
          </ac:spMkLst>
        </pc:spChg>
        <pc:spChg chg="del">
          <ac:chgData name="Phillip Wolff" userId="c2521818cea951fe" providerId="LiveId" clId="{C5D51C20-2226-44B0-A39D-D1F703CDD58A}" dt="2025-08-19T13:49:17.576" v="574" actId="478"/>
          <ac:spMkLst>
            <pc:docMk/>
            <pc:sldMk cId="3530676677" sldId="259"/>
            <ac:spMk id="3" creationId="{C0A678D7-2D9A-B7C0-89BA-C5EC7268B785}"/>
          </ac:spMkLst>
        </pc:spChg>
        <pc:spChg chg="add del">
          <ac:chgData name="Phillip Wolff" userId="c2521818cea951fe" providerId="LiveId" clId="{C5D51C20-2226-44B0-A39D-D1F703CDD58A}" dt="2025-08-19T14:20:13.434" v="622" actId="11529"/>
          <ac:spMkLst>
            <pc:docMk/>
            <pc:sldMk cId="3530676677" sldId="259"/>
            <ac:spMk id="27" creationId="{01767F76-4F37-6EC7-FF79-62968230DCBE}"/>
          </ac:spMkLst>
        </pc:spChg>
        <pc:spChg chg="add del mod">
          <ac:chgData name="Phillip Wolff" userId="c2521818cea951fe" providerId="LiveId" clId="{C5D51C20-2226-44B0-A39D-D1F703CDD58A}" dt="2025-08-19T14:21:13.048" v="648" actId="478"/>
          <ac:spMkLst>
            <pc:docMk/>
            <pc:sldMk cId="3530676677" sldId="259"/>
            <ac:spMk id="28" creationId="{50CC6A62-DB67-6B8E-77D1-E410FD4A0252}"/>
          </ac:spMkLst>
        </pc:spChg>
        <pc:spChg chg="add mod">
          <ac:chgData name="Phillip Wolff" userId="c2521818cea951fe" providerId="LiveId" clId="{C5D51C20-2226-44B0-A39D-D1F703CDD58A}" dt="2025-08-19T14:24:44.131" v="839" actId="14100"/>
          <ac:spMkLst>
            <pc:docMk/>
            <pc:sldMk cId="3530676677" sldId="259"/>
            <ac:spMk id="29" creationId="{3D2EB4EC-6EAB-7A35-BD5C-3AADD9871A06}"/>
          </ac:spMkLst>
        </pc:spChg>
        <pc:spChg chg="add mod">
          <ac:chgData name="Phillip Wolff" userId="c2521818cea951fe" providerId="LiveId" clId="{C5D51C20-2226-44B0-A39D-D1F703CDD58A}" dt="2025-08-19T14:32:11.842" v="979" actId="1076"/>
          <ac:spMkLst>
            <pc:docMk/>
            <pc:sldMk cId="3530676677" sldId="259"/>
            <ac:spMk id="30" creationId="{4A944172-9D4C-FC83-B048-EE01F9B43FB4}"/>
          </ac:spMkLst>
        </pc:spChg>
        <pc:spChg chg="add mod or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31" creationId="{D4896872-56A1-BF13-787F-15110FA31C00}"/>
          </ac:spMkLst>
        </pc:spChg>
        <pc:spChg chg="add mo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32" creationId="{45DDC412-6D99-AADA-EFA6-13F068EE99DF}"/>
          </ac:spMkLst>
        </pc:spChg>
        <pc:spChg chg="add mod">
          <ac:chgData name="Phillip Wolff" userId="c2521818cea951fe" providerId="LiveId" clId="{C5D51C20-2226-44B0-A39D-D1F703CDD58A}" dt="2025-08-19T14:24:44.131" v="839" actId="14100"/>
          <ac:spMkLst>
            <pc:docMk/>
            <pc:sldMk cId="3530676677" sldId="259"/>
            <ac:spMk id="33" creationId="{00727298-47B3-50B7-510F-E97FDD1CFCCE}"/>
          </ac:spMkLst>
        </pc:spChg>
        <pc:spChg chg="add mod">
          <ac:chgData name="Phillip Wolff" userId="c2521818cea951fe" providerId="LiveId" clId="{C5D51C20-2226-44B0-A39D-D1F703CDD58A}" dt="2025-08-19T14:24:50.276" v="840" actId="14100"/>
          <ac:spMkLst>
            <pc:docMk/>
            <pc:sldMk cId="3530676677" sldId="259"/>
            <ac:spMk id="34" creationId="{B4D1A23F-8A0B-37CA-E5C1-AD02C0F5E00C}"/>
          </ac:spMkLst>
        </pc:spChg>
        <pc:spChg chg="add del mod">
          <ac:chgData name="Phillip Wolff" userId="c2521818cea951fe" providerId="LiveId" clId="{C5D51C20-2226-44B0-A39D-D1F703CDD58A}" dt="2025-08-19T14:24:52.826" v="841" actId="478"/>
          <ac:spMkLst>
            <pc:docMk/>
            <pc:sldMk cId="3530676677" sldId="259"/>
            <ac:spMk id="35" creationId="{359DC21E-DDD1-9F21-435B-DE5799E1B041}"/>
          </ac:spMkLst>
        </pc:spChg>
        <pc:spChg chg="add mod">
          <ac:chgData name="Phillip Wolff" userId="c2521818cea951fe" providerId="LiveId" clId="{C5D51C20-2226-44B0-A39D-D1F703CDD58A}" dt="2025-08-20T20:13:18.058" v="1051" actId="114"/>
          <ac:spMkLst>
            <pc:docMk/>
            <pc:sldMk cId="3530676677" sldId="259"/>
            <ac:spMk id="37" creationId="{3C9535AF-5E3C-4AB0-0E71-5BC06584F778}"/>
          </ac:spMkLst>
        </pc:spChg>
        <pc:spChg chg="add mod">
          <ac:chgData name="Phillip Wolff" userId="c2521818cea951fe" providerId="LiveId" clId="{C5D51C20-2226-44B0-A39D-D1F703CDD58A}" dt="2025-08-19T14:33:53.619" v="991" actId="14100"/>
          <ac:spMkLst>
            <pc:docMk/>
            <pc:sldMk cId="3530676677" sldId="259"/>
            <ac:spMk id="45" creationId="{3EEFA8F8-B1F2-B3E3-A0F5-590630921113}"/>
          </ac:spMkLst>
        </pc:spChg>
        <pc:spChg chg="add mod">
          <ac:chgData name="Phillip Wolff" userId="c2521818cea951fe" providerId="LiveId" clId="{C5D51C20-2226-44B0-A39D-D1F703CDD58A}" dt="2025-08-20T20:13:18.058" v="1051" actId="114"/>
          <ac:spMkLst>
            <pc:docMk/>
            <pc:sldMk cId="3530676677" sldId="259"/>
            <ac:spMk id="46" creationId="{6C730A27-34FA-0A6D-E3C9-E1701DB719D7}"/>
          </ac:spMkLst>
        </pc:spChg>
        <pc:spChg chg="add mod or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47" creationId="{8C5692DF-1B06-93C4-E2FC-6D4C598EFAF4}"/>
          </ac:spMkLst>
        </pc:spChg>
        <pc:spChg chg="add mod ord">
          <ac:chgData name="Phillip Wolff" userId="c2521818cea951fe" providerId="LiveId" clId="{C5D51C20-2226-44B0-A39D-D1F703CDD58A}" dt="2025-08-19T14:28:25.765" v="922" actId="166"/>
          <ac:spMkLst>
            <pc:docMk/>
            <pc:sldMk cId="3530676677" sldId="259"/>
            <ac:spMk id="48" creationId="{9365D41F-303F-01FF-DF75-090BDC9B7137}"/>
          </ac:spMkLst>
        </pc:spChg>
        <pc:spChg chg="add mo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49" creationId="{AB075F10-BEF7-D887-BC9B-A5128139DDF3}"/>
          </ac:spMkLst>
        </pc:spChg>
        <pc:spChg chg="add mod">
          <ac:chgData name="Phillip Wolff" userId="c2521818cea951fe" providerId="LiveId" clId="{C5D51C20-2226-44B0-A39D-D1F703CDD58A}" dt="2025-08-19T14:26:01.184" v="870" actId="20577"/>
          <ac:spMkLst>
            <pc:docMk/>
            <pc:sldMk cId="3530676677" sldId="259"/>
            <ac:spMk id="50" creationId="{4A123B0B-9EFE-E91D-089B-13CDC542DEA8}"/>
          </ac:spMkLst>
        </pc:spChg>
        <pc:spChg chg="add mod">
          <ac:chgData name="Phillip Wolff" userId="c2521818cea951fe" providerId="LiveId" clId="{C5D51C20-2226-44B0-A39D-D1F703CDD58A}" dt="2025-08-19T14:34:30.643" v="1002" actId="1076"/>
          <ac:spMkLst>
            <pc:docMk/>
            <pc:sldMk cId="3530676677" sldId="259"/>
            <ac:spMk id="51" creationId="{8D545B6B-DC76-4BC5-DD20-1AACA351ACF4}"/>
          </ac:spMkLst>
        </pc:spChg>
        <pc:spChg chg="add mod">
          <ac:chgData name="Phillip Wolff" userId="c2521818cea951fe" providerId="LiveId" clId="{C5D51C20-2226-44B0-A39D-D1F703CDD58A}" dt="2025-08-20T20:13:02.683" v="1048" actId="1076"/>
          <ac:spMkLst>
            <pc:docMk/>
            <pc:sldMk cId="3530676677" sldId="259"/>
            <ac:spMk id="55" creationId="{2B37001B-E5C5-1168-10CE-7B3F5DD36BC2}"/>
          </ac:spMkLst>
        </pc:spChg>
        <pc:spChg chg="add mo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56" creationId="{6B9ED2E6-745D-5311-3F24-CE10C4D4B4E8}"/>
          </ac:spMkLst>
        </pc:spChg>
        <pc:spChg chg="add mo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57" creationId="{D7AB5F90-13E7-EC69-8E23-CB2A0096D3DF}"/>
          </ac:spMkLst>
        </pc:spChg>
        <pc:spChg chg="add mod">
          <ac:chgData name="Phillip Wolff" userId="c2521818cea951fe" providerId="LiveId" clId="{C5D51C20-2226-44B0-A39D-D1F703CDD58A}" dt="2025-08-19T14:29:32.130" v="935" actId="1076"/>
          <ac:spMkLst>
            <pc:docMk/>
            <pc:sldMk cId="3530676677" sldId="259"/>
            <ac:spMk id="58" creationId="{F3BCDBBB-68F1-2885-0303-46D0D325969D}"/>
          </ac:spMkLst>
        </pc:spChg>
        <pc:spChg chg="add mo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59" creationId="{FAA6ED00-B365-212C-7A2E-B8E08B3FE28C}"/>
          </ac:spMkLst>
        </pc:spChg>
        <pc:spChg chg="add mod ord">
          <ac:chgData name="Phillip Wolff" userId="c2521818cea951fe" providerId="LiveId" clId="{C5D51C20-2226-44B0-A39D-D1F703CDD58A}" dt="2025-08-19T14:30:56.524" v="963" actId="1038"/>
          <ac:spMkLst>
            <pc:docMk/>
            <pc:sldMk cId="3530676677" sldId="259"/>
            <ac:spMk id="60" creationId="{C233F0B5-BD8F-D4B1-243B-EC6270977A5A}"/>
          </ac:spMkLst>
        </pc:spChg>
        <pc:spChg chg="add mod">
          <ac:chgData name="Phillip Wolff" userId="c2521818cea951fe" providerId="LiveId" clId="{C5D51C20-2226-44B0-A39D-D1F703CDD58A}" dt="2025-08-20T20:13:30.311" v="1054" actId="114"/>
          <ac:spMkLst>
            <pc:docMk/>
            <pc:sldMk cId="3530676677" sldId="259"/>
            <ac:spMk id="65" creationId="{CD99650D-2002-07D1-55EC-6C2D6823CDCB}"/>
          </ac:spMkLst>
        </pc:spChg>
        <pc:spChg chg="add mod">
          <ac:chgData name="Phillip Wolff" userId="c2521818cea951fe" providerId="LiveId" clId="{C5D51C20-2226-44B0-A39D-D1F703CDD58A}" dt="2025-08-19T14:33:28.480" v="989" actId="1076"/>
          <ac:spMkLst>
            <pc:docMk/>
            <pc:sldMk cId="3530676677" sldId="259"/>
            <ac:spMk id="67" creationId="{3A32E541-43F0-1473-47F4-F4FD8EBD64DA}"/>
          </ac:spMkLst>
        </pc:spChg>
        <pc:spChg chg="add mo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68" creationId="{23A1972B-668B-DB49-0A85-D2FB67604401}"/>
          </ac:spMkLst>
        </pc:spChg>
        <pc:grpChg chg="mod">
          <ac:chgData name="Phillip Wolff" userId="c2521818cea951fe" providerId="LiveId" clId="{C5D51C20-2226-44B0-A39D-D1F703CDD58A}" dt="2025-08-19T14:34:39.576" v="1004" actId="1076"/>
          <ac:grpSpMkLst>
            <pc:docMk/>
            <pc:sldMk cId="3530676677" sldId="259"/>
            <ac:grpSpMk id="71" creationId="{9D2D1DBE-B1A8-40C9-5766-20C1E8111ED1}"/>
          </ac:grpSpMkLst>
        </pc:grpChg>
        <pc:cxnChg chg="add mod ord">
          <ac:chgData name="Phillip Wolff" userId="c2521818cea951fe" providerId="LiveId" clId="{C5D51C20-2226-44B0-A39D-D1F703CDD58A}" dt="2025-08-19T14:32:16.087" v="980" actId="14100"/>
          <ac:cxnSpMkLst>
            <pc:docMk/>
            <pc:sldMk cId="3530676677" sldId="259"/>
            <ac:cxnSpMk id="5" creationId="{ACF593AF-AFBF-0F00-9DF2-DA94C0462930}"/>
          </ac:cxnSpMkLst>
        </pc:cxnChg>
        <pc:cxnChg chg="add mod">
          <ac:chgData name="Phillip Wolff" userId="c2521818cea951fe" providerId="LiveId" clId="{C5D51C20-2226-44B0-A39D-D1F703CDD58A}" dt="2025-08-19T14:18:25.599" v="593" actId="692"/>
          <ac:cxnSpMkLst>
            <pc:docMk/>
            <pc:sldMk cId="3530676677" sldId="259"/>
            <ac:cxnSpMk id="8" creationId="{EC6EB462-2A96-A17B-8B27-E13E9A77565B}"/>
          </ac:cxnSpMkLst>
        </pc:cxnChg>
        <pc:cxnChg chg="add mod">
          <ac:chgData name="Phillip Wolff" userId="c2521818cea951fe" providerId="LiveId" clId="{C5D51C20-2226-44B0-A39D-D1F703CDD58A}" dt="2025-08-19T14:24:44.131" v="839" actId="14100"/>
          <ac:cxnSpMkLst>
            <pc:docMk/>
            <pc:sldMk cId="3530676677" sldId="259"/>
            <ac:cxnSpMk id="11" creationId="{934B652D-DBA5-4523-2778-C8A134E6CA94}"/>
          </ac:cxnSpMkLst>
        </pc:cxnChg>
        <pc:cxnChg chg="add mod ord">
          <ac:chgData name="Phillip Wolff" userId="c2521818cea951fe" providerId="LiveId" clId="{C5D51C20-2226-44B0-A39D-D1F703CDD58A}" dt="2025-08-19T14:31:13.721" v="964" actId="14100"/>
          <ac:cxnSpMkLst>
            <pc:docMk/>
            <pc:sldMk cId="3530676677" sldId="259"/>
            <ac:cxnSpMk id="14" creationId="{3F5B89DD-3048-93B4-B73B-A11C07D2C357}"/>
          </ac:cxnSpMkLst>
        </pc:cxnChg>
        <pc:cxnChg chg="add mod ord">
          <ac:chgData name="Phillip Wolff" userId="c2521818cea951fe" providerId="LiveId" clId="{C5D51C20-2226-44B0-A39D-D1F703CDD58A}" dt="2025-08-19T14:27:51.155" v="918" actId="166"/>
          <ac:cxnSpMkLst>
            <pc:docMk/>
            <pc:sldMk cId="3530676677" sldId="259"/>
            <ac:cxnSpMk id="17" creationId="{DF5D6866-EBB5-ACA5-C3D7-431A05FF78A8}"/>
          </ac:cxnSpMkLst>
        </pc:cxnChg>
        <pc:cxnChg chg="add mod">
          <ac:chgData name="Phillip Wolff" userId="c2521818cea951fe" providerId="LiveId" clId="{C5D51C20-2226-44B0-A39D-D1F703CDD58A}" dt="2025-08-19T14:19:47.867" v="615" actId="14100"/>
          <ac:cxnSpMkLst>
            <pc:docMk/>
            <pc:sldMk cId="3530676677" sldId="259"/>
            <ac:cxnSpMk id="21" creationId="{D0AEDB58-8072-3FE1-FBBF-471C1BA20CDA}"/>
          </ac:cxnSpMkLst>
        </pc:cxnChg>
        <pc:cxnChg chg="add mod">
          <ac:chgData name="Phillip Wolff" userId="c2521818cea951fe" providerId="LiveId" clId="{C5D51C20-2226-44B0-A39D-D1F703CDD58A}" dt="2025-08-19T14:19:59.299" v="619" actId="14100"/>
          <ac:cxnSpMkLst>
            <pc:docMk/>
            <pc:sldMk cId="3530676677" sldId="259"/>
            <ac:cxnSpMk id="24" creationId="{80ADFDFF-E553-18E2-44C9-31C157CB055E}"/>
          </ac:cxnSpMkLst>
        </pc:cxnChg>
        <pc:cxnChg chg="add mod">
          <ac:chgData name="Phillip Wolff" userId="c2521818cea951fe" providerId="LiveId" clId="{C5D51C20-2226-44B0-A39D-D1F703CDD58A}" dt="2025-08-19T14:34:30.643" v="1002" actId="1076"/>
          <ac:cxnSpMkLst>
            <pc:docMk/>
            <pc:sldMk cId="3530676677" sldId="259"/>
            <ac:cxnSpMk id="52" creationId="{A4CC14DD-DA64-1725-9941-B473C45C7510}"/>
          </ac:cxnSpMkLst>
        </pc:cxnChg>
        <pc:cxnChg chg="add mod">
          <ac:chgData name="Phillip Wolff" userId="c2521818cea951fe" providerId="LiveId" clId="{C5D51C20-2226-44B0-A39D-D1F703CDD58A}" dt="2025-08-19T14:31:32.467" v="968" actId="692"/>
          <ac:cxnSpMkLst>
            <pc:docMk/>
            <pc:sldMk cId="3530676677" sldId="259"/>
            <ac:cxnSpMk id="62" creationId="{7B59C146-540F-84D3-F223-3F4A612E5EBC}"/>
          </ac:cxnSpMkLst>
        </pc:cxnChg>
        <pc:cxnChg chg="add mod">
          <ac:chgData name="Phillip Wolff" userId="c2521818cea951fe" providerId="LiveId" clId="{C5D51C20-2226-44B0-A39D-D1F703CDD58A}" dt="2025-08-19T14:34:16.065" v="1001" actId="692"/>
          <ac:cxnSpMkLst>
            <pc:docMk/>
            <pc:sldMk cId="3530676677" sldId="259"/>
            <ac:cxnSpMk id="69" creationId="{7573C6AC-F908-1B6F-9076-13777AEB0F50}"/>
          </ac:cxnSpMkLst>
        </pc:cxnChg>
      </pc:sldChg>
      <pc:sldChg chg="delSp new mod">
        <pc:chgData name="Phillip Wolff" userId="c2521818cea951fe" providerId="LiveId" clId="{C5D51C20-2226-44B0-A39D-D1F703CDD58A}" dt="2025-08-19T14:34:44.466" v="1006" actId="478"/>
        <pc:sldMkLst>
          <pc:docMk/>
          <pc:sldMk cId="3750177164" sldId="260"/>
        </pc:sldMkLst>
        <pc:spChg chg="del">
          <ac:chgData name="Phillip Wolff" userId="c2521818cea951fe" providerId="LiveId" clId="{C5D51C20-2226-44B0-A39D-D1F703CDD58A}" dt="2025-08-19T14:34:44.466" v="1006" actId="478"/>
          <ac:spMkLst>
            <pc:docMk/>
            <pc:sldMk cId="3750177164" sldId="260"/>
            <ac:spMk id="2" creationId="{E46BB3E5-0FE2-5359-C0F4-6A8A42A7A3A2}"/>
          </ac:spMkLst>
        </pc:spChg>
        <pc:spChg chg="del">
          <ac:chgData name="Phillip Wolff" userId="c2521818cea951fe" providerId="LiveId" clId="{C5D51C20-2226-44B0-A39D-D1F703CDD58A}" dt="2025-08-19T14:34:44.466" v="1006" actId="478"/>
          <ac:spMkLst>
            <pc:docMk/>
            <pc:sldMk cId="3750177164" sldId="260"/>
            <ac:spMk id="3" creationId="{A74E4EA2-8800-EB82-CF04-725410F1BAE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589241"/>
            <a:ext cx="3060383" cy="1253490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891070"/>
            <a:ext cx="2700338" cy="869275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1031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9941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897613"/>
            <a:ext cx="3105388" cy="1497687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2409469"/>
            <a:ext cx="3105388" cy="787598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82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82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0825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958453"/>
            <a:ext cx="1530191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958453"/>
            <a:ext cx="1530191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2603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91691"/>
            <a:ext cx="3105388" cy="69592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882610"/>
            <a:ext cx="1523159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1315164"/>
            <a:ext cx="1523159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882610"/>
            <a:ext cx="1530660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315164"/>
            <a:ext cx="1530660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5124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7757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684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518399"/>
            <a:ext cx="1822728" cy="2558653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5741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518399"/>
            <a:ext cx="1822728" cy="2558653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3742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4627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191691"/>
            <a:ext cx="776347" cy="305121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191691"/>
            <a:ext cx="2284035" cy="305121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6412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191691"/>
            <a:ext cx="3105388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958453"/>
            <a:ext cx="3105388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AE28AA-0912-4DA0-8B30-7F3CA3FE6671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319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B6B33397-A4A9-28ED-2605-F60E723089FA}"/>
              </a:ext>
            </a:extLst>
          </p:cNvPr>
          <p:cNvGrpSpPr/>
          <p:nvPr/>
        </p:nvGrpSpPr>
        <p:grpSpPr>
          <a:xfrm>
            <a:off x="1018421" y="1099159"/>
            <a:ext cx="1552547" cy="1506255"/>
            <a:chOff x="1018421" y="1099159"/>
            <a:chExt cx="1552547" cy="1506255"/>
          </a:xfrm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F1E56C6B-EB56-9C42-B3A0-905341591FAE}"/>
                </a:ext>
              </a:extLst>
            </p:cNvPr>
            <p:cNvSpPr/>
            <p:nvPr/>
          </p:nvSpPr>
          <p:spPr>
            <a:xfrm>
              <a:off x="1427968" y="1099159"/>
              <a:ext cx="1143000" cy="1143000"/>
            </a:xfrm>
            <a:custGeom>
              <a:avLst/>
              <a:gdLst>
                <a:gd name="connsiteX0" fmla="*/ 0 w 1143000"/>
                <a:gd name="connsiteY0" fmla="*/ 0 h 1143000"/>
                <a:gd name="connsiteX1" fmla="*/ 140918 w 1143000"/>
                <a:gd name="connsiteY1" fmla="*/ 378913 h 1143000"/>
                <a:gd name="connsiteX2" fmla="*/ 604381 w 1143000"/>
                <a:gd name="connsiteY2" fmla="*/ 820455 h 1143000"/>
                <a:gd name="connsiteX3" fmla="*/ 1143000 w 1143000"/>
                <a:gd name="connsiteY3" fmla="*/ 114300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0" h="1143000">
                  <a:moveTo>
                    <a:pt x="0" y="0"/>
                  </a:moveTo>
                  <a:cubicBezTo>
                    <a:pt x="20094" y="121085"/>
                    <a:pt x="40188" y="242171"/>
                    <a:pt x="140918" y="378913"/>
                  </a:cubicBezTo>
                  <a:cubicBezTo>
                    <a:pt x="241648" y="515655"/>
                    <a:pt x="437367" y="693107"/>
                    <a:pt x="604381" y="820455"/>
                  </a:cubicBezTo>
                  <a:cubicBezTo>
                    <a:pt x="771395" y="947803"/>
                    <a:pt x="1031310" y="1123689"/>
                    <a:pt x="1143000" y="1143000"/>
                  </a:cubicBez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87B7AAAA-917B-5323-EE7E-6348AA4E3D2A}"/>
                </a:ext>
              </a:extLst>
            </p:cNvPr>
            <p:cNvSpPr/>
            <p:nvPr/>
          </p:nvSpPr>
          <p:spPr>
            <a:xfrm>
              <a:off x="1230682" y="1099159"/>
              <a:ext cx="958241" cy="1321496"/>
            </a:xfrm>
            <a:custGeom>
              <a:avLst/>
              <a:gdLst>
                <a:gd name="connsiteX0" fmla="*/ 0 w 958241"/>
                <a:gd name="connsiteY0" fmla="*/ 0 h 1321496"/>
                <a:gd name="connsiteX1" fmla="*/ 72025 w 958241"/>
                <a:gd name="connsiteY1" fmla="*/ 425885 h 1321496"/>
                <a:gd name="connsiteX2" fmla="*/ 388307 w 958241"/>
                <a:gd name="connsiteY2" fmla="*/ 845507 h 1321496"/>
                <a:gd name="connsiteX3" fmla="*/ 958241 w 958241"/>
                <a:gd name="connsiteY3" fmla="*/ 1321496 h 1321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8241" h="1321496">
                  <a:moveTo>
                    <a:pt x="0" y="0"/>
                  </a:moveTo>
                  <a:cubicBezTo>
                    <a:pt x="3653" y="142483"/>
                    <a:pt x="7307" y="284967"/>
                    <a:pt x="72025" y="425885"/>
                  </a:cubicBezTo>
                  <a:cubicBezTo>
                    <a:pt x="136743" y="566803"/>
                    <a:pt x="240604" y="696239"/>
                    <a:pt x="388307" y="845507"/>
                  </a:cubicBezTo>
                  <a:cubicBezTo>
                    <a:pt x="536010" y="994775"/>
                    <a:pt x="747125" y="1158135"/>
                    <a:pt x="958241" y="1321496"/>
                  </a:cubicBez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D0062190-E849-4AA9-6BF2-2A86A7E7C07C}"/>
                </a:ext>
              </a:extLst>
            </p:cNvPr>
            <p:cNvSpPr/>
            <p:nvPr/>
          </p:nvSpPr>
          <p:spPr>
            <a:xfrm>
              <a:off x="1018421" y="1102290"/>
              <a:ext cx="838563" cy="1503124"/>
            </a:xfrm>
            <a:custGeom>
              <a:avLst/>
              <a:gdLst>
                <a:gd name="connsiteX0" fmla="*/ 2450 w 838563"/>
                <a:gd name="connsiteY0" fmla="*/ 0 h 1503124"/>
                <a:gd name="connsiteX1" fmla="*/ 30634 w 838563"/>
                <a:gd name="connsiteY1" fmla="*/ 444674 h 1503124"/>
                <a:gd name="connsiteX2" fmla="*/ 218524 w 838563"/>
                <a:gd name="connsiteY2" fmla="*/ 876822 h 1503124"/>
                <a:gd name="connsiteX3" fmla="*/ 556727 w 838563"/>
                <a:gd name="connsiteY3" fmla="*/ 1265129 h 1503124"/>
                <a:gd name="connsiteX4" fmla="*/ 838563 w 838563"/>
                <a:gd name="connsiteY4" fmla="*/ 1503124 h 1503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563" h="1503124">
                  <a:moveTo>
                    <a:pt x="2450" y="0"/>
                  </a:moveTo>
                  <a:cubicBezTo>
                    <a:pt x="-1464" y="149268"/>
                    <a:pt x="-5378" y="298537"/>
                    <a:pt x="30634" y="444674"/>
                  </a:cubicBezTo>
                  <a:cubicBezTo>
                    <a:pt x="66646" y="590811"/>
                    <a:pt x="130842" y="740080"/>
                    <a:pt x="218524" y="876822"/>
                  </a:cubicBezTo>
                  <a:cubicBezTo>
                    <a:pt x="306206" y="1013564"/>
                    <a:pt x="453387" y="1160745"/>
                    <a:pt x="556727" y="1265129"/>
                  </a:cubicBezTo>
                  <a:cubicBezTo>
                    <a:pt x="660067" y="1369513"/>
                    <a:pt x="792112" y="1459283"/>
                    <a:pt x="838563" y="1503124"/>
                  </a:cubicBez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2F780F3F-511F-6074-4EFE-7B5CD92D4D2E}"/>
                </a:ext>
              </a:extLst>
            </p:cNvPr>
            <p:cNvSpPr/>
            <p:nvPr/>
          </p:nvSpPr>
          <p:spPr>
            <a:xfrm>
              <a:off x="1096029" y="1443990"/>
              <a:ext cx="146685" cy="14668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1BC1B476-5969-2EDD-A2FC-5AA700410595}"/>
                </a:ext>
              </a:extLst>
            </p:cNvPr>
            <p:cNvCxnSpPr>
              <a:stCxn id="12" idx="3"/>
              <a:endCxn id="12" idx="7"/>
            </p:cNvCxnSpPr>
            <p:nvPr/>
          </p:nvCxnSpPr>
          <p:spPr>
            <a:xfrm flipV="1">
              <a:off x="1117511" y="1465472"/>
              <a:ext cx="103721" cy="103721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E84EF922-83BD-FBCC-1E01-7BC1C1CECDBF}"/>
                </a:ext>
              </a:extLst>
            </p:cNvPr>
            <p:cNvSpPr/>
            <p:nvPr/>
          </p:nvSpPr>
          <p:spPr>
            <a:xfrm>
              <a:off x="1281283" y="1826895"/>
              <a:ext cx="146685" cy="14668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7BD21F4B-19A5-8898-A99A-F2DF1FA8042E}"/>
                </a:ext>
              </a:extLst>
            </p:cNvPr>
            <p:cNvCxnSpPr>
              <a:stCxn id="15" idx="3"/>
              <a:endCxn id="15" idx="7"/>
            </p:cNvCxnSpPr>
            <p:nvPr/>
          </p:nvCxnSpPr>
          <p:spPr>
            <a:xfrm flipV="1">
              <a:off x="1302765" y="1848377"/>
              <a:ext cx="103721" cy="103721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9666C1D5-7CFD-0F7E-3889-9C7B36BAC9DB}"/>
                </a:ext>
              </a:extLst>
            </p:cNvPr>
            <p:cNvSpPr/>
            <p:nvPr/>
          </p:nvSpPr>
          <p:spPr>
            <a:xfrm>
              <a:off x="1653540" y="2205990"/>
              <a:ext cx="146685" cy="14668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CB22BB57-6036-6AD7-8CD8-E758313D7AD6}"/>
                </a:ext>
              </a:extLst>
            </p:cNvPr>
            <p:cNvCxnSpPr>
              <a:stCxn id="17" idx="3"/>
              <a:endCxn id="17" idx="7"/>
            </p:cNvCxnSpPr>
            <p:nvPr/>
          </p:nvCxnSpPr>
          <p:spPr>
            <a:xfrm flipV="1">
              <a:off x="1675022" y="2227472"/>
              <a:ext cx="103721" cy="103721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B969E1E0-4BFF-9419-7511-CF8F63D64563}"/>
                </a:ext>
              </a:extLst>
            </p:cNvPr>
            <p:cNvSpPr/>
            <p:nvPr/>
          </p:nvSpPr>
          <p:spPr>
            <a:xfrm>
              <a:off x="1427968" y="1517332"/>
              <a:ext cx="146685" cy="14668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0" name="Gerade Verbindung mit Pfeil 19">
              <a:extLst>
                <a:ext uri="{FF2B5EF4-FFF2-40B4-BE49-F238E27FC236}">
                  <a16:creationId xmlns:a16="http://schemas.microsoft.com/office/drawing/2014/main" id="{5AF7DEEF-73BE-786B-26E0-E65E5AEA3A29}"/>
                </a:ext>
              </a:extLst>
            </p:cNvPr>
            <p:cNvCxnSpPr>
              <a:stCxn id="19" idx="3"/>
              <a:endCxn id="19" idx="7"/>
            </p:cNvCxnSpPr>
            <p:nvPr/>
          </p:nvCxnSpPr>
          <p:spPr>
            <a:xfrm flipV="1">
              <a:off x="1449450" y="1538814"/>
              <a:ext cx="103721" cy="103721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3576C0FD-69D6-B856-057A-A2C1C4A91C68}"/>
                </a:ext>
              </a:extLst>
            </p:cNvPr>
            <p:cNvSpPr/>
            <p:nvPr/>
          </p:nvSpPr>
          <p:spPr>
            <a:xfrm>
              <a:off x="1731781" y="1848377"/>
              <a:ext cx="146685" cy="14668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2" name="Gerade Verbindung mit Pfeil 21">
              <a:extLst>
                <a:ext uri="{FF2B5EF4-FFF2-40B4-BE49-F238E27FC236}">
                  <a16:creationId xmlns:a16="http://schemas.microsoft.com/office/drawing/2014/main" id="{B7DD0D7A-169F-BBDF-81A6-4561C03047EB}"/>
                </a:ext>
              </a:extLst>
            </p:cNvPr>
            <p:cNvCxnSpPr>
              <a:cxnSpLocks/>
              <a:stCxn id="21" idx="3"/>
              <a:endCxn id="21" idx="7"/>
            </p:cNvCxnSpPr>
            <p:nvPr/>
          </p:nvCxnSpPr>
          <p:spPr>
            <a:xfrm flipV="1">
              <a:off x="1753263" y="1869859"/>
              <a:ext cx="103721" cy="103721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59367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87946-6D98-D5A2-11BF-DED6D3E83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ruppieren 335">
            <a:extLst>
              <a:ext uri="{FF2B5EF4-FFF2-40B4-BE49-F238E27FC236}">
                <a16:creationId xmlns:a16="http://schemas.microsoft.com/office/drawing/2014/main" id="{A941BFB3-C0C0-FAE2-66D7-347FCB192681}"/>
              </a:ext>
            </a:extLst>
          </p:cNvPr>
          <p:cNvGrpSpPr/>
          <p:nvPr/>
        </p:nvGrpSpPr>
        <p:grpSpPr>
          <a:xfrm>
            <a:off x="704425" y="703833"/>
            <a:ext cx="2188404" cy="2188404"/>
            <a:chOff x="133387" y="133388"/>
            <a:chExt cx="3333675" cy="3333675"/>
          </a:xfrm>
        </p:grpSpPr>
        <p:grpSp>
          <p:nvGrpSpPr>
            <p:cNvPr id="283" name="Gruppieren 282">
              <a:extLst>
                <a:ext uri="{FF2B5EF4-FFF2-40B4-BE49-F238E27FC236}">
                  <a16:creationId xmlns:a16="http://schemas.microsoft.com/office/drawing/2014/main" id="{FC0712A2-2095-E497-0D57-64F34078B705}"/>
                </a:ext>
              </a:extLst>
            </p:cNvPr>
            <p:cNvGrpSpPr/>
            <p:nvPr/>
          </p:nvGrpSpPr>
          <p:grpSpPr>
            <a:xfrm>
              <a:off x="133387" y="133388"/>
              <a:ext cx="3333675" cy="3333675"/>
              <a:chOff x="133387" y="133388"/>
              <a:chExt cx="3333675" cy="3333675"/>
            </a:xfrm>
          </p:grpSpPr>
          <p:grpSp>
            <p:nvGrpSpPr>
              <p:cNvPr id="184" name="Gruppieren 183">
                <a:extLst>
                  <a:ext uri="{FF2B5EF4-FFF2-40B4-BE49-F238E27FC236}">
                    <a16:creationId xmlns:a16="http://schemas.microsoft.com/office/drawing/2014/main" id="{532C45BC-B07D-4F43-173C-170047B50C71}"/>
                  </a:ext>
                </a:extLst>
              </p:cNvPr>
              <p:cNvGrpSpPr/>
              <p:nvPr/>
            </p:nvGrpSpPr>
            <p:grpSpPr>
              <a:xfrm>
                <a:off x="168668" y="166861"/>
                <a:ext cx="1878859" cy="1880666"/>
                <a:chOff x="168668" y="166861"/>
                <a:chExt cx="1878859" cy="1880666"/>
              </a:xfrm>
            </p:grpSpPr>
            <p:cxnSp>
              <p:nvCxnSpPr>
                <p:cNvPr id="11" name="Gerader Verbinder 10">
                  <a:extLst>
                    <a:ext uri="{FF2B5EF4-FFF2-40B4-BE49-F238E27FC236}">
                      <a16:creationId xmlns:a16="http://schemas.microsoft.com/office/drawing/2014/main" id="{C9530987-F09C-D5B6-6979-AF9EE50DA2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118" y="383781"/>
                  <a:ext cx="590689" cy="590689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Gerader Verbinder 12">
                  <a:extLst>
                    <a:ext uri="{FF2B5EF4-FFF2-40B4-BE49-F238E27FC236}">
                      <a16:creationId xmlns:a16="http://schemas.microsoft.com/office/drawing/2014/main" id="{256039E7-2D9F-3D53-1A9E-B0CF34A19D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5865" y="280327"/>
                  <a:ext cx="939986" cy="939986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Gerader Verbinder 18">
                  <a:extLst>
                    <a:ext uri="{FF2B5EF4-FFF2-40B4-BE49-F238E27FC236}">
                      <a16:creationId xmlns:a16="http://schemas.microsoft.com/office/drawing/2014/main" id="{3664D3E0-6C20-8ED7-F55A-ABADFC6C41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3582" y="213582"/>
                  <a:ext cx="1181379" cy="1181379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Gerader Verbinder 20">
                  <a:extLst>
                    <a:ext uri="{FF2B5EF4-FFF2-40B4-BE49-F238E27FC236}">
                      <a16:creationId xmlns:a16="http://schemas.microsoft.com/office/drawing/2014/main" id="{6641B78F-F2D1-13EE-6102-7D99CE01D6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0210" y="183547"/>
                  <a:ext cx="1369376" cy="1369376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Gerader Verbinder 31">
                  <a:extLst>
                    <a:ext uri="{FF2B5EF4-FFF2-40B4-BE49-F238E27FC236}">
                      <a16:creationId xmlns:a16="http://schemas.microsoft.com/office/drawing/2014/main" id="{B8599229-5C5F-008A-69AB-8C83F99CEF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7567" y="170199"/>
                  <a:ext cx="1511763" cy="1511763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Gerader Verbinder 33">
                  <a:extLst>
                    <a:ext uri="{FF2B5EF4-FFF2-40B4-BE49-F238E27FC236}">
                      <a16:creationId xmlns:a16="http://schemas.microsoft.com/office/drawing/2014/main" id="{37E3A05B-BC1D-2D67-567C-E53CDC460E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8668" y="166861"/>
                  <a:ext cx="1648590" cy="1648590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Gerader Verbinder 35">
                  <a:extLst>
                    <a:ext uri="{FF2B5EF4-FFF2-40B4-BE49-F238E27FC236}">
                      <a16:creationId xmlns:a16="http://schemas.microsoft.com/office/drawing/2014/main" id="{F4CDC36D-95D1-BD4B-33DC-12AE7263DF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36" y="173536"/>
                  <a:ext cx="1759412" cy="1759412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Gerader Verbinder 37">
                  <a:extLst>
                    <a:ext uri="{FF2B5EF4-FFF2-40B4-BE49-F238E27FC236}">
                      <a16:creationId xmlns:a16="http://schemas.microsoft.com/office/drawing/2014/main" id="{B39A8429-DF79-81AB-C854-69BAC9F30A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3547" y="183547"/>
                  <a:ext cx="1863980" cy="1863980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5" name="Gruppieren 184">
                <a:extLst>
                  <a:ext uri="{FF2B5EF4-FFF2-40B4-BE49-F238E27FC236}">
                    <a16:creationId xmlns:a16="http://schemas.microsoft.com/office/drawing/2014/main" id="{4E8A2A66-5695-FB66-2EFB-45F65DCD1A57}"/>
                  </a:ext>
                </a:extLst>
              </p:cNvPr>
              <p:cNvGrpSpPr/>
              <p:nvPr/>
            </p:nvGrpSpPr>
            <p:grpSpPr>
              <a:xfrm rot="10800000">
                <a:off x="1558209" y="1560014"/>
                <a:ext cx="1878859" cy="1880666"/>
                <a:chOff x="168668" y="166861"/>
                <a:chExt cx="1878859" cy="1880666"/>
              </a:xfrm>
            </p:grpSpPr>
            <p:cxnSp>
              <p:nvCxnSpPr>
                <p:cNvPr id="186" name="Gerader Verbinder 185">
                  <a:extLst>
                    <a:ext uri="{FF2B5EF4-FFF2-40B4-BE49-F238E27FC236}">
                      <a16:creationId xmlns:a16="http://schemas.microsoft.com/office/drawing/2014/main" id="{7B8D3B21-B252-7E1D-9E4D-78B252A841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118" y="383781"/>
                  <a:ext cx="590689" cy="590689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Gerader Verbinder 187">
                  <a:extLst>
                    <a:ext uri="{FF2B5EF4-FFF2-40B4-BE49-F238E27FC236}">
                      <a16:creationId xmlns:a16="http://schemas.microsoft.com/office/drawing/2014/main" id="{34E9A274-F7A8-78C6-DEC8-634566D3F7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5865" y="280327"/>
                  <a:ext cx="939986" cy="939986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Gerader Verbinder 189">
                  <a:extLst>
                    <a:ext uri="{FF2B5EF4-FFF2-40B4-BE49-F238E27FC236}">
                      <a16:creationId xmlns:a16="http://schemas.microsoft.com/office/drawing/2014/main" id="{895078A9-D395-20AF-51A9-9D0CD28CC7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3582" y="213582"/>
                  <a:ext cx="1181379" cy="1181379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Gerader Verbinder 191">
                  <a:extLst>
                    <a:ext uri="{FF2B5EF4-FFF2-40B4-BE49-F238E27FC236}">
                      <a16:creationId xmlns:a16="http://schemas.microsoft.com/office/drawing/2014/main" id="{9FCBB24E-7C25-B3F3-1A2B-72FE055655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0210" y="183547"/>
                  <a:ext cx="1369376" cy="1369376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Gerader Verbinder 193">
                  <a:extLst>
                    <a:ext uri="{FF2B5EF4-FFF2-40B4-BE49-F238E27FC236}">
                      <a16:creationId xmlns:a16="http://schemas.microsoft.com/office/drawing/2014/main" id="{F57CB25E-EB88-14DD-7E9F-AC891532F8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7567" y="170199"/>
                  <a:ext cx="1511763" cy="1511763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Gerader Verbinder 195">
                  <a:extLst>
                    <a:ext uri="{FF2B5EF4-FFF2-40B4-BE49-F238E27FC236}">
                      <a16:creationId xmlns:a16="http://schemas.microsoft.com/office/drawing/2014/main" id="{0FC32DCC-7F56-840F-D66C-027564E0F9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8668" y="166861"/>
                  <a:ext cx="1648590" cy="1648590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Gerader Verbinder 197">
                  <a:extLst>
                    <a:ext uri="{FF2B5EF4-FFF2-40B4-BE49-F238E27FC236}">
                      <a16:creationId xmlns:a16="http://schemas.microsoft.com/office/drawing/2014/main" id="{51CCB1EB-82E9-55A1-1A85-9726BF9AE7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36" y="173536"/>
                  <a:ext cx="1759412" cy="1759412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Gerader Verbinder 199">
                  <a:extLst>
                    <a:ext uri="{FF2B5EF4-FFF2-40B4-BE49-F238E27FC236}">
                      <a16:creationId xmlns:a16="http://schemas.microsoft.com/office/drawing/2014/main" id="{71A3AA12-489C-AF9B-4C8A-2CC2159B20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3547" y="183547"/>
                  <a:ext cx="1863980" cy="1863980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0" name="Gruppieren 259">
                <a:extLst>
                  <a:ext uri="{FF2B5EF4-FFF2-40B4-BE49-F238E27FC236}">
                    <a16:creationId xmlns:a16="http://schemas.microsoft.com/office/drawing/2014/main" id="{5B3A41E3-83CD-521F-448D-8A779B723F43}"/>
                  </a:ext>
                </a:extLst>
              </p:cNvPr>
              <p:cNvGrpSpPr/>
              <p:nvPr/>
            </p:nvGrpSpPr>
            <p:grpSpPr>
              <a:xfrm>
                <a:off x="201210" y="213582"/>
                <a:ext cx="2696481" cy="2685949"/>
                <a:chOff x="201210" y="213582"/>
                <a:chExt cx="2696481" cy="2685949"/>
              </a:xfrm>
            </p:grpSpPr>
            <p:cxnSp>
              <p:nvCxnSpPr>
                <p:cNvPr id="202" name="Gerader Verbinder 201">
                  <a:extLst>
                    <a:ext uri="{FF2B5EF4-FFF2-40B4-BE49-F238E27FC236}">
                      <a16:creationId xmlns:a16="http://schemas.microsoft.com/office/drawing/2014/main" id="{45CC7140-75FE-AF67-C2E6-A3C0C5B58C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1210" y="213582"/>
                  <a:ext cx="1944282" cy="1944282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Gerader Verbinder 203">
                  <a:extLst>
                    <a:ext uri="{FF2B5EF4-FFF2-40B4-BE49-F238E27FC236}">
                      <a16:creationId xmlns:a16="http://schemas.microsoft.com/office/drawing/2014/main" id="{5DFFA6DB-40F2-94B9-3A67-656FEE4085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5474" y="233606"/>
                  <a:ext cx="2024584" cy="2024584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Gerader Verbinder 205">
                  <a:extLst>
                    <a:ext uri="{FF2B5EF4-FFF2-40B4-BE49-F238E27FC236}">
                      <a16:creationId xmlns:a16="http://schemas.microsoft.com/office/drawing/2014/main" id="{88A1C986-761C-1FD8-3115-73F4194758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59191" y="260304"/>
                  <a:ext cx="2086534" cy="2086534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Gerader Verbinder 207">
                  <a:extLst>
                    <a:ext uri="{FF2B5EF4-FFF2-40B4-BE49-F238E27FC236}">
                      <a16:creationId xmlns:a16="http://schemas.microsoft.com/office/drawing/2014/main" id="{777116AB-BF4A-1207-DFD0-B0CA02E9B1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8125" y="293676"/>
                  <a:ext cx="2138818" cy="2138818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Gerader Verbinder 209">
                  <a:extLst>
                    <a:ext uri="{FF2B5EF4-FFF2-40B4-BE49-F238E27FC236}">
                      <a16:creationId xmlns:a16="http://schemas.microsoft.com/office/drawing/2014/main" id="{EB097527-58FC-6FD4-2154-CF5739F995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7409" y="337060"/>
                  <a:ext cx="2182546" cy="2182546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Gerader Verbinder 211">
                  <a:extLst>
                    <a:ext uri="{FF2B5EF4-FFF2-40B4-BE49-F238E27FC236}">
                      <a16:creationId xmlns:a16="http://schemas.microsoft.com/office/drawing/2014/main" id="{F88447E7-CC06-65A2-365C-735D63B3F5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0444" y="373769"/>
                  <a:ext cx="2227392" cy="2227392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Gerader Verbinder 213">
                  <a:extLst>
                    <a:ext uri="{FF2B5EF4-FFF2-40B4-BE49-F238E27FC236}">
                      <a16:creationId xmlns:a16="http://schemas.microsoft.com/office/drawing/2014/main" id="{0C58EBAD-545E-7B39-16A4-EB646265CC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3828" y="423828"/>
                  <a:ext cx="2256314" cy="2256314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Gerader Verbinder 215">
                  <a:extLst>
                    <a:ext uri="{FF2B5EF4-FFF2-40B4-BE49-F238E27FC236}">
                      <a16:creationId xmlns:a16="http://schemas.microsoft.com/office/drawing/2014/main" id="{E7B21514-840C-2C63-FD64-2F0334868C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7223" y="473886"/>
                  <a:ext cx="2277451" cy="2277451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Gerader Verbinder 250">
                  <a:extLst>
                    <a:ext uri="{FF2B5EF4-FFF2-40B4-BE49-F238E27FC236}">
                      <a16:creationId xmlns:a16="http://schemas.microsoft.com/office/drawing/2014/main" id="{45F66315-9095-E5BF-74C0-AC47118A60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2117" y="533956"/>
                  <a:ext cx="2294380" cy="2294380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Gerader Verbinder 252">
                  <a:extLst>
                    <a:ext uri="{FF2B5EF4-FFF2-40B4-BE49-F238E27FC236}">
                      <a16:creationId xmlns:a16="http://schemas.microsoft.com/office/drawing/2014/main" id="{895D6847-A559-4598-4F88-B82B7A21C0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85512" y="587352"/>
                  <a:ext cx="2312179" cy="2312179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1" name="Gruppieren 260">
                <a:extLst>
                  <a:ext uri="{FF2B5EF4-FFF2-40B4-BE49-F238E27FC236}">
                    <a16:creationId xmlns:a16="http://schemas.microsoft.com/office/drawing/2014/main" id="{8F055702-98DC-B504-5F40-2B1CA4283B3F}"/>
                  </a:ext>
                </a:extLst>
              </p:cNvPr>
              <p:cNvGrpSpPr/>
              <p:nvPr/>
            </p:nvGrpSpPr>
            <p:grpSpPr>
              <a:xfrm rot="10800000">
                <a:off x="708221" y="711348"/>
                <a:ext cx="2696481" cy="2685949"/>
                <a:chOff x="201210" y="213582"/>
                <a:chExt cx="2696481" cy="2685949"/>
              </a:xfrm>
            </p:grpSpPr>
            <p:cxnSp>
              <p:nvCxnSpPr>
                <p:cNvPr id="262" name="Gerader Verbinder 261">
                  <a:extLst>
                    <a:ext uri="{FF2B5EF4-FFF2-40B4-BE49-F238E27FC236}">
                      <a16:creationId xmlns:a16="http://schemas.microsoft.com/office/drawing/2014/main" id="{2394CD2D-ABCB-3401-CDEE-D6A1FC7EBA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1210" y="213582"/>
                  <a:ext cx="1944282" cy="1944282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Gerader Verbinder 263">
                  <a:extLst>
                    <a:ext uri="{FF2B5EF4-FFF2-40B4-BE49-F238E27FC236}">
                      <a16:creationId xmlns:a16="http://schemas.microsoft.com/office/drawing/2014/main" id="{E15EEC9B-B03C-5E24-FF86-834292CB07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5474" y="233606"/>
                  <a:ext cx="2024584" cy="2024584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Gerader Verbinder 265">
                  <a:extLst>
                    <a:ext uri="{FF2B5EF4-FFF2-40B4-BE49-F238E27FC236}">
                      <a16:creationId xmlns:a16="http://schemas.microsoft.com/office/drawing/2014/main" id="{149FC8B8-7EF7-35A4-E7FB-B2A32A6896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59191" y="260304"/>
                  <a:ext cx="2086534" cy="2086534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Gerader Verbinder 267">
                  <a:extLst>
                    <a:ext uri="{FF2B5EF4-FFF2-40B4-BE49-F238E27FC236}">
                      <a16:creationId xmlns:a16="http://schemas.microsoft.com/office/drawing/2014/main" id="{E7DF51CA-2EB8-FBE0-EC2C-E7250FF348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8125" y="293676"/>
                  <a:ext cx="2138818" cy="2138818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Gerader Verbinder 269">
                  <a:extLst>
                    <a:ext uri="{FF2B5EF4-FFF2-40B4-BE49-F238E27FC236}">
                      <a16:creationId xmlns:a16="http://schemas.microsoft.com/office/drawing/2014/main" id="{65AAE17C-9032-0549-160D-98A0EF8D3F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7409" y="337060"/>
                  <a:ext cx="2182546" cy="2182546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Gerader Verbinder 271">
                  <a:extLst>
                    <a:ext uri="{FF2B5EF4-FFF2-40B4-BE49-F238E27FC236}">
                      <a16:creationId xmlns:a16="http://schemas.microsoft.com/office/drawing/2014/main" id="{C88CF1C3-86C7-C589-C81F-464D77F362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0444" y="373769"/>
                  <a:ext cx="2227392" cy="2227392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Gerader Verbinder 273">
                  <a:extLst>
                    <a:ext uri="{FF2B5EF4-FFF2-40B4-BE49-F238E27FC236}">
                      <a16:creationId xmlns:a16="http://schemas.microsoft.com/office/drawing/2014/main" id="{1AF6AC49-5719-401C-6D72-F28B13F25E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3828" y="423828"/>
                  <a:ext cx="2256314" cy="2256314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Gerader Verbinder 275">
                  <a:extLst>
                    <a:ext uri="{FF2B5EF4-FFF2-40B4-BE49-F238E27FC236}">
                      <a16:creationId xmlns:a16="http://schemas.microsoft.com/office/drawing/2014/main" id="{EC653359-5BE3-5024-472B-F77AD02295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7223" y="473886"/>
                  <a:ext cx="2277451" cy="2277451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Gerader Verbinder 277">
                  <a:extLst>
                    <a:ext uri="{FF2B5EF4-FFF2-40B4-BE49-F238E27FC236}">
                      <a16:creationId xmlns:a16="http://schemas.microsoft.com/office/drawing/2014/main" id="{4654AEA8-C6C8-A6EF-166A-89251D3E21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2117" y="533956"/>
                  <a:ext cx="2294380" cy="2294380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Gerader Verbinder 279">
                  <a:extLst>
                    <a:ext uri="{FF2B5EF4-FFF2-40B4-BE49-F238E27FC236}">
                      <a16:creationId xmlns:a16="http://schemas.microsoft.com/office/drawing/2014/main" id="{DE83C5EB-76A5-A8E8-3F43-B88DC939AB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85512" y="587352"/>
                  <a:ext cx="2312179" cy="2312179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82" name="Gerader Verbinder 281">
                <a:extLst>
                  <a:ext uri="{FF2B5EF4-FFF2-40B4-BE49-F238E27FC236}">
                    <a16:creationId xmlns:a16="http://schemas.microsoft.com/office/drawing/2014/main" id="{5350B7BF-8C97-DA08-D41A-ADEFB1F156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6307" y="652910"/>
                <a:ext cx="2304778" cy="2304778"/>
              </a:xfrm>
              <a:prstGeom prst="line">
                <a:avLst/>
              </a:prstGeom>
              <a:ln w="12700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" name="Ellipse 1">
                <a:extLst>
                  <a:ext uri="{FF2B5EF4-FFF2-40B4-BE49-F238E27FC236}">
                    <a16:creationId xmlns:a16="http://schemas.microsoft.com/office/drawing/2014/main" id="{E0725325-6020-0D43-B1D5-F55243786145}"/>
                  </a:ext>
                </a:extLst>
              </p:cNvPr>
              <p:cNvSpPr/>
              <p:nvPr/>
            </p:nvSpPr>
            <p:spPr>
              <a:xfrm>
                <a:off x="133387" y="133388"/>
                <a:ext cx="3333675" cy="3333675"/>
              </a:xfrm>
              <a:prstGeom prst="ellipse">
                <a:avLst/>
              </a:prstGeom>
              <a:noFill/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284" name="Ellipse 283">
              <a:extLst>
                <a:ext uri="{FF2B5EF4-FFF2-40B4-BE49-F238E27FC236}">
                  <a16:creationId xmlns:a16="http://schemas.microsoft.com/office/drawing/2014/main" id="{575C544E-D61A-12F8-4215-79BD84FA3E44}"/>
                </a:ext>
              </a:extLst>
            </p:cNvPr>
            <p:cNvSpPr/>
            <p:nvPr/>
          </p:nvSpPr>
          <p:spPr>
            <a:xfrm>
              <a:off x="487436" y="486153"/>
              <a:ext cx="2635792" cy="263579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5" name="Ellipse 284">
              <a:extLst>
                <a:ext uri="{FF2B5EF4-FFF2-40B4-BE49-F238E27FC236}">
                  <a16:creationId xmlns:a16="http://schemas.microsoft.com/office/drawing/2014/main" id="{B9B47148-D90A-4306-6462-03822AABCB8F}"/>
                </a:ext>
              </a:extLst>
            </p:cNvPr>
            <p:cNvSpPr/>
            <p:nvPr/>
          </p:nvSpPr>
          <p:spPr>
            <a:xfrm>
              <a:off x="678602" y="690805"/>
              <a:ext cx="2244147" cy="224414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6" name="Ellipse 285">
              <a:extLst>
                <a:ext uri="{FF2B5EF4-FFF2-40B4-BE49-F238E27FC236}">
                  <a16:creationId xmlns:a16="http://schemas.microsoft.com/office/drawing/2014/main" id="{7361B08C-7FAD-2E6F-E8DF-372D29D84B00}"/>
                </a:ext>
              </a:extLst>
            </p:cNvPr>
            <p:cNvSpPr/>
            <p:nvPr/>
          </p:nvSpPr>
          <p:spPr>
            <a:xfrm>
              <a:off x="1015282" y="1027865"/>
              <a:ext cx="1567662" cy="156765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7" name="Ellipse 286">
              <a:extLst>
                <a:ext uri="{FF2B5EF4-FFF2-40B4-BE49-F238E27FC236}">
                  <a16:creationId xmlns:a16="http://schemas.microsoft.com/office/drawing/2014/main" id="{1408334E-18B3-B709-05F8-5F27DAB0EB07}"/>
                </a:ext>
              </a:extLst>
            </p:cNvPr>
            <p:cNvSpPr/>
            <p:nvPr/>
          </p:nvSpPr>
          <p:spPr>
            <a:xfrm>
              <a:off x="1377511" y="1388455"/>
              <a:ext cx="841744" cy="84174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89" name="Gerade Verbindung mit Pfeil 288">
              <a:extLst>
                <a:ext uri="{FF2B5EF4-FFF2-40B4-BE49-F238E27FC236}">
                  <a16:creationId xmlns:a16="http://schemas.microsoft.com/office/drawing/2014/main" id="{93F52C75-DC60-EE97-434C-6EDA39B183E1}"/>
                </a:ext>
              </a:extLst>
            </p:cNvPr>
            <p:cNvCxnSpPr>
              <a:cxnSpLocks/>
            </p:cNvCxnSpPr>
            <p:nvPr/>
          </p:nvCxnSpPr>
          <p:spPr>
            <a:xfrm>
              <a:off x="1800225" y="690805"/>
              <a:ext cx="70082" cy="0"/>
            </a:xfrm>
            <a:prstGeom prst="straightConnector1">
              <a:avLst/>
            </a:prstGeom>
            <a:ln w="12700" cap="rnd">
              <a:round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1" name="Gerade Verbindung mit Pfeil 290">
              <a:extLst>
                <a:ext uri="{FF2B5EF4-FFF2-40B4-BE49-F238E27FC236}">
                  <a16:creationId xmlns:a16="http://schemas.microsoft.com/office/drawing/2014/main" id="{F52DE7D0-EC02-6386-F8B4-8E68E50CB0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3129" y="1999027"/>
              <a:ext cx="30267" cy="70849"/>
            </a:xfrm>
            <a:prstGeom prst="straightConnector1">
              <a:avLst/>
            </a:prstGeom>
            <a:ln w="12700" cap="rnd">
              <a:round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3" name="Gerade Verbindung mit Pfeil 292">
              <a:extLst>
                <a:ext uri="{FF2B5EF4-FFF2-40B4-BE49-F238E27FC236}">
                  <a16:creationId xmlns:a16="http://schemas.microsoft.com/office/drawing/2014/main" id="{5A2FB92D-CA59-4A56-ABA6-4188C018D6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436" y="2013142"/>
              <a:ext cx="31912" cy="56733"/>
            </a:xfrm>
            <a:prstGeom prst="straightConnector1">
              <a:avLst/>
            </a:prstGeom>
            <a:ln cap="rnd">
              <a:round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6" name="Ellipse 295">
              <a:extLst>
                <a:ext uri="{FF2B5EF4-FFF2-40B4-BE49-F238E27FC236}">
                  <a16:creationId xmlns:a16="http://schemas.microsoft.com/office/drawing/2014/main" id="{6A0103CB-69AA-4E78-38ED-BDA2A8499BA4}"/>
                </a:ext>
              </a:extLst>
            </p:cNvPr>
            <p:cNvSpPr/>
            <p:nvPr/>
          </p:nvSpPr>
          <p:spPr>
            <a:xfrm>
              <a:off x="1780983" y="1780983"/>
              <a:ext cx="45718" cy="4571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8" name="Ellipse 297">
              <a:extLst>
                <a:ext uri="{FF2B5EF4-FFF2-40B4-BE49-F238E27FC236}">
                  <a16:creationId xmlns:a16="http://schemas.microsoft.com/office/drawing/2014/main" id="{075504ED-55D1-A492-FB42-AA983B4FA339}"/>
                </a:ext>
              </a:extLst>
            </p:cNvPr>
            <p:cNvSpPr/>
            <p:nvPr/>
          </p:nvSpPr>
          <p:spPr>
            <a:xfrm>
              <a:off x="2342125" y="1005128"/>
              <a:ext cx="240817" cy="24081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99" name="Gerade Verbindung mit Pfeil 298">
              <a:extLst>
                <a:ext uri="{FF2B5EF4-FFF2-40B4-BE49-F238E27FC236}">
                  <a16:creationId xmlns:a16="http://schemas.microsoft.com/office/drawing/2014/main" id="{19805171-EB84-F693-103D-9D9939AB27E1}"/>
                </a:ext>
              </a:extLst>
            </p:cNvPr>
            <p:cNvCxnSpPr>
              <a:cxnSpLocks/>
              <a:stCxn id="298" idx="3"/>
              <a:endCxn id="298" idx="7"/>
            </p:cNvCxnSpPr>
            <p:nvPr/>
          </p:nvCxnSpPr>
          <p:spPr>
            <a:xfrm flipV="1">
              <a:off x="2377392" y="1040395"/>
              <a:ext cx="170283" cy="170283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1" name="Ellipse 300">
              <a:extLst>
                <a:ext uri="{FF2B5EF4-FFF2-40B4-BE49-F238E27FC236}">
                  <a16:creationId xmlns:a16="http://schemas.microsoft.com/office/drawing/2014/main" id="{3C62A445-B2A2-E6AB-2D07-36620899B2BF}"/>
                </a:ext>
              </a:extLst>
            </p:cNvPr>
            <p:cNvSpPr/>
            <p:nvPr/>
          </p:nvSpPr>
          <p:spPr>
            <a:xfrm rot="5400000">
              <a:off x="959673" y="2316428"/>
              <a:ext cx="240817" cy="24081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02" name="Gerade Verbindung mit Pfeil 301">
              <a:extLst>
                <a:ext uri="{FF2B5EF4-FFF2-40B4-BE49-F238E27FC236}">
                  <a16:creationId xmlns:a16="http://schemas.microsoft.com/office/drawing/2014/main" id="{8AC8105E-C528-4B0C-647E-0F889A1EE041}"/>
                </a:ext>
              </a:extLst>
            </p:cNvPr>
            <p:cNvCxnSpPr>
              <a:cxnSpLocks/>
              <a:stCxn id="301" idx="1"/>
              <a:endCxn id="301" idx="5"/>
            </p:cNvCxnSpPr>
            <p:nvPr/>
          </p:nvCxnSpPr>
          <p:spPr>
            <a:xfrm flipH="1">
              <a:off x="994940" y="2351695"/>
              <a:ext cx="170283" cy="170283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9" name="Ellipse 308">
              <a:extLst>
                <a:ext uri="{FF2B5EF4-FFF2-40B4-BE49-F238E27FC236}">
                  <a16:creationId xmlns:a16="http://schemas.microsoft.com/office/drawing/2014/main" id="{7AE8F2E2-482D-3472-F6B9-E4E40A653AEE}"/>
                </a:ext>
              </a:extLst>
            </p:cNvPr>
            <p:cNvSpPr/>
            <p:nvPr/>
          </p:nvSpPr>
          <p:spPr>
            <a:xfrm>
              <a:off x="2391620" y="2321058"/>
              <a:ext cx="240817" cy="24081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10" name="Gerade Verbindung mit Pfeil 309">
              <a:extLst>
                <a:ext uri="{FF2B5EF4-FFF2-40B4-BE49-F238E27FC236}">
                  <a16:creationId xmlns:a16="http://schemas.microsoft.com/office/drawing/2014/main" id="{DBC16781-C999-5EA3-190C-A7E5D071D581}"/>
                </a:ext>
              </a:extLst>
            </p:cNvPr>
            <p:cNvCxnSpPr>
              <a:cxnSpLocks/>
            </p:cNvCxnSpPr>
            <p:nvPr/>
          </p:nvCxnSpPr>
          <p:spPr>
            <a:xfrm>
              <a:off x="2431383" y="2351763"/>
              <a:ext cx="158455" cy="181341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8" name="Ellipse 327">
              <a:extLst>
                <a:ext uri="{FF2B5EF4-FFF2-40B4-BE49-F238E27FC236}">
                  <a16:creationId xmlns:a16="http://schemas.microsoft.com/office/drawing/2014/main" id="{05BF9F5C-AE94-6AE3-D82D-F1CD106383E8}"/>
                </a:ext>
              </a:extLst>
            </p:cNvPr>
            <p:cNvSpPr/>
            <p:nvPr/>
          </p:nvSpPr>
          <p:spPr>
            <a:xfrm rot="21166774">
              <a:off x="997211" y="1025688"/>
              <a:ext cx="240817" cy="24081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29" name="Gerade Verbindung mit Pfeil 328">
              <a:extLst>
                <a:ext uri="{FF2B5EF4-FFF2-40B4-BE49-F238E27FC236}">
                  <a16:creationId xmlns:a16="http://schemas.microsoft.com/office/drawing/2014/main" id="{FE914271-66AE-4AA9-DD85-F24251633D02}"/>
                </a:ext>
              </a:extLst>
            </p:cNvPr>
            <p:cNvCxnSpPr>
              <a:cxnSpLocks/>
            </p:cNvCxnSpPr>
            <p:nvPr/>
          </p:nvCxnSpPr>
          <p:spPr>
            <a:xfrm rot="21166774" flipH="1" flipV="1">
              <a:off x="1044583" y="1050369"/>
              <a:ext cx="146073" cy="191455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7973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DC75CBC1-F5D0-A3D0-624E-1FADDA5104AB}"/>
              </a:ext>
            </a:extLst>
          </p:cNvPr>
          <p:cNvGrpSpPr/>
          <p:nvPr/>
        </p:nvGrpSpPr>
        <p:grpSpPr>
          <a:xfrm>
            <a:off x="900149" y="778730"/>
            <a:ext cx="3933108" cy="5056656"/>
            <a:chOff x="788521" y="479472"/>
            <a:chExt cx="3933108" cy="5056656"/>
          </a:xfrm>
        </p:grpSpPr>
        <p:sp>
          <p:nvSpPr>
            <p:cNvPr id="3" name="Bogen 2">
              <a:extLst>
                <a:ext uri="{FF2B5EF4-FFF2-40B4-BE49-F238E27FC236}">
                  <a16:creationId xmlns:a16="http://schemas.microsoft.com/office/drawing/2014/main" id="{070AA3D1-94F8-D800-96C6-B8D768F1EE57}"/>
                </a:ext>
              </a:extLst>
            </p:cNvPr>
            <p:cNvSpPr/>
            <p:nvPr/>
          </p:nvSpPr>
          <p:spPr>
            <a:xfrm rot="2249820">
              <a:off x="1063261" y="2289881"/>
              <a:ext cx="388919" cy="228007"/>
            </a:xfrm>
            <a:prstGeom prst="arc">
              <a:avLst>
                <a:gd name="adj1" fmla="val 18093131"/>
                <a:gd name="adj2" fmla="val 15205398"/>
              </a:avLst>
            </a:prstGeom>
            <a:ln w="19050" cap="rnd">
              <a:solidFill>
                <a:schemeClr val="accent6">
                  <a:lumMod val="75000"/>
                </a:schemeClr>
              </a:solidFill>
              <a:round/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" name="Bogen 1">
              <a:extLst>
                <a:ext uri="{FF2B5EF4-FFF2-40B4-BE49-F238E27FC236}">
                  <a16:creationId xmlns:a16="http://schemas.microsoft.com/office/drawing/2014/main" id="{E8E18FD6-BA51-0A0D-A3C1-F9B9C839639C}"/>
                </a:ext>
              </a:extLst>
            </p:cNvPr>
            <p:cNvSpPr/>
            <p:nvPr/>
          </p:nvSpPr>
          <p:spPr>
            <a:xfrm>
              <a:off x="847898" y="1664772"/>
              <a:ext cx="3873731" cy="3871356"/>
            </a:xfrm>
            <a:prstGeom prst="arc">
              <a:avLst>
                <a:gd name="adj1" fmla="val 12652692"/>
                <a:gd name="adj2" fmla="val 15831241"/>
              </a:avLst>
            </a:prstGeom>
            <a:ln w="19050" cap="rnd">
              <a:round/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75F92ED8-617A-4B3B-041B-170BAC094EA6}"/>
                </a:ext>
              </a:extLst>
            </p:cNvPr>
            <p:cNvSpPr txBox="1"/>
            <p:nvPr/>
          </p:nvSpPr>
          <p:spPr>
            <a:xfrm>
              <a:off x="788521" y="2037040"/>
              <a:ext cx="3871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accent6">
                      <a:lumMod val="7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Γ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7302AE30-E9C1-AAE3-5E93-00AF6ED5BAB7}"/>
                </a:ext>
              </a:extLst>
            </p:cNvPr>
            <p:cNvSpPr txBox="1"/>
            <p:nvPr/>
          </p:nvSpPr>
          <p:spPr>
            <a:xfrm>
              <a:off x="1728943" y="1396820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accent2">
                      <a:lumMod val="7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d</a:t>
              </a:r>
              <a:r>
                <a:rPr lang="de-DE" sz="1600" i="1" u="sng" dirty="0">
                  <a:solidFill>
                    <a:schemeClr val="accent2">
                      <a:lumMod val="7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s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1D0C1F62-BCC0-F963-2548-005587520CA5}"/>
                </a:ext>
              </a:extLst>
            </p:cNvPr>
            <p:cNvSpPr txBox="1"/>
            <p:nvPr/>
          </p:nvSpPr>
          <p:spPr>
            <a:xfrm>
              <a:off x="1582981" y="479472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A</a:t>
              </a:r>
              <a:endParaRPr lang="de-DE" sz="1600" i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F6C42F02-1599-4945-ECF9-165E69134B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0542" y="681644"/>
              <a:ext cx="144878" cy="1463040"/>
            </a:xfrm>
            <a:prstGeom prst="straightConnector1">
              <a:avLst/>
            </a:prstGeom>
            <a:ln w="19050" cap="rnd">
              <a:solidFill>
                <a:schemeClr val="tx2">
                  <a:lumMod val="75000"/>
                  <a:lumOff val="25000"/>
                </a:schemeClr>
              </a:solidFill>
              <a:round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 Verbindung mit Pfeil 5">
              <a:extLst>
                <a:ext uri="{FF2B5EF4-FFF2-40B4-BE49-F238E27FC236}">
                  <a16:creationId xmlns:a16="http://schemas.microsoft.com/office/drawing/2014/main" id="{C3928491-EBD8-1315-BF1E-462ABFFA9E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0542" y="1711325"/>
              <a:ext cx="462638" cy="433359"/>
            </a:xfrm>
            <a:prstGeom prst="straightConnector1">
              <a:avLst/>
            </a:prstGeom>
            <a:ln w="19050" cap="rnd">
              <a:solidFill>
                <a:schemeClr val="accent2">
                  <a:lumMod val="75000"/>
                </a:schemeClr>
              </a:solidFill>
              <a:round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3B3794F6-8BA2-6792-6B44-CD26B47C8B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8134" y="590877"/>
              <a:ext cx="487286" cy="90767"/>
            </a:xfrm>
            <a:prstGeom prst="straightConnector1">
              <a:avLst/>
            </a:prstGeom>
            <a:ln w="19050" cap="rnd">
              <a:solidFill>
                <a:schemeClr val="tx2">
                  <a:lumMod val="75000"/>
                  <a:lumOff val="25000"/>
                </a:schemeClr>
              </a:solidFill>
              <a:round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96055D17-9CF9-DD8F-36C7-05127A89F6B6}"/>
                </a:ext>
              </a:extLst>
            </p:cNvPr>
            <p:cNvSpPr txBox="1"/>
            <p:nvPr/>
          </p:nvSpPr>
          <p:spPr>
            <a:xfrm>
              <a:off x="1199591" y="1193829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u="sng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a</a:t>
              </a:r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ED68F813-4C67-69A3-F0F3-F532E58F8FC1}"/>
                </a:ext>
              </a:extLst>
            </p:cNvPr>
            <p:cNvSpPr/>
            <p:nvPr/>
          </p:nvSpPr>
          <p:spPr>
            <a:xfrm>
              <a:off x="1627130" y="653354"/>
              <a:ext cx="56580" cy="5658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65DDAC83-5E00-5DAD-FC93-3740821C6A9C}"/>
                </a:ext>
              </a:extLst>
            </p:cNvPr>
            <p:cNvSpPr txBox="1"/>
            <p:nvPr/>
          </p:nvSpPr>
          <p:spPr>
            <a:xfrm>
              <a:off x="990203" y="655461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d</a:t>
              </a:r>
              <a:r>
                <a:rPr lang="de-DE" sz="1600" i="1" u="sng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v</a:t>
              </a: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8F3E0520-9ECB-D0DB-0335-852D02831D76}"/>
                </a:ext>
              </a:extLst>
            </p:cNvPr>
            <p:cNvSpPr txBox="1"/>
            <p:nvPr/>
          </p:nvSpPr>
          <p:spPr>
            <a:xfrm>
              <a:off x="2453874" y="1473562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u="sng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s</a:t>
              </a:r>
            </a:p>
          </p:txBody>
        </p:sp>
        <p:sp>
          <p:nvSpPr>
            <p:cNvPr id="20" name="Bogen 19">
              <a:extLst>
                <a:ext uri="{FF2B5EF4-FFF2-40B4-BE49-F238E27FC236}">
                  <a16:creationId xmlns:a16="http://schemas.microsoft.com/office/drawing/2014/main" id="{E870EC11-EEDD-71D2-7886-33AEA86FA174}"/>
                </a:ext>
              </a:extLst>
            </p:cNvPr>
            <p:cNvSpPr/>
            <p:nvPr/>
          </p:nvSpPr>
          <p:spPr>
            <a:xfrm>
              <a:off x="1291995" y="1723102"/>
              <a:ext cx="533045" cy="433358"/>
            </a:xfrm>
            <a:prstGeom prst="arc">
              <a:avLst>
                <a:gd name="adj1" fmla="val 16218406"/>
                <a:gd name="adj2" fmla="val 20484856"/>
              </a:avLst>
            </a:prstGeom>
            <a:ln w="6350" cap="rnd">
              <a:solidFill>
                <a:schemeClr val="accent5">
                  <a:lumMod val="75000"/>
                </a:schemeClr>
              </a:solidFill>
              <a:round/>
              <a:headEnd type="stealth" w="sm" len="sm"/>
              <a:tailEnd type="stealth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50692128-0D9E-F8ED-3A30-66D7A877ED44}"/>
                </a:ext>
              </a:extLst>
            </p:cNvPr>
            <p:cNvSpPr txBox="1"/>
            <p:nvPr/>
          </p:nvSpPr>
          <p:spPr>
            <a:xfrm>
              <a:off x="1383897" y="1738909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dirty="0">
                  <a:solidFill>
                    <a:schemeClr val="accent5">
                      <a:lumMod val="75000"/>
                    </a:schemeClr>
                  </a:solidFill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2396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9D2D1DBE-B1A8-40C9-5766-20C1E8111ED1}"/>
              </a:ext>
            </a:extLst>
          </p:cNvPr>
          <p:cNvGrpSpPr/>
          <p:nvPr/>
        </p:nvGrpSpPr>
        <p:grpSpPr>
          <a:xfrm>
            <a:off x="122207" y="360807"/>
            <a:ext cx="3250513" cy="2805985"/>
            <a:chOff x="74582" y="348107"/>
            <a:chExt cx="3250513" cy="2805985"/>
          </a:xfrm>
        </p:grpSpPr>
        <p:sp>
          <p:nvSpPr>
            <p:cNvPr id="60" name="Bogen 59">
              <a:extLst>
                <a:ext uri="{FF2B5EF4-FFF2-40B4-BE49-F238E27FC236}">
                  <a16:creationId xmlns:a16="http://schemas.microsoft.com/office/drawing/2014/main" id="{C233F0B5-BD8F-D4B1-243B-EC6270977A5A}"/>
                </a:ext>
              </a:extLst>
            </p:cNvPr>
            <p:cNvSpPr/>
            <p:nvPr/>
          </p:nvSpPr>
          <p:spPr>
            <a:xfrm rot="1270463">
              <a:off x="1758734" y="348107"/>
              <a:ext cx="1163688" cy="1163688"/>
            </a:xfrm>
            <a:prstGeom prst="arc">
              <a:avLst>
                <a:gd name="adj1" fmla="val 6218401"/>
                <a:gd name="adj2" fmla="val 6749218"/>
              </a:avLst>
            </a:prstGeom>
            <a:ln w="1270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EC6EB462-2A96-A17B-8B27-E13E9A7756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543" y="916776"/>
              <a:ext cx="1688275" cy="954702"/>
            </a:xfrm>
            <a:prstGeom prst="line">
              <a:avLst/>
            </a:prstGeom>
            <a:ln w="12700" cap="rnd">
              <a:prstDash val="dashDot"/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934B652D-DBA5-4523-2778-C8A134E6CA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41818" y="916776"/>
              <a:ext cx="513014" cy="1831101"/>
            </a:xfrm>
            <a:prstGeom prst="line">
              <a:avLst/>
            </a:prstGeom>
            <a:ln w="12700" cap="rnd">
              <a:prstDash val="dashDot"/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D0AEDB58-8072-3FE1-FBBF-471C1BA20C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99412" y="2094808"/>
              <a:ext cx="470263" cy="303811"/>
            </a:xfrm>
            <a:prstGeom prst="line">
              <a:avLst/>
            </a:prstGeom>
            <a:ln w="12700" cap="rnd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/>
              <a:tailEnd type="non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80ADFDFF-E553-18E2-44C9-31C157CB05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0115" y="916776"/>
              <a:ext cx="561703" cy="1407226"/>
            </a:xfrm>
            <a:prstGeom prst="line">
              <a:avLst/>
            </a:prstGeom>
            <a:ln w="12700" cap="rnd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/>
              <a:tailEnd type="non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Bogen 28">
              <a:extLst>
                <a:ext uri="{FF2B5EF4-FFF2-40B4-BE49-F238E27FC236}">
                  <a16:creationId xmlns:a16="http://schemas.microsoft.com/office/drawing/2014/main" id="{3D2EB4EC-6EAB-7A35-BD5C-3AADD9871A06}"/>
                </a:ext>
              </a:extLst>
            </p:cNvPr>
            <p:cNvSpPr/>
            <p:nvPr/>
          </p:nvSpPr>
          <p:spPr>
            <a:xfrm rot="7407129">
              <a:off x="1318145" y="2122102"/>
              <a:ext cx="277079" cy="277079"/>
            </a:xfrm>
            <a:prstGeom prst="arc">
              <a:avLst/>
            </a:prstGeom>
            <a:ln w="1270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Bogen 29">
              <a:extLst>
                <a:ext uri="{FF2B5EF4-FFF2-40B4-BE49-F238E27FC236}">
                  <a16:creationId xmlns:a16="http://schemas.microsoft.com/office/drawing/2014/main" id="{4A944172-9D4C-FC83-B048-EE01F9B43FB4}"/>
                </a:ext>
              </a:extLst>
            </p:cNvPr>
            <p:cNvSpPr/>
            <p:nvPr/>
          </p:nvSpPr>
          <p:spPr>
            <a:xfrm rot="1270463">
              <a:off x="1649889" y="2189114"/>
              <a:ext cx="277079" cy="277079"/>
            </a:xfrm>
            <a:prstGeom prst="arc">
              <a:avLst/>
            </a:prstGeom>
            <a:ln w="1270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45DDC412-6D99-AADA-EFA6-13F068EE99DF}"/>
                </a:ext>
              </a:extLst>
            </p:cNvPr>
            <p:cNvSpPr/>
            <p:nvPr/>
          </p:nvSpPr>
          <p:spPr>
            <a:xfrm>
              <a:off x="1838332" y="2267888"/>
              <a:ext cx="45719" cy="45719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00727298-47B3-50B7-510F-E97FDD1CFCCE}"/>
                </a:ext>
              </a:extLst>
            </p:cNvPr>
            <p:cNvSpPr/>
            <p:nvPr/>
          </p:nvSpPr>
          <p:spPr>
            <a:xfrm>
              <a:off x="1448388" y="2318047"/>
              <a:ext cx="45719" cy="45719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Bogen 33">
              <a:extLst>
                <a:ext uri="{FF2B5EF4-FFF2-40B4-BE49-F238E27FC236}">
                  <a16:creationId xmlns:a16="http://schemas.microsoft.com/office/drawing/2014/main" id="{B4D1A23F-8A0B-37CA-E5C1-AD02C0F5E00C}"/>
                </a:ext>
              </a:extLst>
            </p:cNvPr>
            <p:cNvSpPr/>
            <p:nvPr/>
          </p:nvSpPr>
          <p:spPr>
            <a:xfrm rot="1293498">
              <a:off x="248671" y="1476223"/>
              <a:ext cx="812430" cy="812430"/>
            </a:xfrm>
            <a:prstGeom prst="arc">
              <a:avLst>
                <a:gd name="adj1" fmla="val 18555665"/>
                <a:gd name="adj2" fmla="val 0"/>
              </a:avLst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C9535AF-5E3C-4AB0-0E71-5BC06584F778}"/>
                </a:ext>
              </a:extLst>
            </p:cNvPr>
            <p:cNvSpPr txBox="1"/>
            <p:nvPr/>
          </p:nvSpPr>
          <p:spPr>
            <a:xfrm>
              <a:off x="674269" y="1681418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α</a:t>
              </a:r>
              <a:r>
                <a:rPr lang="de-DE" sz="1600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1</a:t>
              </a:r>
            </a:p>
          </p:txBody>
        </p:sp>
        <p:sp>
          <p:nvSpPr>
            <p:cNvPr id="45" name="Bogen 44">
              <a:extLst>
                <a:ext uri="{FF2B5EF4-FFF2-40B4-BE49-F238E27FC236}">
                  <a16:creationId xmlns:a16="http://schemas.microsoft.com/office/drawing/2014/main" id="{3EEFA8F8-B1F2-B3E3-A0F5-590630921113}"/>
                </a:ext>
              </a:extLst>
            </p:cNvPr>
            <p:cNvSpPr/>
            <p:nvPr/>
          </p:nvSpPr>
          <p:spPr>
            <a:xfrm rot="1293498">
              <a:off x="2447039" y="2341662"/>
              <a:ext cx="812430" cy="812430"/>
            </a:xfrm>
            <a:prstGeom prst="arc">
              <a:avLst>
                <a:gd name="adj1" fmla="val 14106317"/>
                <a:gd name="adj2" fmla="val 21578192"/>
              </a:avLst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6C730A27-34FA-0A6D-E3C9-E1701DB719D7}"/>
                </a:ext>
              </a:extLst>
            </p:cNvPr>
            <p:cNvSpPr txBox="1"/>
            <p:nvPr/>
          </p:nvSpPr>
          <p:spPr>
            <a:xfrm>
              <a:off x="2774108" y="2421219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α</a:t>
              </a:r>
              <a:r>
                <a:rPr lang="de-DE" sz="1600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2</a:t>
              </a:r>
            </a:p>
          </p:txBody>
        </p:sp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AB075F10-BEF7-D887-BC9B-A5128139DDF3}"/>
                </a:ext>
              </a:extLst>
            </p:cNvPr>
            <p:cNvSpPr txBox="1"/>
            <p:nvPr/>
          </p:nvSpPr>
          <p:spPr>
            <a:xfrm>
              <a:off x="345470" y="1929334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P</a:t>
              </a:r>
              <a:r>
                <a:rPr lang="de-DE" sz="1600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1</a:t>
              </a:r>
            </a:p>
          </p:txBody>
        </p:sp>
        <p:sp>
          <p:nvSpPr>
            <p:cNvPr id="50" name="Textfeld 49">
              <a:extLst>
                <a:ext uri="{FF2B5EF4-FFF2-40B4-BE49-F238E27FC236}">
                  <a16:creationId xmlns:a16="http://schemas.microsoft.com/office/drawing/2014/main" id="{4A123B0B-9EFE-E91D-089B-13CDC542DEA8}"/>
                </a:ext>
              </a:extLst>
            </p:cNvPr>
            <p:cNvSpPr txBox="1"/>
            <p:nvPr/>
          </p:nvSpPr>
          <p:spPr>
            <a:xfrm>
              <a:off x="2582389" y="2807868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P</a:t>
              </a:r>
              <a:r>
                <a:rPr lang="de-DE" sz="1600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2</a:t>
              </a:r>
            </a:p>
          </p:txBody>
        </p:sp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8D545B6B-DC76-4BC5-DD20-1AACA351ACF4}"/>
                </a:ext>
              </a:extLst>
            </p:cNvPr>
            <p:cNvSpPr txBox="1"/>
            <p:nvPr/>
          </p:nvSpPr>
          <p:spPr>
            <a:xfrm>
              <a:off x="1589606" y="2584667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d</a:t>
              </a:r>
              <a:r>
                <a:rPr lang="de-DE" sz="16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s</a:t>
              </a:r>
              <a:endPara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A4CC14DD-DA64-1725-9941-B473C45C75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7049" y="2506218"/>
              <a:ext cx="192244" cy="144020"/>
            </a:xfrm>
            <a:prstGeom prst="line">
              <a:avLst/>
            </a:prstGeom>
            <a:ln w="6350" cap="rnd">
              <a:prstDash val="solid"/>
              <a:round/>
              <a:headEnd type="none"/>
              <a:tailEnd type="non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2B37001B-E5C5-1168-10CE-7B3F5DD36BC2}"/>
                </a:ext>
              </a:extLst>
            </p:cNvPr>
            <p:cNvSpPr txBox="1"/>
            <p:nvPr/>
          </p:nvSpPr>
          <p:spPr>
            <a:xfrm>
              <a:off x="1117840" y="1893673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α</a:t>
              </a:r>
              <a:endParaRPr lang="de-DE" sz="1600" baseline="-25000" dirty="0">
                <a:solidFill>
                  <a:schemeClr val="tx2">
                    <a:lumMod val="75000"/>
                    <a:lumOff val="2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56" name="Bogen 55">
              <a:extLst>
                <a:ext uri="{FF2B5EF4-FFF2-40B4-BE49-F238E27FC236}">
                  <a16:creationId xmlns:a16="http://schemas.microsoft.com/office/drawing/2014/main" id="{6B9ED2E6-745D-5311-3F24-CE10C4D4B4E8}"/>
                </a:ext>
              </a:extLst>
            </p:cNvPr>
            <p:cNvSpPr/>
            <p:nvPr/>
          </p:nvSpPr>
          <p:spPr>
            <a:xfrm rot="1293498">
              <a:off x="937613" y="1822905"/>
              <a:ext cx="532474" cy="532474"/>
            </a:xfrm>
            <a:prstGeom prst="arc">
              <a:avLst>
                <a:gd name="adj1" fmla="val 17620408"/>
                <a:gd name="adj2" fmla="val 0"/>
              </a:avLst>
            </a:prstGeom>
            <a:ln w="12700" cap="rnd">
              <a:solidFill>
                <a:schemeClr val="tx2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ACF593AF-AFBF-0F00-9DF2-DA94C0462930}"/>
                </a:ext>
              </a:extLst>
            </p:cNvPr>
            <p:cNvCxnSpPr>
              <a:cxnSpLocks/>
            </p:cNvCxnSpPr>
            <p:nvPr/>
          </p:nvCxnSpPr>
          <p:spPr>
            <a:xfrm>
              <a:off x="194755" y="1702919"/>
              <a:ext cx="3130340" cy="1226347"/>
            </a:xfrm>
            <a:prstGeom prst="line">
              <a:avLst/>
            </a:prstGeom>
            <a:ln cap="rnd"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DF5D6866-EBB5-ACA5-C3D7-431A05FF78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2916" y="916776"/>
              <a:ext cx="1018902" cy="1543792"/>
            </a:xfrm>
            <a:prstGeom prst="line">
              <a:avLst/>
            </a:prstGeom>
            <a:ln w="12700" cap="rnd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/>
              <a:tailEnd type="non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3F5B89DD-3048-93B4-B73B-A11C07D2C3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9412" y="929966"/>
              <a:ext cx="1129615" cy="1164842"/>
            </a:xfrm>
            <a:prstGeom prst="line">
              <a:avLst/>
            </a:prstGeom>
            <a:ln w="19050" cap="rnd">
              <a:solidFill>
                <a:schemeClr val="tx2">
                  <a:lumMod val="75000"/>
                  <a:lumOff val="25000"/>
                </a:schemeClr>
              </a:solidFill>
              <a:prstDash val="solid"/>
              <a:round/>
              <a:headEnd type="none"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D4896872-56A1-BF13-787F-15110FA31C00}"/>
                </a:ext>
              </a:extLst>
            </p:cNvPr>
            <p:cNvSpPr/>
            <p:nvPr/>
          </p:nvSpPr>
          <p:spPr>
            <a:xfrm>
              <a:off x="2310905" y="888127"/>
              <a:ext cx="61826" cy="6182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8C5692DF-1B06-93C4-E2FC-6D4C598EFAF4}"/>
                </a:ext>
              </a:extLst>
            </p:cNvPr>
            <p:cNvSpPr/>
            <p:nvPr/>
          </p:nvSpPr>
          <p:spPr>
            <a:xfrm>
              <a:off x="612443" y="1847690"/>
              <a:ext cx="61826" cy="6182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Ellipse 47">
              <a:extLst>
                <a:ext uri="{FF2B5EF4-FFF2-40B4-BE49-F238E27FC236}">
                  <a16:creationId xmlns:a16="http://schemas.microsoft.com/office/drawing/2014/main" id="{9365D41F-303F-01FF-DF75-090BDC9B7137}"/>
                </a:ext>
              </a:extLst>
            </p:cNvPr>
            <p:cNvSpPr/>
            <p:nvPr/>
          </p:nvSpPr>
          <p:spPr>
            <a:xfrm>
              <a:off x="2824718" y="2714700"/>
              <a:ext cx="61826" cy="6182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D7AB5F90-13E7-EC69-8E23-CB2A0096D3DF}"/>
                </a:ext>
              </a:extLst>
            </p:cNvPr>
            <p:cNvSpPr txBox="1"/>
            <p:nvPr/>
          </p:nvSpPr>
          <p:spPr>
            <a:xfrm>
              <a:off x="2257355" y="755812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A</a:t>
              </a:r>
              <a:endPara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58" name="Textfeld 57">
              <a:extLst>
                <a:ext uri="{FF2B5EF4-FFF2-40B4-BE49-F238E27FC236}">
                  <a16:creationId xmlns:a16="http://schemas.microsoft.com/office/drawing/2014/main" id="{F3BCDBBB-68F1-2885-0303-46D0D325969D}"/>
                </a:ext>
              </a:extLst>
            </p:cNvPr>
            <p:cNvSpPr txBox="1"/>
            <p:nvPr/>
          </p:nvSpPr>
          <p:spPr>
            <a:xfrm>
              <a:off x="1309456" y="1357293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u="sng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a</a:t>
              </a:r>
            </a:p>
          </p:txBody>
        </p: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FAA6ED00-B365-212C-7A2E-B8E08B3FE28C}"/>
                </a:ext>
              </a:extLst>
            </p:cNvPr>
            <p:cNvSpPr txBox="1"/>
            <p:nvPr/>
          </p:nvSpPr>
          <p:spPr>
            <a:xfrm>
              <a:off x="1824488" y="1664455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</a:t>
              </a:r>
              <a:endParaRPr lang="de-DE" sz="1600" i="1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7B59C146-540F-84D3-F223-3F4A612E5EBC}"/>
                </a:ext>
              </a:extLst>
            </p:cNvPr>
            <p:cNvCxnSpPr>
              <a:cxnSpLocks/>
            </p:cNvCxnSpPr>
            <p:nvPr/>
          </p:nvCxnSpPr>
          <p:spPr>
            <a:xfrm>
              <a:off x="1811040" y="1002747"/>
              <a:ext cx="223853" cy="287309"/>
            </a:xfrm>
            <a:prstGeom prst="line">
              <a:avLst/>
            </a:prstGeom>
            <a:ln w="6350" cap="rnd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/>
              <a:tailEnd type="non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CD99650D-2002-07D1-55EC-6C2D6823CDCB}"/>
                </a:ext>
              </a:extLst>
            </p:cNvPr>
            <p:cNvSpPr txBox="1"/>
            <p:nvPr/>
          </p:nvSpPr>
          <p:spPr>
            <a:xfrm>
              <a:off x="1441923" y="741454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dα</a:t>
              </a:r>
              <a:endParaRPr lang="de-DE" sz="1600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67" name="Bogen 66">
              <a:extLst>
                <a:ext uri="{FF2B5EF4-FFF2-40B4-BE49-F238E27FC236}">
                  <a16:creationId xmlns:a16="http://schemas.microsoft.com/office/drawing/2014/main" id="{3A32E541-43F0-1473-47F4-F4FD8EBD64DA}"/>
                </a:ext>
              </a:extLst>
            </p:cNvPr>
            <p:cNvSpPr/>
            <p:nvPr/>
          </p:nvSpPr>
          <p:spPr>
            <a:xfrm rot="6699530" flipH="1">
              <a:off x="183339" y="1666595"/>
              <a:ext cx="385541" cy="228007"/>
            </a:xfrm>
            <a:prstGeom prst="arc">
              <a:avLst>
                <a:gd name="adj1" fmla="val 18093131"/>
                <a:gd name="adj2" fmla="val 15205398"/>
              </a:avLst>
            </a:prstGeom>
            <a:ln w="19050" cap="rnd">
              <a:solidFill>
                <a:schemeClr val="accent6">
                  <a:lumMod val="75000"/>
                </a:schemeClr>
              </a:solidFill>
              <a:round/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23A1972B-668B-DB49-0A85-D2FB67604401}"/>
                </a:ext>
              </a:extLst>
            </p:cNvPr>
            <p:cNvSpPr txBox="1"/>
            <p:nvPr/>
          </p:nvSpPr>
          <p:spPr>
            <a:xfrm>
              <a:off x="74582" y="1332562"/>
              <a:ext cx="3871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accent6">
                      <a:lumMod val="7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Γ</a:t>
              </a:r>
            </a:p>
          </p:txBody>
        </p: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7573C6AC-F908-1B6F-9076-13777AEB0F50}"/>
                </a:ext>
              </a:extLst>
            </p:cNvPr>
            <p:cNvCxnSpPr>
              <a:cxnSpLocks/>
            </p:cNvCxnSpPr>
            <p:nvPr/>
          </p:nvCxnSpPr>
          <p:spPr>
            <a:xfrm>
              <a:off x="2432601" y="2579938"/>
              <a:ext cx="59620" cy="23357"/>
            </a:xfrm>
            <a:prstGeom prst="line">
              <a:avLst/>
            </a:prstGeom>
            <a:ln cap="rnd">
              <a:round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30676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Freihandform: Form 61">
            <a:extLst>
              <a:ext uri="{FF2B5EF4-FFF2-40B4-BE49-F238E27FC236}">
                <a16:creationId xmlns:a16="http://schemas.microsoft.com/office/drawing/2014/main" id="{CABBB3D2-BB6A-928D-92C7-5EF994014874}"/>
              </a:ext>
            </a:extLst>
          </p:cNvPr>
          <p:cNvSpPr/>
          <p:nvPr/>
        </p:nvSpPr>
        <p:spPr>
          <a:xfrm>
            <a:off x="1287780" y="1748255"/>
            <a:ext cx="1424658" cy="572989"/>
          </a:xfrm>
          <a:custGeom>
            <a:avLst/>
            <a:gdLst>
              <a:gd name="connsiteX0" fmla="*/ 0 w 1501140"/>
              <a:gd name="connsiteY0" fmla="*/ 695960 h 695960"/>
              <a:gd name="connsiteX1" fmla="*/ 523240 w 1501140"/>
              <a:gd name="connsiteY1" fmla="*/ 149860 h 695960"/>
              <a:gd name="connsiteX2" fmla="*/ 1501140 w 1501140"/>
              <a:gd name="connsiteY2" fmla="*/ 0 h 695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1140" h="695960">
                <a:moveTo>
                  <a:pt x="0" y="695960"/>
                </a:moveTo>
                <a:cubicBezTo>
                  <a:pt x="136525" y="480906"/>
                  <a:pt x="273050" y="265853"/>
                  <a:pt x="523240" y="149860"/>
                </a:cubicBezTo>
                <a:cubicBezTo>
                  <a:pt x="773430" y="33867"/>
                  <a:pt x="1137285" y="16933"/>
                  <a:pt x="1501140" y="0"/>
                </a:cubicBezTo>
              </a:path>
            </a:pathLst>
          </a:custGeom>
          <a:noFill/>
          <a:ln cap="rnd">
            <a:solidFill>
              <a:schemeClr val="accent1"/>
            </a:solidFill>
            <a:round/>
            <a:headEnd type="none"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Freihandform: Form 62">
            <a:extLst>
              <a:ext uri="{FF2B5EF4-FFF2-40B4-BE49-F238E27FC236}">
                <a16:creationId xmlns:a16="http://schemas.microsoft.com/office/drawing/2014/main" id="{A6366F78-B509-658F-BC13-72EE1EB7EC7E}"/>
              </a:ext>
            </a:extLst>
          </p:cNvPr>
          <p:cNvSpPr/>
          <p:nvPr/>
        </p:nvSpPr>
        <p:spPr>
          <a:xfrm>
            <a:off x="944880" y="1490980"/>
            <a:ext cx="1785620" cy="807720"/>
          </a:xfrm>
          <a:custGeom>
            <a:avLst/>
            <a:gdLst>
              <a:gd name="connsiteX0" fmla="*/ 0 w 1785620"/>
              <a:gd name="connsiteY0" fmla="*/ 807720 h 807720"/>
              <a:gd name="connsiteX1" fmla="*/ 685800 w 1785620"/>
              <a:gd name="connsiteY1" fmla="*/ 170180 h 807720"/>
              <a:gd name="connsiteX2" fmla="*/ 1785620 w 1785620"/>
              <a:gd name="connsiteY2" fmla="*/ 0 h 80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85620" h="807720">
                <a:moveTo>
                  <a:pt x="0" y="807720"/>
                </a:moveTo>
                <a:cubicBezTo>
                  <a:pt x="194098" y="556260"/>
                  <a:pt x="388197" y="304800"/>
                  <a:pt x="685800" y="170180"/>
                </a:cubicBezTo>
                <a:cubicBezTo>
                  <a:pt x="983403" y="35560"/>
                  <a:pt x="1384511" y="17780"/>
                  <a:pt x="1785620" y="0"/>
                </a:cubicBezTo>
              </a:path>
            </a:pathLst>
          </a:custGeom>
          <a:noFill/>
          <a:ln cap="rnd">
            <a:solidFill>
              <a:schemeClr val="accent1"/>
            </a:solidFill>
            <a:round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Freihandform: Form 63">
            <a:extLst>
              <a:ext uri="{FF2B5EF4-FFF2-40B4-BE49-F238E27FC236}">
                <a16:creationId xmlns:a16="http://schemas.microsoft.com/office/drawing/2014/main" id="{D3A132ED-FABB-961B-8B86-2585C51723D2}"/>
              </a:ext>
            </a:extLst>
          </p:cNvPr>
          <p:cNvSpPr/>
          <p:nvPr/>
        </p:nvSpPr>
        <p:spPr>
          <a:xfrm>
            <a:off x="574040" y="1193800"/>
            <a:ext cx="2258060" cy="1145540"/>
          </a:xfrm>
          <a:custGeom>
            <a:avLst/>
            <a:gdLst>
              <a:gd name="connsiteX0" fmla="*/ 0 w 2258060"/>
              <a:gd name="connsiteY0" fmla="*/ 1145540 h 1145540"/>
              <a:gd name="connsiteX1" fmla="*/ 871220 w 2258060"/>
              <a:gd name="connsiteY1" fmla="*/ 228600 h 1145540"/>
              <a:gd name="connsiteX2" fmla="*/ 2258060 w 2258060"/>
              <a:gd name="connsiteY2" fmla="*/ 0 h 114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58060" h="1145540">
                <a:moveTo>
                  <a:pt x="0" y="1145540"/>
                </a:moveTo>
                <a:cubicBezTo>
                  <a:pt x="247438" y="782531"/>
                  <a:pt x="494877" y="419523"/>
                  <a:pt x="871220" y="228600"/>
                </a:cubicBezTo>
                <a:cubicBezTo>
                  <a:pt x="1247563" y="37677"/>
                  <a:pt x="1752811" y="18838"/>
                  <a:pt x="2258060" y="0"/>
                </a:cubicBezTo>
              </a:path>
            </a:pathLst>
          </a:custGeom>
          <a:noFill/>
          <a:ln cap="rnd">
            <a:solidFill>
              <a:schemeClr val="accent1"/>
            </a:solidFill>
            <a:round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7F903956-2BA9-AB30-CEA8-99626C79FC36}"/>
              </a:ext>
            </a:extLst>
          </p:cNvPr>
          <p:cNvCxnSpPr>
            <a:cxnSpLocks/>
          </p:cNvCxnSpPr>
          <p:nvPr/>
        </p:nvCxnSpPr>
        <p:spPr>
          <a:xfrm flipH="1">
            <a:off x="823490" y="2167467"/>
            <a:ext cx="946749" cy="0"/>
          </a:xfrm>
          <a:prstGeom prst="line">
            <a:avLst/>
          </a:prstGeom>
          <a:ln w="12700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F2E89055-4D1A-2F6C-31B1-FECBD3DC0968}"/>
              </a:ext>
            </a:extLst>
          </p:cNvPr>
          <p:cNvCxnSpPr>
            <a:cxnSpLocks/>
          </p:cNvCxnSpPr>
          <p:nvPr/>
        </p:nvCxnSpPr>
        <p:spPr>
          <a:xfrm flipV="1">
            <a:off x="948846" y="2170135"/>
            <a:ext cx="817324" cy="886216"/>
          </a:xfrm>
          <a:prstGeom prst="line">
            <a:avLst/>
          </a:prstGeom>
          <a:ln cap="rnd">
            <a:rou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B5E42FA9-98AF-3D9B-D42D-B02EB86AF59F}"/>
              </a:ext>
            </a:extLst>
          </p:cNvPr>
          <p:cNvCxnSpPr>
            <a:cxnSpLocks/>
          </p:cNvCxnSpPr>
          <p:nvPr/>
        </p:nvCxnSpPr>
        <p:spPr>
          <a:xfrm flipH="1">
            <a:off x="1766170" y="2170135"/>
            <a:ext cx="1334022" cy="0"/>
          </a:xfrm>
          <a:prstGeom prst="line">
            <a:avLst/>
          </a:prstGeom>
          <a:ln cap="rnd">
            <a:round/>
            <a:head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A4B2E884-DBEE-E6E9-539F-28BF2BEA40F4}"/>
              </a:ext>
            </a:extLst>
          </p:cNvPr>
          <p:cNvSpPr txBox="1"/>
          <p:nvPr/>
        </p:nvSpPr>
        <p:spPr>
          <a:xfrm>
            <a:off x="3029185" y="1966571"/>
            <a:ext cx="484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868AE15E-BD9C-9B16-6053-C4D9A99B2185}"/>
              </a:ext>
            </a:extLst>
          </p:cNvPr>
          <p:cNvCxnSpPr>
            <a:cxnSpLocks/>
          </p:cNvCxnSpPr>
          <p:nvPr/>
        </p:nvCxnSpPr>
        <p:spPr>
          <a:xfrm>
            <a:off x="980816" y="3023107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7B0AF63-FE9C-7CE1-1C9D-FD10BCB769AB}"/>
              </a:ext>
            </a:extLst>
          </p:cNvPr>
          <p:cNvCxnSpPr>
            <a:cxnSpLocks/>
          </p:cNvCxnSpPr>
          <p:nvPr/>
        </p:nvCxnSpPr>
        <p:spPr>
          <a:xfrm>
            <a:off x="1028026" y="2969767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52F29A8A-0AD5-7EBD-AA38-70E32FA0617B}"/>
              </a:ext>
            </a:extLst>
          </p:cNvPr>
          <p:cNvCxnSpPr>
            <a:cxnSpLocks/>
          </p:cNvCxnSpPr>
          <p:nvPr/>
        </p:nvCxnSpPr>
        <p:spPr>
          <a:xfrm>
            <a:off x="1078292" y="2919690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DCF61642-C1E5-D5CC-6793-3D34362F49A6}"/>
              </a:ext>
            </a:extLst>
          </p:cNvPr>
          <p:cNvCxnSpPr>
            <a:cxnSpLocks/>
          </p:cNvCxnSpPr>
          <p:nvPr/>
        </p:nvCxnSpPr>
        <p:spPr>
          <a:xfrm>
            <a:off x="1125502" y="2866350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829460C3-3090-B4BA-6DC3-9862D9273098}"/>
              </a:ext>
            </a:extLst>
          </p:cNvPr>
          <p:cNvCxnSpPr>
            <a:cxnSpLocks/>
          </p:cNvCxnSpPr>
          <p:nvPr/>
        </p:nvCxnSpPr>
        <p:spPr>
          <a:xfrm>
            <a:off x="1170861" y="2814680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B64268B7-A883-3082-BBB2-14FC74862C62}"/>
              </a:ext>
            </a:extLst>
          </p:cNvPr>
          <p:cNvCxnSpPr>
            <a:cxnSpLocks/>
          </p:cNvCxnSpPr>
          <p:nvPr/>
        </p:nvCxnSpPr>
        <p:spPr>
          <a:xfrm>
            <a:off x="1218071" y="2761340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8450D58A-F644-0756-F19E-5695461DD018}"/>
              </a:ext>
            </a:extLst>
          </p:cNvPr>
          <p:cNvCxnSpPr>
            <a:cxnSpLocks/>
          </p:cNvCxnSpPr>
          <p:nvPr/>
        </p:nvCxnSpPr>
        <p:spPr>
          <a:xfrm>
            <a:off x="1268337" y="2711263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13759FF5-BE4A-C0A5-DEEC-215E1DF05356}"/>
              </a:ext>
            </a:extLst>
          </p:cNvPr>
          <p:cNvCxnSpPr>
            <a:cxnSpLocks/>
          </p:cNvCxnSpPr>
          <p:nvPr/>
        </p:nvCxnSpPr>
        <p:spPr>
          <a:xfrm>
            <a:off x="1315547" y="2657923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F370862E-FBA7-88B1-F3A2-437D1D310BCD}"/>
              </a:ext>
            </a:extLst>
          </p:cNvPr>
          <p:cNvCxnSpPr>
            <a:cxnSpLocks/>
          </p:cNvCxnSpPr>
          <p:nvPr/>
        </p:nvCxnSpPr>
        <p:spPr>
          <a:xfrm>
            <a:off x="1364336" y="2606922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86CA2DCC-E532-48CC-86DA-D7764A150DA1}"/>
              </a:ext>
            </a:extLst>
          </p:cNvPr>
          <p:cNvCxnSpPr>
            <a:cxnSpLocks/>
          </p:cNvCxnSpPr>
          <p:nvPr/>
        </p:nvCxnSpPr>
        <p:spPr>
          <a:xfrm>
            <a:off x="1411546" y="2553582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73F48E41-4741-BB3F-D003-21D850BB376E}"/>
              </a:ext>
            </a:extLst>
          </p:cNvPr>
          <p:cNvCxnSpPr>
            <a:cxnSpLocks/>
          </p:cNvCxnSpPr>
          <p:nvPr/>
        </p:nvCxnSpPr>
        <p:spPr>
          <a:xfrm>
            <a:off x="1461812" y="2503505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69873550-7820-77A9-0562-12B6EE277FC9}"/>
              </a:ext>
            </a:extLst>
          </p:cNvPr>
          <p:cNvCxnSpPr>
            <a:cxnSpLocks/>
          </p:cNvCxnSpPr>
          <p:nvPr/>
        </p:nvCxnSpPr>
        <p:spPr>
          <a:xfrm>
            <a:off x="1509022" y="2450165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B86AABB8-35DA-A154-5496-930DC0F546DE}"/>
              </a:ext>
            </a:extLst>
          </p:cNvPr>
          <p:cNvCxnSpPr>
            <a:cxnSpLocks/>
          </p:cNvCxnSpPr>
          <p:nvPr/>
        </p:nvCxnSpPr>
        <p:spPr>
          <a:xfrm>
            <a:off x="1554381" y="2398495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578A22F3-44DB-BAFE-BC32-91BACE2C2BF6}"/>
              </a:ext>
            </a:extLst>
          </p:cNvPr>
          <p:cNvCxnSpPr>
            <a:cxnSpLocks/>
          </p:cNvCxnSpPr>
          <p:nvPr/>
        </p:nvCxnSpPr>
        <p:spPr>
          <a:xfrm>
            <a:off x="1601591" y="2345155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01C22D54-27A6-F120-0C06-74C011F08FB2}"/>
              </a:ext>
            </a:extLst>
          </p:cNvPr>
          <p:cNvCxnSpPr>
            <a:cxnSpLocks/>
          </p:cNvCxnSpPr>
          <p:nvPr/>
        </p:nvCxnSpPr>
        <p:spPr>
          <a:xfrm>
            <a:off x="1651857" y="2295078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B8FAC99C-48C0-B735-01A3-64E2C0C112C6}"/>
              </a:ext>
            </a:extLst>
          </p:cNvPr>
          <p:cNvCxnSpPr>
            <a:cxnSpLocks/>
          </p:cNvCxnSpPr>
          <p:nvPr/>
        </p:nvCxnSpPr>
        <p:spPr>
          <a:xfrm>
            <a:off x="1699067" y="2241738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E325192B-9DA6-AA30-1B5E-A3B863ABC605}"/>
              </a:ext>
            </a:extLst>
          </p:cNvPr>
          <p:cNvCxnSpPr>
            <a:cxnSpLocks/>
          </p:cNvCxnSpPr>
          <p:nvPr/>
        </p:nvCxnSpPr>
        <p:spPr>
          <a:xfrm>
            <a:off x="1749025" y="2191682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00006976-F795-421A-75CF-E4D7E0ED843E}"/>
              </a:ext>
            </a:extLst>
          </p:cNvPr>
          <p:cNvCxnSpPr>
            <a:cxnSpLocks/>
          </p:cNvCxnSpPr>
          <p:nvPr/>
        </p:nvCxnSpPr>
        <p:spPr>
          <a:xfrm>
            <a:off x="1834478" y="2168801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A8FBD7A1-968A-4045-B8DF-174484F1C4E8}"/>
              </a:ext>
            </a:extLst>
          </p:cNvPr>
          <p:cNvCxnSpPr>
            <a:cxnSpLocks/>
          </p:cNvCxnSpPr>
          <p:nvPr/>
        </p:nvCxnSpPr>
        <p:spPr>
          <a:xfrm>
            <a:off x="1943723" y="2168801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B0B93C1B-852B-6CC8-1389-FF7C0892D392}"/>
              </a:ext>
            </a:extLst>
          </p:cNvPr>
          <p:cNvCxnSpPr>
            <a:cxnSpLocks/>
          </p:cNvCxnSpPr>
          <p:nvPr/>
        </p:nvCxnSpPr>
        <p:spPr>
          <a:xfrm>
            <a:off x="2052968" y="2168134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D393CFDD-06A0-D600-7FAE-85F5141A7DC2}"/>
              </a:ext>
            </a:extLst>
          </p:cNvPr>
          <p:cNvCxnSpPr>
            <a:cxnSpLocks/>
          </p:cNvCxnSpPr>
          <p:nvPr/>
        </p:nvCxnSpPr>
        <p:spPr>
          <a:xfrm>
            <a:off x="2162213" y="2168134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AAD2B9CE-6C81-3DF8-E0D0-4441ED00060A}"/>
              </a:ext>
            </a:extLst>
          </p:cNvPr>
          <p:cNvCxnSpPr>
            <a:cxnSpLocks/>
          </p:cNvCxnSpPr>
          <p:nvPr/>
        </p:nvCxnSpPr>
        <p:spPr>
          <a:xfrm>
            <a:off x="2271458" y="2168134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474065C6-5325-801B-05FA-11366508D324}"/>
              </a:ext>
            </a:extLst>
          </p:cNvPr>
          <p:cNvCxnSpPr>
            <a:cxnSpLocks/>
          </p:cNvCxnSpPr>
          <p:nvPr/>
        </p:nvCxnSpPr>
        <p:spPr>
          <a:xfrm>
            <a:off x="2380703" y="2167467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328FC295-287C-DD65-D6D4-AE0CAA0233F5}"/>
              </a:ext>
            </a:extLst>
          </p:cNvPr>
          <p:cNvCxnSpPr>
            <a:cxnSpLocks/>
          </p:cNvCxnSpPr>
          <p:nvPr/>
        </p:nvCxnSpPr>
        <p:spPr>
          <a:xfrm>
            <a:off x="2491151" y="2168134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5CC176D8-CA86-B33E-60DF-7C3208F89D34}"/>
              </a:ext>
            </a:extLst>
          </p:cNvPr>
          <p:cNvCxnSpPr>
            <a:cxnSpLocks/>
          </p:cNvCxnSpPr>
          <p:nvPr/>
        </p:nvCxnSpPr>
        <p:spPr>
          <a:xfrm>
            <a:off x="2600396" y="2168134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DF3DF946-D591-0922-B999-F45D494541EF}"/>
              </a:ext>
            </a:extLst>
          </p:cNvPr>
          <p:cNvCxnSpPr>
            <a:cxnSpLocks/>
          </p:cNvCxnSpPr>
          <p:nvPr/>
        </p:nvCxnSpPr>
        <p:spPr>
          <a:xfrm>
            <a:off x="2709641" y="2167467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Bogen 59">
            <a:extLst>
              <a:ext uri="{FF2B5EF4-FFF2-40B4-BE49-F238E27FC236}">
                <a16:creationId xmlns:a16="http://schemas.microsoft.com/office/drawing/2014/main" id="{196EA84B-1479-8CCD-AEA0-BE3060955053}"/>
              </a:ext>
            </a:extLst>
          </p:cNvPr>
          <p:cNvSpPr/>
          <p:nvPr/>
        </p:nvSpPr>
        <p:spPr>
          <a:xfrm>
            <a:off x="1104641" y="1513524"/>
            <a:ext cx="1323612" cy="1301516"/>
          </a:xfrm>
          <a:prstGeom prst="arc">
            <a:avLst>
              <a:gd name="adj1" fmla="val 7977708"/>
              <a:gd name="adj2" fmla="val 10758104"/>
            </a:avLst>
          </a:prstGeom>
          <a:noFill/>
          <a:ln w="12700" cap="rnd">
            <a:solidFill>
              <a:schemeClr val="tx1">
                <a:lumMod val="65000"/>
                <a:lumOff val="35000"/>
              </a:schemeClr>
            </a:solidFill>
            <a:round/>
            <a:headEnd type="stealth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A6EA1B3D-F715-4B27-F53F-4D04732722CE}"/>
              </a:ext>
            </a:extLst>
          </p:cNvPr>
          <p:cNvSpPr txBox="1"/>
          <p:nvPr/>
        </p:nvSpPr>
        <p:spPr>
          <a:xfrm>
            <a:off x="125076" y="2419537"/>
            <a:ext cx="1149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0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ϑ</a:t>
            </a:r>
            <a:r>
              <a:rPr lang="de-DE" sz="20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&lt; 0</a:t>
            </a:r>
            <a:r>
              <a:rPr lang="el-GR" sz="2000" i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de-DE" sz="2000" i="1" u="sng" dirty="0">
              <a:solidFill>
                <a:schemeClr val="tx1">
                  <a:lumMod val="65000"/>
                  <a:lumOff val="3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177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A9EAC-7E50-FE97-A673-D7CD8416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1D6DE521-0553-AAB4-F883-62F133E29B83}"/>
              </a:ext>
            </a:extLst>
          </p:cNvPr>
          <p:cNvSpPr txBox="1"/>
          <p:nvPr/>
        </p:nvSpPr>
        <p:spPr>
          <a:xfrm>
            <a:off x="3029185" y="1966571"/>
            <a:ext cx="484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5E4DB443-C607-6A94-961F-D206B86219F2}"/>
              </a:ext>
            </a:extLst>
          </p:cNvPr>
          <p:cNvCxnSpPr>
            <a:cxnSpLocks/>
          </p:cNvCxnSpPr>
          <p:nvPr/>
        </p:nvCxnSpPr>
        <p:spPr>
          <a:xfrm flipH="1">
            <a:off x="2709404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feld 35">
            <a:extLst>
              <a:ext uri="{FF2B5EF4-FFF2-40B4-BE49-F238E27FC236}">
                <a16:creationId xmlns:a16="http://schemas.microsoft.com/office/drawing/2014/main" id="{59753D60-5574-235B-C2DE-089D4941A05B}"/>
              </a:ext>
            </a:extLst>
          </p:cNvPr>
          <p:cNvSpPr txBox="1"/>
          <p:nvPr/>
        </p:nvSpPr>
        <p:spPr>
          <a:xfrm>
            <a:off x="44205" y="1730680"/>
            <a:ext cx="1149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0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ϑ</a:t>
            </a:r>
            <a:r>
              <a:rPr lang="de-DE" sz="20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&gt; 0</a:t>
            </a:r>
            <a:r>
              <a:rPr lang="el-GR" sz="2000" i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de-DE" sz="2000" i="1" u="sng" dirty="0">
              <a:solidFill>
                <a:schemeClr val="tx1">
                  <a:lumMod val="65000"/>
                  <a:lumOff val="3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ED3CC024-5092-83C5-1A66-4ED7ECAC08C7}"/>
              </a:ext>
            </a:extLst>
          </p:cNvPr>
          <p:cNvCxnSpPr>
            <a:cxnSpLocks/>
          </p:cNvCxnSpPr>
          <p:nvPr/>
        </p:nvCxnSpPr>
        <p:spPr>
          <a:xfrm flipH="1">
            <a:off x="2637894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A5DD013B-9BB7-3892-38AE-206AF003ED95}"/>
              </a:ext>
            </a:extLst>
          </p:cNvPr>
          <p:cNvCxnSpPr>
            <a:cxnSpLocks/>
          </p:cNvCxnSpPr>
          <p:nvPr/>
        </p:nvCxnSpPr>
        <p:spPr>
          <a:xfrm flipH="1">
            <a:off x="2566384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4334977A-3285-2F72-6343-1D39004F2B96}"/>
              </a:ext>
            </a:extLst>
          </p:cNvPr>
          <p:cNvCxnSpPr>
            <a:cxnSpLocks/>
          </p:cNvCxnSpPr>
          <p:nvPr/>
        </p:nvCxnSpPr>
        <p:spPr>
          <a:xfrm flipH="1">
            <a:off x="2494874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EDC5AE40-E27F-0414-7AD3-44D60C5C4331}"/>
              </a:ext>
            </a:extLst>
          </p:cNvPr>
          <p:cNvCxnSpPr>
            <a:cxnSpLocks/>
          </p:cNvCxnSpPr>
          <p:nvPr/>
        </p:nvCxnSpPr>
        <p:spPr>
          <a:xfrm flipH="1">
            <a:off x="2423364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3EB3FC5F-E130-DCFE-E513-7D4C47B514F5}"/>
              </a:ext>
            </a:extLst>
          </p:cNvPr>
          <p:cNvCxnSpPr>
            <a:cxnSpLocks/>
          </p:cNvCxnSpPr>
          <p:nvPr/>
        </p:nvCxnSpPr>
        <p:spPr>
          <a:xfrm flipH="1">
            <a:off x="2351854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74F35938-CBBC-9AD3-54D7-4C5AF96B5D38}"/>
              </a:ext>
            </a:extLst>
          </p:cNvPr>
          <p:cNvCxnSpPr>
            <a:cxnSpLocks/>
          </p:cNvCxnSpPr>
          <p:nvPr/>
        </p:nvCxnSpPr>
        <p:spPr>
          <a:xfrm flipH="1">
            <a:off x="2280446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EF830875-2876-DC6D-C37C-2D31547D4185}"/>
              </a:ext>
            </a:extLst>
          </p:cNvPr>
          <p:cNvCxnSpPr>
            <a:cxnSpLocks/>
          </p:cNvCxnSpPr>
          <p:nvPr/>
        </p:nvCxnSpPr>
        <p:spPr>
          <a:xfrm flipH="1">
            <a:off x="2208936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E21C8FA1-28BC-4110-36D3-457E5CBB95B5}"/>
              </a:ext>
            </a:extLst>
          </p:cNvPr>
          <p:cNvCxnSpPr>
            <a:cxnSpLocks/>
          </p:cNvCxnSpPr>
          <p:nvPr/>
        </p:nvCxnSpPr>
        <p:spPr>
          <a:xfrm flipH="1">
            <a:off x="2137426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832B6A67-A8BF-698A-D4A4-543CBB4AADF4}"/>
              </a:ext>
            </a:extLst>
          </p:cNvPr>
          <p:cNvCxnSpPr>
            <a:cxnSpLocks/>
          </p:cNvCxnSpPr>
          <p:nvPr/>
        </p:nvCxnSpPr>
        <p:spPr>
          <a:xfrm flipH="1">
            <a:off x="2065916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62076BB8-60D6-E9AB-7C0E-1D47528E4969}"/>
              </a:ext>
            </a:extLst>
          </p:cNvPr>
          <p:cNvCxnSpPr>
            <a:cxnSpLocks/>
          </p:cNvCxnSpPr>
          <p:nvPr/>
        </p:nvCxnSpPr>
        <p:spPr>
          <a:xfrm flipH="1">
            <a:off x="1994406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63CA063F-AB59-387A-9E6B-209896DF7127}"/>
              </a:ext>
            </a:extLst>
          </p:cNvPr>
          <p:cNvCxnSpPr>
            <a:cxnSpLocks/>
          </p:cNvCxnSpPr>
          <p:nvPr/>
        </p:nvCxnSpPr>
        <p:spPr>
          <a:xfrm flipH="1">
            <a:off x="1922896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9E64E616-490C-359D-35E5-E4CC8053FD99}"/>
              </a:ext>
            </a:extLst>
          </p:cNvPr>
          <p:cNvCxnSpPr>
            <a:cxnSpLocks/>
          </p:cNvCxnSpPr>
          <p:nvPr/>
        </p:nvCxnSpPr>
        <p:spPr>
          <a:xfrm flipH="1">
            <a:off x="1854235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D360FB82-521B-E806-9D15-F3AAF6C4FAF3}"/>
              </a:ext>
            </a:extLst>
          </p:cNvPr>
          <p:cNvCxnSpPr>
            <a:cxnSpLocks/>
          </p:cNvCxnSpPr>
          <p:nvPr/>
        </p:nvCxnSpPr>
        <p:spPr>
          <a:xfrm flipH="1">
            <a:off x="1782725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800BE9CB-2B9A-C4C6-7132-4923FB0C965C}"/>
              </a:ext>
            </a:extLst>
          </p:cNvPr>
          <p:cNvCxnSpPr>
            <a:cxnSpLocks/>
          </p:cNvCxnSpPr>
          <p:nvPr/>
        </p:nvCxnSpPr>
        <p:spPr>
          <a:xfrm flipH="1">
            <a:off x="1711215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1117B205-58EA-FC92-0F12-EA3EFA67427F}"/>
              </a:ext>
            </a:extLst>
          </p:cNvPr>
          <p:cNvCxnSpPr>
            <a:cxnSpLocks/>
          </p:cNvCxnSpPr>
          <p:nvPr/>
        </p:nvCxnSpPr>
        <p:spPr>
          <a:xfrm flipH="1">
            <a:off x="1639705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58758D22-74A3-FA20-3F81-9E94415BFE72}"/>
              </a:ext>
            </a:extLst>
          </p:cNvPr>
          <p:cNvCxnSpPr>
            <a:cxnSpLocks/>
          </p:cNvCxnSpPr>
          <p:nvPr/>
        </p:nvCxnSpPr>
        <p:spPr>
          <a:xfrm flipH="1">
            <a:off x="1591055" y="21308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FBE81373-8290-E91D-9C1D-9DBFE2722DAF}"/>
              </a:ext>
            </a:extLst>
          </p:cNvPr>
          <p:cNvCxnSpPr>
            <a:cxnSpLocks/>
          </p:cNvCxnSpPr>
          <p:nvPr/>
        </p:nvCxnSpPr>
        <p:spPr>
          <a:xfrm flipH="1">
            <a:off x="1549965" y="208241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84446165-86DE-B565-585C-FE8B40D259C5}"/>
              </a:ext>
            </a:extLst>
          </p:cNvPr>
          <p:cNvCxnSpPr>
            <a:cxnSpLocks/>
          </p:cNvCxnSpPr>
          <p:nvPr/>
        </p:nvCxnSpPr>
        <p:spPr>
          <a:xfrm flipH="1">
            <a:off x="1512441" y="2032936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D54A4BE4-3BBF-6774-6665-48C61D80228F}"/>
              </a:ext>
            </a:extLst>
          </p:cNvPr>
          <p:cNvCxnSpPr>
            <a:cxnSpLocks/>
          </p:cNvCxnSpPr>
          <p:nvPr/>
        </p:nvCxnSpPr>
        <p:spPr>
          <a:xfrm flipH="1">
            <a:off x="1476639" y="1982654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2F6825AF-F06C-CF41-2E7D-09F1C0F64D93}"/>
              </a:ext>
            </a:extLst>
          </p:cNvPr>
          <p:cNvCxnSpPr>
            <a:cxnSpLocks/>
          </p:cNvCxnSpPr>
          <p:nvPr/>
        </p:nvCxnSpPr>
        <p:spPr>
          <a:xfrm flipH="1">
            <a:off x="1435549" y="1934174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237EC290-7C53-D1BF-E90B-30B3FF3C9B19}"/>
              </a:ext>
            </a:extLst>
          </p:cNvPr>
          <p:cNvCxnSpPr>
            <a:cxnSpLocks/>
          </p:cNvCxnSpPr>
          <p:nvPr/>
        </p:nvCxnSpPr>
        <p:spPr>
          <a:xfrm flipH="1">
            <a:off x="1398025" y="1888507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C3A56E34-C50E-810D-34C7-562E82D5C2AA}"/>
              </a:ext>
            </a:extLst>
          </p:cNvPr>
          <p:cNvCxnSpPr>
            <a:cxnSpLocks/>
          </p:cNvCxnSpPr>
          <p:nvPr/>
        </p:nvCxnSpPr>
        <p:spPr>
          <a:xfrm flipH="1">
            <a:off x="1357668" y="1842105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BB30A3F5-1E54-6F30-7736-5C2B3D8628DA}"/>
              </a:ext>
            </a:extLst>
          </p:cNvPr>
          <p:cNvCxnSpPr>
            <a:cxnSpLocks/>
          </p:cNvCxnSpPr>
          <p:nvPr/>
        </p:nvCxnSpPr>
        <p:spPr>
          <a:xfrm flipH="1">
            <a:off x="1316578" y="1793625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AF702780-0195-EA05-7044-E99D2F280BE7}"/>
              </a:ext>
            </a:extLst>
          </p:cNvPr>
          <p:cNvCxnSpPr>
            <a:cxnSpLocks/>
          </p:cNvCxnSpPr>
          <p:nvPr/>
        </p:nvCxnSpPr>
        <p:spPr>
          <a:xfrm flipH="1">
            <a:off x="1279054" y="1744148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24491709-9180-7F0D-8CC1-9AEEEAE295D7}"/>
              </a:ext>
            </a:extLst>
          </p:cNvPr>
          <p:cNvCxnSpPr>
            <a:cxnSpLocks/>
          </p:cNvCxnSpPr>
          <p:nvPr/>
        </p:nvCxnSpPr>
        <p:spPr>
          <a:xfrm flipH="1">
            <a:off x="1239698" y="1699094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70890787-3524-CAAF-0B16-29B6691488F0}"/>
              </a:ext>
            </a:extLst>
          </p:cNvPr>
          <p:cNvCxnSpPr>
            <a:cxnSpLocks/>
          </p:cNvCxnSpPr>
          <p:nvPr/>
        </p:nvCxnSpPr>
        <p:spPr>
          <a:xfrm flipH="1">
            <a:off x="1119552" y="1552669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E722E9E9-F859-8030-B042-E0C3D7834BE1}"/>
              </a:ext>
            </a:extLst>
          </p:cNvPr>
          <p:cNvCxnSpPr>
            <a:cxnSpLocks/>
          </p:cNvCxnSpPr>
          <p:nvPr/>
        </p:nvCxnSpPr>
        <p:spPr>
          <a:xfrm flipH="1">
            <a:off x="1078462" y="1504189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89D75CBE-1861-8CE5-D5D7-C1F8E1A4EEFB}"/>
              </a:ext>
            </a:extLst>
          </p:cNvPr>
          <p:cNvCxnSpPr>
            <a:cxnSpLocks/>
          </p:cNvCxnSpPr>
          <p:nvPr/>
        </p:nvCxnSpPr>
        <p:spPr>
          <a:xfrm flipH="1">
            <a:off x="1040938" y="1454712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6D1D990E-D077-E6C5-830B-17365EA9008F}"/>
              </a:ext>
            </a:extLst>
          </p:cNvPr>
          <p:cNvCxnSpPr>
            <a:cxnSpLocks/>
          </p:cNvCxnSpPr>
          <p:nvPr/>
        </p:nvCxnSpPr>
        <p:spPr>
          <a:xfrm flipH="1">
            <a:off x="1002709" y="1403244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Gerader Verbinder 80">
            <a:extLst>
              <a:ext uri="{FF2B5EF4-FFF2-40B4-BE49-F238E27FC236}">
                <a16:creationId xmlns:a16="http://schemas.microsoft.com/office/drawing/2014/main" id="{771F6BC0-62FE-33E6-75AD-B6C74336BCA3}"/>
              </a:ext>
            </a:extLst>
          </p:cNvPr>
          <p:cNvCxnSpPr>
            <a:cxnSpLocks/>
          </p:cNvCxnSpPr>
          <p:nvPr/>
        </p:nvCxnSpPr>
        <p:spPr>
          <a:xfrm flipH="1">
            <a:off x="961619" y="1354764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01975A9C-39CA-9FBC-ADA4-0CC95B203498}"/>
              </a:ext>
            </a:extLst>
          </p:cNvPr>
          <p:cNvCxnSpPr>
            <a:cxnSpLocks/>
          </p:cNvCxnSpPr>
          <p:nvPr/>
        </p:nvCxnSpPr>
        <p:spPr>
          <a:xfrm flipH="1">
            <a:off x="924095" y="1305287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Gerader Verbinder 82">
            <a:extLst>
              <a:ext uri="{FF2B5EF4-FFF2-40B4-BE49-F238E27FC236}">
                <a16:creationId xmlns:a16="http://schemas.microsoft.com/office/drawing/2014/main" id="{C2CFB42F-46FD-65A9-5696-005EF4FE41F9}"/>
              </a:ext>
            </a:extLst>
          </p:cNvPr>
          <p:cNvCxnSpPr>
            <a:cxnSpLocks/>
          </p:cNvCxnSpPr>
          <p:nvPr/>
        </p:nvCxnSpPr>
        <p:spPr>
          <a:xfrm flipH="1">
            <a:off x="886388" y="1256910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84F0E4BA-6F83-3564-3580-69DA856B7890}"/>
              </a:ext>
            </a:extLst>
          </p:cNvPr>
          <p:cNvCxnSpPr>
            <a:cxnSpLocks/>
          </p:cNvCxnSpPr>
          <p:nvPr/>
        </p:nvCxnSpPr>
        <p:spPr>
          <a:xfrm flipH="1">
            <a:off x="847203" y="1206525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B51F4434-DA81-1019-DC0F-C9288AAC7D14}"/>
              </a:ext>
            </a:extLst>
          </p:cNvPr>
          <p:cNvCxnSpPr>
            <a:cxnSpLocks/>
          </p:cNvCxnSpPr>
          <p:nvPr/>
        </p:nvCxnSpPr>
        <p:spPr>
          <a:xfrm flipH="1">
            <a:off x="823490" y="2167467"/>
            <a:ext cx="946749" cy="0"/>
          </a:xfrm>
          <a:prstGeom prst="line">
            <a:avLst/>
          </a:prstGeom>
          <a:ln w="12700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Bogen 34">
            <a:extLst>
              <a:ext uri="{FF2B5EF4-FFF2-40B4-BE49-F238E27FC236}">
                <a16:creationId xmlns:a16="http://schemas.microsoft.com/office/drawing/2014/main" id="{FA5D321B-AAD3-4490-94BD-1219DDABE779}"/>
              </a:ext>
            </a:extLst>
          </p:cNvPr>
          <p:cNvSpPr/>
          <p:nvPr/>
        </p:nvSpPr>
        <p:spPr>
          <a:xfrm>
            <a:off x="1104641" y="1513524"/>
            <a:ext cx="1323612" cy="1301516"/>
          </a:xfrm>
          <a:prstGeom prst="arc">
            <a:avLst>
              <a:gd name="adj1" fmla="val 10800594"/>
              <a:gd name="adj2" fmla="val 13835421"/>
            </a:avLst>
          </a:prstGeom>
          <a:noFill/>
          <a:ln w="12700" cap="rnd">
            <a:solidFill>
              <a:schemeClr val="tx1">
                <a:lumMod val="65000"/>
                <a:lumOff val="35000"/>
              </a:schemeClr>
            </a:solidFill>
            <a:round/>
            <a:headEnd type="stealth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14CBF9EE-300D-2C26-6C6D-9EE5771AB842}"/>
              </a:ext>
            </a:extLst>
          </p:cNvPr>
          <p:cNvCxnSpPr>
            <a:cxnSpLocks/>
          </p:cNvCxnSpPr>
          <p:nvPr/>
        </p:nvCxnSpPr>
        <p:spPr>
          <a:xfrm>
            <a:off x="966273" y="1177487"/>
            <a:ext cx="799897" cy="992648"/>
          </a:xfrm>
          <a:prstGeom prst="line">
            <a:avLst/>
          </a:prstGeom>
          <a:ln cap="rnd">
            <a:rou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ADD477E6-F40A-8E82-B836-1A728D1507D0}"/>
              </a:ext>
            </a:extLst>
          </p:cNvPr>
          <p:cNvCxnSpPr>
            <a:cxnSpLocks/>
          </p:cNvCxnSpPr>
          <p:nvPr/>
        </p:nvCxnSpPr>
        <p:spPr>
          <a:xfrm flipH="1">
            <a:off x="1766170" y="2170135"/>
            <a:ext cx="1334022" cy="0"/>
          </a:xfrm>
          <a:prstGeom prst="line">
            <a:avLst/>
          </a:prstGeom>
          <a:ln cap="rnd">
            <a:round/>
            <a:head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Freihandform: Form 85">
            <a:extLst>
              <a:ext uri="{FF2B5EF4-FFF2-40B4-BE49-F238E27FC236}">
                <a16:creationId xmlns:a16="http://schemas.microsoft.com/office/drawing/2014/main" id="{279FC591-87D5-E9A0-C441-4A4F29603920}"/>
              </a:ext>
            </a:extLst>
          </p:cNvPr>
          <p:cNvSpPr/>
          <p:nvPr/>
        </p:nvSpPr>
        <p:spPr>
          <a:xfrm>
            <a:off x="1257173" y="1205554"/>
            <a:ext cx="1559560" cy="731520"/>
          </a:xfrm>
          <a:custGeom>
            <a:avLst/>
            <a:gdLst>
              <a:gd name="connsiteX0" fmla="*/ 0 w 1559560"/>
              <a:gd name="connsiteY0" fmla="*/ 0 h 731520"/>
              <a:gd name="connsiteX1" fmla="*/ 617220 w 1559560"/>
              <a:gd name="connsiteY1" fmla="*/ 571500 h 731520"/>
              <a:gd name="connsiteX2" fmla="*/ 1559560 w 1559560"/>
              <a:gd name="connsiteY2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9560" h="731520">
                <a:moveTo>
                  <a:pt x="0" y="0"/>
                </a:moveTo>
                <a:cubicBezTo>
                  <a:pt x="178646" y="224790"/>
                  <a:pt x="357293" y="449580"/>
                  <a:pt x="617220" y="571500"/>
                </a:cubicBezTo>
                <a:cubicBezTo>
                  <a:pt x="877147" y="693420"/>
                  <a:pt x="1218353" y="712470"/>
                  <a:pt x="1559560" y="731520"/>
                </a:cubicBezTo>
              </a:path>
            </a:pathLst>
          </a:custGeom>
          <a:noFill/>
          <a:ln cap="rnd">
            <a:solidFill>
              <a:schemeClr val="accent1"/>
            </a:solidFill>
            <a:round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Freihandform: Form 86">
            <a:extLst>
              <a:ext uri="{FF2B5EF4-FFF2-40B4-BE49-F238E27FC236}">
                <a16:creationId xmlns:a16="http://schemas.microsoft.com/office/drawing/2014/main" id="{0B29727F-08B5-3612-8711-49E498C16FE1}"/>
              </a:ext>
            </a:extLst>
          </p:cNvPr>
          <p:cNvSpPr/>
          <p:nvPr/>
        </p:nvSpPr>
        <p:spPr>
          <a:xfrm>
            <a:off x="1386510" y="993189"/>
            <a:ext cx="1341120" cy="635000"/>
          </a:xfrm>
          <a:custGeom>
            <a:avLst/>
            <a:gdLst>
              <a:gd name="connsiteX0" fmla="*/ 0 w 1341120"/>
              <a:gd name="connsiteY0" fmla="*/ 0 h 635000"/>
              <a:gd name="connsiteX1" fmla="*/ 632460 w 1341120"/>
              <a:gd name="connsiteY1" fmla="*/ 480060 h 635000"/>
              <a:gd name="connsiteX2" fmla="*/ 1341120 w 1341120"/>
              <a:gd name="connsiteY2" fmla="*/ 635000 h 63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1120" h="635000">
                <a:moveTo>
                  <a:pt x="0" y="0"/>
                </a:moveTo>
                <a:cubicBezTo>
                  <a:pt x="204470" y="187113"/>
                  <a:pt x="408940" y="374227"/>
                  <a:pt x="632460" y="480060"/>
                </a:cubicBezTo>
                <a:cubicBezTo>
                  <a:pt x="855980" y="585893"/>
                  <a:pt x="1098550" y="610446"/>
                  <a:pt x="1341120" y="635000"/>
                </a:cubicBezTo>
              </a:path>
            </a:pathLst>
          </a:custGeom>
          <a:noFill/>
          <a:ln cap="rnd">
            <a:solidFill>
              <a:schemeClr val="accent1"/>
            </a:solidFill>
            <a:round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8" name="Freihandform: Form 87">
            <a:extLst>
              <a:ext uri="{FF2B5EF4-FFF2-40B4-BE49-F238E27FC236}">
                <a16:creationId xmlns:a16="http://schemas.microsoft.com/office/drawing/2014/main" id="{C6C23C96-9683-E2A0-E43F-A07DB5912054}"/>
              </a:ext>
            </a:extLst>
          </p:cNvPr>
          <p:cNvSpPr/>
          <p:nvPr/>
        </p:nvSpPr>
        <p:spPr>
          <a:xfrm>
            <a:off x="1511764" y="767422"/>
            <a:ext cx="1323340" cy="650240"/>
          </a:xfrm>
          <a:custGeom>
            <a:avLst/>
            <a:gdLst>
              <a:gd name="connsiteX0" fmla="*/ 0 w 1323340"/>
              <a:gd name="connsiteY0" fmla="*/ 0 h 650240"/>
              <a:gd name="connsiteX1" fmla="*/ 647700 w 1323340"/>
              <a:gd name="connsiteY1" fmla="*/ 464820 h 650240"/>
              <a:gd name="connsiteX2" fmla="*/ 1323340 w 1323340"/>
              <a:gd name="connsiteY2" fmla="*/ 650240 h 65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23340" h="650240">
                <a:moveTo>
                  <a:pt x="0" y="0"/>
                </a:moveTo>
                <a:cubicBezTo>
                  <a:pt x="213571" y="178223"/>
                  <a:pt x="427143" y="356447"/>
                  <a:pt x="647700" y="464820"/>
                </a:cubicBezTo>
                <a:cubicBezTo>
                  <a:pt x="868257" y="573193"/>
                  <a:pt x="1095798" y="611716"/>
                  <a:pt x="1323340" y="650240"/>
                </a:cubicBezTo>
              </a:path>
            </a:pathLst>
          </a:custGeom>
          <a:noFill/>
          <a:ln cap="rnd">
            <a:solidFill>
              <a:schemeClr val="accent1"/>
            </a:solidFill>
            <a:round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6566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42841-1AF1-9EA1-1BAA-B00A6B8E0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A571117E-A7C6-A7C6-6F39-7C89F4F53678}"/>
              </a:ext>
            </a:extLst>
          </p:cNvPr>
          <p:cNvSpPr txBox="1"/>
          <p:nvPr/>
        </p:nvSpPr>
        <p:spPr>
          <a:xfrm>
            <a:off x="2791800" y="2091580"/>
            <a:ext cx="484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F1E1E5CA-3D6B-71D3-B083-F7C2808B7863}"/>
              </a:ext>
            </a:extLst>
          </p:cNvPr>
          <p:cNvSpPr txBox="1"/>
          <p:nvPr/>
        </p:nvSpPr>
        <p:spPr>
          <a:xfrm>
            <a:off x="734724" y="1912227"/>
            <a:ext cx="353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i="1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 Extra" panose="02000603000000000000" pitchFamily="2" charset="0"/>
                <a:ea typeface="CMU Serif Extra" panose="02000603000000000000" pitchFamily="2" charset="0"/>
                <a:cs typeface="CMU Serif Extra" panose="02000603000000000000" pitchFamily="2" charset="0"/>
              </a:rPr>
              <a:t>ϑ</a:t>
            </a:r>
            <a:endParaRPr lang="de-DE" i="1" u="sng" dirty="0">
              <a:solidFill>
                <a:schemeClr val="tx1">
                  <a:lumMod val="65000"/>
                  <a:lumOff val="35000"/>
                </a:schemeClr>
              </a:solidFill>
              <a:latin typeface="CMU Serif Extra" panose="02000603000000000000" pitchFamily="2" charset="0"/>
              <a:ea typeface="CMU Serif Extra" panose="02000603000000000000" pitchFamily="2" charset="0"/>
              <a:cs typeface="CMU Serif Extra" panose="02000603000000000000" pitchFamily="2" charset="0"/>
            </a:endParaRPr>
          </a:p>
        </p:txBody>
      </p: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A3A7E3FB-1441-FFCB-59F0-AF8C9CBBD68C}"/>
              </a:ext>
            </a:extLst>
          </p:cNvPr>
          <p:cNvCxnSpPr>
            <a:cxnSpLocks/>
          </p:cNvCxnSpPr>
          <p:nvPr/>
        </p:nvCxnSpPr>
        <p:spPr>
          <a:xfrm>
            <a:off x="1133632" y="2282248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B0C2C4EB-812A-90F4-8AD9-A127A9632895}"/>
              </a:ext>
            </a:extLst>
          </p:cNvPr>
          <p:cNvCxnSpPr>
            <a:cxnSpLocks/>
          </p:cNvCxnSpPr>
          <p:nvPr/>
        </p:nvCxnSpPr>
        <p:spPr>
          <a:xfrm flipH="1">
            <a:off x="329391" y="2280826"/>
            <a:ext cx="804241" cy="0"/>
          </a:xfrm>
          <a:prstGeom prst="line">
            <a:avLst/>
          </a:prstGeom>
          <a:ln w="12700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Bogen 34">
            <a:extLst>
              <a:ext uri="{FF2B5EF4-FFF2-40B4-BE49-F238E27FC236}">
                <a16:creationId xmlns:a16="http://schemas.microsoft.com/office/drawing/2014/main" id="{A7FB58F3-80D4-2913-F3FD-49E3CD46E0B2}"/>
              </a:ext>
            </a:extLst>
          </p:cNvPr>
          <p:cNvSpPr/>
          <p:nvPr/>
        </p:nvSpPr>
        <p:spPr>
          <a:xfrm>
            <a:off x="669513" y="1849946"/>
            <a:ext cx="876546" cy="861914"/>
          </a:xfrm>
          <a:prstGeom prst="arc">
            <a:avLst>
              <a:gd name="adj1" fmla="val 10800594"/>
              <a:gd name="adj2" fmla="val 17776719"/>
            </a:avLst>
          </a:prstGeom>
          <a:noFill/>
          <a:ln w="12700" cap="rnd">
            <a:solidFill>
              <a:schemeClr val="tx1">
                <a:lumMod val="65000"/>
                <a:lumOff val="35000"/>
              </a:schemeClr>
            </a:solidFill>
            <a:round/>
            <a:headEnd type="stealth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C68A3746-682B-EEB3-446B-8169FA97A567}"/>
              </a:ext>
            </a:extLst>
          </p:cNvPr>
          <p:cNvCxnSpPr>
            <a:cxnSpLocks/>
          </p:cNvCxnSpPr>
          <p:nvPr/>
        </p:nvCxnSpPr>
        <p:spPr>
          <a:xfrm flipH="1">
            <a:off x="1102711" y="1029717"/>
            <a:ext cx="655761" cy="1250447"/>
          </a:xfrm>
          <a:prstGeom prst="line">
            <a:avLst/>
          </a:prstGeom>
          <a:ln cap="rnd">
            <a:rou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3CA28803-7D69-49C5-4131-67F574D73EC5}"/>
              </a:ext>
            </a:extLst>
          </p:cNvPr>
          <p:cNvCxnSpPr>
            <a:cxnSpLocks/>
          </p:cNvCxnSpPr>
          <p:nvPr/>
        </p:nvCxnSpPr>
        <p:spPr>
          <a:xfrm flipH="1">
            <a:off x="1102711" y="2281642"/>
            <a:ext cx="1803328" cy="0"/>
          </a:xfrm>
          <a:prstGeom prst="line">
            <a:avLst/>
          </a:prstGeom>
          <a:ln cap="rnd">
            <a:round/>
            <a:head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Bogen 10">
            <a:extLst>
              <a:ext uri="{FF2B5EF4-FFF2-40B4-BE49-F238E27FC236}">
                <a16:creationId xmlns:a16="http://schemas.microsoft.com/office/drawing/2014/main" id="{353DCCA2-EAF4-F3A1-164B-6DD68A85A52C}"/>
              </a:ext>
            </a:extLst>
          </p:cNvPr>
          <p:cNvSpPr/>
          <p:nvPr/>
        </p:nvSpPr>
        <p:spPr>
          <a:xfrm>
            <a:off x="669513" y="1849946"/>
            <a:ext cx="876546" cy="861914"/>
          </a:xfrm>
          <a:prstGeom prst="arc">
            <a:avLst>
              <a:gd name="adj1" fmla="val 17842812"/>
              <a:gd name="adj2" fmla="val 21551453"/>
            </a:avLst>
          </a:prstGeom>
          <a:noFill/>
          <a:ln w="12700" cap="rnd">
            <a:solidFill>
              <a:schemeClr val="tx1">
                <a:lumMod val="65000"/>
                <a:lumOff val="35000"/>
              </a:schemeClr>
            </a:solidFill>
            <a:round/>
            <a:headEnd type="stealth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1944F6FE-5F88-6505-4B9F-2F24F08A76C7}"/>
              </a:ext>
            </a:extLst>
          </p:cNvPr>
          <p:cNvCxnSpPr>
            <a:cxnSpLocks/>
          </p:cNvCxnSpPr>
          <p:nvPr/>
        </p:nvCxnSpPr>
        <p:spPr>
          <a:xfrm>
            <a:off x="1197542" y="2280835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84958F9E-6EEF-C3DF-1142-1C411B33276A}"/>
              </a:ext>
            </a:extLst>
          </p:cNvPr>
          <p:cNvCxnSpPr>
            <a:cxnSpLocks/>
          </p:cNvCxnSpPr>
          <p:nvPr/>
        </p:nvCxnSpPr>
        <p:spPr>
          <a:xfrm>
            <a:off x="1261452" y="2281844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345FCB7A-290F-B84D-FE87-3D9BA91732BD}"/>
              </a:ext>
            </a:extLst>
          </p:cNvPr>
          <p:cNvCxnSpPr>
            <a:cxnSpLocks/>
          </p:cNvCxnSpPr>
          <p:nvPr/>
        </p:nvCxnSpPr>
        <p:spPr>
          <a:xfrm>
            <a:off x="1325362" y="2280431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04EB07F2-97EA-2AD5-4251-048E5A7179BB}"/>
              </a:ext>
            </a:extLst>
          </p:cNvPr>
          <p:cNvCxnSpPr>
            <a:cxnSpLocks/>
          </p:cNvCxnSpPr>
          <p:nvPr/>
        </p:nvCxnSpPr>
        <p:spPr>
          <a:xfrm>
            <a:off x="1390979" y="2279511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DA94BD58-1502-42C9-25BC-738079F85600}"/>
              </a:ext>
            </a:extLst>
          </p:cNvPr>
          <p:cNvCxnSpPr>
            <a:cxnSpLocks/>
          </p:cNvCxnSpPr>
          <p:nvPr/>
        </p:nvCxnSpPr>
        <p:spPr>
          <a:xfrm>
            <a:off x="1454889" y="2281230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0C6AF491-D1B6-25D2-F82F-8A83200BE55E}"/>
              </a:ext>
            </a:extLst>
          </p:cNvPr>
          <p:cNvCxnSpPr>
            <a:cxnSpLocks/>
          </p:cNvCxnSpPr>
          <p:nvPr/>
        </p:nvCxnSpPr>
        <p:spPr>
          <a:xfrm>
            <a:off x="1518799" y="2279107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9386175E-DD22-37EA-F5B1-047947F646F3}"/>
              </a:ext>
            </a:extLst>
          </p:cNvPr>
          <p:cNvCxnSpPr>
            <a:cxnSpLocks/>
          </p:cNvCxnSpPr>
          <p:nvPr/>
        </p:nvCxnSpPr>
        <p:spPr>
          <a:xfrm>
            <a:off x="1582709" y="2280826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E109B9D9-D053-6AC2-4537-A098D19F1065}"/>
              </a:ext>
            </a:extLst>
          </p:cNvPr>
          <p:cNvCxnSpPr>
            <a:cxnSpLocks/>
          </p:cNvCxnSpPr>
          <p:nvPr/>
        </p:nvCxnSpPr>
        <p:spPr>
          <a:xfrm>
            <a:off x="1647041" y="2281504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7A32A71E-1B8B-DC5C-E4F8-73A830C867A6}"/>
              </a:ext>
            </a:extLst>
          </p:cNvPr>
          <p:cNvCxnSpPr>
            <a:cxnSpLocks/>
          </p:cNvCxnSpPr>
          <p:nvPr/>
        </p:nvCxnSpPr>
        <p:spPr>
          <a:xfrm>
            <a:off x="1710951" y="2280091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E5EBE5CC-63BD-120A-4744-68928B25133D}"/>
              </a:ext>
            </a:extLst>
          </p:cNvPr>
          <p:cNvCxnSpPr>
            <a:cxnSpLocks/>
          </p:cNvCxnSpPr>
          <p:nvPr/>
        </p:nvCxnSpPr>
        <p:spPr>
          <a:xfrm>
            <a:off x="1774861" y="2281100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B7EBB11C-1CCE-1DC8-59FF-804CB4653D4E}"/>
              </a:ext>
            </a:extLst>
          </p:cNvPr>
          <p:cNvCxnSpPr>
            <a:cxnSpLocks/>
          </p:cNvCxnSpPr>
          <p:nvPr/>
        </p:nvCxnSpPr>
        <p:spPr>
          <a:xfrm>
            <a:off x="1838771" y="2279687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C8D6B262-6FC2-F747-880F-C024301B1265}"/>
              </a:ext>
            </a:extLst>
          </p:cNvPr>
          <p:cNvCxnSpPr>
            <a:cxnSpLocks/>
          </p:cNvCxnSpPr>
          <p:nvPr/>
        </p:nvCxnSpPr>
        <p:spPr>
          <a:xfrm>
            <a:off x="1903988" y="2282248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669D9F79-5475-6756-E4D6-4358B24922E8}"/>
              </a:ext>
            </a:extLst>
          </p:cNvPr>
          <p:cNvCxnSpPr>
            <a:cxnSpLocks/>
          </p:cNvCxnSpPr>
          <p:nvPr/>
        </p:nvCxnSpPr>
        <p:spPr>
          <a:xfrm>
            <a:off x="1967898" y="2280835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F5E3C8A6-A1C1-C783-2A4B-30FAF2B83268}"/>
              </a:ext>
            </a:extLst>
          </p:cNvPr>
          <p:cNvCxnSpPr>
            <a:cxnSpLocks/>
          </p:cNvCxnSpPr>
          <p:nvPr/>
        </p:nvCxnSpPr>
        <p:spPr>
          <a:xfrm>
            <a:off x="2031808" y="2281844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D8C1FE2B-552E-A6F6-6845-E28C6DE1D0CF}"/>
              </a:ext>
            </a:extLst>
          </p:cNvPr>
          <p:cNvCxnSpPr>
            <a:cxnSpLocks/>
          </p:cNvCxnSpPr>
          <p:nvPr/>
        </p:nvCxnSpPr>
        <p:spPr>
          <a:xfrm>
            <a:off x="2095718" y="2280431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B4866CDB-B46C-6DAE-BA52-F9DB4CA3D611}"/>
              </a:ext>
            </a:extLst>
          </p:cNvPr>
          <p:cNvCxnSpPr>
            <a:cxnSpLocks/>
          </p:cNvCxnSpPr>
          <p:nvPr/>
        </p:nvCxnSpPr>
        <p:spPr>
          <a:xfrm>
            <a:off x="2159628" y="2281542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2BA26B25-E09B-56FB-80E5-42D17C71F69B}"/>
              </a:ext>
            </a:extLst>
          </p:cNvPr>
          <p:cNvCxnSpPr>
            <a:cxnSpLocks/>
          </p:cNvCxnSpPr>
          <p:nvPr/>
        </p:nvCxnSpPr>
        <p:spPr>
          <a:xfrm>
            <a:off x="2223538" y="2280129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EC88E4D0-F749-085E-85C1-C65A4685EE1B}"/>
              </a:ext>
            </a:extLst>
          </p:cNvPr>
          <p:cNvCxnSpPr>
            <a:cxnSpLocks/>
          </p:cNvCxnSpPr>
          <p:nvPr/>
        </p:nvCxnSpPr>
        <p:spPr>
          <a:xfrm>
            <a:off x="2287448" y="2281138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D080EB0C-C238-E2EE-FAD2-36AC3C0EAA05}"/>
              </a:ext>
            </a:extLst>
          </p:cNvPr>
          <p:cNvCxnSpPr>
            <a:cxnSpLocks/>
          </p:cNvCxnSpPr>
          <p:nvPr/>
        </p:nvCxnSpPr>
        <p:spPr>
          <a:xfrm>
            <a:off x="2351358" y="2279725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2DFB181-4D24-B0F2-CDDF-741E3DA171CD}"/>
              </a:ext>
            </a:extLst>
          </p:cNvPr>
          <p:cNvCxnSpPr>
            <a:cxnSpLocks/>
          </p:cNvCxnSpPr>
          <p:nvPr/>
        </p:nvCxnSpPr>
        <p:spPr>
          <a:xfrm>
            <a:off x="2415268" y="2279511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26818B5B-BA27-A418-E06F-079152E0A8CF}"/>
              </a:ext>
            </a:extLst>
          </p:cNvPr>
          <p:cNvCxnSpPr>
            <a:cxnSpLocks/>
          </p:cNvCxnSpPr>
          <p:nvPr/>
        </p:nvCxnSpPr>
        <p:spPr>
          <a:xfrm>
            <a:off x="2479178" y="2281230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2B137F74-F0EB-6AA4-3D28-A250FD348284}"/>
              </a:ext>
            </a:extLst>
          </p:cNvPr>
          <p:cNvCxnSpPr>
            <a:cxnSpLocks/>
          </p:cNvCxnSpPr>
          <p:nvPr/>
        </p:nvCxnSpPr>
        <p:spPr>
          <a:xfrm>
            <a:off x="2543088" y="2279107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EEECA183-4DD5-6C0F-2BA4-19E19B4365B4}"/>
              </a:ext>
            </a:extLst>
          </p:cNvPr>
          <p:cNvCxnSpPr>
            <a:cxnSpLocks/>
          </p:cNvCxnSpPr>
          <p:nvPr/>
        </p:nvCxnSpPr>
        <p:spPr>
          <a:xfrm>
            <a:off x="2606998" y="2280826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99D03819-1D77-95C9-0420-279C4B17583A}"/>
              </a:ext>
            </a:extLst>
          </p:cNvPr>
          <p:cNvCxnSpPr>
            <a:cxnSpLocks/>
          </p:cNvCxnSpPr>
          <p:nvPr/>
        </p:nvCxnSpPr>
        <p:spPr>
          <a:xfrm>
            <a:off x="1196584" y="1656315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A23E2C8B-1826-F69C-50EC-8172C0DF4B91}"/>
              </a:ext>
            </a:extLst>
          </p:cNvPr>
          <p:cNvCxnSpPr>
            <a:cxnSpLocks/>
          </p:cNvCxnSpPr>
          <p:nvPr/>
        </p:nvCxnSpPr>
        <p:spPr>
          <a:xfrm>
            <a:off x="1225260" y="1603467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79EBC6B8-BDBD-6B8E-E254-A7CC38B977BD}"/>
              </a:ext>
            </a:extLst>
          </p:cNvPr>
          <p:cNvCxnSpPr>
            <a:cxnSpLocks/>
          </p:cNvCxnSpPr>
          <p:nvPr/>
        </p:nvCxnSpPr>
        <p:spPr>
          <a:xfrm>
            <a:off x="1253843" y="1551764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42D29C0A-219E-F318-C70B-265CB8B37434}"/>
              </a:ext>
            </a:extLst>
          </p:cNvPr>
          <p:cNvCxnSpPr>
            <a:cxnSpLocks/>
          </p:cNvCxnSpPr>
          <p:nvPr/>
        </p:nvCxnSpPr>
        <p:spPr>
          <a:xfrm>
            <a:off x="1282426" y="1500061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D01692FF-1BAD-799A-A58F-AF8C1B3832D3}"/>
              </a:ext>
            </a:extLst>
          </p:cNvPr>
          <p:cNvCxnSpPr>
            <a:cxnSpLocks/>
          </p:cNvCxnSpPr>
          <p:nvPr/>
        </p:nvCxnSpPr>
        <p:spPr>
          <a:xfrm>
            <a:off x="1037374" y="2233783"/>
            <a:ext cx="159515" cy="243913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477B70E3-4779-8CD2-9320-C3922DDD30D9}"/>
              </a:ext>
            </a:extLst>
          </p:cNvPr>
          <p:cNvCxnSpPr>
            <a:cxnSpLocks/>
          </p:cNvCxnSpPr>
          <p:nvPr/>
        </p:nvCxnSpPr>
        <p:spPr>
          <a:xfrm>
            <a:off x="974891" y="2238575"/>
            <a:ext cx="156381" cy="239121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Gerader Verbinder 76">
            <a:extLst>
              <a:ext uri="{FF2B5EF4-FFF2-40B4-BE49-F238E27FC236}">
                <a16:creationId xmlns:a16="http://schemas.microsoft.com/office/drawing/2014/main" id="{473C7F89-3AE6-5507-1FA8-A7CF37FF7CA3}"/>
              </a:ext>
            </a:extLst>
          </p:cNvPr>
          <p:cNvCxnSpPr>
            <a:cxnSpLocks/>
          </p:cNvCxnSpPr>
          <p:nvPr/>
        </p:nvCxnSpPr>
        <p:spPr>
          <a:xfrm>
            <a:off x="909141" y="2238575"/>
            <a:ext cx="156381" cy="239121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65B14C8F-3F77-D3A1-5EE2-ED7EA7BEE2CA}"/>
              </a:ext>
            </a:extLst>
          </p:cNvPr>
          <p:cNvCxnSpPr>
            <a:cxnSpLocks/>
          </p:cNvCxnSpPr>
          <p:nvPr/>
        </p:nvCxnSpPr>
        <p:spPr>
          <a:xfrm>
            <a:off x="870877" y="2283207"/>
            <a:ext cx="127192" cy="194489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76E50349-030E-5D55-04AF-BE81CB908616}"/>
              </a:ext>
            </a:extLst>
          </p:cNvPr>
          <p:cNvCxnSpPr>
            <a:cxnSpLocks/>
          </p:cNvCxnSpPr>
          <p:nvPr/>
        </p:nvCxnSpPr>
        <p:spPr>
          <a:xfrm>
            <a:off x="841688" y="2337050"/>
            <a:ext cx="89967" cy="13756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Gerader Verbinder 92">
            <a:extLst>
              <a:ext uri="{FF2B5EF4-FFF2-40B4-BE49-F238E27FC236}">
                <a16:creationId xmlns:a16="http://schemas.microsoft.com/office/drawing/2014/main" id="{0FF937FE-542B-0AF5-EDFB-D9A07DDC58B8}"/>
              </a:ext>
            </a:extLst>
          </p:cNvPr>
          <p:cNvCxnSpPr>
            <a:cxnSpLocks/>
          </p:cNvCxnSpPr>
          <p:nvPr/>
        </p:nvCxnSpPr>
        <p:spPr>
          <a:xfrm>
            <a:off x="813592" y="2393811"/>
            <a:ext cx="52846" cy="80807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F668BF2D-AD45-00BF-B15D-3994E110C1B7}"/>
              </a:ext>
            </a:extLst>
          </p:cNvPr>
          <p:cNvCxnSpPr>
            <a:cxnSpLocks/>
          </p:cNvCxnSpPr>
          <p:nvPr/>
        </p:nvCxnSpPr>
        <p:spPr>
          <a:xfrm>
            <a:off x="1168256" y="1713635"/>
            <a:ext cx="54378" cy="8315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Gerader Verbinder 96">
            <a:extLst>
              <a:ext uri="{FF2B5EF4-FFF2-40B4-BE49-F238E27FC236}">
                <a16:creationId xmlns:a16="http://schemas.microsoft.com/office/drawing/2014/main" id="{EEC47DF1-801B-EB6D-0757-2354E9674287}"/>
              </a:ext>
            </a:extLst>
          </p:cNvPr>
          <p:cNvCxnSpPr>
            <a:cxnSpLocks/>
          </p:cNvCxnSpPr>
          <p:nvPr/>
        </p:nvCxnSpPr>
        <p:spPr>
          <a:xfrm>
            <a:off x="1084514" y="2206600"/>
            <a:ext cx="31693" cy="48462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rader Verbinder 99">
            <a:extLst>
              <a:ext uri="{FF2B5EF4-FFF2-40B4-BE49-F238E27FC236}">
                <a16:creationId xmlns:a16="http://schemas.microsoft.com/office/drawing/2014/main" id="{C8BE03CC-18E1-5B8F-2ADA-DED3C8A51DDA}"/>
              </a:ext>
            </a:extLst>
          </p:cNvPr>
          <p:cNvCxnSpPr>
            <a:cxnSpLocks/>
          </p:cNvCxnSpPr>
          <p:nvPr/>
        </p:nvCxnSpPr>
        <p:spPr>
          <a:xfrm>
            <a:off x="1112823" y="2151859"/>
            <a:ext cx="31693" cy="48462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4A65D8BD-DC28-81FD-F090-8A9F49B355E7}"/>
              </a:ext>
            </a:extLst>
          </p:cNvPr>
          <p:cNvCxnSpPr>
            <a:cxnSpLocks/>
          </p:cNvCxnSpPr>
          <p:nvPr/>
        </p:nvCxnSpPr>
        <p:spPr>
          <a:xfrm>
            <a:off x="1138781" y="2099023"/>
            <a:ext cx="31693" cy="48462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Gerader Verbinder 101">
            <a:extLst>
              <a:ext uri="{FF2B5EF4-FFF2-40B4-BE49-F238E27FC236}">
                <a16:creationId xmlns:a16="http://schemas.microsoft.com/office/drawing/2014/main" id="{9B529AC9-7A0C-4924-AD00-CBFD3280473C}"/>
              </a:ext>
            </a:extLst>
          </p:cNvPr>
          <p:cNvCxnSpPr>
            <a:cxnSpLocks/>
          </p:cNvCxnSpPr>
          <p:nvPr/>
        </p:nvCxnSpPr>
        <p:spPr>
          <a:xfrm>
            <a:off x="1168460" y="2040379"/>
            <a:ext cx="31693" cy="48462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Gerader Verbinder 102">
            <a:extLst>
              <a:ext uri="{FF2B5EF4-FFF2-40B4-BE49-F238E27FC236}">
                <a16:creationId xmlns:a16="http://schemas.microsoft.com/office/drawing/2014/main" id="{2194F1F0-570E-7F9C-2EF9-31F4C1A0F596}"/>
              </a:ext>
            </a:extLst>
          </p:cNvPr>
          <p:cNvCxnSpPr>
            <a:cxnSpLocks/>
          </p:cNvCxnSpPr>
          <p:nvPr/>
        </p:nvCxnSpPr>
        <p:spPr>
          <a:xfrm>
            <a:off x="1196788" y="1987953"/>
            <a:ext cx="31693" cy="48462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0E60EA62-D4F1-93D2-410B-53817F770D69}"/>
              </a:ext>
            </a:extLst>
          </p:cNvPr>
          <p:cNvCxnSpPr>
            <a:cxnSpLocks/>
          </p:cNvCxnSpPr>
          <p:nvPr/>
        </p:nvCxnSpPr>
        <p:spPr>
          <a:xfrm>
            <a:off x="1240282" y="1957950"/>
            <a:ext cx="16606" cy="25392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Gerader Verbinder 105">
            <a:extLst>
              <a:ext uri="{FF2B5EF4-FFF2-40B4-BE49-F238E27FC236}">
                <a16:creationId xmlns:a16="http://schemas.microsoft.com/office/drawing/2014/main" id="{E4D5367B-47C2-5AF7-3D35-3DDB763AA01B}"/>
              </a:ext>
            </a:extLst>
          </p:cNvPr>
          <p:cNvCxnSpPr>
            <a:cxnSpLocks/>
          </p:cNvCxnSpPr>
          <p:nvPr/>
        </p:nvCxnSpPr>
        <p:spPr>
          <a:xfrm>
            <a:off x="1308947" y="1440768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Gerader Verbinder 106">
            <a:extLst>
              <a:ext uri="{FF2B5EF4-FFF2-40B4-BE49-F238E27FC236}">
                <a16:creationId xmlns:a16="http://schemas.microsoft.com/office/drawing/2014/main" id="{1FFAD302-A4AF-4B03-FFDA-BAB01E22481F}"/>
              </a:ext>
            </a:extLst>
          </p:cNvPr>
          <p:cNvCxnSpPr>
            <a:cxnSpLocks/>
          </p:cNvCxnSpPr>
          <p:nvPr/>
        </p:nvCxnSpPr>
        <p:spPr>
          <a:xfrm>
            <a:off x="1337623" y="1387920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Gerader Verbinder 107">
            <a:extLst>
              <a:ext uri="{FF2B5EF4-FFF2-40B4-BE49-F238E27FC236}">
                <a16:creationId xmlns:a16="http://schemas.microsoft.com/office/drawing/2014/main" id="{2C52E869-C238-5B80-BD28-B188FFD5E0AA}"/>
              </a:ext>
            </a:extLst>
          </p:cNvPr>
          <p:cNvCxnSpPr>
            <a:cxnSpLocks/>
          </p:cNvCxnSpPr>
          <p:nvPr/>
        </p:nvCxnSpPr>
        <p:spPr>
          <a:xfrm>
            <a:off x="1366206" y="1336217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Gerader Verbinder 108">
            <a:extLst>
              <a:ext uri="{FF2B5EF4-FFF2-40B4-BE49-F238E27FC236}">
                <a16:creationId xmlns:a16="http://schemas.microsoft.com/office/drawing/2014/main" id="{440FFADC-B04F-521E-8DAF-076A84A60947}"/>
              </a:ext>
            </a:extLst>
          </p:cNvPr>
          <p:cNvCxnSpPr>
            <a:cxnSpLocks/>
          </p:cNvCxnSpPr>
          <p:nvPr/>
        </p:nvCxnSpPr>
        <p:spPr>
          <a:xfrm>
            <a:off x="1394789" y="1284514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Gerader Verbinder 109">
            <a:extLst>
              <a:ext uri="{FF2B5EF4-FFF2-40B4-BE49-F238E27FC236}">
                <a16:creationId xmlns:a16="http://schemas.microsoft.com/office/drawing/2014/main" id="{FC01FF9F-5BEF-E6DD-70C1-1A6DF87AB1C4}"/>
              </a:ext>
            </a:extLst>
          </p:cNvPr>
          <p:cNvCxnSpPr>
            <a:cxnSpLocks/>
          </p:cNvCxnSpPr>
          <p:nvPr/>
        </p:nvCxnSpPr>
        <p:spPr>
          <a:xfrm>
            <a:off x="1419284" y="1226632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Gerader Verbinder 110">
            <a:extLst>
              <a:ext uri="{FF2B5EF4-FFF2-40B4-BE49-F238E27FC236}">
                <a16:creationId xmlns:a16="http://schemas.microsoft.com/office/drawing/2014/main" id="{492FA843-3286-8CBD-F942-164480549A06}"/>
              </a:ext>
            </a:extLst>
          </p:cNvPr>
          <p:cNvCxnSpPr>
            <a:cxnSpLocks/>
          </p:cNvCxnSpPr>
          <p:nvPr/>
        </p:nvCxnSpPr>
        <p:spPr>
          <a:xfrm>
            <a:off x="1447960" y="1173784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Gerader Verbinder 111">
            <a:extLst>
              <a:ext uri="{FF2B5EF4-FFF2-40B4-BE49-F238E27FC236}">
                <a16:creationId xmlns:a16="http://schemas.microsoft.com/office/drawing/2014/main" id="{E4FDF65D-5BA3-4FC0-E9EF-2FD5C580EE9A}"/>
              </a:ext>
            </a:extLst>
          </p:cNvPr>
          <p:cNvCxnSpPr>
            <a:cxnSpLocks/>
          </p:cNvCxnSpPr>
          <p:nvPr/>
        </p:nvCxnSpPr>
        <p:spPr>
          <a:xfrm>
            <a:off x="1476543" y="1122081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Gerader Verbinder 112">
            <a:extLst>
              <a:ext uri="{FF2B5EF4-FFF2-40B4-BE49-F238E27FC236}">
                <a16:creationId xmlns:a16="http://schemas.microsoft.com/office/drawing/2014/main" id="{BE7613EC-3FF0-AC7F-3920-478CBB445C62}"/>
              </a:ext>
            </a:extLst>
          </p:cNvPr>
          <p:cNvCxnSpPr>
            <a:cxnSpLocks/>
          </p:cNvCxnSpPr>
          <p:nvPr/>
        </p:nvCxnSpPr>
        <p:spPr>
          <a:xfrm>
            <a:off x="1505126" y="1070378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Gerader Verbinder 113">
            <a:extLst>
              <a:ext uri="{FF2B5EF4-FFF2-40B4-BE49-F238E27FC236}">
                <a16:creationId xmlns:a16="http://schemas.microsoft.com/office/drawing/2014/main" id="{E68BABE3-CC48-6179-D625-520AEDE495E5}"/>
              </a:ext>
            </a:extLst>
          </p:cNvPr>
          <p:cNvCxnSpPr>
            <a:cxnSpLocks/>
          </p:cNvCxnSpPr>
          <p:nvPr/>
        </p:nvCxnSpPr>
        <p:spPr>
          <a:xfrm>
            <a:off x="1532227" y="1014664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Gerader Verbinder 114">
            <a:extLst>
              <a:ext uri="{FF2B5EF4-FFF2-40B4-BE49-F238E27FC236}">
                <a16:creationId xmlns:a16="http://schemas.microsoft.com/office/drawing/2014/main" id="{FB62CC2F-13C7-D515-AF6C-81AE80064417}"/>
              </a:ext>
            </a:extLst>
          </p:cNvPr>
          <p:cNvCxnSpPr>
            <a:cxnSpLocks/>
          </p:cNvCxnSpPr>
          <p:nvPr/>
        </p:nvCxnSpPr>
        <p:spPr>
          <a:xfrm>
            <a:off x="1560903" y="961816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Gerader Verbinder 115">
            <a:extLst>
              <a:ext uri="{FF2B5EF4-FFF2-40B4-BE49-F238E27FC236}">
                <a16:creationId xmlns:a16="http://schemas.microsoft.com/office/drawing/2014/main" id="{A8391B36-28D5-C34F-D5A0-95DDD14A388B}"/>
              </a:ext>
            </a:extLst>
          </p:cNvPr>
          <p:cNvCxnSpPr>
            <a:cxnSpLocks/>
          </p:cNvCxnSpPr>
          <p:nvPr/>
        </p:nvCxnSpPr>
        <p:spPr>
          <a:xfrm>
            <a:off x="1589486" y="910113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feld 117">
            <a:extLst>
              <a:ext uri="{FF2B5EF4-FFF2-40B4-BE49-F238E27FC236}">
                <a16:creationId xmlns:a16="http://schemas.microsoft.com/office/drawing/2014/main" id="{4A030151-91D2-127A-726F-6C77837075EC}"/>
              </a:ext>
            </a:extLst>
          </p:cNvPr>
          <p:cNvSpPr txBox="1"/>
          <p:nvPr/>
        </p:nvSpPr>
        <p:spPr>
          <a:xfrm>
            <a:off x="1159719" y="1909239"/>
            <a:ext cx="353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i="1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ε</a:t>
            </a:r>
            <a:endParaRPr lang="de-DE" i="1" u="sng" dirty="0">
              <a:solidFill>
                <a:schemeClr val="tx1">
                  <a:lumMod val="65000"/>
                  <a:lumOff val="3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119" name="Gerader Verbinder 118">
            <a:extLst>
              <a:ext uri="{FF2B5EF4-FFF2-40B4-BE49-F238E27FC236}">
                <a16:creationId xmlns:a16="http://schemas.microsoft.com/office/drawing/2014/main" id="{2CD7C9C7-C2F8-E517-7950-93A7DF75B856}"/>
              </a:ext>
            </a:extLst>
          </p:cNvPr>
          <p:cNvCxnSpPr>
            <a:cxnSpLocks/>
          </p:cNvCxnSpPr>
          <p:nvPr/>
        </p:nvCxnSpPr>
        <p:spPr>
          <a:xfrm>
            <a:off x="1102711" y="910113"/>
            <a:ext cx="0" cy="1368994"/>
          </a:xfrm>
          <a:prstGeom prst="line">
            <a:avLst/>
          </a:prstGeom>
          <a:ln cap="rnd">
            <a:round/>
            <a:head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4" name="Textfeld 123">
            <a:extLst>
              <a:ext uri="{FF2B5EF4-FFF2-40B4-BE49-F238E27FC236}">
                <a16:creationId xmlns:a16="http://schemas.microsoft.com/office/drawing/2014/main" id="{92985835-64DD-8636-181C-26DE247A5F75}"/>
              </a:ext>
            </a:extLst>
          </p:cNvPr>
          <p:cNvSpPr txBox="1"/>
          <p:nvPr/>
        </p:nvSpPr>
        <p:spPr>
          <a:xfrm>
            <a:off x="662047" y="726928"/>
            <a:ext cx="484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y</a:t>
            </a:r>
          </a:p>
        </p:txBody>
      </p:sp>
      <p:sp>
        <p:nvSpPr>
          <p:cNvPr id="125" name="Freihandform: Form 124">
            <a:extLst>
              <a:ext uri="{FF2B5EF4-FFF2-40B4-BE49-F238E27FC236}">
                <a16:creationId xmlns:a16="http://schemas.microsoft.com/office/drawing/2014/main" id="{49ED1080-FF97-6182-EEA9-1865DCB3C75C}"/>
              </a:ext>
            </a:extLst>
          </p:cNvPr>
          <p:cNvSpPr/>
          <p:nvPr/>
        </p:nvSpPr>
        <p:spPr>
          <a:xfrm>
            <a:off x="1642766" y="1114816"/>
            <a:ext cx="909413" cy="1055318"/>
          </a:xfrm>
          <a:custGeom>
            <a:avLst/>
            <a:gdLst>
              <a:gd name="connsiteX0" fmla="*/ 345741 w 909413"/>
              <a:gd name="connsiteY0" fmla="*/ 0 h 1055318"/>
              <a:gd name="connsiteX1" fmla="*/ 23196 w 909413"/>
              <a:gd name="connsiteY1" fmla="*/ 876822 h 1055318"/>
              <a:gd name="connsiteX2" fmla="*/ 909413 w 909413"/>
              <a:gd name="connsiteY2" fmla="*/ 1055318 h 1055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9413" h="1055318">
                <a:moveTo>
                  <a:pt x="345741" y="0"/>
                </a:moveTo>
                <a:cubicBezTo>
                  <a:pt x="137496" y="350468"/>
                  <a:pt x="-70749" y="700936"/>
                  <a:pt x="23196" y="876822"/>
                </a:cubicBezTo>
                <a:cubicBezTo>
                  <a:pt x="117141" y="1052708"/>
                  <a:pt x="513277" y="1054013"/>
                  <a:pt x="909413" y="1055318"/>
                </a:cubicBezTo>
              </a:path>
            </a:pathLst>
          </a:custGeom>
          <a:noFill/>
          <a:ln cap="rnd">
            <a:solidFill>
              <a:schemeClr val="accent1"/>
            </a:solidFill>
            <a:round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6" name="Freihandform: Form 125">
            <a:extLst>
              <a:ext uri="{FF2B5EF4-FFF2-40B4-BE49-F238E27FC236}">
                <a16:creationId xmlns:a16="http://schemas.microsoft.com/office/drawing/2014/main" id="{FADE99E2-CD3E-190D-EC3C-30CE0EC4AC21}"/>
              </a:ext>
            </a:extLst>
          </p:cNvPr>
          <p:cNvSpPr/>
          <p:nvPr/>
        </p:nvSpPr>
        <p:spPr>
          <a:xfrm>
            <a:off x="1949747" y="1042787"/>
            <a:ext cx="661932" cy="958241"/>
          </a:xfrm>
          <a:custGeom>
            <a:avLst/>
            <a:gdLst>
              <a:gd name="connsiteX0" fmla="*/ 283019 w 661932"/>
              <a:gd name="connsiteY0" fmla="*/ 0 h 958241"/>
              <a:gd name="connsiteX1" fmla="*/ 13710 w 661932"/>
              <a:gd name="connsiteY1" fmla="*/ 795403 h 958241"/>
              <a:gd name="connsiteX2" fmla="*/ 661932 w 661932"/>
              <a:gd name="connsiteY2" fmla="*/ 958241 h 95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932" h="958241">
                <a:moveTo>
                  <a:pt x="283019" y="0"/>
                </a:moveTo>
                <a:cubicBezTo>
                  <a:pt x="116788" y="317848"/>
                  <a:pt x="-49442" y="635696"/>
                  <a:pt x="13710" y="795403"/>
                </a:cubicBezTo>
                <a:cubicBezTo>
                  <a:pt x="76862" y="955110"/>
                  <a:pt x="524146" y="958241"/>
                  <a:pt x="661932" y="958241"/>
                </a:cubicBezTo>
              </a:path>
            </a:pathLst>
          </a:custGeom>
          <a:noFill/>
          <a:ln cap="rnd">
            <a:solidFill>
              <a:schemeClr val="accent1"/>
            </a:solidFill>
            <a:round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7" name="Freihandform: Form 126">
            <a:extLst>
              <a:ext uri="{FF2B5EF4-FFF2-40B4-BE49-F238E27FC236}">
                <a16:creationId xmlns:a16="http://schemas.microsoft.com/office/drawing/2014/main" id="{B173488B-A780-50C3-CF65-B20F5F8D73AA}"/>
              </a:ext>
            </a:extLst>
          </p:cNvPr>
          <p:cNvSpPr/>
          <p:nvPr/>
        </p:nvSpPr>
        <p:spPr>
          <a:xfrm>
            <a:off x="2241778" y="948289"/>
            <a:ext cx="422617" cy="877513"/>
          </a:xfrm>
          <a:custGeom>
            <a:avLst/>
            <a:gdLst>
              <a:gd name="connsiteX0" fmla="*/ 212806 w 422617"/>
              <a:gd name="connsiteY0" fmla="*/ 0 h 877513"/>
              <a:gd name="connsiteX1" fmla="*/ 6127 w 422617"/>
              <a:gd name="connsiteY1" fmla="*/ 735904 h 877513"/>
              <a:gd name="connsiteX2" fmla="*/ 422617 w 422617"/>
              <a:gd name="connsiteY2" fmla="*/ 876822 h 87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2617" h="877513">
                <a:moveTo>
                  <a:pt x="212806" y="0"/>
                </a:moveTo>
                <a:cubicBezTo>
                  <a:pt x="91982" y="294883"/>
                  <a:pt x="-28842" y="589767"/>
                  <a:pt x="6127" y="735904"/>
                </a:cubicBezTo>
                <a:cubicBezTo>
                  <a:pt x="41096" y="882041"/>
                  <a:pt x="231856" y="879431"/>
                  <a:pt x="422617" y="876822"/>
                </a:cubicBezTo>
              </a:path>
            </a:pathLst>
          </a:custGeom>
          <a:noFill/>
          <a:ln cap="rnd">
            <a:solidFill>
              <a:schemeClr val="accent1"/>
            </a:solidFill>
            <a:round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29" name="Gerade Verbindung mit Pfeil 128">
            <a:extLst>
              <a:ext uri="{FF2B5EF4-FFF2-40B4-BE49-F238E27FC236}">
                <a16:creationId xmlns:a16="http://schemas.microsoft.com/office/drawing/2014/main" id="{EDD09EDA-BA1C-F483-0391-35781A13A50D}"/>
              </a:ext>
            </a:extLst>
          </p:cNvPr>
          <p:cNvCxnSpPr>
            <a:cxnSpLocks/>
          </p:cNvCxnSpPr>
          <p:nvPr/>
        </p:nvCxnSpPr>
        <p:spPr>
          <a:xfrm>
            <a:off x="866438" y="1420994"/>
            <a:ext cx="415330" cy="0"/>
          </a:xfrm>
          <a:prstGeom prst="straightConnector1">
            <a:avLst/>
          </a:prstGeom>
          <a:ln cap="rnd">
            <a:solidFill>
              <a:schemeClr val="accent2">
                <a:lumMod val="75000"/>
              </a:schemeClr>
            </a:solidFill>
            <a:round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Gerade Verbindung mit Pfeil 130">
            <a:extLst>
              <a:ext uri="{FF2B5EF4-FFF2-40B4-BE49-F238E27FC236}">
                <a16:creationId xmlns:a16="http://schemas.microsoft.com/office/drawing/2014/main" id="{E8ED8D4E-BF72-01FE-4250-29958BD8AE87}"/>
              </a:ext>
            </a:extLst>
          </p:cNvPr>
          <p:cNvCxnSpPr>
            <a:cxnSpLocks/>
          </p:cNvCxnSpPr>
          <p:nvPr/>
        </p:nvCxnSpPr>
        <p:spPr>
          <a:xfrm flipH="1">
            <a:off x="1627877" y="1420994"/>
            <a:ext cx="787391" cy="0"/>
          </a:xfrm>
          <a:prstGeom prst="straightConnector1">
            <a:avLst/>
          </a:prstGeom>
          <a:ln cap="rnd">
            <a:solidFill>
              <a:schemeClr val="accent2">
                <a:lumMod val="75000"/>
              </a:schemeClr>
            </a:solidFill>
            <a:round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feld 133">
            <a:extLst>
              <a:ext uri="{FF2B5EF4-FFF2-40B4-BE49-F238E27FC236}">
                <a16:creationId xmlns:a16="http://schemas.microsoft.com/office/drawing/2014/main" id="{BBAB9F5C-1A2A-CE72-4D48-3579BEBFADD8}"/>
              </a:ext>
            </a:extLst>
          </p:cNvPr>
          <p:cNvSpPr txBox="1"/>
          <p:nvPr/>
        </p:nvSpPr>
        <p:spPr>
          <a:xfrm>
            <a:off x="122057" y="1264663"/>
            <a:ext cx="7359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 </a:t>
            </a:r>
            <a:r>
              <a:rPr lang="de-DE" sz="1600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= 0</a:t>
            </a:r>
          </a:p>
        </p:txBody>
      </p:sp>
      <p:sp>
        <p:nvSpPr>
          <p:cNvPr id="135" name="Textfeld 134">
            <a:extLst>
              <a:ext uri="{FF2B5EF4-FFF2-40B4-BE49-F238E27FC236}">
                <a16:creationId xmlns:a16="http://schemas.microsoft.com/office/drawing/2014/main" id="{EA48DE66-D511-9545-3756-AF20756EDFC0}"/>
              </a:ext>
            </a:extLst>
          </p:cNvPr>
          <p:cNvSpPr txBox="1"/>
          <p:nvPr/>
        </p:nvSpPr>
        <p:spPr>
          <a:xfrm>
            <a:off x="2382052" y="1264663"/>
            <a:ext cx="7656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 </a:t>
            </a:r>
            <a:r>
              <a:rPr lang="de-DE" sz="1600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= 0</a:t>
            </a:r>
          </a:p>
        </p:txBody>
      </p:sp>
      <p:sp>
        <p:nvSpPr>
          <p:cNvPr id="142" name="Textfeld 141">
            <a:extLst>
              <a:ext uri="{FF2B5EF4-FFF2-40B4-BE49-F238E27FC236}">
                <a16:creationId xmlns:a16="http://schemas.microsoft.com/office/drawing/2014/main" id="{0F1B12ED-595B-6422-8ADD-5C9A63193E47}"/>
              </a:ext>
            </a:extLst>
          </p:cNvPr>
          <p:cNvSpPr txBox="1"/>
          <p:nvPr/>
        </p:nvSpPr>
        <p:spPr>
          <a:xfrm>
            <a:off x="852397" y="2660951"/>
            <a:ext cx="1882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 </a:t>
            </a:r>
            <a:r>
              <a:rPr lang="de-D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= 0, </a:t>
            </a:r>
            <a:r>
              <a:rPr lang="el-GR" i="1" dirty="0">
                <a:latin typeface="CMU Serif Extra" panose="02000603000000000000" pitchFamily="2" charset="0"/>
                <a:ea typeface="CMU Serif Extra" panose="02000603000000000000" pitchFamily="2" charset="0"/>
                <a:cs typeface="CMU Serif Extra" panose="02000603000000000000" pitchFamily="2" charset="0"/>
              </a:rPr>
              <a:t>φ</a:t>
            </a:r>
            <a:r>
              <a:rPr lang="de-DE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0,n</a:t>
            </a:r>
            <a:r>
              <a:rPr lang="de-D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0</a:t>
            </a:r>
          </a:p>
        </p:txBody>
      </p:sp>
      <p:grpSp>
        <p:nvGrpSpPr>
          <p:cNvPr id="151" name="Gruppieren 150">
            <a:extLst>
              <a:ext uri="{FF2B5EF4-FFF2-40B4-BE49-F238E27FC236}">
                <a16:creationId xmlns:a16="http://schemas.microsoft.com/office/drawing/2014/main" id="{0BF99A0C-E1FB-D5C0-C56E-8C96A7075C27}"/>
              </a:ext>
            </a:extLst>
          </p:cNvPr>
          <p:cNvGrpSpPr/>
          <p:nvPr/>
        </p:nvGrpSpPr>
        <p:grpSpPr>
          <a:xfrm>
            <a:off x="1466944" y="391953"/>
            <a:ext cx="1641008" cy="617699"/>
            <a:chOff x="1110631" y="327294"/>
            <a:chExt cx="1641008" cy="617699"/>
          </a:xfrm>
        </p:grpSpPr>
        <p:sp>
          <p:nvSpPr>
            <p:cNvPr id="143" name="Textfeld 142">
              <a:extLst>
                <a:ext uri="{FF2B5EF4-FFF2-40B4-BE49-F238E27FC236}">
                  <a16:creationId xmlns:a16="http://schemas.microsoft.com/office/drawing/2014/main" id="{98BB9CA9-BCBD-F1BA-3305-C2BD79630F0A}"/>
                </a:ext>
              </a:extLst>
            </p:cNvPr>
            <p:cNvSpPr txBox="1"/>
            <p:nvPr/>
          </p:nvSpPr>
          <p:spPr>
            <a:xfrm>
              <a:off x="1110631" y="444945"/>
              <a:ext cx="14963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k </a:t>
              </a:r>
              <a:r>
                <a:rPr lang="de-DE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= 1, </a:t>
              </a:r>
              <a:r>
                <a:rPr lang="el-GR" i="1" dirty="0">
                  <a:latin typeface="CMU Serif Extra" panose="02000603000000000000" pitchFamily="2" charset="0"/>
                  <a:ea typeface="CMU Serif Extra" panose="02000603000000000000" pitchFamily="2" charset="0"/>
                  <a:cs typeface="CMU Serif Extra" panose="02000603000000000000" pitchFamily="2" charset="0"/>
                </a:rPr>
                <a:t>φ</a:t>
              </a:r>
              <a:r>
                <a:rPr lang="de-DE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1,n</a:t>
              </a:r>
              <a:r>
                <a:rPr lang="de-DE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=</a:t>
              </a:r>
            </a:p>
          </p:txBody>
        </p:sp>
        <p:sp>
          <p:nvSpPr>
            <p:cNvPr id="144" name="Textfeld 143">
              <a:extLst>
                <a:ext uri="{FF2B5EF4-FFF2-40B4-BE49-F238E27FC236}">
                  <a16:creationId xmlns:a16="http://schemas.microsoft.com/office/drawing/2014/main" id="{03E0CE5B-A924-5FF2-5236-3E085A74B926}"/>
                </a:ext>
              </a:extLst>
            </p:cNvPr>
            <p:cNvSpPr txBox="1"/>
            <p:nvPr/>
          </p:nvSpPr>
          <p:spPr>
            <a:xfrm>
              <a:off x="2534437" y="327294"/>
              <a:ext cx="205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i="1" dirty="0">
                  <a:latin typeface="CMU Serif Extra" panose="02000603000000000000" pitchFamily="2" charset="0"/>
                  <a:ea typeface="CMU Serif Extra" panose="02000603000000000000" pitchFamily="2" charset="0"/>
                  <a:cs typeface="CMU Serif Extra" panose="02000603000000000000" pitchFamily="2" charset="0"/>
                </a:rPr>
                <a:t>π</a:t>
              </a:r>
            </a:p>
          </p:txBody>
        </p:sp>
        <p:sp>
          <p:nvSpPr>
            <p:cNvPr id="145" name="Textfeld 144">
              <a:extLst>
                <a:ext uri="{FF2B5EF4-FFF2-40B4-BE49-F238E27FC236}">
                  <a16:creationId xmlns:a16="http://schemas.microsoft.com/office/drawing/2014/main" id="{F2B686E0-2112-A933-24A4-59884C994244}"/>
                </a:ext>
              </a:extLst>
            </p:cNvPr>
            <p:cNvSpPr txBox="1"/>
            <p:nvPr/>
          </p:nvSpPr>
          <p:spPr>
            <a:xfrm>
              <a:off x="2537569" y="575661"/>
              <a:ext cx="205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n</a:t>
              </a:r>
            </a:p>
          </p:txBody>
        </p:sp>
        <p:sp>
          <p:nvSpPr>
            <p:cNvPr id="146" name="Textfeld 145">
              <a:extLst>
                <a:ext uri="{FF2B5EF4-FFF2-40B4-BE49-F238E27FC236}">
                  <a16:creationId xmlns:a16="http://schemas.microsoft.com/office/drawing/2014/main" id="{1EBEDA95-30F9-C29D-CBDE-6AA5E52596FA}"/>
                </a:ext>
              </a:extLst>
            </p:cNvPr>
            <p:cNvSpPr txBox="1"/>
            <p:nvPr/>
          </p:nvSpPr>
          <p:spPr>
            <a:xfrm>
              <a:off x="2546220" y="337375"/>
              <a:ext cx="205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_</a:t>
              </a:r>
            </a:p>
          </p:txBody>
        </p:sp>
      </p:grpSp>
      <p:cxnSp>
        <p:nvCxnSpPr>
          <p:cNvPr id="148" name="Gerader Verbinder 147">
            <a:extLst>
              <a:ext uri="{FF2B5EF4-FFF2-40B4-BE49-F238E27FC236}">
                <a16:creationId xmlns:a16="http://schemas.microsoft.com/office/drawing/2014/main" id="{FDB225A3-50AC-282E-67C4-DADF31B4D95C}"/>
              </a:ext>
            </a:extLst>
          </p:cNvPr>
          <p:cNvCxnSpPr>
            <a:cxnSpLocks/>
          </p:cNvCxnSpPr>
          <p:nvPr/>
        </p:nvCxnSpPr>
        <p:spPr>
          <a:xfrm flipH="1">
            <a:off x="1734593" y="810685"/>
            <a:ext cx="311515" cy="279133"/>
          </a:xfrm>
          <a:prstGeom prst="line">
            <a:avLst/>
          </a:prstGeom>
          <a:ln w="635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Gerader Verbinder 153">
            <a:extLst>
              <a:ext uri="{FF2B5EF4-FFF2-40B4-BE49-F238E27FC236}">
                <a16:creationId xmlns:a16="http://schemas.microsoft.com/office/drawing/2014/main" id="{043C8EDD-8FC3-E30A-3810-D39E668A897F}"/>
              </a:ext>
            </a:extLst>
          </p:cNvPr>
          <p:cNvCxnSpPr>
            <a:cxnSpLocks/>
          </p:cNvCxnSpPr>
          <p:nvPr/>
        </p:nvCxnSpPr>
        <p:spPr>
          <a:xfrm flipH="1">
            <a:off x="1544267" y="2282854"/>
            <a:ext cx="130669" cy="403979"/>
          </a:xfrm>
          <a:prstGeom prst="line">
            <a:avLst/>
          </a:prstGeom>
          <a:ln w="635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933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58</Words>
  <Application>Microsoft Office PowerPoint</Application>
  <PresentationFormat>Benutzerdefiniert</PresentationFormat>
  <Paragraphs>33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CMU Serif</vt:lpstr>
      <vt:lpstr>CMU Serif Extra</vt:lpstr>
      <vt:lpstr>Latin Modern Math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 Wolff</dc:creator>
  <cp:lastModifiedBy>Phillip Wolff</cp:lastModifiedBy>
  <cp:revision>8</cp:revision>
  <dcterms:created xsi:type="dcterms:W3CDTF">2025-08-17T20:55:38Z</dcterms:created>
  <dcterms:modified xsi:type="dcterms:W3CDTF">2025-11-23T21:01:29Z</dcterms:modified>
</cp:coreProperties>
</file>