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D51C20-2226-44B0-A39D-D1F703CDD58A}" v="84" dt="2025-08-20T20:07:07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92" autoAdjust="0"/>
    <p:restoredTop sz="94660"/>
  </p:normalViewPr>
  <p:slideViewPr>
    <p:cSldViewPr snapToGrid="0">
      <p:cViewPr varScale="1">
        <p:scale>
          <a:sx n="244" d="100"/>
          <a:sy n="244" d="100"/>
        </p:scale>
        <p:origin x="4930" y="1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illip Wolff" userId="c2521818cea951fe" providerId="LiveId" clId="{C5D51C20-2226-44B0-A39D-D1F703CDD58A}"/>
    <pc:docChg chg="undo custSel addSld modSld">
      <pc:chgData name="Phillip Wolff" userId="c2521818cea951fe" providerId="LiveId" clId="{C5D51C20-2226-44B0-A39D-D1F703CDD58A}" dt="2025-08-20T20:13:30.311" v="1054" actId="114"/>
      <pc:docMkLst>
        <pc:docMk/>
      </pc:docMkLst>
      <pc:sldChg chg="addSp delSp modSp mod">
        <pc:chgData name="Phillip Wolff" userId="c2521818cea951fe" providerId="LiveId" clId="{C5D51C20-2226-44B0-A39D-D1F703CDD58A}" dt="2025-08-18T12:26:05.484" v="268" actId="1076"/>
        <pc:sldMkLst>
          <pc:docMk/>
          <pc:sldMk cId="2559367353" sldId="256"/>
        </pc:sldMkLst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9" creationId="{F1E56C6B-EB56-9C42-B3A0-905341591FAE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0" creationId="{87B7AAAA-917B-5323-EE7E-6348AA4E3D2A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1" creationId="{D0062190-E849-4AA9-6BF2-2A86A7E7C07C}"/>
          </ac:spMkLst>
        </pc:spChg>
        <pc:spChg chg="add mod">
          <ac:chgData name="Phillip Wolff" userId="c2521818cea951fe" providerId="LiveId" clId="{C5D51C20-2226-44B0-A39D-D1F703CDD58A}" dt="2025-08-18T12:26:05.484" v="268" actId="1076"/>
          <ac:spMkLst>
            <pc:docMk/>
            <pc:sldMk cId="2559367353" sldId="256"/>
            <ac:spMk id="12" creationId="{2F780F3F-511F-6074-4EFE-7B5CD92D4D2E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5" creationId="{E84EF922-83BD-FBCC-1E01-7BC1C1CECDBF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7" creationId="{9666C1D5-7CFD-0F7E-3889-9C7B36BAC9DB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9" creationId="{B969E1E0-4BFF-9419-7511-CF8F63D64563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21" creationId="{3576C0FD-69D6-B856-057A-A2C1C4A91C68}"/>
          </ac:spMkLst>
        </pc:spChg>
        <pc:grpChg chg="add mod">
          <ac:chgData name="Phillip Wolff" userId="c2521818cea951fe" providerId="LiveId" clId="{C5D51C20-2226-44B0-A39D-D1F703CDD58A}" dt="2025-08-17T22:40:29.002" v="50" actId="164"/>
          <ac:grpSpMkLst>
            <pc:docMk/>
            <pc:sldMk cId="2559367353" sldId="256"/>
            <ac:grpSpMk id="24" creationId="{B6B33397-A4A9-28ED-2605-F60E723089FA}"/>
          </ac:grpSpMkLst>
        </pc:grpChg>
        <pc:cxnChg chg="add mod">
          <ac:chgData name="Phillip Wolff" userId="c2521818cea951fe" providerId="LiveId" clId="{C5D51C20-2226-44B0-A39D-D1F703CDD58A}" dt="2025-08-18T12:26:05.484" v="268" actId="1076"/>
          <ac:cxnSpMkLst>
            <pc:docMk/>
            <pc:sldMk cId="2559367353" sldId="256"/>
            <ac:cxnSpMk id="14" creationId="{1BC1B476-5969-2EDD-A2FC-5AA700410595}"/>
          </ac:cxnSpMkLst>
        </pc:cxnChg>
        <pc:cxnChg chg="add mod">
          <ac:chgData name="Phillip Wolff" userId="c2521818cea951fe" providerId="LiveId" clId="{C5D51C20-2226-44B0-A39D-D1F703CDD58A}" dt="2025-08-17T21:01:02.957" v="40" actId="1076"/>
          <ac:cxnSpMkLst>
            <pc:docMk/>
            <pc:sldMk cId="2559367353" sldId="256"/>
            <ac:cxnSpMk id="16" creationId="{7BD21F4B-19A5-8898-A99A-F2DF1FA8042E}"/>
          </ac:cxnSpMkLst>
        </pc:cxnChg>
        <pc:cxnChg chg="add mod">
          <ac:chgData name="Phillip Wolff" userId="c2521818cea951fe" providerId="LiveId" clId="{C5D51C20-2226-44B0-A39D-D1F703CDD58A}" dt="2025-08-17T21:01:08.228" v="42" actId="1076"/>
          <ac:cxnSpMkLst>
            <pc:docMk/>
            <pc:sldMk cId="2559367353" sldId="256"/>
            <ac:cxnSpMk id="18" creationId="{CB22BB57-6036-6AD7-8CD8-E758313D7AD6}"/>
          </ac:cxnSpMkLst>
        </pc:cxnChg>
        <pc:cxnChg chg="add mod">
          <ac:chgData name="Phillip Wolff" userId="c2521818cea951fe" providerId="LiveId" clId="{C5D51C20-2226-44B0-A39D-D1F703CDD58A}" dt="2025-08-17T21:01:13.231" v="44" actId="1076"/>
          <ac:cxnSpMkLst>
            <pc:docMk/>
            <pc:sldMk cId="2559367353" sldId="256"/>
            <ac:cxnSpMk id="20" creationId="{5AF7DEEF-73BE-786B-26E0-E65E5AEA3A29}"/>
          </ac:cxnSpMkLst>
        </pc:cxnChg>
        <pc:cxnChg chg="add mod">
          <ac:chgData name="Phillip Wolff" userId="c2521818cea951fe" providerId="LiveId" clId="{C5D51C20-2226-44B0-A39D-D1F703CDD58A}" dt="2025-08-17T21:01:25.781" v="47" actId="14100"/>
          <ac:cxnSpMkLst>
            <pc:docMk/>
            <pc:sldMk cId="2559367353" sldId="256"/>
            <ac:cxnSpMk id="22" creationId="{B7DD0D7A-169F-BBDF-81A6-4561C03047EB}"/>
          </ac:cxnSpMkLst>
        </pc:cxnChg>
      </pc:sldChg>
      <pc:sldChg chg="addSp delSp modSp add mod">
        <pc:chgData name="Phillip Wolff" userId="c2521818cea951fe" providerId="LiveId" clId="{C5D51C20-2226-44B0-A39D-D1F703CDD58A}" dt="2025-08-19T13:30:37.396" v="380" actId="14100"/>
        <pc:sldMkLst>
          <pc:docMk/>
          <pc:sldMk cId="1347973419" sldId="257"/>
        </pc:sldMkLst>
        <pc:spChg chg="add mod ord">
          <ac:chgData name="Phillip Wolff" userId="c2521818cea951fe" providerId="LiveId" clId="{C5D51C20-2226-44B0-A39D-D1F703CDD58A}" dt="2025-08-19T13:30:37.396" v="380" actId="14100"/>
          <ac:spMkLst>
            <pc:docMk/>
            <pc:sldMk cId="1347973419" sldId="257"/>
            <ac:spMk id="2" creationId="{E0725325-6020-0D43-B1D5-F55243786145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4" creationId="{575C544E-D61A-12F8-4215-79BD84FA3E44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5" creationId="{B9B47148-D90A-4306-6462-03822AABCB8F}"/>
          </ac:spMkLst>
        </pc:spChg>
        <pc:spChg chg="add mod">
          <ac:chgData name="Phillip Wolff" userId="c2521818cea951fe" providerId="LiveId" clId="{C5D51C20-2226-44B0-A39D-D1F703CDD58A}" dt="2025-08-19T13:29:42.460" v="370" actId="1076"/>
          <ac:spMkLst>
            <pc:docMk/>
            <pc:sldMk cId="1347973419" sldId="257"/>
            <ac:spMk id="286" creationId="{7361B08C-7FAD-2E6F-E8DF-372D29D84B00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7" creationId="{1408334E-18B3-B709-05F8-5F27DAB0EB07}"/>
          </ac:spMkLst>
        </pc:spChg>
        <pc:spChg chg="add mod">
          <ac:chgData name="Phillip Wolff" userId="c2521818cea951fe" providerId="LiveId" clId="{C5D51C20-2226-44B0-A39D-D1F703CDD58A}" dt="2025-08-19T13:29:32.945" v="368" actId="1036"/>
          <ac:spMkLst>
            <pc:docMk/>
            <pc:sldMk cId="1347973419" sldId="257"/>
            <ac:spMk id="296" creationId="{6A0103CB-69AA-4E78-38ED-BDA2A8499BA4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98" creationId="{075504ED-55D1-A492-FB42-AA983B4FA339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01" creationId="{3C62A445-B2A2-E6AB-2D07-36620899B2BF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09" creationId="{7AE8F2E2-482D-3472-F6B9-E4E40A653AEE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28" creationId="{05BF9F5C-AE94-6AE3-D82D-F1CD106383E8}"/>
          </ac:spMkLst>
        </pc:s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184" creationId="{532C45BC-B07D-4F43-173C-170047B50C71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185" creationId="{4E8A2A66-5695-FB66-2EFB-45F65DCD1A57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260" creationId="{5B3A41E3-83CD-521F-448D-8A779B723F43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261" creationId="{8F055702-98DC-B504-5F40-2B1CA4283B3F}"/>
          </ac:grpSpMkLst>
        </pc:grpChg>
        <pc:grpChg chg="add mod">
          <ac:chgData name="Phillip Wolff" userId="c2521818cea951fe" providerId="LiveId" clId="{C5D51C20-2226-44B0-A39D-D1F703CDD58A}" dt="2025-08-18T12:30:09.859" v="361" actId="164"/>
          <ac:grpSpMkLst>
            <pc:docMk/>
            <pc:sldMk cId="1347973419" sldId="257"/>
            <ac:grpSpMk id="283" creationId="{FC0712A2-2095-E497-0D57-64F34078B705}"/>
          </ac:grpSpMkLst>
        </pc:grpChg>
        <pc:grpChg chg="mod">
          <ac:chgData name="Phillip Wolff" userId="c2521818cea951fe" providerId="LiveId" clId="{C5D51C20-2226-44B0-A39D-D1F703CDD58A}" dt="2025-08-19T13:30:30.178" v="379" actId="14100"/>
          <ac:grpSpMkLst>
            <pc:docMk/>
            <pc:sldMk cId="1347973419" sldId="257"/>
            <ac:grpSpMk id="336" creationId="{A941BFB3-C0C0-FAE2-66D7-347FCB192681}"/>
          </ac:grpSpMkLst>
        </pc:grp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1" creationId="{C9530987-F09C-D5B6-6979-AF9EE50DA26C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2" creationId="{92767D36-9850-465E-1D7B-C60878A41261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3" creationId="{256039E7-2D9F-3D53-1A9E-B0CF34A19D7B}"/>
          </ac:cxnSpMkLst>
        </pc:cxnChg>
        <pc:cxnChg chg="add mod">
          <ac:chgData name="Phillip Wolff" userId="c2521818cea951fe" providerId="LiveId" clId="{C5D51C20-2226-44B0-A39D-D1F703CDD58A}" dt="2025-08-18T12:13:20.946" v="82" actId="14100"/>
          <ac:cxnSpMkLst>
            <pc:docMk/>
            <pc:sldMk cId="1347973419" sldId="257"/>
            <ac:cxnSpMk id="14" creationId="{A83732C2-C878-76EE-FE8B-250CFBB4FC5E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9" creationId="{3664D3E0-6C20-8ED7-F55A-ABADFC6C413B}"/>
          </ac:cxnSpMkLst>
        </pc:cxnChg>
        <pc:cxnChg chg="add mod">
          <ac:chgData name="Phillip Wolff" userId="c2521818cea951fe" providerId="LiveId" clId="{C5D51C20-2226-44B0-A39D-D1F703CDD58A}" dt="2025-08-18T12:13:55.946" v="103" actId="14100"/>
          <ac:cxnSpMkLst>
            <pc:docMk/>
            <pc:sldMk cId="1347973419" sldId="257"/>
            <ac:cxnSpMk id="20" creationId="{17D31BCF-FBB5-E78F-EA01-75ACB0D6379D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21" creationId="{6641B78F-F2D1-13EE-6102-7D99CE01D648}"/>
          </ac:cxnSpMkLst>
        </pc:cxnChg>
        <pc:cxnChg chg="add mod">
          <ac:chgData name="Phillip Wolff" userId="c2521818cea951fe" providerId="LiveId" clId="{C5D51C20-2226-44B0-A39D-D1F703CDD58A}" dt="2025-08-18T12:14:06.970" v="108" actId="14100"/>
          <ac:cxnSpMkLst>
            <pc:docMk/>
            <pc:sldMk cId="1347973419" sldId="257"/>
            <ac:cxnSpMk id="22" creationId="{F915BF6C-E17C-1D7E-E5AA-A0CD4E3A7A89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2" creationId="{B8599229-5C5F-008A-69AB-8C83F99CEFE1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3" creationId="{00BAC7FB-9B15-4176-E2B7-8C055C112540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4" creationId="{37E3A05B-BC1D-2D67-567C-E53CDC460ED2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5" creationId="{4A91B312-3433-7C16-4954-E3853019DDA2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6" creationId="{F4CDC36D-95D1-BD4B-33DC-12AE7263DFBE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7" creationId="{3A60E3EE-0F70-B835-140C-D2E2FEC98F9C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8" creationId="{B39A8429-DF79-81AB-C854-69BAC9F30A36}"/>
          </ac:cxnSpMkLst>
        </pc:cxnChg>
        <pc:cxnChg chg="add mod">
          <ac:chgData name="Phillip Wolff" userId="c2521818cea951fe" providerId="LiveId" clId="{C5D51C20-2226-44B0-A39D-D1F703CDD58A}" dt="2025-08-18T12:15:35.205" v="136" actId="1038"/>
          <ac:cxnSpMkLst>
            <pc:docMk/>
            <pc:sldMk cId="1347973419" sldId="257"/>
            <ac:cxnSpMk id="39" creationId="{4036F945-EDDF-F481-27AD-D726ADF351DC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87" creationId="{0B7F929C-D6A6-144B-3E55-36F6BF39E0B9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89" creationId="{F0420FB3-974B-FE11-D4F3-56DC6248751B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0" creationId="{895078A9-D395-20AF-51A9-9D0CD28CC724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2" creationId="{9FCBB24E-7C25-B3F3-1A2B-72FE055655E9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4" creationId="{F57CB25E-EB88-14DD-7E9F-AC891532F848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5" creationId="{88EC563C-7F6A-D70C-A9FE-B090B64AD53E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6" creationId="{0FC32DCC-7F56-840F-D66C-027564E0F968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7" creationId="{C99EDFF4-063C-C3F0-252C-49688B12285E}"/>
          </ac:cxnSpMkLst>
        </pc:cxnChg>
        <pc:cxnChg chg="mod">
          <ac:chgData name="Phillip Wolff" userId="c2521818cea951fe" providerId="LiveId" clId="{C5D51C20-2226-44B0-A39D-D1F703CDD58A}" dt="2025-08-18T12:15:29.976" v="135" actId="1037"/>
          <ac:cxnSpMkLst>
            <pc:docMk/>
            <pc:sldMk cId="1347973419" sldId="257"/>
            <ac:cxnSpMk id="201" creationId="{CAD7B2B6-DEA5-56AB-33D9-41ECB29E9681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2" creationId="{45CC7140-75FE-AF67-C2E6-A3C0C5B58C9B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3" creationId="{C2734627-7878-CE49-6A5D-054E6DD34644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4" creationId="{5DFFA6DB-40F2-94B9-3A67-656FEE4085C7}"/>
          </ac:cxnSpMkLst>
        </pc:cxnChg>
        <pc:cxnChg chg="mod">
          <ac:chgData name="Phillip Wolff" userId="c2521818cea951fe" providerId="LiveId" clId="{C5D51C20-2226-44B0-A39D-D1F703CDD58A}" dt="2025-08-18T12:17:48.183" v="161" actId="14100"/>
          <ac:cxnSpMkLst>
            <pc:docMk/>
            <pc:sldMk cId="1347973419" sldId="257"/>
            <ac:cxnSpMk id="205" creationId="{BFDF412C-3605-5FE3-9F6A-92489379B0CA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6" creationId="{88A1C986-761C-1FD8-3115-73F419475870}"/>
          </ac:cxnSpMkLst>
        </pc:cxnChg>
        <pc:cxnChg chg="mod">
          <ac:chgData name="Phillip Wolff" userId="c2521818cea951fe" providerId="LiveId" clId="{C5D51C20-2226-44B0-A39D-D1F703CDD58A}" dt="2025-08-18T12:17:53.203" v="163" actId="14100"/>
          <ac:cxnSpMkLst>
            <pc:docMk/>
            <pc:sldMk cId="1347973419" sldId="257"/>
            <ac:cxnSpMk id="207" creationId="{44E175B7-1543-E41C-2AC0-5D9206C05E9B}"/>
          </ac:cxnSpMkLst>
        </pc:cxnChg>
        <pc:cxnChg chg="mod">
          <ac:chgData name="Phillip Wolff" userId="c2521818cea951fe" providerId="LiveId" clId="{C5D51C20-2226-44B0-A39D-D1F703CDD58A}" dt="2025-08-18T12:20:21.424" v="164" actId="14100"/>
          <ac:cxnSpMkLst>
            <pc:docMk/>
            <pc:sldMk cId="1347973419" sldId="257"/>
            <ac:cxnSpMk id="208" creationId="{777116AB-BF4A-1207-DFD0-B0CA02E9B1D1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9" creationId="{472ABDA5-2B5C-AE7B-1B59-E2E4C80B2E4F}"/>
          </ac:cxnSpMkLst>
        </pc:cxnChg>
        <pc:cxnChg chg="mod">
          <ac:chgData name="Phillip Wolff" userId="c2521818cea951fe" providerId="LiveId" clId="{C5D51C20-2226-44B0-A39D-D1F703CDD58A}" dt="2025-08-18T12:20:27.683" v="166" actId="14100"/>
          <ac:cxnSpMkLst>
            <pc:docMk/>
            <pc:sldMk cId="1347973419" sldId="257"/>
            <ac:cxnSpMk id="210" creationId="{EB097527-58FC-6FD4-2154-CF5739F99534}"/>
          </ac:cxnSpMkLst>
        </pc:cxnChg>
        <pc:cxnChg chg="add mod">
          <ac:chgData name="Phillip Wolff" userId="c2521818cea951fe" providerId="LiveId" clId="{C5D51C20-2226-44B0-A39D-D1F703CDD58A}" dt="2025-08-18T12:21:37.091" v="185" actId="1076"/>
          <ac:cxnSpMkLst>
            <pc:docMk/>
            <pc:sldMk cId="1347973419" sldId="257"/>
            <ac:cxnSpMk id="211" creationId="{19C0DA2D-C736-D9EC-1F1C-2C8AADA21BD3}"/>
          </ac:cxnSpMkLst>
        </pc:cxnChg>
        <pc:cxnChg chg="mod">
          <ac:chgData name="Phillip Wolff" userId="c2521818cea951fe" providerId="LiveId" clId="{C5D51C20-2226-44B0-A39D-D1F703CDD58A}" dt="2025-08-18T12:20:33.619" v="168" actId="14100"/>
          <ac:cxnSpMkLst>
            <pc:docMk/>
            <pc:sldMk cId="1347973419" sldId="257"/>
            <ac:cxnSpMk id="212" creationId="{F88447E7-CC06-65A2-365C-735D63B3F586}"/>
          </ac:cxnSpMkLst>
        </pc:cxnChg>
        <pc:cxnChg chg="add mod">
          <ac:chgData name="Phillip Wolff" userId="c2521818cea951fe" providerId="LiveId" clId="{C5D51C20-2226-44B0-A39D-D1F703CDD58A}" dt="2025-08-18T12:21:37.091" v="185" actId="1076"/>
          <ac:cxnSpMkLst>
            <pc:docMk/>
            <pc:sldMk cId="1347973419" sldId="257"/>
            <ac:cxnSpMk id="213" creationId="{F838F90A-96AF-15DA-74E8-1133BE7D78F6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4" creationId="{0C58EBAD-545E-7B39-16A4-EB646265CC9F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5" creationId="{D8922382-41D9-5065-2BCF-58D93C9828BC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6" creationId="{E7B21514-840C-2C63-FD64-2F0334868C55}"/>
          </ac:cxnSpMkLst>
        </pc:cxnChg>
        <pc:cxnChg chg="mod">
          <ac:chgData name="Phillip Wolff" userId="c2521818cea951fe" providerId="LiveId" clId="{C5D51C20-2226-44B0-A39D-D1F703CDD58A}" dt="2025-08-18T12:20:44.478" v="173" actId="14100"/>
          <ac:cxnSpMkLst>
            <pc:docMk/>
            <pc:sldMk cId="1347973419" sldId="257"/>
            <ac:cxnSpMk id="217" creationId="{DA285624-722E-00CA-AC65-DE8A7B8CA472}"/>
          </ac:cxnSpMkLst>
        </pc:cxnChg>
        <pc:cxnChg chg="add mod">
          <ac:chgData name="Phillip Wolff" userId="c2521818cea951fe" providerId="LiveId" clId="{C5D51C20-2226-44B0-A39D-D1F703CDD58A}" dt="2025-08-18T12:21:23.028" v="183" actId="14100"/>
          <ac:cxnSpMkLst>
            <pc:docMk/>
            <pc:sldMk cId="1347973419" sldId="257"/>
            <ac:cxnSpMk id="251" creationId="{45F66315-9095-E5BF-74C0-AC47118A60B0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52" creationId="{28638FFD-7BDC-D088-7FDE-8E6E2B0F1FFD}"/>
          </ac:cxnSpMkLst>
        </pc:cxnChg>
        <pc:cxnChg chg="add mod">
          <ac:chgData name="Phillip Wolff" userId="c2521818cea951fe" providerId="LiveId" clId="{C5D51C20-2226-44B0-A39D-D1F703CDD58A}" dt="2025-08-18T12:21:15.124" v="181" actId="1076"/>
          <ac:cxnSpMkLst>
            <pc:docMk/>
            <pc:sldMk cId="1347973419" sldId="257"/>
            <ac:cxnSpMk id="253" creationId="{895D6847-A559-4598-4F88-B82B7A21C07A}"/>
          </ac:cxnSpMkLst>
        </pc:cxnChg>
        <pc:cxnChg chg="add mod">
          <ac:chgData name="Phillip Wolff" userId="c2521818cea951fe" providerId="LiveId" clId="{C5D51C20-2226-44B0-A39D-D1F703CDD58A}" dt="2025-08-18T12:21:10.419" v="178" actId="14100"/>
          <ac:cxnSpMkLst>
            <pc:docMk/>
            <pc:sldMk cId="1347973419" sldId="257"/>
            <ac:cxnSpMk id="254" creationId="{2014ACB7-ECB7-6013-2765-49E366A0700C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6" creationId="{149FC8B8-7EF7-35A4-E7FB-B2A32A68962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8" creationId="{E7DF51CA-2EB8-FBE0-EC2C-E7250FF348DA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9" creationId="{453C28DB-DF80-965C-F8A5-9BBADBD9652E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0" creationId="{65AAE17C-9032-0549-160D-98A0EF8D3F9C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3" creationId="{B1135A42-11BA-6594-DA54-0178F0196DA6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6" creationId="{EC653359-5BE3-5024-472B-F77AD0229560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8" creationId="{4654AEA8-C6C8-A6EF-166A-89251D3E211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9" creationId="{26A6C959-E43A-4063-7049-5F36F0CBA39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81" creationId="{226468AC-91E3-4F6B-0F3B-3AD6386AEE20}"/>
          </ac:cxnSpMkLst>
        </pc:cxnChg>
        <pc:cxnChg chg="add mod">
          <ac:chgData name="Phillip Wolff" userId="c2521818cea951fe" providerId="LiveId" clId="{C5D51C20-2226-44B0-A39D-D1F703CDD58A}" dt="2025-08-18T12:22:41.012" v="207" actId="164"/>
          <ac:cxnSpMkLst>
            <pc:docMk/>
            <pc:sldMk cId="1347973419" sldId="257"/>
            <ac:cxnSpMk id="282" creationId="{5350B7BF-8C97-DA08-D41A-ADEFB1F15608}"/>
          </ac:cxnSpMkLst>
        </pc:cxnChg>
        <pc:cxnChg chg="add mod">
          <ac:chgData name="Phillip Wolff" userId="c2521818cea951fe" providerId="LiveId" clId="{C5D51C20-2226-44B0-A39D-D1F703CDD58A}" dt="2025-08-18T12:25:15.569" v="241" actId="692"/>
          <ac:cxnSpMkLst>
            <pc:docMk/>
            <pc:sldMk cId="1347973419" sldId="257"/>
            <ac:cxnSpMk id="289" creationId="{93F52C75-DC60-EE97-434C-6EDA39B183E1}"/>
          </ac:cxnSpMkLst>
        </pc:cxnChg>
        <pc:cxnChg chg="add mod">
          <ac:chgData name="Phillip Wolff" userId="c2521818cea951fe" providerId="LiveId" clId="{C5D51C20-2226-44B0-A39D-D1F703CDD58A}" dt="2025-08-19T13:29:48.349" v="372" actId="14100"/>
          <ac:cxnSpMkLst>
            <pc:docMk/>
            <pc:sldMk cId="1347973419" sldId="257"/>
            <ac:cxnSpMk id="291" creationId="{F52DE7D0-EC02-6386-F8B4-8E68E50CB0FF}"/>
          </ac:cxnSpMkLst>
        </pc:cxnChg>
        <pc:cxnChg chg="add mod">
          <ac:chgData name="Phillip Wolff" userId="c2521818cea951fe" providerId="LiveId" clId="{C5D51C20-2226-44B0-A39D-D1F703CDD58A}" dt="2025-08-18T12:36:00.601" v="364" actId="1076"/>
          <ac:cxnSpMkLst>
            <pc:docMk/>
            <pc:sldMk cId="1347973419" sldId="257"/>
            <ac:cxnSpMk id="293" creationId="{5A2FB92D-CA59-4A56-ABA6-4188C018D692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299" creationId="{19805171-EB84-F693-103D-9D9939AB27E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02" creationId="{8AC8105E-C528-4B0C-647E-0F889A1EE04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10" creationId="{DBC16781-C999-5EA3-190C-A7E5D071D58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29" creationId="{FE914271-66AE-4AA9-DD85-F24251633D02}"/>
          </ac:cxnSpMkLst>
        </pc:cxnChg>
      </pc:sldChg>
      <pc:sldChg chg="addSp delSp modSp new mod">
        <pc:chgData name="Phillip Wolff" userId="c2521818cea951fe" providerId="LiveId" clId="{C5D51C20-2226-44B0-A39D-D1F703CDD58A}" dt="2025-08-20T20:07:24.621" v="1025" actId="1076"/>
        <pc:sldMkLst>
          <pc:docMk/>
          <pc:sldMk cId="1132396430" sldId="258"/>
        </pc:sldMkLst>
        <pc:spChg chg="add mod or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2" creationId="{E8E18FD6-BA51-0A0D-A3C1-F9B9C839639C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3" creationId="{070AA3D1-94F8-D800-96C6-B8D768F1EE57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4" creationId="{75F92ED8-617A-4B3B-041B-170BAC094EA6}"/>
          </ac:spMkLst>
        </pc:spChg>
        <pc:spChg chg="add mod">
          <ac:chgData name="Phillip Wolff" userId="c2521818cea951fe" providerId="LiveId" clId="{C5D51C20-2226-44B0-A39D-D1F703CDD58A}" dt="2025-08-19T13:49:08.275" v="571" actId="164"/>
          <ac:spMkLst>
            <pc:docMk/>
            <pc:sldMk cId="1132396430" sldId="258"/>
            <ac:spMk id="9" creationId="{7302AE30-E9C1-AAE3-5E93-00AF6ED5BAB7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0" creationId="{1D0C1F62-BCC0-F963-2548-005587520CA5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6" creationId="{96055D17-9CF9-DD8F-36C7-05127A89F6B6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7" creationId="{ED68F813-4C67-69A3-F0F3-F532E58F8FC1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8" creationId="{65DDAC83-5E00-5DAD-FC93-3740821C6A9C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9" creationId="{8F3E0520-9ECB-D0DB-0335-852D02831D76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20" creationId="{E870EC11-EEDD-71D2-7886-33AEA86FA174}"/>
          </ac:spMkLst>
        </pc:spChg>
        <pc:spChg chg="add del mod">
          <ac:chgData name="Phillip Wolff" userId="c2521818cea951fe" providerId="LiveId" clId="{C5D51C20-2226-44B0-A39D-D1F703CDD58A}" dt="2025-08-20T20:07:24.621" v="1025" actId="1076"/>
          <ac:spMkLst>
            <pc:docMk/>
            <pc:sldMk cId="1132396430" sldId="258"/>
            <ac:spMk id="22" creationId="{50692128-0D9E-F8ED-3A30-66D7A877ED44}"/>
          </ac:spMkLst>
        </pc:spChg>
        <pc:grpChg chg="mod">
          <ac:chgData name="Phillip Wolff" userId="c2521818cea951fe" providerId="LiveId" clId="{C5D51C20-2226-44B0-A39D-D1F703CDD58A}" dt="2025-08-19T13:49:11.419" v="572" actId="1076"/>
          <ac:grpSpMkLst>
            <pc:docMk/>
            <pc:sldMk cId="1132396430" sldId="258"/>
            <ac:grpSpMk id="23" creationId="{DC75CBC1-F5D0-A3D0-624E-1FADDA5104AB}"/>
          </ac:grpSpMkLst>
        </pc:grpChg>
        <pc:cxnChg chg="add mod ord">
          <ac:chgData name="Phillip Wolff" userId="c2521818cea951fe" providerId="LiveId" clId="{C5D51C20-2226-44B0-A39D-D1F703CDD58A}" dt="2025-08-19T13:45:32.487" v="523" actId="14100"/>
          <ac:cxnSpMkLst>
            <pc:docMk/>
            <pc:sldMk cId="1132396430" sldId="258"/>
            <ac:cxnSpMk id="6" creationId="{C3928491-EBD8-1315-BF1E-462ABFFA9EC1}"/>
          </ac:cxnSpMkLst>
        </pc:cxnChg>
        <pc:cxnChg chg="add mod">
          <ac:chgData name="Phillip Wolff" userId="c2521818cea951fe" providerId="LiveId" clId="{C5D51C20-2226-44B0-A39D-D1F703CDD58A}" dt="2025-08-19T13:43:07.428" v="474" actId="14100"/>
          <ac:cxnSpMkLst>
            <pc:docMk/>
            <pc:sldMk cId="1132396430" sldId="258"/>
            <ac:cxnSpMk id="11" creationId="{F6C42F02-1599-4945-ECF9-165E69134B0A}"/>
          </ac:cxnSpMkLst>
        </pc:cxnChg>
        <pc:cxnChg chg="add mod">
          <ac:chgData name="Phillip Wolff" userId="c2521818cea951fe" providerId="LiveId" clId="{C5D51C20-2226-44B0-A39D-D1F703CDD58A}" dt="2025-08-19T13:43:15.717" v="477" actId="1076"/>
          <ac:cxnSpMkLst>
            <pc:docMk/>
            <pc:sldMk cId="1132396430" sldId="258"/>
            <ac:cxnSpMk id="14" creationId="{3B3794F6-8BA2-6792-6B44-CD26B47C8B89}"/>
          </ac:cxnSpMkLst>
        </pc:cxnChg>
      </pc:sldChg>
      <pc:sldChg chg="addSp delSp modSp new mod">
        <pc:chgData name="Phillip Wolff" userId="c2521818cea951fe" providerId="LiveId" clId="{C5D51C20-2226-44B0-A39D-D1F703CDD58A}" dt="2025-08-20T20:13:30.311" v="1054" actId="114"/>
        <pc:sldMkLst>
          <pc:docMk/>
          <pc:sldMk cId="3530676677" sldId="259"/>
        </pc:sldMkLst>
        <pc:spChg chg="del">
          <ac:chgData name="Phillip Wolff" userId="c2521818cea951fe" providerId="LiveId" clId="{C5D51C20-2226-44B0-A39D-D1F703CDD58A}" dt="2025-08-19T13:49:17.576" v="574" actId="478"/>
          <ac:spMkLst>
            <pc:docMk/>
            <pc:sldMk cId="3530676677" sldId="259"/>
            <ac:spMk id="2" creationId="{417EC6B1-A957-D125-8ED8-5365E7F6843E}"/>
          </ac:spMkLst>
        </pc:spChg>
        <pc:spChg chg="del">
          <ac:chgData name="Phillip Wolff" userId="c2521818cea951fe" providerId="LiveId" clId="{C5D51C20-2226-44B0-A39D-D1F703CDD58A}" dt="2025-08-19T13:49:17.576" v="574" actId="478"/>
          <ac:spMkLst>
            <pc:docMk/>
            <pc:sldMk cId="3530676677" sldId="259"/>
            <ac:spMk id="3" creationId="{C0A678D7-2D9A-B7C0-89BA-C5EC7268B785}"/>
          </ac:spMkLst>
        </pc:spChg>
        <pc:spChg chg="add del">
          <ac:chgData name="Phillip Wolff" userId="c2521818cea951fe" providerId="LiveId" clId="{C5D51C20-2226-44B0-A39D-D1F703CDD58A}" dt="2025-08-19T14:20:13.434" v="622" actId="11529"/>
          <ac:spMkLst>
            <pc:docMk/>
            <pc:sldMk cId="3530676677" sldId="259"/>
            <ac:spMk id="27" creationId="{01767F76-4F37-6EC7-FF79-62968230DCBE}"/>
          </ac:spMkLst>
        </pc:spChg>
        <pc:spChg chg="add del mod">
          <ac:chgData name="Phillip Wolff" userId="c2521818cea951fe" providerId="LiveId" clId="{C5D51C20-2226-44B0-A39D-D1F703CDD58A}" dt="2025-08-19T14:21:13.048" v="648" actId="478"/>
          <ac:spMkLst>
            <pc:docMk/>
            <pc:sldMk cId="3530676677" sldId="259"/>
            <ac:spMk id="28" creationId="{50CC6A62-DB67-6B8E-77D1-E410FD4A0252}"/>
          </ac:spMkLst>
        </pc:spChg>
        <pc:spChg chg="add mod">
          <ac:chgData name="Phillip Wolff" userId="c2521818cea951fe" providerId="LiveId" clId="{C5D51C20-2226-44B0-A39D-D1F703CDD58A}" dt="2025-08-19T14:24:44.131" v="839" actId="14100"/>
          <ac:spMkLst>
            <pc:docMk/>
            <pc:sldMk cId="3530676677" sldId="259"/>
            <ac:spMk id="29" creationId="{3D2EB4EC-6EAB-7A35-BD5C-3AADD9871A06}"/>
          </ac:spMkLst>
        </pc:spChg>
        <pc:spChg chg="add mod">
          <ac:chgData name="Phillip Wolff" userId="c2521818cea951fe" providerId="LiveId" clId="{C5D51C20-2226-44B0-A39D-D1F703CDD58A}" dt="2025-08-19T14:32:11.842" v="979" actId="1076"/>
          <ac:spMkLst>
            <pc:docMk/>
            <pc:sldMk cId="3530676677" sldId="259"/>
            <ac:spMk id="30" creationId="{4A944172-9D4C-FC83-B048-EE01F9B43FB4}"/>
          </ac:spMkLst>
        </pc:spChg>
        <pc:spChg chg="add mod or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31" creationId="{D4896872-56A1-BF13-787F-15110FA31C00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32" creationId="{45DDC412-6D99-AADA-EFA6-13F068EE99DF}"/>
          </ac:spMkLst>
        </pc:spChg>
        <pc:spChg chg="add mod">
          <ac:chgData name="Phillip Wolff" userId="c2521818cea951fe" providerId="LiveId" clId="{C5D51C20-2226-44B0-A39D-D1F703CDD58A}" dt="2025-08-19T14:24:44.131" v="839" actId="14100"/>
          <ac:spMkLst>
            <pc:docMk/>
            <pc:sldMk cId="3530676677" sldId="259"/>
            <ac:spMk id="33" creationId="{00727298-47B3-50B7-510F-E97FDD1CFCCE}"/>
          </ac:spMkLst>
        </pc:spChg>
        <pc:spChg chg="add mod">
          <ac:chgData name="Phillip Wolff" userId="c2521818cea951fe" providerId="LiveId" clId="{C5D51C20-2226-44B0-A39D-D1F703CDD58A}" dt="2025-08-19T14:24:50.276" v="840" actId="14100"/>
          <ac:spMkLst>
            <pc:docMk/>
            <pc:sldMk cId="3530676677" sldId="259"/>
            <ac:spMk id="34" creationId="{B4D1A23F-8A0B-37CA-E5C1-AD02C0F5E00C}"/>
          </ac:spMkLst>
        </pc:spChg>
        <pc:spChg chg="add del mod">
          <ac:chgData name="Phillip Wolff" userId="c2521818cea951fe" providerId="LiveId" clId="{C5D51C20-2226-44B0-A39D-D1F703CDD58A}" dt="2025-08-19T14:24:52.826" v="841" actId="478"/>
          <ac:spMkLst>
            <pc:docMk/>
            <pc:sldMk cId="3530676677" sldId="259"/>
            <ac:spMk id="35" creationId="{359DC21E-DDD1-9F21-435B-DE5799E1B041}"/>
          </ac:spMkLst>
        </pc:spChg>
        <pc:spChg chg="add mod">
          <ac:chgData name="Phillip Wolff" userId="c2521818cea951fe" providerId="LiveId" clId="{C5D51C20-2226-44B0-A39D-D1F703CDD58A}" dt="2025-08-20T20:13:18.058" v="1051" actId="114"/>
          <ac:spMkLst>
            <pc:docMk/>
            <pc:sldMk cId="3530676677" sldId="259"/>
            <ac:spMk id="37" creationId="{3C9535AF-5E3C-4AB0-0E71-5BC06584F778}"/>
          </ac:spMkLst>
        </pc:spChg>
        <pc:spChg chg="add mod">
          <ac:chgData name="Phillip Wolff" userId="c2521818cea951fe" providerId="LiveId" clId="{C5D51C20-2226-44B0-A39D-D1F703CDD58A}" dt="2025-08-19T14:33:53.619" v="991" actId="14100"/>
          <ac:spMkLst>
            <pc:docMk/>
            <pc:sldMk cId="3530676677" sldId="259"/>
            <ac:spMk id="45" creationId="{3EEFA8F8-B1F2-B3E3-A0F5-590630921113}"/>
          </ac:spMkLst>
        </pc:spChg>
        <pc:spChg chg="add mod">
          <ac:chgData name="Phillip Wolff" userId="c2521818cea951fe" providerId="LiveId" clId="{C5D51C20-2226-44B0-A39D-D1F703CDD58A}" dt="2025-08-20T20:13:18.058" v="1051" actId="114"/>
          <ac:spMkLst>
            <pc:docMk/>
            <pc:sldMk cId="3530676677" sldId="259"/>
            <ac:spMk id="46" creationId="{6C730A27-34FA-0A6D-E3C9-E1701DB719D7}"/>
          </ac:spMkLst>
        </pc:spChg>
        <pc:spChg chg="add mod or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47" creationId="{8C5692DF-1B06-93C4-E2FC-6D4C598EFAF4}"/>
          </ac:spMkLst>
        </pc:spChg>
        <pc:spChg chg="add mod ord">
          <ac:chgData name="Phillip Wolff" userId="c2521818cea951fe" providerId="LiveId" clId="{C5D51C20-2226-44B0-A39D-D1F703CDD58A}" dt="2025-08-19T14:28:25.765" v="922" actId="166"/>
          <ac:spMkLst>
            <pc:docMk/>
            <pc:sldMk cId="3530676677" sldId="259"/>
            <ac:spMk id="48" creationId="{9365D41F-303F-01FF-DF75-090BDC9B7137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49" creationId="{AB075F10-BEF7-D887-BC9B-A5128139DDF3}"/>
          </ac:spMkLst>
        </pc:spChg>
        <pc:spChg chg="add mod">
          <ac:chgData name="Phillip Wolff" userId="c2521818cea951fe" providerId="LiveId" clId="{C5D51C20-2226-44B0-A39D-D1F703CDD58A}" dt="2025-08-19T14:26:01.184" v="870" actId="20577"/>
          <ac:spMkLst>
            <pc:docMk/>
            <pc:sldMk cId="3530676677" sldId="259"/>
            <ac:spMk id="50" creationId="{4A123B0B-9EFE-E91D-089B-13CDC542DEA8}"/>
          </ac:spMkLst>
        </pc:spChg>
        <pc:spChg chg="add mod">
          <ac:chgData name="Phillip Wolff" userId="c2521818cea951fe" providerId="LiveId" clId="{C5D51C20-2226-44B0-A39D-D1F703CDD58A}" dt="2025-08-19T14:34:30.643" v="1002" actId="1076"/>
          <ac:spMkLst>
            <pc:docMk/>
            <pc:sldMk cId="3530676677" sldId="259"/>
            <ac:spMk id="51" creationId="{8D545B6B-DC76-4BC5-DD20-1AACA351ACF4}"/>
          </ac:spMkLst>
        </pc:spChg>
        <pc:spChg chg="add mod">
          <ac:chgData name="Phillip Wolff" userId="c2521818cea951fe" providerId="LiveId" clId="{C5D51C20-2226-44B0-A39D-D1F703CDD58A}" dt="2025-08-20T20:13:02.683" v="1048" actId="1076"/>
          <ac:spMkLst>
            <pc:docMk/>
            <pc:sldMk cId="3530676677" sldId="259"/>
            <ac:spMk id="55" creationId="{2B37001B-E5C5-1168-10CE-7B3F5DD36BC2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6" creationId="{6B9ED2E6-745D-5311-3F24-CE10C4D4B4E8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7" creationId="{D7AB5F90-13E7-EC69-8E23-CB2A0096D3DF}"/>
          </ac:spMkLst>
        </pc:spChg>
        <pc:spChg chg="add mod">
          <ac:chgData name="Phillip Wolff" userId="c2521818cea951fe" providerId="LiveId" clId="{C5D51C20-2226-44B0-A39D-D1F703CDD58A}" dt="2025-08-19T14:29:32.130" v="935" actId="1076"/>
          <ac:spMkLst>
            <pc:docMk/>
            <pc:sldMk cId="3530676677" sldId="259"/>
            <ac:spMk id="58" creationId="{F3BCDBBB-68F1-2885-0303-46D0D325969D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9" creationId="{FAA6ED00-B365-212C-7A2E-B8E08B3FE28C}"/>
          </ac:spMkLst>
        </pc:spChg>
        <pc:spChg chg="add mod ord">
          <ac:chgData name="Phillip Wolff" userId="c2521818cea951fe" providerId="LiveId" clId="{C5D51C20-2226-44B0-A39D-D1F703CDD58A}" dt="2025-08-19T14:30:56.524" v="963" actId="1038"/>
          <ac:spMkLst>
            <pc:docMk/>
            <pc:sldMk cId="3530676677" sldId="259"/>
            <ac:spMk id="60" creationId="{C233F0B5-BD8F-D4B1-243B-EC6270977A5A}"/>
          </ac:spMkLst>
        </pc:spChg>
        <pc:spChg chg="add mod">
          <ac:chgData name="Phillip Wolff" userId="c2521818cea951fe" providerId="LiveId" clId="{C5D51C20-2226-44B0-A39D-D1F703CDD58A}" dt="2025-08-20T20:13:30.311" v="1054" actId="114"/>
          <ac:spMkLst>
            <pc:docMk/>
            <pc:sldMk cId="3530676677" sldId="259"/>
            <ac:spMk id="65" creationId="{CD99650D-2002-07D1-55EC-6C2D6823CDCB}"/>
          </ac:spMkLst>
        </pc:spChg>
        <pc:spChg chg="add mod">
          <ac:chgData name="Phillip Wolff" userId="c2521818cea951fe" providerId="LiveId" clId="{C5D51C20-2226-44B0-A39D-D1F703CDD58A}" dt="2025-08-19T14:33:28.480" v="989" actId="1076"/>
          <ac:spMkLst>
            <pc:docMk/>
            <pc:sldMk cId="3530676677" sldId="259"/>
            <ac:spMk id="67" creationId="{3A32E541-43F0-1473-47F4-F4FD8EBD64DA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68" creationId="{23A1972B-668B-DB49-0A85-D2FB67604401}"/>
          </ac:spMkLst>
        </pc:spChg>
        <pc:grpChg chg="mod">
          <ac:chgData name="Phillip Wolff" userId="c2521818cea951fe" providerId="LiveId" clId="{C5D51C20-2226-44B0-A39D-D1F703CDD58A}" dt="2025-08-19T14:34:39.576" v="1004" actId="1076"/>
          <ac:grpSpMkLst>
            <pc:docMk/>
            <pc:sldMk cId="3530676677" sldId="259"/>
            <ac:grpSpMk id="71" creationId="{9D2D1DBE-B1A8-40C9-5766-20C1E8111ED1}"/>
          </ac:grpSpMkLst>
        </pc:grpChg>
        <pc:cxnChg chg="add mod ord">
          <ac:chgData name="Phillip Wolff" userId="c2521818cea951fe" providerId="LiveId" clId="{C5D51C20-2226-44B0-A39D-D1F703CDD58A}" dt="2025-08-19T14:32:16.087" v="980" actId="14100"/>
          <ac:cxnSpMkLst>
            <pc:docMk/>
            <pc:sldMk cId="3530676677" sldId="259"/>
            <ac:cxnSpMk id="5" creationId="{ACF593AF-AFBF-0F00-9DF2-DA94C0462930}"/>
          </ac:cxnSpMkLst>
        </pc:cxnChg>
        <pc:cxnChg chg="add mod">
          <ac:chgData name="Phillip Wolff" userId="c2521818cea951fe" providerId="LiveId" clId="{C5D51C20-2226-44B0-A39D-D1F703CDD58A}" dt="2025-08-19T14:18:25.599" v="593" actId="692"/>
          <ac:cxnSpMkLst>
            <pc:docMk/>
            <pc:sldMk cId="3530676677" sldId="259"/>
            <ac:cxnSpMk id="8" creationId="{EC6EB462-2A96-A17B-8B27-E13E9A77565B}"/>
          </ac:cxnSpMkLst>
        </pc:cxnChg>
        <pc:cxnChg chg="add mod">
          <ac:chgData name="Phillip Wolff" userId="c2521818cea951fe" providerId="LiveId" clId="{C5D51C20-2226-44B0-A39D-D1F703CDD58A}" dt="2025-08-19T14:24:44.131" v="839" actId="14100"/>
          <ac:cxnSpMkLst>
            <pc:docMk/>
            <pc:sldMk cId="3530676677" sldId="259"/>
            <ac:cxnSpMk id="11" creationId="{934B652D-DBA5-4523-2778-C8A134E6CA94}"/>
          </ac:cxnSpMkLst>
        </pc:cxnChg>
        <pc:cxnChg chg="add mod ord">
          <ac:chgData name="Phillip Wolff" userId="c2521818cea951fe" providerId="LiveId" clId="{C5D51C20-2226-44B0-A39D-D1F703CDD58A}" dt="2025-08-19T14:31:13.721" v="964" actId="14100"/>
          <ac:cxnSpMkLst>
            <pc:docMk/>
            <pc:sldMk cId="3530676677" sldId="259"/>
            <ac:cxnSpMk id="14" creationId="{3F5B89DD-3048-93B4-B73B-A11C07D2C357}"/>
          </ac:cxnSpMkLst>
        </pc:cxnChg>
        <pc:cxnChg chg="add mod ord">
          <ac:chgData name="Phillip Wolff" userId="c2521818cea951fe" providerId="LiveId" clId="{C5D51C20-2226-44B0-A39D-D1F703CDD58A}" dt="2025-08-19T14:27:51.155" v="918" actId="166"/>
          <ac:cxnSpMkLst>
            <pc:docMk/>
            <pc:sldMk cId="3530676677" sldId="259"/>
            <ac:cxnSpMk id="17" creationId="{DF5D6866-EBB5-ACA5-C3D7-431A05FF78A8}"/>
          </ac:cxnSpMkLst>
        </pc:cxnChg>
        <pc:cxnChg chg="add mod">
          <ac:chgData name="Phillip Wolff" userId="c2521818cea951fe" providerId="LiveId" clId="{C5D51C20-2226-44B0-A39D-D1F703CDD58A}" dt="2025-08-19T14:19:47.867" v="615" actId="14100"/>
          <ac:cxnSpMkLst>
            <pc:docMk/>
            <pc:sldMk cId="3530676677" sldId="259"/>
            <ac:cxnSpMk id="21" creationId="{D0AEDB58-8072-3FE1-FBBF-471C1BA20CDA}"/>
          </ac:cxnSpMkLst>
        </pc:cxnChg>
        <pc:cxnChg chg="add mod">
          <ac:chgData name="Phillip Wolff" userId="c2521818cea951fe" providerId="LiveId" clId="{C5D51C20-2226-44B0-A39D-D1F703CDD58A}" dt="2025-08-19T14:19:59.299" v="619" actId="14100"/>
          <ac:cxnSpMkLst>
            <pc:docMk/>
            <pc:sldMk cId="3530676677" sldId="259"/>
            <ac:cxnSpMk id="24" creationId="{80ADFDFF-E553-18E2-44C9-31C157CB055E}"/>
          </ac:cxnSpMkLst>
        </pc:cxnChg>
        <pc:cxnChg chg="add mod">
          <ac:chgData name="Phillip Wolff" userId="c2521818cea951fe" providerId="LiveId" clId="{C5D51C20-2226-44B0-A39D-D1F703CDD58A}" dt="2025-08-19T14:34:30.643" v="1002" actId="1076"/>
          <ac:cxnSpMkLst>
            <pc:docMk/>
            <pc:sldMk cId="3530676677" sldId="259"/>
            <ac:cxnSpMk id="52" creationId="{A4CC14DD-DA64-1725-9941-B473C45C7510}"/>
          </ac:cxnSpMkLst>
        </pc:cxnChg>
        <pc:cxnChg chg="add mod">
          <ac:chgData name="Phillip Wolff" userId="c2521818cea951fe" providerId="LiveId" clId="{C5D51C20-2226-44B0-A39D-D1F703CDD58A}" dt="2025-08-19T14:31:32.467" v="968" actId="692"/>
          <ac:cxnSpMkLst>
            <pc:docMk/>
            <pc:sldMk cId="3530676677" sldId="259"/>
            <ac:cxnSpMk id="62" creationId="{7B59C146-540F-84D3-F223-3F4A612E5EBC}"/>
          </ac:cxnSpMkLst>
        </pc:cxnChg>
        <pc:cxnChg chg="add mod">
          <ac:chgData name="Phillip Wolff" userId="c2521818cea951fe" providerId="LiveId" clId="{C5D51C20-2226-44B0-A39D-D1F703CDD58A}" dt="2025-08-19T14:34:16.065" v="1001" actId="692"/>
          <ac:cxnSpMkLst>
            <pc:docMk/>
            <pc:sldMk cId="3530676677" sldId="259"/>
            <ac:cxnSpMk id="69" creationId="{7573C6AC-F908-1B6F-9076-13777AEB0F50}"/>
          </ac:cxnSpMkLst>
        </pc:cxnChg>
      </pc:sldChg>
      <pc:sldChg chg="delSp new mod">
        <pc:chgData name="Phillip Wolff" userId="c2521818cea951fe" providerId="LiveId" clId="{C5D51C20-2226-44B0-A39D-D1F703CDD58A}" dt="2025-08-19T14:34:44.466" v="1006" actId="478"/>
        <pc:sldMkLst>
          <pc:docMk/>
          <pc:sldMk cId="3750177164" sldId="260"/>
        </pc:sldMkLst>
        <pc:spChg chg="del">
          <ac:chgData name="Phillip Wolff" userId="c2521818cea951fe" providerId="LiveId" clId="{C5D51C20-2226-44B0-A39D-D1F703CDD58A}" dt="2025-08-19T14:34:44.466" v="1006" actId="478"/>
          <ac:spMkLst>
            <pc:docMk/>
            <pc:sldMk cId="3750177164" sldId="260"/>
            <ac:spMk id="2" creationId="{E46BB3E5-0FE2-5359-C0F4-6A8A42A7A3A2}"/>
          </ac:spMkLst>
        </pc:spChg>
        <pc:spChg chg="del">
          <ac:chgData name="Phillip Wolff" userId="c2521818cea951fe" providerId="LiveId" clId="{C5D51C20-2226-44B0-A39D-D1F703CDD58A}" dt="2025-08-19T14:34:44.466" v="1006" actId="478"/>
          <ac:spMkLst>
            <pc:docMk/>
            <pc:sldMk cId="3750177164" sldId="260"/>
            <ac:spMk id="3" creationId="{A74E4EA2-8800-EB82-CF04-725410F1BAE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1031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9941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082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260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5124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77757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684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5741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3742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4627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6412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AE28AA-0912-4DA0-8B30-7F3CA3FE6671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319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B6B33397-A4A9-28ED-2605-F60E723089FA}"/>
              </a:ext>
            </a:extLst>
          </p:cNvPr>
          <p:cNvGrpSpPr/>
          <p:nvPr/>
        </p:nvGrpSpPr>
        <p:grpSpPr>
          <a:xfrm>
            <a:off x="1018421" y="1099159"/>
            <a:ext cx="1552547" cy="1506255"/>
            <a:chOff x="1018421" y="1099159"/>
            <a:chExt cx="1552547" cy="1506255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F1E56C6B-EB56-9C42-B3A0-905341591FAE}"/>
                </a:ext>
              </a:extLst>
            </p:cNvPr>
            <p:cNvSpPr/>
            <p:nvPr/>
          </p:nvSpPr>
          <p:spPr>
            <a:xfrm>
              <a:off x="1427968" y="1099159"/>
              <a:ext cx="1143000" cy="1143000"/>
            </a:xfrm>
            <a:custGeom>
              <a:avLst/>
              <a:gdLst>
                <a:gd name="connsiteX0" fmla="*/ 0 w 1143000"/>
                <a:gd name="connsiteY0" fmla="*/ 0 h 1143000"/>
                <a:gd name="connsiteX1" fmla="*/ 140918 w 1143000"/>
                <a:gd name="connsiteY1" fmla="*/ 378913 h 1143000"/>
                <a:gd name="connsiteX2" fmla="*/ 604381 w 1143000"/>
                <a:gd name="connsiteY2" fmla="*/ 820455 h 1143000"/>
                <a:gd name="connsiteX3" fmla="*/ 1143000 w 1143000"/>
                <a:gd name="connsiteY3" fmla="*/ 1143000 h 1143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000" h="1143000">
                  <a:moveTo>
                    <a:pt x="0" y="0"/>
                  </a:moveTo>
                  <a:cubicBezTo>
                    <a:pt x="20094" y="121085"/>
                    <a:pt x="40188" y="242171"/>
                    <a:pt x="140918" y="378913"/>
                  </a:cubicBezTo>
                  <a:cubicBezTo>
                    <a:pt x="241648" y="515655"/>
                    <a:pt x="437367" y="693107"/>
                    <a:pt x="604381" y="820455"/>
                  </a:cubicBezTo>
                  <a:cubicBezTo>
                    <a:pt x="771395" y="947803"/>
                    <a:pt x="1031310" y="1123689"/>
                    <a:pt x="1143000" y="1143000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headEnd type="none"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87B7AAAA-917B-5323-EE7E-6348AA4E3D2A}"/>
                </a:ext>
              </a:extLst>
            </p:cNvPr>
            <p:cNvSpPr/>
            <p:nvPr/>
          </p:nvSpPr>
          <p:spPr>
            <a:xfrm>
              <a:off x="1230682" y="1099159"/>
              <a:ext cx="958241" cy="1321496"/>
            </a:xfrm>
            <a:custGeom>
              <a:avLst/>
              <a:gdLst>
                <a:gd name="connsiteX0" fmla="*/ 0 w 958241"/>
                <a:gd name="connsiteY0" fmla="*/ 0 h 1321496"/>
                <a:gd name="connsiteX1" fmla="*/ 72025 w 958241"/>
                <a:gd name="connsiteY1" fmla="*/ 425885 h 1321496"/>
                <a:gd name="connsiteX2" fmla="*/ 388307 w 958241"/>
                <a:gd name="connsiteY2" fmla="*/ 845507 h 1321496"/>
                <a:gd name="connsiteX3" fmla="*/ 958241 w 958241"/>
                <a:gd name="connsiteY3" fmla="*/ 1321496 h 1321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8241" h="1321496">
                  <a:moveTo>
                    <a:pt x="0" y="0"/>
                  </a:moveTo>
                  <a:cubicBezTo>
                    <a:pt x="3653" y="142483"/>
                    <a:pt x="7307" y="284967"/>
                    <a:pt x="72025" y="425885"/>
                  </a:cubicBezTo>
                  <a:cubicBezTo>
                    <a:pt x="136743" y="566803"/>
                    <a:pt x="240604" y="696239"/>
                    <a:pt x="388307" y="845507"/>
                  </a:cubicBezTo>
                  <a:cubicBezTo>
                    <a:pt x="536010" y="994775"/>
                    <a:pt x="747125" y="1158135"/>
                    <a:pt x="958241" y="1321496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D0062190-E849-4AA9-6BF2-2A86A7E7C07C}"/>
                </a:ext>
              </a:extLst>
            </p:cNvPr>
            <p:cNvSpPr/>
            <p:nvPr/>
          </p:nvSpPr>
          <p:spPr>
            <a:xfrm>
              <a:off x="1018421" y="1102290"/>
              <a:ext cx="838563" cy="1503124"/>
            </a:xfrm>
            <a:custGeom>
              <a:avLst/>
              <a:gdLst>
                <a:gd name="connsiteX0" fmla="*/ 2450 w 838563"/>
                <a:gd name="connsiteY0" fmla="*/ 0 h 1503124"/>
                <a:gd name="connsiteX1" fmla="*/ 30634 w 838563"/>
                <a:gd name="connsiteY1" fmla="*/ 444674 h 1503124"/>
                <a:gd name="connsiteX2" fmla="*/ 218524 w 838563"/>
                <a:gd name="connsiteY2" fmla="*/ 876822 h 1503124"/>
                <a:gd name="connsiteX3" fmla="*/ 556727 w 838563"/>
                <a:gd name="connsiteY3" fmla="*/ 1265129 h 1503124"/>
                <a:gd name="connsiteX4" fmla="*/ 838563 w 838563"/>
                <a:gd name="connsiteY4" fmla="*/ 1503124 h 1503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8563" h="1503124">
                  <a:moveTo>
                    <a:pt x="2450" y="0"/>
                  </a:moveTo>
                  <a:cubicBezTo>
                    <a:pt x="-1464" y="149268"/>
                    <a:pt x="-5378" y="298537"/>
                    <a:pt x="30634" y="444674"/>
                  </a:cubicBezTo>
                  <a:cubicBezTo>
                    <a:pt x="66646" y="590811"/>
                    <a:pt x="130842" y="740080"/>
                    <a:pt x="218524" y="876822"/>
                  </a:cubicBezTo>
                  <a:cubicBezTo>
                    <a:pt x="306206" y="1013564"/>
                    <a:pt x="453387" y="1160745"/>
                    <a:pt x="556727" y="1265129"/>
                  </a:cubicBezTo>
                  <a:cubicBezTo>
                    <a:pt x="660067" y="1369513"/>
                    <a:pt x="792112" y="1459283"/>
                    <a:pt x="838563" y="1503124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2F780F3F-511F-6074-4EFE-7B5CD92D4D2E}"/>
                </a:ext>
              </a:extLst>
            </p:cNvPr>
            <p:cNvSpPr/>
            <p:nvPr/>
          </p:nvSpPr>
          <p:spPr>
            <a:xfrm>
              <a:off x="1096029" y="1443990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1BC1B476-5969-2EDD-A2FC-5AA700410595}"/>
                </a:ext>
              </a:extLst>
            </p:cNvPr>
            <p:cNvCxnSpPr>
              <a:stCxn id="12" idx="3"/>
              <a:endCxn id="12" idx="7"/>
            </p:cNvCxnSpPr>
            <p:nvPr/>
          </p:nvCxnSpPr>
          <p:spPr>
            <a:xfrm flipV="1">
              <a:off x="1117511" y="1465472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E84EF922-83BD-FBCC-1E01-7BC1C1CECDBF}"/>
                </a:ext>
              </a:extLst>
            </p:cNvPr>
            <p:cNvSpPr/>
            <p:nvPr/>
          </p:nvSpPr>
          <p:spPr>
            <a:xfrm>
              <a:off x="1281283" y="1826895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7BD21F4B-19A5-8898-A99A-F2DF1FA8042E}"/>
                </a:ext>
              </a:extLst>
            </p:cNvPr>
            <p:cNvCxnSpPr>
              <a:stCxn id="15" idx="3"/>
              <a:endCxn id="15" idx="7"/>
            </p:cNvCxnSpPr>
            <p:nvPr/>
          </p:nvCxnSpPr>
          <p:spPr>
            <a:xfrm flipV="1">
              <a:off x="1302765" y="1848377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9666C1D5-7CFD-0F7E-3889-9C7B36BAC9DB}"/>
                </a:ext>
              </a:extLst>
            </p:cNvPr>
            <p:cNvSpPr/>
            <p:nvPr/>
          </p:nvSpPr>
          <p:spPr>
            <a:xfrm>
              <a:off x="1653540" y="2205990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CB22BB57-6036-6AD7-8CD8-E758313D7AD6}"/>
                </a:ext>
              </a:extLst>
            </p:cNvPr>
            <p:cNvCxnSpPr>
              <a:stCxn id="17" idx="3"/>
              <a:endCxn id="17" idx="7"/>
            </p:cNvCxnSpPr>
            <p:nvPr/>
          </p:nvCxnSpPr>
          <p:spPr>
            <a:xfrm flipV="1">
              <a:off x="1675022" y="2227472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B969E1E0-4BFF-9419-7511-CF8F63D64563}"/>
                </a:ext>
              </a:extLst>
            </p:cNvPr>
            <p:cNvSpPr/>
            <p:nvPr/>
          </p:nvSpPr>
          <p:spPr>
            <a:xfrm>
              <a:off x="1427968" y="1517332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5AF7DEEF-73BE-786B-26E0-E65E5AEA3A29}"/>
                </a:ext>
              </a:extLst>
            </p:cNvPr>
            <p:cNvCxnSpPr>
              <a:stCxn id="19" idx="3"/>
              <a:endCxn id="19" idx="7"/>
            </p:cNvCxnSpPr>
            <p:nvPr/>
          </p:nvCxnSpPr>
          <p:spPr>
            <a:xfrm flipV="1">
              <a:off x="1449450" y="1538814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3576C0FD-69D6-B856-057A-A2C1C4A91C68}"/>
                </a:ext>
              </a:extLst>
            </p:cNvPr>
            <p:cNvSpPr/>
            <p:nvPr/>
          </p:nvSpPr>
          <p:spPr>
            <a:xfrm>
              <a:off x="1731781" y="1848377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B7DD0D7A-169F-BBDF-81A6-4561C03047EB}"/>
                </a:ext>
              </a:extLst>
            </p:cNvPr>
            <p:cNvCxnSpPr>
              <a:cxnSpLocks/>
              <a:stCxn id="21" idx="3"/>
              <a:endCxn id="21" idx="7"/>
            </p:cNvCxnSpPr>
            <p:nvPr/>
          </p:nvCxnSpPr>
          <p:spPr>
            <a:xfrm flipV="1">
              <a:off x="1753263" y="1869859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9367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87946-6D98-D5A2-11BF-DED6D3E83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A941BFB3-C0C0-FAE2-66D7-347FCB192681}"/>
              </a:ext>
            </a:extLst>
          </p:cNvPr>
          <p:cNvGrpSpPr/>
          <p:nvPr/>
        </p:nvGrpSpPr>
        <p:grpSpPr>
          <a:xfrm>
            <a:off x="704425" y="703833"/>
            <a:ext cx="2188404" cy="2188404"/>
            <a:chOff x="133387" y="133388"/>
            <a:chExt cx="3333675" cy="3333675"/>
          </a:xfrm>
        </p:grpSpPr>
        <p:grpSp>
          <p:nvGrpSpPr>
            <p:cNvPr id="283" name="Gruppieren 282">
              <a:extLst>
                <a:ext uri="{FF2B5EF4-FFF2-40B4-BE49-F238E27FC236}">
                  <a16:creationId xmlns:a16="http://schemas.microsoft.com/office/drawing/2014/main" id="{FC0712A2-2095-E497-0D57-64F34078B705}"/>
                </a:ext>
              </a:extLst>
            </p:cNvPr>
            <p:cNvGrpSpPr/>
            <p:nvPr/>
          </p:nvGrpSpPr>
          <p:grpSpPr>
            <a:xfrm>
              <a:off x="133387" y="133388"/>
              <a:ext cx="3333675" cy="3333675"/>
              <a:chOff x="133387" y="133388"/>
              <a:chExt cx="3333675" cy="3333675"/>
            </a:xfrm>
          </p:grpSpPr>
          <p:grpSp>
            <p:nvGrpSpPr>
              <p:cNvPr id="184" name="Gruppieren 183">
                <a:extLst>
                  <a:ext uri="{FF2B5EF4-FFF2-40B4-BE49-F238E27FC236}">
                    <a16:creationId xmlns:a16="http://schemas.microsoft.com/office/drawing/2014/main" id="{532C45BC-B07D-4F43-173C-170047B50C71}"/>
                  </a:ext>
                </a:extLst>
              </p:cNvPr>
              <p:cNvGrpSpPr/>
              <p:nvPr/>
            </p:nvGrpSpPr>
            <p:grpSpPr>
              <a:xfrm>
                <a:off x="168668" y="166861"/>
                <a:ext cx="1878859" cy="1880666"/>
                <a:chOff x="168668" y="166861"/>
                <a:chExt cx="1878859" cy="1880666"/>
              </a:xfrm>
            </p:grpSpPr>
            <p:cxnSp>
              <p:nvCxnSpPr>
                <p:cNvPr id="11" name="Gerader Verbinder 10">
                  <a:extLst>
                    <a:ext uri="{FF2B5EF4-FFF2-40B4-BE49-F238E27FC236}">
                      <a16:creationId xmlns:a16="http://schemas.microsoft.com/office/drawing/2014/main" id="{C9530987-F09C-D5B6-6979-AF9EE50DA2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118" y="383781"/>
                  <a:ext cx="590689" cy="59068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Gerader Verbinder 12">
                  <a:extLst>
                    <a:ext uri="{FF2B5EF4-FFF2-40B4-BE49-F238E27FC236}">
                      <a16:creationId xmlns:a16="http://schemas.microsoft.com/office/drawing/2014/main" id="{256039E7-2D9F-3D53-1A9E-B0CF34A19D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65865" y="280327"/>
                  <a:ext cx="939986" cy="93998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Gerader Verbinder 18">
                  <a:extLst>
                    <a:ext uri="{FF2B5EF4-FFF2-40B4-BE49-F238E27FC236}">
                      <a16:creationId xmlns:a16="http://schemas.microsoft.com/office/drawing/2014/main" id="{3664D3E0-6C20-8ED7-F55A-ABADFC6C41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3582" y="213582"/>
                  <a:ext cx="1181379" cy="11813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r Verbinder 20">
                  <a:extLst>
                    <a:ext uri="{FF2B5EF4-FFF2-40B4-BE49-F238E27FC236}">
                      <a16:creationId xmlns:a16="http://schemas.microsoft.com/office/drawing/2014/main" id="{6641B78F-F2D1-13EE-6102-7D99CE01D6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0210" y="183547"/>
                  <a:ext cx="1369376" cy="136937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Gerader Verbinder 31">
                  <a:extLst>
                    <a:ext uri="{FF2B5EF4-FFF2-40B4-BE49-F238E27FC236}">
                      <a16:creationId xmlns:a16="http://schemas.microsoft.com/office/drawing/2014/main" id="{B8599229-5C5F-008A-69AB-8C83F99CEF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567" y="170199"/>
                  <a:ext cx="1511763" cy="1511763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Gerader Verbinder 33">
                  <a:extLst>
                    <a:ext uri="{FF2B5EF4-FFF2-40B4-BE49-F238E27FC236}">
                      <a16:creationId xmlns:a16="http://schemas.microsoft.com/office/drawing/2014/main" id="{37E3A05B-BC1D-2D67-567C-E53CDC460E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8668" y="166861"/>
                  <a:ext cx="1648590" cy="164859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Gerader Verbinder 35">
                  <a:extLst>
                    <a:ext uri="{FF2B5EF4-FFF2-40B4-BE49-F238E27FC236}">
                      <a16:creationId xmlns:a16="http://schemas.microsoft.com/office/drawing/2014/main" id="{F4CDC36D-95D1-BD4B-33DC-12AE7263DF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3536" y="173536"/>
                  <a:ext cx="1759412" cy="175941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Gerader Verbinder 37">
                  <a:extLst>
                    <a:ext uri="{FF2B5EF4-FFF2-40B4-BE49-F238E27FC236}">
                      <a16:creationId xmlns:a16="http://schemas.microsoft.com/office/drawing/2014/main" id="{B39A8429-DF79-81AB-C854-69BAC9F30A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3547" y="183547"/>
                  <a:ext cx="1863980" cy="18639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85" name="Gruppieren 184">
                <a:extLst>
                  <a:ext uri="{FF2B5EF4-FFF2-40B4-BE49-F238E27FC236}">
                    <a16:creationId xmlns:a16="http://schemas.microsoft.com/office/drawing/2014/main" id="{4E8A2A66-5695-FB66-2EFB-45F65DCD1A57}"/>
                  </a:ext>
                </a:extLst>
              </p:cNvPr>
              <p:cNvGrpSpPr/>
              <p:nvPr/>
            </p:nvGrpSpPr>
            <p:grpSpPr>
              <a:xfrm rot="10800000">
                <a:off x="1558209" y="1560014"/>
                <a:ext cx="1878859" cy="1880666"/>
                <a:chOff x="168668" y="166861"/>
                <a:chExt cx="1878859" cy="1880666"/>
              </a:xfrm>
            </p:grpSpPr>
            <p:cxnSp>
              <p:nvCxnSpPr>
                <p:cNvPr id="186" name="Gerader Verbinder 185">
                  <a:extLst>
                    <a:ext uri="{FF2B5EF4-FFF2-40B4-BE49-F238E27FC236}">
                      <a16:creationId xmlns:a16="http://schemas.microsoft.com/office/drawing/2014/main" id="{7B8D3B21-B252-7E1D-9E4D-78B252A841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118" y="383781"/>
                  <a:ext cx="590689" cy="59068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Gerader Verbinder 187">
                  <a:extLst>
                    <a:ext uri="{FF2B5EF4-FFF2-40B4-BE49-F238E27FC236}">
                      <a16:creationId xmlns:a16="http://schemas.microsoft.com/office/drawing/2014/main" id="{34E9A274-F7A8-78C6-DEC8-634566D3F7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65865" y="280327"/>
                  <a:ext cx="939986" cy="93998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0" name="Gerader Verbinder 189">
                  <a:extLst>
                    <a:ext uri="{FF2B5EF4-FFF2-40B4-BE49-F238E27FC236}">
                      <a16:creationId xmlns:a16="http://schemas.microsoft.com/office/drawing/2014/main" id="{895078A9-D395-20AF-51A9-9D0CD28CC7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3582" y="213582"/>
                  <a:ext cx="1181379" cy="11813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Gerader Verbinder 191">
                  <a:extLst>
                    <a:ext uri="{FF2B5EF4-FFF2-40B4-BE49-F238E27FC236}">
                      <a16:creationId xmlns:a16="http://schemas.microsoft.com/office/drawing/2014/main" id="{9FCBB24E-7C25-B3F3-1A2B-72FE055655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0210" y="183547"/>
                  <a:ext cx="1369376" cy="136937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Gerader Verbinder 193">
                  <a:extLst>
                    <a:ext uri="{FF2B5EF4-FFF2-40B4-BE49-F238E27FC236}">
                      <a16:creationId xmlns:a16="http://schemas.microsoft.com/office/drawing/2014/main" id="{F57CB25E-EB88-14DD-7E9F-AC891532F8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567" y="170199"/>
                  <a:ext cx="1511763" cy="1511763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Gerader Verbinder 195">
                  <a:extLst>
                    <a:ext uri="{FF2B5EF4-FFF2-40B4-BE49-F238E27FC236}">
                      <a16:creationId xmlns:a16="http://schemas.microsoft.com/office/drawing/2014/main" id="{0FC32DCC-7F56-840F-D66C-027564E0F9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8668" y="166861"/>
                  <a:ext cx="1648590" cy="164859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Gerader Verbinder 197">
                  <a:extLst>
                    <a:ext uri="{FF2B5EF4-FFF2-40B4-BE49-F238E27FC236}">
                      <a16:creationId xmlns:a16="http://schemas.microsoft.com/office/drawing/2014/main" id="{51CCB1EB-82E9-55A1-1A85-9726BF9AE7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3536" y="173536"/>
                  <a:ext cx="1759412" cy="175941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Gerader Verbinder 199">
                  <a:extLst>
                    <a:ext uri="{FF2B5EF4-FFF2-40B4-BE49-F238E27FC236}">
                      <a16:creationId xmlns:a16="http://schemas.microsoft.com/office/drawing/2014/main" id="{71A3AA12-489C-AF9B-4C8A-2CC2159B20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3547" y="183547"/>
                  <a:ext cx="1863980" cy="18639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0" name="Gruppieren 259">
                <a:extLst>
                  <a:ext uri="{FF2B5EF4-FFF2-40B4-BE49-F238E27FC236}">
                    <a16:creationId xmlns:a16="http://schemas.microsoft.com/office/drawing/2014/main" id="{5B3A41E3-83CD-521F-448D-8A779B723F43}"/>
                  </a:ext>
                </a:extLst>
              </p:cNvPr>
              <p:cNvGrpSpPr/>
              <p:nvPr/>
            </p:nvGrpSpPr>
            <p:grpSpPr>
              <a:xfrm>
                <a:off x="201210" y="213582"/>
                <a:ext cx="2696481" cy="2685949"/>
                <a:chOff x="201210" y="213582"/>
                <a:chExt cx="2696481" cy="2685949"/>
              </a:xfrm>
            </p:grpSpPr>
            <p:cxnSp>
              <p:nvCxnSpPr>
                <p:cNvPr id="202" name="Gerader Verbinder 201">
                  <a:extLst>
                    <a:ext uri="{FF2B5EF4-FFF2-40B4-BE49-F238E27FC236}">
                      <a16:creationId xmlns:a16="http://schemas.microsoft.com/office/drawing/2014/main" id="{45CC7140-75FE-AF67-C2E6-A3C0C5B58C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1210" y="213582"/>
                  <a:ext cx="1944282" cy="194428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Gerader Verbinder 203">
                  <a:extLst>
                    <a:ext uri="{FF2B5EF4-FFF2-40B4-BE49-F238E27FC236}">
                      <a16:creationId xmlns:a16="http://schemas.microsoft.com/office/drawing/2014/main" id="{5DFFA6DB-40F2-94B9-3A67-656FEE4085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5474" y="233606"/>
                  <a:ext cx="2024584" cy="202458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Gerader Verbinder 205">
                  <a:extLst>
                    <a:ext uri="{FF2B5EF4-FFF2-40B4-BE49-F238E27FC236}">
                      <a16:creationId xmlns:a16="http://schemas.microsoft.com/office/drawing/2014/main" id="{88A1C986-761C-1FD8-3115-73F4194758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9191" y="260304"/>
                  <a:ext cx="2086534" cy="208653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Gerader Verbinder 207">
                  <a:extLst>
                    <a:ext uri="{FF2B5EF4-FFF2-40B4-BE49-F238E27FC236}">
                      <a16:creationId xmlns:a16="http://schemas.microsoft.com/office/drawing/2014/main" id="{777116AB-BF4A-1207-DFD0-B0CA02E9B1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8125" y="293676"/>
                  <a:ext cx="2138818" cy="2138818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Gerader Verbinder 209">
                  <a:extLst>
                    <a:ext uri="{FF2B5EF4-FFF2-40B4-BE49-F238E27FC236}">
                      <a16:creationId xmlns:a16="http://schemas.microsoft.com/office/drawing/2014/main" id="{EB097527-58FC-6FD4-2154-CF5739F99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7409" y="337060"/>
                  <a:ext cx="2182546" cy="218254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Gerader Verbinder 211">
                  <a:extLst>
                    <a:ext uri="{FF2B5EF4-FFF2-40B4-BE49-F238E27FC236}">
                      <a16:creationId xmlns:a16="http://schemas.microsoft.com/office/drawing/2014/main" id="{F88447E7-CC06-65A2-365C-735D63B3F5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0444" y="373769"/>
                  <a:ext cx="2227392" cy="222739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Gerader Verbinder 213">
                  <a:extLst>
                    <a:ext uri="{FF2B5EF4-FFF2-40B4-BE49-F238E27FC236}">
                      <a16:creationId xmlns:a16="http://schemas.microsoft.com/office/drawing/2014/main" id="{0C58EBAD-545E-7B39-16A4-EB646265CC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23828" y="423828"/>
                  <a:ext cx="2256314" cy="225631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Gerader Verbinder 215">
                  <a:extLst>
                    <a:ext uri="{FF2B5EF4-FFF2-40B4-BE49-F238E27FC236}">
                      <a16:creationId xmlns:a16="http://schemas.microsoft.com/office/drawing/2014/main" id="{E7B21514-840C-2C63-FD64-2F0334868C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7223" y="473886"/>
                  <a:ext cx="2277451" cy="2277451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1" name="Gerader Verbinder 250">
                  <a:extLst>
                    <a:ext uri="{FF2B5EF4-FFF2-40B4-BE49-F238E27FC236}">
                      <a16:creationId xmlns:a16="http://schemas.microsoft.com/office/drawing/2014/main" id="{45F66315-9095-E5BF-74C0-AC47118A60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2117" y="533956"/>
                  <a:ext cx="2294380" cy="22943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3" name="Gerader Verbinder 252">
                  <a:extLst>
                    <a:ext uri="{FF2B5EF4-FFF2-40B4-BE49-F238E27FC236}">
                      <a16:creationId xmlns:a16="http://schemas.microsoft.com/office/drawing/2014/main" id="{895D6847-A559-4598-4F88-B82B7A21C0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85512" y="587352"/>
                  <a:ext cx="2312179" cy="23121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1" name="Gruppieren 260">
                <a:extLst>
                  <a:ext uri="{FF2B5EF4-FFF2-40B4-BE49-F238E27FC236}">
                    <a16:creationId xmlns:a16="http://schemas.microsoft.com/office/drawing/2014/main" id="{8F055702-98DC-B504-5F40-2B1CA4283B3F}"/>
                  </a:ext>
                </a:extLst>
              </p:cNvPr>
              <p:cNvGrpSpPr/>
              <p:nvPr/>
            </p:nvGrpSpPr>
            <p:grpSpPr>
              <a:xfrm rot="10800000">
                <a:off x="708221" y="711348"/>
                <a:ext cx="2696481" cy="2685949"/>
                <a:chOff x="201210" y="213582"/>
                <a:chExt cx="2696481" cy="2685949"/>
              </a:xfrm>
            </p:grpSpPr>
            <p:cxnSp>
              <p:nvCxnSpPr>
                <p:cNvPr id="262" name="Gerader Verbinder 261">
                  <a:extLst>
                    <a:ext uri="{FF2B5EF4-FFF2-40B4-BE49-F238E27FC236}">
                      <a16:creationId xmlns:a16="http://schemas.microsoft.com/office/drawing/2014/main" id="{2394CD2D-ABCB-3401-CDEE-D6A1FC7EBA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1210" y="213582"/>
                  <a:ext cx="1944282" cy="194428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Gerader Verbinder 263">
                  <a:extLst>
                    <a:ext uri="{FF2B5EF4-FFF2-40B4-BE49-F238E27FC236}">
                      <a16:creationId xmlns:a16="http://schemas.microsoft.com/office/drawing/2014/main" id="{E15EEC9B-B03C-5E24-FF86-834292CB07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5474" y="233606"/>
                  <a:ext cx="2024584" cy="202458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6" name="Gerader Verbinder 265">
                  <a:extLst>
                    <a:ext uri="{FF2B5EF4-FFF2-40B4-BE49-F238E27FC236}">
                      <a16:creationId xmlns:a16="http://schemas.microsoft.com/office/drawing/2014/main" id="{149FC8B8-7EF7-35A4-E7FB-B2A32A6896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9191" y="260304"/>
                  <a:ext cx="2086534" cy="208653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" name="Gerader Verbinder 267">
                  <a:extLst>
                    <a:ext uri="{FF2B5EF4-FFF2-40B4-BE49-F238E27FC236}">
                      <a16:creationId xmlns:a16="http://schemas.microsoft.com/office/drawing/2014/main" id="{E7DF51CA-2EB8-FBE0-EC2C-E7250FF348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8125" y="293676"/>
                  <a:ext cx="2138818" cy="2138818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Gerader Verbinder 269">
                  <a:extLst>
                    <a:ext uri="{FF2B5EF4-FFF2-40B4-BE49-F238E27FC236}">
                      <a16:creationId xmlns:a16="http://schemas.microsoft.com/office/drawing/2014/main" id="{65AAE17C-9032-0549-160D-98A0EF8D3F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7409" y="337060"/>
                  <a:ext cx="2182546" cy="218254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" name="Gerader Verbinder 271">
                  <a:extLst>
                    <a:ext uri="{FF2B5EF4-FFF2-40B4-BE49-F238E27FC236}">
                      <a16:creationId xmlns:a16="http://schemas.microsoft.com/office/drawing/2014/main" id="{C88CF1C3-86C7-C589-C81F-464D77F362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0444" y="373769"/>
                  <a:ext cx="2227392" cy="222739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" name="Gerader Verbinder 273">
                  <a:extLst>
                    <a:ext uri="{FF2B5EF4-FFF2-40B4-BE49-F238E27FC236}">
                      <a16:creationId xmlns:a16="http://schemas.microsoft.com/office/drawing/2014/main" id="{1AF6AC49-5719-401C-6D72-F28B13F25E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23828" y="423828"/>
                  <a:ext cx="2256314" cy="225631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6" name="Gerader Verbinder 275">
                  <a:extLst>
                    <a:ext uri="{FF2B5EF4-FFF2-40B4-BE49-F238E27FC236}">
                      <a16:creationId xmlns:a16="http://schemas.microsoft.com/office/drawing/2014/main" id="{EC653359-5BE3-5024-472B-F77AD02295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7223" y="473886"/>
                  <a:ext cx="2277451" cy="2277451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Gerader Verbinder 277">
                  <a:extLst>
                    <a:ext uri="{FF2B5EF4-FFF2-40B4-BE49-F238E27FC236}">
                      <a16:creationId xmlns:a16="http://schemas.microsoft.com/office/drawing/2014/main" id="{4654AEA8-C6C8-A6EF-166A-89251D3E21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2117" y="533956"/>
                  <a:ext cx="2294380" cy="22943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0" name="Gerader Verbinder 279">
                  <a:extLst>
                    <a:ext uri="{FF2B5EF4-FFF2-40B4-BE49-F238E27FC236}">
                      <a16:creationId xmlns:a16="http://schemas.microsoft.com/office/drawing/2014/main" id="{DE83C5EB-76A5-A8E8-3F43-B88DC939AB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85512" y="587352"/>
                  <a:ext cx="2312179" cy="23121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2" name="Gerader Verbinder 281">
                <a:extLst>
                  <a:ext uri="{FF2B5EF4-FFF2-40B4-BE49-F238E27FC236}">
                    <a16:creationId xmlns:a16="http://schemas.microsoft.com/office/drawing/2014/main" id="{5350B7BF-8C97-DA08-D41A-ADEFB1F1560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46307" y="652910"/>
                <a:ext cx="2304778" cy="2304778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Ellipse 1">
                <a:extLst>
                  <a:ext uri="{FF2B5EF4-FFF2-40B4-BE49-F238E27FC236}">
                    <a16:creationId xmlns:a16="http://schemas.microsoft.com/office/drawing/2014/main" id="{E0725325-6020-0D43-B1D5-F55243786145}"/>
                  </a:ext>
                </a:extLst>
              </p:cNvPr>
              <p:cNvSpPr/>
              <p:nvPr/>
            </p:nvSpPr>
            <p:spPr>
              <a:xfrm>
                <a:off x="133387" y="133388"/>
                <a:ext cx="3333675" cy="3333675"/>
              </a:xfrm>
              <a:prstGeom prst="ellipse">
                <a:avLst/>
              </a:prstGeom>
              <a:noFill/>
              <a:ln w="635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84" name="Ellipse 283">
              <a:extLst>
                <a:ext uri="{FF2B5EF4-FFF2-40B4-BE49-F238E27FC236}">
                  <a16:creationId xmlns:a16="http://schemas.microsoft.com/office/drawing/2014/main" id="{575C544E-D61A-12F8-4215-79BD84FA3E44}"/>
                </a:ext>
              </a:extLst>
            </p:cNvPr>
            <p:cNvSpPr/>
            <p:nvPr/>
          </p:nvSpPr>
          <p:spPr>
            <a:xfrm>
              <a:off x="487436" y="486153"/>
              <a:ext cx="2635792" cy="263579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5" name="Ellipse 284">
              <a:extLst>
                <a:ext uri="{FF2B5EF4-FFF2-40B4-BE49-F238E27FC236}">
                  <a16:creationId xmlns:a16="http://schemas.microsoft.com/office/drawing/2014/main" id="{B9B47148-D90A-4306-6462-03822AABCB8F}"/>
                </a:ext>
              </a:extLst>
            </p:cNvPr>
            <p:cNvSpPr/>
            <p:nvPr/>
          </p:nvSpPr>
          <p:spPr>
            <a:xfrm>
              <a:off x="678602" y="690805"/>
              <a:ext cx="2244147" cy="2244145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6" name="Ellipse 285">
              <a:extLst>
                <a:ext uri="{FF2B5EF4-FFF2-40B4-BE49-F238E27FC236}">
                  <a16:creationId xmlns:a16="http://schemas.microsoft.com/office/drawing/2014/main" id="{7361B08C-7FAD-2E6F-E8DF-372D29D84B00}"/>
                </a:ext>
              </a:extLst>
            </p:cNvPr>
            <p:cNvSpPr/>
            <p:nvPr/>
          </p:nvSpPr>
          <p:spPr>
            <a:xfrm>
              <a:off x="1015282" y="1027865"/>
              <a:ext cx="1567662" cy="1567659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7" name="Ellipse 286">
              <a:extLst>
                <a:ext uri="{FF2B5EF4-FFF2-40B4-BE49-F238E27FC236}">
                  <a16:creationId xmlns:a16="http://schemas.microsoft.com/office/drawing/2014/main" id="{1408334E-18B3-B709-05F8-5F27DAB0EB07}"/>
                </a:ext>
              </a:extLst>
            </p:cNvPr>
            <p:cNvSpPr/>
            <p:nvPr/>
          </p:nvSpPr>
          <p:spPr>
            <a:xfrm>
              <a:off x="1377511" y="1388455"/>
              <a:ext cx="841744" cy="841742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89" name="Gerade Verbindung mit Pfeil 288">
              <a:extLst>
                <a:ext uri="{FF2B5EF4-FFF2-40B4-BE49-F238E27FC236}">
                  <a16:creationId xmlns:a16="http://schemas.microsoft.com/office/drawing/2014/main" id="{93F52C75-DC60-EE97-434C-6EDA39B183E1}"/>
                </a:ext>
              </a:extLst>
            </p:cNvPr>
            <p:cNvCxnSpPr>
              <a:cxnSpLocks/>
            </p:cNvCxnSpPr>
            <p:nvPr/>
          </p:nvCxnSpPr>
          <p:spPr>
            <a:xfrm>
              <a:off x="1800225" y="690805"/>
              <a:ext cx="70082" cy="0"/>
            </a:xfrm>
            <a:prstGeom prst="straightConnector1">
              <a:avLst/>
            </a:prstGeom>
            <a:ln w="12700"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1" name="Gerade Verbindung mit Pfeil 290">
              <a:extLst>
                <a:ext uri="{FF2B5EF4-FFF2-40B4-BE49-F238E27FC236}">
                  <a16:creationId xmlns:a16="http://schemas.microsoft.com/office/drawing/2014/main" id="{F52DE7D0-EC02-6386-F8B4-8E68E50CB0F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33129" y="1999027"/>
              <a:ext cx="30267" cy="70849"/>
            </a:xfrm>
            <a:prstGeom prst="straightConnector1">
              <a:avLst/>
            </a:prstGeom>
            <a:ln w="12700"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3" name="Gerade Verbindung mit Pfeil 292">
              <a:extLst>
                <a:ext uri="{FF2B5EF4-FFF2-40B4-BE49-F238E27FC236}">
                  <a16:creationId xmlns:a16="http://schemas.microsoft.com/office/drawing/2014/main" id="{5A2FB92D-CA59-4A56-ABA6-4188C018D6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33436" y="2013142"/>
              <a:ext cx="31912" cy="56733"/>
            </a:xfrm>
            <a:prstGeom prst="straightConnector1">
              <a:avLst/>
            </a:prstGeom>
            <a:ln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6" name="Ellipse 295">
              <a:extLst>
                <a:ext uri="{FF2B5EF4-FFF2-40B4-BE49-F238E27FC236}">
                  <a16:creationId xmlns:a16="http://schemas.microsoft.com/office/drawing/2014/main" id="{6A0103CB-69AA-4E78-38ED-BDA2A8499BA4}"/>
                </a:ext>
              </a:extLst>
            </p:cNvPr>
            <p:cNvSpPr/>
            <p:nvPr/>
          </p:nvSpPr>
          <p:spPr>
            <a:xfrm>
              <a:off x="1780983" y="1780983"/>
              <a:ext cx="45718" cy="4571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8" name="Ellipse 297">
              <a:extLst>
                <a:ext uri="{FF2B5EF4-FFF2-40B4-BE49-F238E27FC236}">
                  <a16:creationId xmlns:a16="http://schemas.microsoft.com/office/drawing/2014/main" id="{075504ED-55D1-A492-FB42-AA983B4FA339}"/>
                </a:ext>
              </a:extLst>
            </p:cNvPr>
            <p:cNvSpPr/>
            <p:nvPr/>
          </p:nvSpPr>
          <p:spPr>
            <a:xfrm>
              <a:off x="2342125" y="100512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99" name="Gerade Verbindung mit Pfeil 298">
              <a:extLst>
                <a:ext uri="{FF2B5EF4-FFF2-40B4-BE49-F238E27FC236}">
                  <a16:creationId xmlns:a16="http://schemas.microsoft.com/office/drawing/2014/main" id="{19805171-EB84-F693-103D-9D9939AB27E1}"/>
                </a:ext>
              </a:extLst>
            </p:cNvPr>
            <p:cNvCxnSpPr>
              <a:cxnSpLocks/>
              <a:stCxn id="298" idx="3"/>
              <a:endCxn id="298" idx="7"/>
            </p:cNvCxnSpPr>
            <p:nvPr/>
          </p:nvCxnSpPr>
          <p:spPr>
            <a:xfrm flipV="1">
              <a:off x="2377392" y="1040395"/>
              <a:ext cx="170283" cy="170283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1" name="Ellipse 300">
              <a:extLst>
                <a:ext uri="{FF2B5EF4-FFF2-40B4-BE49-F238E27FC236}">
                  <a16:creationId xmlns:a16="http://schemas.microsoft.com/office/drawing/2014/main" id="{3C62A445-B2A2-E6AB-2D07-36620899B2BF}"/>
                </a:ext>
              </a:extLst>
            </p:cNvPr>
            <p:cNvSpPr/>
            <p:nvPr/>
          </p:nvSpPr>
          <p:spPr>
            <a:xfrm rot="5400000">
              <a:off x="959673" y="231642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2" name="Gerade Verbindung mit Pfeil 301">
              <a:extLst>
                <a:ext uri="{FF2B5EF4-FFF2-40B4-BE49-F238E27FC236}">
                  <a16:creationId xmlns:a16="http://schemas.microsoft.com/office/drawing/2014/main" id="{8AC8105E-C528-4B0C-647E-0F889A1EE041}"/>
                </a:ext>
              </a:extLst>
            </p:cNvPr>
            <p:cNvCxnSpPr>
              <a:cxnSpLocks/>
              <a:stCxn id="301" idx="1"/>
              <a:endCxn id="301" idx="5"/>
            </p:cNvCxnSpPr>
            <p:nvPr/>
          </p:nvCxnSpPr>
          <p:spPr>
            <a:xfrm flipH="1">
              <a:off x="994940" y="2351695"/>
              <a:ext cx="170283" cy="170283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Ellipse 308">
              <a:extLst>
                <a:ext uri="{FF2B5EF4-FFF2-40B4-BE49-F238E27FC236}">
                  <a16:creationId xmlns:a16="http://schemas.microsoft.com/office/drawing/2014/main" id="{7AE8F2E2-482D-3472-F6B9-E4E40A653AEE}"/>
                </a:ext>
              </a:extLst>
            </p:cNvPr>
            <p:cNvSpPr/>
            <p:nvPr/>
          </p:nvSpPr>
          <p:spPr>
            <a:xfrm>
              <a:off x="2391620" y="232105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10" name="Gerade Verbindung mit Pfeil 309">
              <a:extLst>
                <a:ext uri="{FF2B5EF4-FFF2-40B4-BE49-F238E27FC236}">
                  <a16:creationId xmlns:a16="http://schemas.microsoft.com/office/drawing/2014/main" id="{DBC16781-C999-5EA3-190C-A7E5D071D581}"/>
                </a:ext>
              </a:extLst>
            </p:cNvPr>
            <p:cNvCxnSpPr>
              <a:cxnSpLocks/>
            </p:cNvCxnSpPr>
            <p:nvPr/>
          </p:nvCxnSpPr>
          <p:spPr>
            <a:xfrm>
              <a:off x="2431383" y="2351763"/>
              <a:ext cx="158455" cy="18134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Ellipse 327">
              <a:extLst>
                <a:ext uri="{FF2B5EF4-FFF2-40B4-BE49-F238E27FC236}">
                  <a16:creationId xmlns:a16="http://schemas.microsoft.com/office/drawing/2014/main" id="{05BF9F5C-AE94-6AE3-D82D-F1CD106383E8}"/>
                </a:ext>
              </a:extLst>
            </p:cNvPr>
            <p:cNvSpPr/>
            <p:nvPr/>
          </p:nvSpPr>
          <p:spPr>
            <a:xfrm rot="21166774">
              <a:off x="997211" y="102568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29" name="Gerade Verbindung mit Pfeil 328">
              <a:extLst>
                <a:ext uri="{FF2B5EF4-FFF2-40B4-BE49-F238E27FC236}">
                  <a16:creationId xmlns:a16="http://schemas.microsoft.com/office/drawing/2014/main" id="{FE914271-66AE-4AA9-DD85-F24251633D02}"/>
                </a:ext>
              </a:extLst>
            </p:cNvPr>
            <p:cNvCxnSpPr>
              <a:cxnSpLocks/>
            </p:cNvCxnSpPr>
            <p:nvPr/>
          </p:nvCxnSpPr>
          <p:spPr>
            <a:xfrm rot="21166774" flipH="1" flipV="1">
              <a:off x="1044583" y="1050369"/>
              <a:ext cx="146073" cy="191455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7973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DC75CBC1-F5D0-A3D0-624E-1FADDA5104AB}"/>
              </a:ext>
            </a:extLst>
          </p:cNvPr>
          <p:cNvGrpSpPr/>
          <p:nvPr/>
        </p:nvGrpSpPr>
        <p:grpSpPr>
          <a:xfrm>
            <a:off x="900149" y="778730"/>
            <a:ext cx="3933108" cy="5056656"/>
            <a:chOff x="788521" y="479472"/>
            <a:chExt cx="3933108" cy="5056656"/>
          </a:xfrm>
        </p:grpSpPr>
        <p:sp>
          <p:nvSpPr>
            <p:cNvPr id="3" name="Bogen 2">
              <a:extLst>
                <a:ext uri="{FF2B5EF4-FFF2-40B4-BE49-F238E27FC236}">
                  <a16:creationId xmlns:a16="http://schemas.microsoft.com/office/drawing/2014/main" id="{070AA3D1-94F8-D800-96C6-B8D768F1EE57}"/>
                </a:ext>
              </a:extLst>
            </p:cNvPr>
            <p:cNvSpPr/>
            <p:nvPr/>
          </p:nvSpPr>
          <p:spPr>
            <a:xfrm rot="2249820">
              <a:off x="1063261" y="2289881"/>
              <a:ext cx="388919" cy="228007"/>
            </a:xfrm>
            <a:prstGeom prst="arc">
              <a:avLst>
                <a:gd name="adj1" fmla="val 18093131"/>
                <a:gd name="adj2" fmla="val 15205398"/>
              </a:avLst>
            </a:prstGeom>
            <a:ln w="19050" cap="rnd">
              <a:solidFill>
                <a:schemeClr val="accent6">
                  <a:lumMod val="75000"/>
                </a:schemeClr>
              </a:solidFill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" name="Bogen 1">
              <a:extLst>
                <a:ext uri="{FF2B5EF4-FFF2-40B4-BE49-F238E27FC236}">
                  <a16:creationId xmlns:a16="http://schemas.microsoft.com/office/drawing/2014/main" id="{E8E18FD6-BA51-0A0D-A3C1-F9B9C839639C}"/>
                </a:ext>
              </a:extLst>
            </p:cNvPr>
            <p:cNvSpPr/>
            <p:nvPr/>
          </p:nvSpPr>
          <p:spPr>
            <a:xfrm>
              <a:off x="847898" y="1664772"/>
              <a:ext cx="3873731" cy="3871356"/>
            </a:xfrm>
            <a:prstGeom prst="arc">
              <a:avLst>
                <a:gd name="adj1" fmla="val 12652692"/>
                <a:gd name="adj2" fmla="val 15831241"/>
              </a:avLst>
            </a:prstGeom>
            <a:ln w="19050" cap="rnd"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75F92ED8-617A-4B3B-041B-170BAC094EA6}"/>
                </a:ext>
              </a:extLst>
            </p:cNvPr>
            <p:cNvSpPr txBox="1"/>
            <p:nvPr/>
          </p:nvSpPr>
          <p:spPr>
            <a:xfrm>
              <a:off x="788521" y="2037040"/>
              <a:ext cx="3871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Γ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7302AE30-E9C1-AAE3-5E93-00AF6ED5BAB7}"/>
                </a:ext>
              </a:extLst>
            </p:cNvPr>
            <p:cNvSpPr txBox="1"/>
            <p:nvPr/>
          </p:nvSpPr>
          <p:spPr>
            <a:xfrm>
              <a:off x="1728943" y="1396820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u="sng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1D0C1F62-BCC0-F963-2548-005587520CA5}"/>
                </a:ext>
              </a:extLst>
            </p:cNvPr>
            <p:cNvSpPr txBox="1"/>
            <p:nvPr/>
          </p:nvSpPr>
          <p:spPr>
            <a:xfrm>
              <a:off x="1582981" y="47947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  <a:endParaRPr lang="de-DE" sz="1600" i="1" u="sng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F6C42F02-1599-4945-ECF9-165E69134B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10542" y="681644"/>
              <a:ext cx="144878" cy="1463040"/>
            </a:xfrm>
            <a:prstGeom prst="straightConnector1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C3928491-EBD8-1315-BF1E-462ABFFA9E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10542" y="1711325"/>
              <a:ext cx="462638" cy="433359"/>
            </a:xfrm>
            <a:prstGeom prst="straightConnector1">
              <a:avLst/>
            </a:prstGeom>
            <a:ln w="19050" cap="rnd">
              <a:solidFill>
                <a:schemeClr val="accent2">
                  <a:lumMod val="7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3B3794F6-8BA2-6792-6B44-CD26B47C8B8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68134" y="590877"/>
              <a:ext cx="487286" cy="90767"/>
            </a:xfrm>
            <a:prstGeom prst="straightConnector1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96055D17-9CF9-DD8F-36C7-05127A89F6B6}"/>
                </a:ext>
              </a:extLst>
            </p:cNvPr>
            <p:cNvSpPr txBox="1"/>
            <p:nvPr/>
          </p:nvSpPr>
          <p:spPr>
            <a:xfrm>
              <a:off x="1199591" y="119382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ED68F813-4C67-69A3-F0F3-F532E58F8FC1}"/>
                </a:ext>
              </a:extLst>
            </p:cNvPr>
            <p:cNvSpPr/>
            <p:nvPr/>
          </p:nvSpPr>
          <p:spPr>
            <a:xfrm>
              <a:off x="1627130" y="653354"/>
              <a:ext cx="56580" cy="5658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65DDAC83-5E00-5DAD-FC93-3740821C6A9C}"/>
                </a:ext>
              </a:extLst>
            </p:cNvPr>
            <p:cNvSpPr txBox="1"/>
            <p:nvPr/>
          </p:nvSpPr>
          <p:spPr>
            <a:xfrm>
              <a:off x="990203" y="655461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v</a:t>
              </a:r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8F3E0520-9ECB-D0DB-0335-852D02831D76}"/>
                </a:ext>
              </a:extLst>
            </p:cNvPr>
            <p:cNvSpPr txBox="1"/>
            <p:nvPr/>
          </p:nvSpPr>
          <p:spPr>
            <a:xfrm>
              <a:off x="2453874" y="147356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</a:p>
          </p:txBody>
        </p:sp>
        <p:sp>
          <p:nvSpPr>
            <p:cNvPr id="20" name="Bogen 19">
              <a:extLst>
                <a:ext uri="{FF2B5EF4-FFF2-40B4-BE49-F238E27FC236}">
                  <a16:creationId xmlns:a16="http://schemas.microsoft.com/office/drawing/2014/main" id="{E870EC11-EEDD-71D2-7886-33AEA86FA174}"/>
                </a:ext>
              </a:extLst>
            </p:cNvPr>
            <p:cNvSpPr/>
            <p:nvPr/>
          </p:nvSpPr>
          <p:spPr>
            <a:xfrm>
              <a:off x="1291995" y="1723102"/>
              <a:ext cx="533045" cy="433358"/>
            </a:xfrm>
            <a:prstGeom prst="arc">
              <a:avLst>
                <a:gd name="adj1" fmla="val 16218406"/>
                <a:gd name="adj2" fmla="val 20484856"/>
              </a:avLst>
            </a:prstGeom>
            <a:ln w="6350" cap="rnd">
              <a:solidFill>
                <a:schemeClr val="accent5">
                  <a:lumMod val="75000"/>
                </a:schemeClr>
              </a:solidFill>
              <a:round/>
              <a:headEnd type="stealth" w="sm" len="sm"/>
              <a:tailEnd type="stealth" w="sm" len="sm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50692128-0D9E-F8ED-3A30-66D7A877ED44}"/>
                </a:ext>
              </a:extLst>
            </p:cNvPr>
            <p:cNvSpPr txBox="1"/>
            <p:nvPr/>
          </p:nvSpPr>
          <p:spPr>
            <a:xfrm>
              <a:off x="1383897" y="173890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accent5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323964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9D2D1DBE-B1A8-40C9-5766-20C1E8111ED1}"/>
              </a:ext>
            </a:extLst>
          </p:cNvPr>
          <p:cNvGrpSpPr/>
          <p:nvPr/>
        </p:nvGrpSpPr>
        <p:grpSpPr>
          <a:xfrm>
            <a:off x="122207" y="360807"/>
            <a:ext cx="3250513" cy="2805985"/>
            <a:chOff x="74582" y="348107"/>
            <a:chExt cx="3250513" cy="2805985"/>
          </a:xfrm>
        </p:grpSpPr>
        <p:sp>
          <p:nvSpPr>
            <p:cNvPr id="60" name="Bogen 59">
              <a:extLst>
                <a:ext uri="{FF2B5EF4-FFF2-40B4-BE49-F238E27FC236}">
                  <a16:creationId xmlns:a16="http://schemas.microsoft.com/office/drawing/2014/main" id="{C233F0B5-BD8F-D4B1-243B-EC6270977A5A}"/>
                </a:ext>
              </a:extLst>
            </p:cNvPr>
            <p:cNvSpPr/>
            <p:nvPr/>
          </p:nvSpPr>
          <p:spPr>
            <a:xfrm rot="1270463">
              <a:off x="1758734" y="348107"/>
              <a:ext cx="1163688" cy="1163688"/>
            </a:xfrm>
            <a:prstGeom prst="arc">
              <a:avLst>
                <a:gd name="adj1" fmla="val 6218401"/>
                <a:gd name="adj2" fmla="val 6749218"/>
              </a:avLst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EC6EB462-2A96-A17B-8B27-E13E9A775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3543" y="916776"/>
              <a:ext cx="1688275" cy="954702"/>
            </a:xfrm>
            <a:prstGeom prst="line">
              <a:avLst/>
            </a:prstGeom>
            <a:ln w="12700" cap="rnd">
              <a:prstDash val="dashDot"/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34B652D-DBA5-4523-2778-C8A134E6CA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41818" y="916776"/>
              <a:ext cx="513014" cy="1831101"/>
            </a:xfrm>
            <a:prstGeom prst="line">
              <a:avLst/>
            </a:prstGeom>
            <a:ln w="12700" cap="rnd">
              <a:prstDash val="dashDot"/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0AEDB58-8072-3FE1-FBBF-471C1BA20C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99412" y="2094808"/>
              <a:ext cx="470263" cy="303811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80ADFDFF-E553-18E2-44C9-31C157CB05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0115" y="916776"/>
              <a:ext cx="561703" cy="1407226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Bogen 28">
              <a:extLst>
                <a:ext uri="{FF2B5EF4-FFF2-40B4-BE49-F238E27FC236}">
                  <a16:creationId xmlns:a16="http://schemas.microsoft.com/office/drawing/2014/main" id="{3D2EB4EC-6EAB-7A35-BD5C-3AADD9871A06}"/>
                </a:ext>
              </a:extLst>
            </p:cNvPr>
            <p:cNvSpPr/>
            <p:nvPr/>
          </p:nvSpPr>
          <p:spPr>
            <a:xfrm rot="7407129">
              <a:off x="1318145" y="2122102"/>
              <a:ext cx="277079" cy="277079"/>
            </a:xfrm>
            <a:prstGeom prst="arc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Bogen 29">
              <a:extLst>
                <a:ext uri="{FF2B5EF4-FFF2-40B4-BE49-F238E27FC236}">
                  <a16:creationId xmlns:a16="http://schemas.microsoft.com/office/drawing/2014/main" id="{4A944172-9D4C-FC83-B048-EE01F9B43FB4}"/>
                </a:ext>
              </a:extLst>
            </p:cNvPr>
            <p:cNvSpPr/>
            <p:nvPr/>
          </p:nvSpPr>
          <p:spPr>
            <a:xfrm rot="1270463">
              <a:off x="1649889" y="2189114"/>
              <a:ext cx="277079" cy="277079"/>
            </a:xfrm>
            <a:prstGeom prst="arc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45DDC412-6D99-AADA-EFA6-13F068EE99DF}"/>
                </a:ext>
              </a:extLst>
            </p:cNvPr>
            <p:cNvSpPr/>
            <p:nvPr/>
          </p:nvSpPr>
          <p:spPr>
            <a:xfrm>
              <a:off x="1838332" y="2267888"/>
              <a:ext cx="45719" cy="45719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00727298-47B3-50B7-510F-E97FDD1CFCCE}"/>
                </a:ext>
              </a:extLst>
            </p:cNvPr>
            <p:cNvSpPr/>
            <p:nvPr/>
          </p:nvSpPr>
          <p:spPr>
            <a:xfrm>
              <a:off x="1448388" y="2318047"/>
              <a:ext cx="45719" cy="45719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Bogen 33">
              <a:extLst>
                <a:ext uri="{FF2B5EF4-FFF2-40B4-BE49-F238E27FC236}">
                  <a16:creationId xmlns:a16="http://schemas.microsoft.com/office/drawing/2014/main" id="{B4D1A23F-8A0B-37CA-E5C1-AD02C0F5E00C}"/>
                </a:ext>
              </a:extLst>
            </p:cNvPr>
            <p:cNvSpPr/>
            <p:nvPr/>
          </p:nvSpPr>
          <p:spPr>
            <a:xfrm rot="1293498">
              <a:off x="248671" y="1476223"/>
              <a:ext cx="812430" cy="812430"/>
            </a:xfrm>
            <a:prstGeom prst="arc">
              <a:avLst>
                <a:gd name="adj1" fmla="val 18555665"/>
                <a:gd name="adj2" fmla="val 0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C9535AF-5E3C-4AB0-0E71-5BC06584F778}"/>
                </a:ext>
              </a:extLst>
            </p:cNvPr>
            <p:cNvSpPr txBox="1"/>
            <p:nvPr/>
          </p:nvSpPr>
          <p:spPr>
            <a:xfrm>
              <a:off x="674269" y="1681418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</a:p>
          </p:txBody>
        </p:sp>
        <p:sp>
          <p:nvSpPr>
            <p:cNvPr id="45" name="Bogen 44">
              <a:extLst>
                <a:ext uri="{FF2B5EF4-FFF2-40B4-BE49-F238E27FC236}">
                  <a16:creationId xmlns:a16="http://schemas.microsoft.com/office/drawing/2014/main" id="{3EEFA8F8-B1F2-B3E3-A0F5-590630921113}"/>
                </a:ext>
              </a:extLst>
            </p:cNvPr>
            <p:cNvSpPr/>
            <p:nvPr/>
          </p:nvSpPr>
          <p:spPr>
            <a:xfrm rot="1293498">
              <a:off x="2447039" y="2341662"/>
              <a:ext cx="812430" cy="812430"/>
            </a:xfrm>
            <a:prstGeom prst="arc">
              <a:avLst>
                <a:gd name="adj1" fmla="val 14106317"/>
                <a:gd name="adj2" fmla="val 21578192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6C730A27-34FA-0A6D-E3C9-E1701DB719D7}"/>
                </a:ext>
              </a:extLst>
            </p:cNvPr>
            <p:cNvSpPr txBox="1"/>
            <p:nvPr/>
          </p:nvSpPr>
          <p:spPr>
            <a:xfrm>
              <a:off x="2774108" y="242121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AB075F10-BEF7-D887-BC9B-A5128139DDF3}"/>
                </a:ext>
              </a:extLst>
            </p:cNvPr>
            <p:cNvSpPr txBox="1"/>
            <p:nvPr/>
          </p:nvSpPr>
          <p:spPr>
            <a:xfrm>
              <a:off x="345470" y="1929334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P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</a:p>
          </p:txBody>
        </p:sp>
        <p:sp>
          <p:nvSpPr>
            <p:cNvPr id="50" name="Textfeld 49">
              <a:extLst>
                <a:ext uri="{FF2B5EF4-FFF2-40B4-BE49-F238E27FC236}">
                  <a16:creationId xmlns:a16="http://schemas.microsoft.com/office/drawing/2014/main" id="{4A123B0B-9EFE-E91D-089B-13CDC542DEA8}"/>
                </a:ext>
              </a:extLst>
            </p:cNvPr>
            <p:cNvSpPr txBox="1"/>
            <p:nvPr/>
          </p:nvSpPr>
          <p:spPr>
            <a:xfrm>
              <a:off x="2582389" y="2807868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P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8D545B6B-DC76-4BC5-DD20-1AACA351ACF4}"/>
                </a:ext>
              </a:extLst>
            </p:cNvPr>
            <p:cNvSpPr txBox="1"/>
            <p:nvPr/>
          </p:nvSpPr>
          <p:spPr>
            <a:xfrm>
              <a:off x="1589606" y="2584667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  <a:endPara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52" name="Gerader Verbinder 51">
              <a:extLst>
                <a:ext uri="{FF2B5EF4-FFF2-40B4-BE49-F238E27FC236}">
                  <a16:creationId xmlns:a16="http://schemas.microsoft.com/office/drawing/2014/main" id="{A4CC14DD-DA64-1725-9941-B473C45C75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37049" y="2506218"/>
              <a:ext cx="192244" cy="144020"/>
            </a:xfrm>
            <a:prstGeom prst="line">
              <a:avLst/>
            </a:prstGeom>
            <a:ln w="6350" cap="rnd"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2B37001B-E5C5-1168-10CE-7B3F5DD36BC2}"/>
                </a:ext>
              </a:extLst>
            </p:cNvPr>
            <p:cNvSpPr txBox="1"/>
            <p:nvPr/>
          </p:nvSpPr>
          <p:spPr>
            <a:xfrm>
              <a:off x="1117840" y="1893673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endParaRPr lang="de-DE" sz="16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56" name="Bogen 55">
              <a:extLst>
                <a:ext uri="{FF2B5EF4-FFF2-40B4-BE49-F238E27FC236}">
                  <a16:creationId xmlns:a16="http://schemas.microsoft.com/office/drawing/2014/main" id="{6B9ED2E6-745D-5311-3F24-CE10C4D4B4E8}"/>
                </a:ext>
              </a:extLst>
            </p:cNvPr>
            <p:cNvSpPr/>
            <p:nvPr/>
          </p:nvSpPr>
          <p:spPr>
            <a:xfrm rot="1293498">
              <a:off x="937613" y="1822905"/>
              <a:ext cx="532474" cy="532474"/>
            </a:xfrm>
            <a:prstGeom prst="arc">
              <a:avLst>
                <a:gd name="adj1" fmla="val 17620408"/>
                <a:gd name="adj2" fmla="val 0"/>
              </a:avLst>
            </a:prstGeom>
            <a:ln w="12700" cap="rnd">
              <a:solidFill>
                <a:schemeClr val="tx2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ACF593AF-AFBF-0F00-9DF2-DA94C0462930}"/>
                </a:ext>
              </a:extLst>
            </p:cNvPr>
            <p:cNvCxnSpPr>
              <a:cxnSpLocks/>
            </p:cNvCxnSpPr>
            <p:nvPr/>
          </p:nvCxnSpPr>
          <p:spPr>
            <a:xfrm>
              <a:off x="194755" y="1702919"/>
              <a:ext cx="3130340" cy="1226347"/>
            </a:xfrm>
            <a:prstGeom prst="line">
              <a:avLst/>
            </a:prstGeom>
            <a:ln cap="rnd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F5D6866-EBB5-ACA5-C3D7-431A05FF78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2916" y="916776"/>
              <a:ext cx="1018902" cy="1543792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3F5B89DD-3048-93B4-B73B-A11C07D2C3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99412" y="929966"/>
              <a:ext cx="1129615" cy="1164842"/>
            </a:xfrm>
            <a:prstGeom prst="line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prstDash val="solid"/>
              <a:round/>
              <a:headEnd type="none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D4896872-56A1-BF13-787F-15110FA31C00}"/>
                </a:ext>
              </a:extLst>
            </p:cNvPr>
            <p:cNvSpPr/>
            <p:nvPr/>
          </p:nvSpPr>
          <p:spPr>
            <a:xfrm>
              <a:off x="2310905" y="888127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8C5692DF-1B06-93C4-E2FC-6D4C598EFAF4}"/>
                </a:ext>
              </a:extLst>
            </p:cNvPr>
            <p:cNvSpPr/>
            <p:nvPr/>
          </p:nvSpPr>
          <p:spPr>
            <a:xfrm>
              <a:off x="612443" y="1847690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Ellipse 47">
              <a:extLst>
                <a:ext uri="{FF2B5EF4-FFF2-40B4-BE49-F238E27FC236}">
                  <a16:creationId xmlns:a16="http://schemas.microsoft.com/office/drawing/2014/main" id="{9365D41F-303F-01FF-DF75-090BDC9B7137}"/>
                </a:ext>
              </a:extLst>
            </p:cNvPr>
            <p:cNvSpPr/>
            <p:nvPr/>
          </p:nvSpPr>
          <p:spPr>
            <a:xfrm>
              <a:off x="2824718" y="2714700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D7AB5F90-13E7-EC69-8E23-CB2A0096D3DF}"/>
                </a:ext>
              </a:extLst>
            </p:cNvPr>
            <p:cNvSpPr txBox="1"/>
            <p:nvPr/>
          </p:nvSpPr>
          <p:spPr>
            <a:xfrm>
              <a:off x="2257355" y="75581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  <a:endPara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F3BCDBBB-68F1-2885-0303-46D0D325969D}"/>
                </a:ext>
              </a:extLst>
            </p:cNvPr>
            <p:cNvSpPr txBox="1"/>
            <p:nvPr/>
          </p:nvSpPr>
          <p:spPr>
            <a:xfrm>
              <a:off x="1309456" y="1357293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FAA6ED00-B365-212C-7A2E-B8E08B3FE28C}"/>
                </a:ext>
              </a:extLst>
            </p:cNvPr>
            <p:cNvSpPr txBox="1"/>
            <p:nvPr/>
          </p:nvSpPr>
          <p:spPr>
            <a:xfrm>
              <a:off x="1824488" y="1664455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  <a:endParaRPr lang="de-DE" sz="1600" i="1" baseline="-250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7B59C146-540F-84D3-F223-3F4A612E5EBC}"/>
                </a:ext>
              </a:extLst>
            </p:cNvPr>
            <p:cNvCxnSpPr>
              <a:cxnSpLocks/>
            </p:cNvCxnSpPr>
            <p:nvPr/>
          </p:nvCxnSpPr>
          <p:spPr>
            <a:xfrm>
              <a:off x="1811040" y="1002747"/>
              <a:ext cx="223853" cy="287309"/>
            </a:xfrm>
            <a:prstGeom prst="line">
              <a:avLst/>
            </a:prstGeom>
            <a:ln w="635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CD99650D-2002-07D1-55EC-6C2D6823CDCB}"/>
                </a:ext>
              </a:extLst>
            </p:cNvPr>
            <p:cNvSpPr txBox="1"/>
            <p:nvPr/>
          </p:nvSpPr>
          <p:spPr>
            <a:xfrm>
              <a:off x="1441923" y="741454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dα</a:t>
              </a:r>
              <a:endParaRPr lang="de-DE" sz="1600" baseline="-250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67" name="Bogen 66">
              <a:extLst>
                <a:ext uri="{FF2B5EF4-FFF2-40B4-BE49-F238E27FC236}">
                  <a16:creationId xmlns:a16="http://schemas.microsoft.com/office/drawing/2014/main" id="{3A32E541-43F0-1473-47F4-F4FD8EBD64DA}"/>
                </a:ext>
              </a:extLst>
            </p:cNvPr>
            <p:cNvSpPr/>
            <p:nvPr/>
          </p:nvSpPr>
          <p:spPr>
            <a:xfrm rot="6699530" flipH="1">
              <a:off x="183339" y="1666595"/>
              <a:ext cx="385541" cy="228007"/>
            </a:xfrm>
            <a:prstGeom prst="arc">
              <a:avLst>
                <a:gd name="adj1" fmla="val 18093131"/>
                <a:gd name="adj2" fmla="val 15205398"/>
              </a:avLst>
            </a:prstGeom>
            <a:ln w="19050" cap="rnd">
              <a:solidFill>
                <a:schemeClr val="accent6">
                  <a:lumMod val="75000"/>
                </a:schemeClr>
              </a:solidFill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23A1972B-668B-DB49-0A85-D2FB67604401}"/>
                </a:ext>
              </a:extLst>
            </p:cNvPr>
            <p:cNvSpPr txBox="1"/>
            <p:nvPr/>
          </p:nvSpPr>
          <p:spPr>
            <a:xfrm>
              <a:off x="74582" y="1332562"/>
              <a:ext cx="3871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Γ</a:t>
              </a:r>
            </a:p>
          </p:txBody>
        </p:sp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7573C6AC-F908-1B6F-9076-13777AEB0F50}"/>
                </a:ext>
              </a:extLst>
            </p:cNvPr>
            <p:cNvCxnSpPr>
              <a:cxnSpLocks/>
            </p:cNvCxnSpPr>
            <p:nvPr/>
          </p:nvCxnSpPr>
          <p:spPr>
            <a:xfrm>
              <a:off x="2432601" y="2579938"/>
              <a:ext cx="59620" cy="23357"/>
            </a:xfrm>
            <a:prstGeom prst="line">
              <a:avLst/>
            </a:prstGeom>
            <a:ln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0676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Freihandform: Form 61">
            <a:extLst>
              <a:ext uri="{FF2B5EF4-FFF2-40B4-BE49-F238E27FC236}">
                <a16:creationId xmlns:a16="http://schemas.microsoft.com/office/drawing/2014/main" id="{CABBB3D2-BB6A-928D-92C7-5EF994014874}"/>
              </a:ext>
            </a:extLst>
          </p:cNvPr>
          <p:cNvSpPr/>
          <p:nvPr/>
        </p:nvSpPr>
        <p:spPr>
          <a:xfrm>
            <a:off x="1287780" y="1748255"/>
            <a:ext cx="1424658" cy="572989"/>
          </a:xfrm>
          <a:custGeom>
            <a:avLst/>
            <a:gdLst>
              <a:gd name="connsiteX0" fmla="*/ 0 w 1501140"/>
              <a:gd name="connsiteY0" fmla="*/ 695960 h 695960"/>
              <a:gd name="connsiteX1" fmla="*/ 523240 w 1501140"/>
              <a:gd name="connsiteY1" fmla="*/ 149860 h 695960"/>
              <a:gd name="connsiteX2" fmla="*/ 1501140 w 1501140"/>
              <a:gd name="connsiteY2" fmla="*/ 0 h 6959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1140" h="695960">
                <a:moveTo>
                  <a:pt x="0" y="695960"/>
                </a:moveTo>
                <a:cubicBezTo>
                  <a:pt x="136525" y="480906"/>
                  <a:pt x="273050" y="265853"/>
                  <a:pt x="523240" y="149860"/>
                </a:cubicBezTo>
                <a:cubicBezTo>
                  <a:pt x="773430" y="33867"/>
                  <a:pt x="1137285" y="16933"/>
                  <a:pt x="150114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headEnd type="none"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Freihandform: Form 62">
            <a:extLst>
              <a:ext uri="{FF2B5EF4-FFF2-40B4-BE49-F238E27FC236}">
                <a16:creationId xmlns:a16="http://schemas.microsoft.com/office/drawing/2014/main" id="{A6366F78-B509-658F-BC13-72EE1EB7EC7E}"/>
              </a:ext>
            </a:extLst>
          </p:cNvPr>
          <p:cNvSpPr/>
          <p:nvPr/>
        </p:nvSpPr>
        <p:spPr>
          <a:xfrm>
            <a:off x="944880" y="1490980"/>
            <a:ext cx="1785620" cy="807720"/>
          </a:xfrm>
          <a:custGeom>
            <a:avLst/>
            <a:gdLst>
              <a:gd name="connsiteX0" fmla="*/ 0 w 1785620"/>
              <a:gd name="connsiteY0" fmla="*/ 807720 h 807720"/>
              <a:gd name="connsiteX1" fmla="*/ 685800 w 1785620"/>
              <a:gd name="connsiteY1" fmla="*/ 170180 h 807720"/>
              <a:gd name="connsiteX2" fmla="*/ 1785620 w 1785620"/>
              <a:gd name="connsiteY2" fmla="*/ 0 h 807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85620" h="807720">
                <a:moveTo>
                  <a:pt x="0" y="807720"/>
                </a:moveTo>
                <a:cubicBezTo>
                  <a:pt x="194098" y="556260"/>
                  <a:pt x="388197" y="304800"/>
                  <a:pt x="685800" y="170180"/>
                </a:cubicBezTo>
                <a:cubicBezTo>
                  <a:pt x="983403" y="35560"/>
                  <a:pt x="1384511" y="17780"/>
                  <a:pt x="178562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4" name="Freihandform: Form 63">
            <a:extLst>
              <a:ext uri="{FF2B5EF4-FFF2-40B4-BE49-F238E27FC236}">
                <a16:creationId xmlns:a16="http://schemas.microsoft.com/office/drawing/2014/main" id="{D3A132ED-FABB-961B-8B86-2585C51723D2}"/>
              </a:ext>
            </a:extLst>
          </p:cNvPr>
          <p:cNvSpPr/>
          <p:nvPr/>
        </p:nvSpPr>
        <p:spPr>
          <a:xfrm>
            <a:off x="574040" y="1193800"/>
            <a:ext cx="2258060" cy="1145540"/>
          </a:xfrm>
          <a:custGeom>
            <a:avLst/>
            <a:gdLst>
              <a:gd name="connsiteX0" fmla="*/ 0 w 2258060"/>
              <a:gd name="connsiteY0" fmla="*/ 1145540 h 1145540"/>
              <a:gd name="connsiteX1" fmla="*/ 871220 w 2258060"/>
              <a:gd name="connsiteY1" fmla="*/ 228600 h 1145540"/>
              <a:gd name="connsiteX2" fmla="*/ 2258060 w 2258060"/>
              <a:gd name="connsiteY2" fmla="*/ 0 h 114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58060" h="1145540">
                <a:moveTo>
                  <a:pt x="0" y="1145540"/>
                </a:moveTo>
                <a:cubicBezTo>
                  <a:pt x="247438" y="782531"/>
                  <a:pt x="494877" y="419523"/>
                  <a:pt x="871220" y="228600"/>
                </a:cubicBezTo>
                <a:cubicBezTo>
                  <a:pt x="1247563" y="37677"/>
                  <a:pt x="1752811" y="18838"/>
                  <a:pt x="225806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7F903956-2BA9-AB30-CEA8-99626C79FC36}"/>
              </a:ext>
            </a:extLst>
          </p:cNvPr>
          <p:cNvCxnSpPr>
            <a:cxnSpLocks/>
          </p:cNvCxnSpPr>
          <p:nvPr/>
        </p:nvCxnSpPr>
        <p:spPr>
          <a:xfrm flipH="1">
            <a:off x="823490" y="2167467"/>
            <a:ext cx="946749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F2E89055-4D1A-2F6C-31B1-FECBD3DC0968}"/>
              </a:ext>
            </a:extLst>
          </p:cNvPr>
          <p:cNvCxnSpPr>
            <a:cxnSpLocks/>
          </p:cNvCxnSpPr>
          <p:nvPr/>
        </p:nvCxnSpPr>
        <p:spPr>
          <a:xfrm flipV="1">
            <a:off x="948846" y="2170135"/>
            <a:ext cx="817324" cy="886216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5E42FA9-98AF-3D9B-D42D-B02EB86AF59F}"/>
              </a:ext>
            </a:extLst>
          </p:cNvPr>
          <p:cNvCxnSpPr>
            <a:cxnSpLocks/>
          </p:cNvCxnSpPr>
          <p:nvPr/>
        </p:nvCxnSpPr>
        <p:spPr>
          <a:xfrm flipH="1">
            <a:off x="1766170" y="2170135"/>
            <a:ext cx="1334022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A4B2E884-DBEE-E6E9-539F-28BF2BEA40F4}"/>
              </a:ext>
            </a:extLst>
          </p:cNvPr>
          <p:cNvSpPr txBox="1"/>
          <p:nvPr/>
        </p:nvSpPr>
        <p:spPr>
          <a:xfrm>
            <a:off x="3029185" y="1966571"/>
            <a:ext cx="4841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68AE15E-BD9C-9B16-6053-C4D9A99B2185}"/>
              </a:ext>
            </a:extLst>
          </p:cNvPr>
          <p:cNvCxnSpPr>
            <a:cxnSpLocks/>
          </p:cNvCxnSpPr>
          <p:nvPr/>
        </p:nvCxnSpPr>
        <p:spPr>
          <a:xfrm>
            <a:off x="980816" y="302310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7B0AF63-FE9C-7CE1-1C9D-FD10BCB769AB}"/>
              </a:ext>
            </a:extLst>
          </p:cNvPr>
          <p:cNvCxnSpPr>
            <a:cxnSpLocks/>
          </p:cNvCxnSpPr>
          <p:nvPr/>
        </p:nvCxnSpPr>
        <p:spPr>
          <a:xfrm>
            <a:off x="1028026" y="29697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52F29A8A-0AD5-7EBD-AA38-70E32FA0617B}"/>
              </a:ext>
            </a:extLst>
          </p:cNvPr>
          <p:cNvCxnSpPr>
            <a:cxnSpLocks/>
          </p:cNvCxnSpPr>
          <p:nvPr/>
        </p:nvCxnSpPr>
        <p:spPr>
          <a:xfrm>
            <a:off x="1078292" y="291969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DCF61642-C1E5-D5CC-6793-3D34362F49A6}"/>
              </a:ext>
            </a:extLst>
          </p:cNvPr>
          <p:cNvCxnSpPr>
            <a:cxnSpLocks/>
          </p:cNvCxnSpPr>
          <p:nvPr/>
        </p:nvCxnSpPr>
        <p:spPr>
          <a:xfrm>
            <a:off x="1125502" y="286635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829460C3-3090-B4BA-6DC3-9862D9273098}"/>
              </a:ext>
            </a:extLst>
          </p:cNvPr>
          <p:cNvCxnSpPr>
            <a:cxnSpLocks/>
          </p:cNvCxnSpPr>
          <p:nvPr/>
        </p:nvCxnSpPr>
        <p:spPr>
          <a:xfrm>
            <a:off x="1170861" y="281468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B64268B7-A883-3082-BBB2-14FC74862C62}"/>
              </a:ext>
            </a:extLst>
          </p:cNvPr>
          <p:cNvCxnSpPr>
            <a:cxnSpLocks/>
          </p:cNvCxnSpPr>
          <p:nvPr/>
        </p:nvCxnSpPr>
        <p:spPr>
          <a:xfrm>
            <a:off x="1218071" y="276134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8450D58A-F644-0756-F19E-5695461DD018}"/>
              </a:ext>
            </a:extLst>
          </p:cNvPr>
          <p:cNvCxnSpPr>
            <a:cxnSpLocks/>
          </p:cNvCxnSpPr>
          <p:nvPr/>
        </p:nvCxnSpPr>
        <p:spPr>
          <a:xfrm>
            <a:off x="1268337" y="2711263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13759FF5-BE4A-C0A5-DEEC-215E1DF05356}"/>
              </a:ext>
            </a:extLst>
          </p:cNvPr>
          <p:cNvCxnSpPr>
            <a:cxnSpLocks/>
          </p:cNvCxnSpPr>
          <p:nvPr/>
        </p:nvCxnSpPr>
        <p:spPr>
          <a:xfrm>
            <a:off x="1315547" y="2657923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F370862E-FBA7-88B1-F3A2-437D1D310BCD}"/>
              </a:ext>
            </a:extLst>
          </p:cNvPr>
          <p:cNvCxnSpPr>
            <a:cxnSpLocks/>
          </p:cNvCxnSpPr>
          <p:nvPr/>
        </p:nvCxnSpPr>
        <p:spPr>
          <a:xfrm>
            <a:off x="1364336" y="260692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86CA2DCC-E532-48CC-86DA-D7764A150DA1}"/>
              </a:ext>
            </a:extLst>
          </p:cNvPr>
          <p:cNvCxnSpPr>
            <a:cxnSpLocks/>
          </p:cNvCxnSpPr>
          <p:nvPr/>
        </p:nvCxnSpPr>
        <p:spPr>
          <a:xfrm>
            <a:off x="1411546" y="255358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73F48E41-4741-BB3F-D003-21D850BB376E}"/>
              </a:ext>
            </a:extLst>
          </p:cNvPr>
          <p:cNvCxnSpPr>
            <a:cxnSpLocks/>
          </p:cNvCxnSpPr>
          <p:nvPr/>
        </p:nvCxnSpPr>
        <p:spPr>
          <a:xfrm>
            <a:off x="1461812" y="250350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69873550-7820-77A9-0562-12B6EE277FC9}"/>
              </a:ext>
            </a:extLst>
          </p:cNvPr>
          <p:cNvCxnSpPr>
            <a:cxnSpLocks/>
          </p:cNvCxnSpPr>
          <p:nvPr/>
        </p:nvCxnSpPr>
        <p:spPr>
          <a:xfrm>
            <a:off x="1509022" y="245016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86AABB8-35DA-A154-5496-930DC0F546DE}"/>
              </a:ext>
            </a:extLst>
          </p:cNvPr>
          <p:cNvCxnSpPr>
            <a:cxnSpLocks/>
          </p:cNvCxnSpPr>
          <p:nvPr/>
        </p:nvCxnSpPr>
        <p:spPr>
          <a:xfrm>
            <a:off x="1554381" y="239849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578A22F3-44DB-BAFE-BC32-91BACE2C2BF6}"/>
              </a:ext>
            </a:extLst>
          </p:cNvPr>
          <p:cNvCxnSpPr>
            <a:cxnSpLocks/>
          </p:cNvCxnSpPr>
          <p:nvPr/>
        </p:nvCxnSpPr>
        <p:spPr>
          <a:xfrm>
            <a:off x="1601591" y="234515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01C22D54-27A6-F120-0C06-74C011F08FB2}"/>
              </a:ext>
            </a:extLst>
          </p:cNvPr>
          <p:cNvCxnSpPr>
            <a:cxnSpLocks/>
          </p:cNvCxnSpPr>
          <p:nvPr/>
        </p:nvCxnSpPr>
        <p:spPr>
          <a:xfrm>
            <a:off x="1651857" y="2295078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8FAC99C-48C0-B735-01A3-64E2C0C112C6}"/>
              </a:ext>
            </a:extLst>
          </p:cNvPr>
          <p:cNvCxnSpPr>
            <a:cxnSpLocks/>
          </p:cNvCxnSpPr>
          <p:nvPr/>
        </p:nvCxnSpPr>
        <p:spPr>
          <a:xfrm>
            <a:off x="1699067" y="2241738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E325192B-9DA6-AA30-1B5E-A3B863ABC605}"/>
              </a:ext>
            </a:extLst>
          </p:cNvPr>
          <p:cNvCxnSpPr>
            <a:cxnSpLocks/>
          </p:cNvCxnSpPr>
          <p:nvPr/>
        </p:nvCxnSpPr>
        <p:spPr>
          <a:xfrm>
            <a:off x="1749025" y="219168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00006976-F795-421A-75CF-E4D7E0ED843E}"/>
              </a:ext>
            </a:extLst>
          </p:cNvPr>
          <p:cNvCxnSpPr>
            <a:cxnSpLocks/>
          </p:cNvCxnSpPr>
          <p:nvPr/>
        </p:nvCxnSpPr>
        <p:spPr>
          <a:xfrm>
            <a:off x="1834478" y="2168801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8FBD7A1-968A-4045-B8DF-174484F1C4E8}"/>
              </a:ext>
            </a:extLst>
          </p:cNvPr>
          <p:cNvCxnSpPr>
            <a:cxnSpLocks/>
          </p:cNvCxnSpPr>
          <p:nvPr/>
        </p:nvCxnSpPr>
        <p:spPr>
          <a:xfrm>
            <a:off x="1943723" y="2168801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B0B93C1B-852B-6CC8-1389-FF7C0892D392}"/>
              </a:ext>
            </a:extLst>
          </p:cNvPr>
          <p:cNvCxnSpPr>
            <a:cxnSpLocks/>
          </p:cNvCxnSpPr>
          <p:nvPr/>
        </p:nvCxnSpPr>
        <p:spPr>
          <a:xfrm>
            <a:off x="2052968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393CFDD-06A0-D600-7FAE-85F5141A7DC2}"/>
              </a:ext>
            </a:extLst>
          </p:cNvPr>
          <p:cNvCxnSpPr>
            <a:cxnSpLocks/>
          </p:cNvCxnSpPr>
          <p:nvPr/>
        </p:nvCxnSpPr>
        <p:spPr>
          <a:xfrm>
            <a:off x="2162213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AAD2B9CE-6C81-3DF8-E0D0-4441ED00060A}"/>
              </a:ext>
            </a:extLst>
          </p:cNvPr>
          <p:cNvCxnSpPr>
            <a:cxnSpLocks/>
          </p:cNvCxnSpPr>
          <p:nvPr/>
        </p:nvCxnSpPr>
        <p:spPr>
          <a:xfrm>
            <a:off x="2271458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474065C6-5325-801B-05FA-11366508D324}"/>
              </a:ext>
            </a:extLst>
          </p:cNvPr>
          <p:cNvCxnSpPr>
            <a:cxnSpLocks/>
          </p:cNvCxnSpPr>
          <p:nvPr/>
        </p:nvCxnSpPr>
        <p:spPr>
          <a:xfrm>
            <a:off x="2380703" y="21674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328FC295-287C-DD65-D6D4-AE0CAA0233F5}"/>
              </a:ext>
            </a:extLst>
          </p:cNvPr>
          <p:cNvCxnSpPr>
            <a:cxnSpLocks/>
          </p:cNvCxnSpPr>
          <p:nvPr/>
        </p:nvCxnSpPr>
        <p:spPr>
          <a:xfrm>
            <a:off x="2491151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5CC176D8-CA86-B33E-60DF-7C3208F89D34}"/>
              </a:ext>
            </a:extLst>
          </p:cNvPr>
          <p:cNvCxnSpPr>
            <a:cxnSpLocks/>
          </p:cNvCxnSpPr>
          <p:nvPr/>
        </p:nvCxnSpPr>
        <p:spPr>
          <a:xfrm>
            <a:off x="2600396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F3DF946-D591-0922-B999-F45D494541EF}"/>
              </a:ext>
            </a:extLst>
          </p:cNvPr>
          <p:cNvCxnSpPr>
            <a:cxnSpLocks/>
          </p:cNvCxnSpPr>
          <p:nvPr/>
        </p:nvCxnSpPr>
        <p:spPr>
          <a:xfrm>
            <a:off x="2709641" y="21674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Bogen 59">
            <a:extLst>
              <a:ext uri="{FF2B5EF4-FFF2-40B4-BE49-F238E27FC236}">
                <a16:creationId xmlns:a16="http://schemas.microsoft.com/office/drawing/2014/main" id="{196EA84B-1479-8CCD-AEA0-BE3060955053}"/>
              </a:ext>
            </a:extLst>
          </p:cNvPr>
          <p:cNvSpPr/>
          <p:nvPr/>
        </p:nvSpPr>
        <p:spPr>
          <a:xfrm>
            <a:off x="1104641" y="1513524"/>
            <a:ext cx="1323612" cy="1301516"/>
          </a:xfrm>
          <a:prstGeom prst="arc">
            <a:avLst>
              <a:gd name="adj1" fmla="val 7977708"/>
              <a:gd name="adj2" fmla="val 10758104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A6EA1B3D-F715-4B27-F53F-4D04732722CE}"/>
              </a:ext>
            </a:extLst>
          </p:cNvPr>
          <p:cNvSpPr txBox="1"/>
          <p:nvPr/>
        </p:nvSpPr>
        <p:spPr>
          <a:xfrm>
            <a:off x="125076" y="2419537"/>
            <a:ext cx="1149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ϑ</a:t>
            </a:r>
            <a:r>
              <a:rPr lang="de-DE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&lt; 0</a:t>
            </a:r>
            <a:r>
              <a:rPr lang="el-GR" sz="2000" i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2000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0177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A9EAC-7E50-FE97-A673-D7CD841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1D6DE521-0553-AAB4-F883-62F133E29B83}"/>
              </a:ext>
            </a:extLst>
          </p:cNvPr>
          <p:cNvSpPr txBox="1"/>
          <p:nvPr/>
        </p:nvSpPr>
        <p:spPr>
          <a:xfrm>
            <a:off x="3029185" y="1966571"/>
            <a:ext cx="4841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E4DB443-C607-6A94-961F-D206B86219F2}"/>
              </a:ext>
            </a:extLst>
          </p:cNvPr>
          <p:cNvCxnSpPr>
            <a:cxnSpLocks/>
          </p:cNvCxnSpPr>
          <p:nvPr/>
        </p:nvCxnSpPr>
        <p:spPr>
          <a:xfrm flipH="1">
            <a:off x="270940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59753D60-5574-235B-C2DE-089D4941A05B}"/>
              </a:ext>
            </a:extLst>
          </p:cNvPr>
          <p:cNvSpPr txBox="1"/>
          <p:nvPr/>
        </p:nvSpPr>
        <p:spPr>
          <a:xfrm>
            <a:off x="44205" y="1730680"/>
            <a:ext cx="1149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ϑ</a:t>
            </a:r>
            <a:r>
              <a:rPr lang="de-DE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r>
              <a:rPr lang="el-GR" sz="2000" i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2000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ED3CC024-5092-83C5-1A66-4ED7ECAC08C7}"/>
              </a:ext>
            </a:extLst>
          </p:cNvPr>
          <p:cNvCxnSpPr>
            <a:cxnSpLocks/>
          </p:cNvCxnSpPr>
          <p:nvPr/>
        </p:nvCxnSpPr>
        <p:spPr>
          <a:xfrm flipH="1">
            <a:off x="263789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A5DD013B-9BB7-3892-38AE-206AF003ED95}"/>
              </a:ext>
            </a:extLst>
          </p:cNvPr>
          <p:cNvCxnSpPr>
            <a:cxnSpLocks/>
          </p:cNvCxnSpPr>
          <p:nvPr/>
        </p:nvCxnSpPr>
        <p:spPr>
          <a:xfrm flipH="1">
            <a:off x="256638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4334977A-3285-2F72-6343-1D39004F2B96}"/>
              </a:ext>
            </a:extLst>
          </p:cNvPr>
          <p:cNvCxnSpPr>
            <a:cxnSpLocks/>
          </p:cNvCxnSpPr>
          <p:nvPr/>
        </p:nvCxnSpPr>
        <p:spPr>
          <a:xfrm flipH="1">
            <a:off x="249487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EDC5AE40-E27F-0414-7AD3-44D60C5C4331}"/>
              </a:ext>
            </a:extLst>
          </p:cNvPr>
          <p:cNvCxnSpPr>
            <a:cxnSpLocks/>
          </p:cNvCxnSpPr>
          <p:nvPr/>
        </p:nvCxnSpPr>
        <p:spPr>
          <a:xfrm flipH="1">
            <a:off x="242336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3EB3FC5F-E130-DCFE-E513-7D4C47B514F5}"/>
              </a:ext>
            </a:extLst>
          </p:cNvPr>
          <p:cNvCxnSpPr>
            <a:cxnSpLocks/>
          </p:cNvCxnSpPr>
          <p:nvPr/>
        </p:nvCxnSpPr>
        <p:spPr>
          <a:xfrm flipH="1">
            <a:off x="235185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74F35938-CBBC-9AD3-54D7-4C5AF96B5D38}"/>
              </a:ext>
            </a:extLst>
          </p:cNvPr>
          <p:cNvCxnSpPr>
            <a:cxnSpLocks/>
          </p:cNvCxnSpPr>
          <p:nvPr/>
        </p:nvCxnSpPr>
        <p:spPr>
          <a:xfrm flipH="1">
            <a:off x="228044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EF830875-2876-DC6D-C37C-2D31547D4185}"/>
              </a:ext>
            </a:extLst>
          </p:cNvPr>
          <p:cNvCxnSpPr>
            <a:cxnSpLocks/>
          </p:cNvCxnSpPr>
          <p:nvPr/>
        </p:nvCxnSpPr>
        <p:spPr>
          <a:xfrm flipH="1">
            <a:off x="220893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E21C8FA1-28BC-4110-36D3-457E5CBB95B5}"/>
              </a:ext>
            </a:extLst>
          </p:cNvPr>
          <p:cNvCxnSpPr>
            <a:cxnSpLocks/>
          </p:cNvCxnSpPr>
          <p:nvPr/>
        </p:nvCxnSpPr>
        <p:spPr>
          <a:xfrm flipH="1">
            <a:off x="213742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832B6A67-A8BF-698A-D4A4-543CBB4AADF4}"/>
              </a:ext>
            </a:extLst>
          </p:cNvPr>
          <p:cNvCxnSpPr>
            <a:cxnSpLocks/>
          </p:cNvCxnSpPr>
          <p:nvPr/>
        </p:nvCxnSpPr>
        <p:spPr>
          <a:xfrm flipH="1">
            <a:off x="206591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62076BB8-60D6-E9AB-7C0E-1D47528E4969}"/>
              </a:ext>
            </a:extLst>
          </p:cNvPr>
          <p:cNvCxnSpPr>
            <a:cxnSpLocks/>
          </p:cNvCxnSpPr>
          <p:nvPr/>
        </p:nvCxnSpPr>
        <p:spPr>
          <a:xfrm flipH="1">
            <a:off x="199440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63CA063F-AB59-387A-9E6B-209896DF7127}"/>
              </a:ext>
            </a:extLst>
          </p:cNvPr>
          <p:cNvCxnSpPr>
            <a:cxnSpLocks/>
          </p:cNvCxnSpPr>
          <p:nvPr/>
        </p:nvCxnSpPr>
        <p:spPr>
          <a:xfrm flipH="1">
            <a:off x="192289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9E64E616-490C-359D-35E5-E4CC8053FD99}"/>
              </a:ext>
            </a:extLst>
          </p:cNvPr>
          <p:cNvCxnSpPr>
            <a:cxnSpLocks/>
          </p:cNvCxnSpPr>
          <p:nvPr/>
        </p:nvCxnSpPr>
        <p:spPr>
          <a:xfrm flipH="1">
            <a:off x="185423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360FB82-521B-E806-9D15-F3AAF6C4FAF3}"/>
              </a:ext>
            </a:extLst>
          </p:cNvPr>
          <p:cNvCxnSpPr>
            <a:cxnSpLocks/>
          </p:cNvCxnSpPr>
          <p:nvPr/>
        </p:nvCxnSpPr>
        <p:spPr>
          <a:xfrm flipH="1">
            <a:off x="178272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800BE9CB-2B9A-C4C6-7132-4923FB0C965C}"/>
              </a:ext>
            </a:extLst>
          </p:cNvPr>
          <p:cNvCxnSpPr>
            <a:cxnSpLocks/>
          </p:cNvCxnSpPr>
          <p:nvPr/>
        </p:nvCxnSpPr>
        <p:spPr>
          <a:xfrm flipH="1">
            <a:off x="171121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1117B205-58EA-FC92-0F12-EA3EFA67427F}"/>
              </a:ext>
            </a:extLst>
          </p:cNvPr>
          <p:cNvCxnSpPr>
            <a:cxnSpLocks/>
          </p:cNvCxnSpPr>
          <p:nvPr/>
        </p:nvCxnSpPr>
        <p:spPr>
          <a:xfrm flipH="1">
            <a:off x="163970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58758D22-74A3-FA20-3F81-9E94415BFE72}"/>
              </a:ext>
            </a:extLst>
          </p:cNvPr>
          <p:cNvCxnSpPr>
            <a:cxnSpLocks/>
          </p:cNvCxnSpPr>
          <p:nvPr/>
        </p:nvCxnSpPr>
        <p:spPr>
          <a:xfrm flipH="1">
            <a:off x="1591055" y="21308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FBE81373-8290-E91D-9C1D-9DBFE2722DAF}"/>
              </a:ext>
            </a:extLst>
          </p:cNvPr>
          <p:cNvCxnSpPr>
            <a:cxnSpLocks/>
          </p:cNvCxnSpPr>
          <p:nvPr/>
        </p:nvCxnSpPr>
        <p:spPr>
          <a:xfrm flipH="1">
            <a:off x="1549965" y="208241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4446165-86DE-B565-585C-FE8B40D259C5}"/>
              </a:ext>
            </a:extLst>
          </p:cNvPr>
          <p:cNvCxnSpPr>
            <a:cxnSpLocks/>
          </p:cNvCxnSpPr>
          <p:nvPr/>
        </p:nvCxnSpPr>
        <p:spPr>
          <a:xfrm flipH="1">
            <a:off x="1512441" y="2032936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54A4BE4-3BBF-6774-6665-48C61D80228F}"/>
              </a:ext>
            </a:extLst>
          </p:cNvPr>
          <p:cNvCxnSpPr>
            <a:cxnSpLocks/>
          </p:cNvCxnSpPr>
          <p:nvPr/>
        </p:nvCxnSpPr>
        <p:spPr>
          <a:xfrm flipH="1">
            <a:off x="1476639" y="198265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2F6825AF-F06C-CF41-2E7D-09F1C0F64D93}"/>
              </a:ext>
            </a:extLst>
          </p:cNvPr>
          <p:cNvCxnSpPr>
            <a:cxnSpLocks/>
          </p:cNvCxnSpPr>
          <p:nvPr/>
        </p:nvCxnSpPr>
        <p:spPr>
          <a:xfrm flipH="1">
            <a:off x="1435549" y="193417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237EC290-7C53-D1BF-E90B-30B3FF3C9B19}"/>
              </a:ext>
            </a:extLst>
          </p:cNvPr>
          <p:cNvCxnSpPr>
            <a:cxnSpLocks/>
          </p:cNvCxnSpPr>
          <p:nvPr/>
        </p:nvCxnSpPr>
        <p:spPr>
          <a:xfrm flipH="1">
            <a:off x="1398025" y="1888507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C3A56E34-C50E-810D-34C7-562E82D5C2AA}"/>
              </a:ext>
            </a:extLst>
          </p:cNvPr>
          <p:cNvCxnSpPr>
            <a:cxnSpLocks/>
          </p:cNvCxnSpPr>
          <p:nvPr/>
        </p:nvCxnSpPr>
        <p:spPr>
          <a:xfrm flipH="1">
            <a:off x="1357668" y="184210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BB30A3F5-1E54-6F30-7736-5C2B3D8628DA}"/>
              </a:ext>
            </a:extLst>
          </p:cNvPr>
          <p:cNvCxnSpPr>
            <a:cxnSpLocks/>
          </p:cNvCxnSpPr>
          <p:nvPr/>
        </p:nvCxnSpPr>
        <p:spPr>
          <a:xfrm flipH="1">
            <a:off x="1316578" y="179362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AF702780-0195-EA05-7044-E99D2F280BE7}"/>
              </a:ext>
            </a:extLst>
          </p:cNvPr>
          <p:cNvCxnSpPr>
            <a:cxnSpLocks/>
          </p:cNvCxnSpPr>
          <p:nvPr/>
        </p:nvCxnSpPr>
        <p:spPr>
          <a:xfrm flipH="1">
            <a:off x="1279054" y="1744148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24491709-9180-7F0D-8CC1-9AEEEAE295D7}"/>
              </a:ext>
            </a:extLst>
          </p:cNvPr>
          <p:cNvCxnSpPr>
            <a:cxnSpLocks/>
          </p:cNvCxnSpPr>
          <p:nvPr/>
        </p:nvCxnSpPr>
        <p:spPr>
          <a:xfrm flipH="1">
            <a:off x="1239698" y="169909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70890787-3524-CAAF-0B16-29B6691488F0}"/>
              </a:ext>
            </a:extLst>
          </p:cNvPr>
          <p:cNvCxnSpPr>
            <a:cxnSpLocks/>
          </p:cNvCxnSpPr>
          <p:nvPr/>
        </p:nvCxnSpPr>
        <p:spPr>
          <a:xfrm flipH="1">
            <a:off x="1119552" y="1552669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E722E9E9-F859-8030-B042-E0C3D7834BE1}"/>
              </a:ext>
            </a:extLst>
          </p:cNvPr>
          <p:cNvCxnSpPr>
            <a:cxnSpLocks/>
          </p:cNvCxnSpPr>
          <p:nvPr/>
        </p:nvCxnSpPr>
        <p:spPr>
          <a:xfrm flipH="1">
            <a:off x="1078462" y="1504189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89D75CBE-1861-8CE5-D5D7-C1F8E1A4EEFB}"/>
              </a:ext>
            </a:extLst>
          </p:cNvPr>
          <p:cNvCxnSpPr>
            <a:cxnSpLocks/>
          </p:cNvCxnSpPr>
          <p:nvPr/>
        </p:nvCxnSpPr>
        <p:spPr>
          <a:xfrm flipH="1">
            <a:off x="1040938" y="1454712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6D1D990E-D077-E6C5-830B-17365EA9008F}"/>
              </a:ext>
            </a:extLst>
          </p:cNvPr>
          <p:cNvCxnSpPr>
            <a:cxnSpLocks/>
          </p:cNvCxnSpPr>
          <p:nvPr/>
        </p:nvCxnSpPr>
        <p:spPr>
          <a:xfrm flipH="1">
            <a:off x="1002709" y="140324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r Verbinder 80">
            <a:extLst>
              <a:ext uri="{FF2B5EF4-FFF2-40B4-BE49-F238E27FC236}">
                <a16:creationId xmlns:a16="http://schemas.microsoft.com/office/drawing/2014/main" id="{771F6BC0-62FE-33E6-75AD-B6C74336BCA3}"/>
              </a:ext>
            </a:extLst>
          </p:cNvPr>
          <p:cNvCxnSpPr>
            <a:cxnSpLocks/>
          </p:cNvCxnSpPr>
          <p:nvPr/>
        </p:nvCxnSpPr>
        <p:spPr>
          <a:xfrm flipH="1">
            <a:off x="961619" y="135476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01975A9C-39CA-9FBC-ADA4-0CC95B203498}"/>
              </a:ext>
            </a:extLst>
          </p:cNvPr>
          <p:cNvCxnSpPr>
            <a:cxnSpLocks/>
          </p:cNvCxnSpPr>
          <p:nvPr/>
        </p:nvCxnSpPr>
        <p:spPr>
          <a:xfrm flipH="1">
            <a:off x="924095" y="1305287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C2CFB42F-46FD-65A9-5696-005EF4FE41F9}"/>
              </a:ext>
            </a:extLst>
          </p:cNvPr>
          <p:cNvCxnSpPr>
            <a:cxnSpLocks/>
          </p:cNvCxnSpPr>
          <p:nvPr/>
        </p:nvCxnSpPr>
        <p:spPr>
          <a:xfrm flipH="1">
            <a:off x="886388" y="1256910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84F0E4BA-6F83-3564-3580-69DA856B7890}"/>
              </a:ext>
            </a:extLst>
          </p:cNvPr>
          <p:cNvCxnSpPr>
            <a:cxnSpLocks/>
          </p:cNvCxnSpPr>
          <p:nvPr/>
        </p:nvCxnSpPr>
        <p:spPr>
          <a:xfrm flipH="1">
            <a:off x="847203" y="120652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B51F4434-DA81-1019-DC0F-C9288AAC7D14}"/>
              </a:ext>
            </a:extLst>
          </p:cNvPr>
          <p:cNvCxnSpPr>
            <a:cxnSpLocks/>
          </p:cNvCxnSpPr>
          <p:nvPr/>
        </p:nvCxnSpPr>
        <p:spPr>
          <a:xfrm flipH="1">
            <a:off x="823490" y="2167467"/>
            <a:ext cx="946749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Bogen 34">
            <a:extLst>
              <a:ext uri="{FF2B5EF4-FFF2-40B4-BE49-F238E27FC236}">
                <a16:creationId xmlns:a16="http://schemas.microsoft.com/office/drawing/2014/main" id="{FA5D321B-AAD3-4490-94BD-1219DDABE779}"/>
              </a:ext>
            </a:extLst>
          </p:cNvPr>
          <p:cNvSpPr/>
          <p:nvPr/>
        </p:nvSpPr>
        <p:spPr>
          <a:xfrm>
            <a:off x="1104641" y="1513524"/>
            <a:ext cx="1323612" cy="1301516"/>
          </a:xfrm>
          <a:prstGeom prst="arc">
            <a:avLst>
              <a:gd name="adj1" fmla="val 10800594"/>
              <a:gd name="adj2" fmla="val 13835421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14CBF9EE-300D-2C26-6C6D-9EE5771AB842}"/>
              </a:ext>
            </a:extLst>
          </p:cNvPr>
          <p:cNvCxnSpPr>
            <a:cxnSpLocks/>
          </p:cNvCxnSpPr>
          <p:nvPr/>
        </p:nvCxnSpPr>
        <p:spPr>
          <a:xfrm>
            <a:off x="966273" y="1177487"/>
            <a:ext cx="799897" cy="992648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ADD477E6-F40A-8E82-B836-1A728D1507D0}"/>
              </a:ext>
            </a:extLst>
          </p:cNvPr>
          <p:cNvCxnSpPr>
            <a:cxnSpLocks/>
          </p:cNvCxnSpPr>
          <p:nvPr/>
        </p:nvCxnSpPr>
        <p:spPr>
          <a:xfrm flipH="1">
            <a:off x="1766170" y="2170135"/>
            <a:ext cx="1334022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Freihandform: Form 85">
            <a:extLst>
              <a:ext uri="{FF2B5EF4-FFF2-40B4-BE49-F238E27FC236}">
                <a16:creationId xmlns:a16="http://schemas.microsoft.com/office/drawing/2014/main" id="{279FC591-87D5-E9A0-C441-4A4F29603920}"/>
              </a:ext>
            </a:extLst>
          </p:cNvPr>
          <p:cNvSpPr/>
          <p:nvPr/>
        </p:nvSpPr>
        <p:spPr>
          <a:xfrm>
            <a:off x="1257173" y="1205554"/>
            <a:ext cx="1559560" cy="731520"/>
          </a:xfrm>
          <a:custGeom>
            <a:avLst/>
            <a:gdLst>
              <a:gd name="connsiteX0" fmla="*/ 0 w 1559560"/>
              <a:gd name="connsiteY0" fmla="*/ 0 h 731520"/>
              <a:gd name="connsiteX1" fmla="*/ 617220 w 1559560"/>
              <a:gd name="connsiteY1" fmla="*/ 571500 h 731520"/>
              <a:gd name="connsiteX2" fmla="*/ 1559560 w 1559560"/>
              <a:gd name="connsiteY2" fmla="*/ 731520 h 731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59560" h="731520">
                <a:moveTo>
                  <a:pt x="0" y="0"/>
                </a:moveTo>
                <a:cubicBezTo>
                  <a:pt x="178646" y="224790"/>
                  <a:pt x="357293" y="449580"/>
                  <a:pt x="617220" y="571500"/>
                </a:cubicBezTo>
                <a:cubicBezTo>
                  <a:pt x="877147" y="693420"/>
                  <a:pt x="1218353" y="712470"/>
                  <a:pt x="1559560" y="73152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7" name="Freihandform: Form 86">
            <a:extLst>
              <a:ext uri="{FF2B5EF4-FFF2-40B4-BE49-F238E27FC236}">
                <a16:creationId xmlns:a16="http://schemas.microsoft.com/office/drawing/2014/main" id="{0B29727F-08B5-3612-8711-49E498C16FE1}"/>
              </a:ext>
            </a:extLst>
          </p:cNvPr>
          <p:cNvSpPr/>
          <p:nvPr/>
        </p:nvSpPr>
        <p:spPr>
          <a:xfrm>
            <a:off x="1386510" y="993189"/>
            <a:ext cx="1341120" cy="635000"/>
          </a:xfrm>
          <a:custGeom>
            <a:avLst/>
            <a:gdLst>
              <a:gd name="connsiteX0" fmla="*/ 0 w 1341120"/>
              <a:gd name="connsiteY0" fmla="*/ 0 h 635000"/>
              <a:gd name="connsiteX1" fmla="*/ 632460 w 1341120"/>
              <a:gd name="connsiteY1" fmla="*/ 480060 h 635000"/>
              <a:gd name="connsiteX2" fmla="*/ 1341120 w 1341120"/>
              <a:gd name="connsiteY2" fmla="*/ 635000 h 63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41120" h="635000">
                <a:moveTo>
                  <a:pt x="0" y="0"/>
                </a:moveTo>
                <a:cubicBezTo>
                  <a:pt x="204470" y="187113"/>
                  <a:pt x="408940" y="374227"/>
                  <a:pt x="632460" y="480060"/>
                </a:cubicBezTo>
                <a:cubicBezTo>
                  <a:pt x="855980" y="585893"/>
                  <a:pt x="1098550" y="610446"/>
                  <a:pt x="1341120" y="63500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8" name="Freihandform: Form 87">
            <a:extLst>
              <a:ext uri="{FF2B5EF4-FFF2-40B4-BE49-F238E27FC236}">
                <a16:creationId xmlns:a16="http://schemas.microsoft.com/office/drawing/2014/main" id="{C6C23C96-9683-E2A0-E43F-A07DB5912054}"/>
              </a:ext>
            </a:extLst>
          </p:cNvPr>
          <p:cNvSpPr/>
          <p:nvPr/>
        </p:nvSpPr>
        <p:spPr>
          <a:xfrm>
            <a:off x="1511764" y="767422"/>
            <a:ext cx="1323340" cy="650240"/>
          </a:xfrm>
          <a:custGeom>
            <a:avLst/>
            <a:gdLst>
              <a:gd name="connsiteX0" fmla="*/ 0 w 1323340"/>
              <a:gd name="connsiteY0" fmla="*/ 0 h 650240"/>
              <a:gd name="connsiteX1" fmla="*/ 647700 w 1323340"/>
              <a:gd name="connsiteY1" fmla="*/ 464820 h 650240"/>
              <a:gd name="connsiteX2" fmla="*/ 1323340 w 1323340"/>
              <a:gd name="connsiteY2" fmla="*/ 650240 h 650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23340" h="650240">
                <a:moveTo>
                  <a:pt x="0" y="0"/>
                </a:moveTo>
                <a:cubicBezTo>
                  <a:pt x="213571" y="178223"/>
                  <a:pt x="427143" y="356447"/>
                  <a:pt x="647700" y="464820"/>
                </a:cubicBezTo>
                <a:cubicBezTo>
                  <a:pt x="868257" y="573193"/>
                  <a:pt x="1095798" y="611716"/>
                  <a:pt x="1323340" y="65024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65663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42841-1AF1-9EA1-1BAA-B00A6B8E0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A571117E-A7C6-A7C6-6F39-7C89F4F53678}"/>
              </a:ext>
            </a:extLst>
          </p:cNvPr>
          <p:cNvSpPr txBox="1"/>
          <p:nvPr/>
        </p:nvSpPr>
        <p:spPr>
          <a:xfrm>
            <a:off x="2791800" y="2091580"/>
            <a:ext cx="484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F1E1E5CA-3D6B-71D3-B083-F7C2808B7863}"/>
              </a:ext>
            </a:extLst>
          </p:cNvPr>
          <p:cNvSpPr txBox="1"/>
          <p:nvPr/>
        </p:nvSpPr>
        <p:spPr>
          <a:xfrm>
            <a:off x="734724" y="1912227"/>
            <a:ext cx="353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 Extra" panose="02000603000000000000" pitchFamily="2" charset="0"/>
                <a:ea typeface="CMU Serif Extra" panose="02000603000000000000" pitchFamily="2" charset="0"/>
                <a:cs typeface="CMU Serif Extra" panose="02000603000000000000" pitchFamily="2" charset="0"/>
              </a:rPr>
              <a:t>ϑ</a:t>
            </a:r>
            <a:endParaRPr lang="de-DE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 Extra" panose="02000603000000000000" pitchFamily="2" charset="0"/>
              <a:ea typeface="CMU Serif Extra" panose="02000603000000000000" pitchFamily="2" charset="0"/>
              <a:cs typeface="CMU Serif Extra" panose="02000603000000000000" pitchFamily="2" charset="0"/>
            </a:endParaRPr>
          </a:p>
        </p:txBody>
      </p: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A3A7E3FB-1441-FFCB-59F0-AF8C9CBBD68C}"/>
              </a:ext>
            </a:extLst>
          </p:cNvPr>
          <p:cNvCxnSpPr>
            <a:cxnSpLocks/>
          </p:cNvCxnSpPr>
          <p:nvPr/>
        </p:nvCxnSpPr>
        <p:spPr>
          <a:xfrm>
            <a:off x="1133632" y="228224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B0C2C4EB-812A-90F4-8AD9-A127A9632895}"/>
              </a:ext>
            </a:extLst>
          </p:cNvPr>
          <p:cNvCxnSpPr>
            <a:cxnSpLocks/>
          </p:cNvCxnSpPr>
          <p:nvPr/>
        </p:nvCxnSpPr>
        <p:spPr>
          <a:xfrm flipH="1">
            <a:off x="329391" y="2280826"/>
            <a:ext cx="804241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Bogen 34">
            <a:extLst>
              <a:ext uri="{FF2B5EF4-FFF2-40B4-BE49-F238E27FC236}">
                <a16:creationId xmlns:a16="http://schemas.microsoft.com/office/drawing/2014/main" id="{A7FB58F3-80D4-2913-F3FD-49E3CD46E0B2}"/>
              </a:ext>
            </a:extLst>
          </p:cNvPr>
          <p:cNvSpPr/>
          <p:nvPr/>
        </p:nvSpPr>
        <p:spPr>
          <a:xfrm>
            <a:off x="669513" y="1849946"/>
            <a:ext cx="876546" cy="861914"/>
          </a:xfrm>
          <a:prstGeom prst="arc">
            <a:avLst>
              <a:gd name="adj1" fmla="val 10800594"/>
              <a:gd name="adj2" fmla="val 17776719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C68A3746-682B-EEB3-446B-8169FA97A567}"/>
              </a:ext>
            </a:extLst>
          </p:cNvPr>
          <p:cNvCxnSpPr>
            <a:cxnSpLocks/>
          </p:cNvCxnSpPr>
          <p:nvPr/>
        </p:nvCxnSpPr>
        <p:spPr>
          <a:xfrm flipH="1">
            <a:off x="1102711" y="1029717"/>
            <a:ext cx="655761" cy="1250447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3CA28803-7D69-49C5-4131-67F574D73EC5}"/>
              </a:ext>
            </a:extLst>
          </p:cNvPr>
          <p:cNvCxnSpPr>
            <a:cxnSpLocks/>
          </p:cNvCxnSpPr>
          <p:nvPr/>
        </p:nvCxnSpPr>
        <p:spPr>
          <a:xfrm flipH="1">
            <a:off x="1102711" y="2281642"/>
            <a:ext cx="1803328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Bogen 10">
            <a:extLst>
              <a:ext uri="{FF2B5EF4-FFF2-40B4-BE49-F238E27FC236}">
                <a16:creationId xmlns:a16="http://schemas.microsoft.com/office/drawing/2014/main" id="{353DCCA2-EAF4-F3A1-164B-6DD68A85A52C}"/>
              </a:ext>
            </a:extLst>
          </p:cNvPr>
          <p:cNvSpPr/>
          <p:nvPr/>
        </p:nvSpPr>
        <p:spPr>
          <a:xfrm>
            <a:off x="669513" y="1849946"/>
            <a:ext cx="876546" cy="861914"/>
          </a:xfrm>
          <a:prstGeom prst="arc">
            <a:avLst>
              <a:gd name="adj1" fmla="val 17842812"/>
              <a:gd name="adj2" fmla="val 21551453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1944F6FE-5F88-6505-4B9F-2F24F08A76C7}"/>
              </a:ext>
            </a:extLst>
          </p:cNvPr>
          <p:cNvCxnSpPr>
            <a:cxnSpLocks/>
          </p:cNvCxnSpPr>
          <p:nvPr/>
        </p:nvCxnSpPr>
        <p:spPr>
          <a:xfrm>
            <a:off x="1197542" y="228083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84958F9E-6EEF-C3DF-1142-1C411B33276A}"/>
              </a:ext>
            </a:extLst>
          </p:cNvPr>
          <p:cNvCxnSpPr>
            <a:cxnSpLocks/>
          </p:cNvCxnSpPr>
          <p:nvPr/>
        </p:nvCxnSpPr>
        <p:spPr>
          <a:xfrm>
            <a:off x="1261452" y="228184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45FCB7A-290F-B84D-FE87-3D9BA91732BD}"/>
              </a:ext>
            </a:extLst>
          </p:cNvPr>
          <p:cNvCxnSpPr>
            <a:cxnSpLocks/>
          </p:cNvCxnSpPr>
          <p:nvPr/>
        </p:nvCxnSpPr>
        <p:spPr>
          <a:xfrm>
            <a:off x="1325362" y="228043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4EB07F2-97EA-2AD5-4251-048E5A7179BB}"/>
              </a:ext>
            </a:extLst>
          </p:cNvPr>
          <p:cNvCxnSpPr>
            <a:cxnSpLocks/>
          </p:cNvCxnSpPr>
          <p:nvPr/>
        </p:nvCxnSpPr>
        <p:spPr>
          <a:xfrm>
            <a:off x="1390979" y="227951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DA94BD58-1502-42C9-25BC-738079F85600}"/>
              </a:ext>
            </a:extLst>
          </p:cNvPr>
          <p:cNvCxnSpPr>
            <a:cxnSpLocks/>
          </p:cNvCxnSpPr>
          <p:nvPr/>
        </p:nvCxnSpPr>
        <p:spPr>
          <a:xfrm>
            <a:off x="1454889" y="228123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0C6AF491-D1B6-25D2-F82F-8A83200BE55E}"/>
              </a:ext>
            </a:extLst>
          </p:cNvPr>
          <p:cNvCxnSpPr>
            <a:cxnSpLocks/>
          </p:cNvCxnSpPr>
          <p:nvPr/>
        </p:nvCxnSpPr>
        <p:spPr>
          <a:xfrm>
            <a:off x="1518799" y="227910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9386175E-DD22-37EA-F5B1-047947F646F3}"/>
              </a:ext>
            </a:extLst>
          </p:cNvPr>
          <p:cNvCxnSpPr>
            <a:cxnSpLocks/>
          </p:cNvCxnSpPr>
          <p:nvPr/>
        </p:nvCxnSpPr>
        <p:spPr>
          <a:xfrm>
            <a:off x="1582709" y="2280826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109B9D9-D053-6AC2-4537-A098D19F1065}"/>
              </a:ext>
            </a:extLst>
          </p:cNvPr>
          <p:cNvCxnSpPr>
            <a:cxnSpLocks/>
          </p:cNvCxnSpPr>
          <p:nvPr/>
        </p:nvCxnSpPr>
        <p:spPr>
          <a:xfrm>
            <a:off x="1647041" y="228150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7A32A71E-1B8B-DC5C-E4F8-73A830C867A6}"/>
              </a:ext>
            </a:extLst>
          </p:cNvPr>
          <p:cNvCxnSpPr>
            <a:cxnSpLocks/>
          </p:cNvCxnSpPr>
          <p:nvPr/>
        </p:nvCxnSpPr>
        <p:spPr>
          <a:xfrm>
            <a:off x="1710951" y="228009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E5EBE5CC-63BD-120A-4744-68928B25133D}"/>
              </a:ext>
            </a:extLst>
          </p:cNvPr>
          <p:cNvCxnSpPr>
            <a:cxnSpLocks/>
          </p:cNvCxnSpPr>
          <p:nvPr/>
        </p:nvCxnSpPr>
        <p:spPr>
          <a:xfrm>
            <a:off x="1774861" y="228110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B7EBB11C-1CCE-1DC8-59FF-804CB4653D4E}"/>
              </a:ext>
            </a:extLst>
          </p:cNvPr>
          <p:cNvCxnSpPr>
            <a:cxnSpLocks/>
          </p:cNvCxnSpPr>
          <p:nvPr/>
        </p:nvCxnSpPr>
        <p:spPr>
          <a:xfrm>
            <a:off x="1838771" y="227968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C8D6B262-6FC2-F747-880F-C024301B1265}"/>
              </a:ext>
            </a:extLst>
          </p:cNvPr>
          <p:cNvCxnSpPr>
            <a:cxnSpLocks/>
          </p:cNvCxnSpPr>
          <p:nvPr/>
        </p:nvCxnSpPr>
        <p:spPr>
          <a:xfrm>
            <a:off x="1903988" y="228224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669D9F79-5475-6756-E4D6-4358B24922E8}"/>
              </a:ext>
            </a:extLst>
          </p:cNvPr>
          <p:cNvCxnSpPr>
            <a:cxnSpLocks/>
          </p:cNvCxnSpPr>
          <p:nvPr/>
        </p:nvCxnSpPr>
        <p:spPr>
          <a:xfrm>
            <a:off x="1967898" y="228083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F5E3C8A6-A1C1-C783-2A4B-30FAF2B83268}"/>
              </a:ext>
            </a:extLst>
          </p:cNvPr>
          <p:cNvCxnSpPr>
            <a:cxnSpLocks/>
          </p:cNvCxnSpPr>
          <p:nvPr/>
        </p:nvCxnSpPr>
        <p:spPr>
          <a:xfrm>
            <a:off x="2031808" y="228184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D8C1FE2B-552E-A6F6-6845-E28C6DE1D0CF}"/>
              </a:ext>
            </a:extLst>
          </p:cNvPr>
          <p:cNvCxnSpPr>
            <a:cxnSpLocks/>
          </p:cNvCxnSpPr>
          <p:nvPr/>
        </p:nvCxnSpPr>
        <p:spPr>
          <a:xfrm>
            <a:off x="2095718" y="228043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4866CDB-B46C-6DAE-BA52-F9DB4CA3D611}"/>
              </a:ext>
            </a:extLst>
          </p:cNvPr>
          <p:cNvCxnSpPr>
            <a:cxnSpLocks/>
          </p:cNvCxnSpPr>
          <p:nvPr/>
        </p:nvCxnSpPr>
        <p:spPr>
          <a:xfrm>
            <a:off x="2159628" y="2281542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2BA26B25-E09B-56FB-80E5-42D17C71F69B}"/>
              </a:ext>
            </a:extLst>
          </p:cNvPr>
          <p:cNvCxnSpPr>
            <a:cxnSpLocks/>
          </p:cNvCxnSpPr>
          <p:nvPr/>
        </p:nvCxnSpPr>
        <p:spPr>
          <a:xfrm>
            <a:off x="2223538" y="2280129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EC88E4D0-F749-085E-85C1-C65A4685EE1B}"/>
              </a:ext>
            </a:extLst>
          </p:cNvPr>
          <p:cNvCxnSpPr>
            <a:cxnSpLocks/>
          </p:cNvCxnSpPr>
          <p:nvPr/>
        </p:nvCxnSpPr>
        <p:spPr>
          <a:xfrm>
            <a:off x="2287448" y="228113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D080EB0C-C238-E2EE-FAD2-36AC3C0EAA05}"/>
              </a:ext>
            </a:extLst>
          </p:cNvPr>
          <p:cNvCxnSpPr>
            <a:cxnSpLocks/>
          </p:cNvCxnSpPr>
          <p:nvPr/>
        </p:nvCxnSpPr>
        <p:spPr>
          <a:xfrm>
            <a:off x="2351358" y="227972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2DFB181-4D24-B0F2-CDDF-741E3DA171CD}"/>
              </a:ext>
            </a:extLst>
          </p:cNvPr>
          <p:cNvCxnSpPr>
            <a:cxnSpLocks/>
          </p:cNvCxnSpPr>
          <p:nvPr/>
        </p:nvCxnSpPr>
        <p:spPr>
          <a:xfrm>
            <a:off x="2415268" y="227951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26818B5B-BA27-A418-E06F-079152E0A8CF}"/>
              </a:ext>
            </a:extLst>
          </p:cNvPr>
          <p:cNvCxnSpPr>
            <a:cxnSpLocks/>
          </p:cNvCxnSpPr>
          <p:nvPr/>
        </p:nvCxnSpPr>
        <p:spPr>
          <a:xfrm>
            <a:off x="2479178" y="228123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2B137F74-F0EB-6AA4-3D28-A250FD348284}"/>
              </a:ext>
            </a:extLst>
          </p:cNvPr>
          <p:cNvCxnSpPr>
            <a:cxnSpLocks/>
          </p:cNvCxnSpPr>
          <p:nvPr/>
        </p:nvCxnSpPr>
        <p:spPr>
          <a:xfrm>
            <a:off x="2543088" y="227910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EEECA183-4DD5-6C0F-2BA4-19E19B4365B4}"/>
              </a:ext>
            </a:extLst>
          </p:cNvPr>
          <p:cNvCxnSpPr>
            <a:cxnSpLocks/>
          </p:cNvCxnSpPr>
          <p:nvPr/>
        </p:nvCxnSpPr>
        <p:spPr>
          <a:xfrm>
            <a:off x="2606998" y="2280826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99D03819-1D77-95C9-0420-279C4B17583A}"/>
              </a:ext>
            </a:extLst>
          </p:cNvPr>
          <p:cNvCxnSpPr>
            <a:cxnSpLocks/>
          </p:cNvCxnSpPr>
          <p:nvPr/>
        </p:nvCxnSpPr>
        <p:spPr>
          <a:xfrm>
            <a:off x="1196584" y="165631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A23E2C8B-1826-F69C-50EC-8172C0DF4B91}"/>
              </a:ext>
            </a:extLst>
          </p:cNvPr>
          <p:cNvCxnSpPr>
            <a:cxnSpLocks/>
          </p:cNvCxnSpPr>
          <p:nvPr/>
        </p:nvCxnSpPr>
        <p:spPr>
          <a:xfrm>
            <a:off x="1225260" y="160346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79EBC6B8-BDBD-6B8E-E254-A7CC38B977BD}"/>
              </a:ext>
            </a:extLst>
          </p:cNvPr>
          <p:cNvCxnSpPr>
            <a:cxnSpLocks/>
          </p:cNvCxnSpPr>
          <p:nvPr/>
        </p:nvCxnSpPr>
        <p:spPr>
          <a:xfrm>
            <a:off x="1253843" y="155176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42D29C0A-219E-F318-C70B-265CB8B37434}"/>
              </a:ext>
            </a:extLst>
          </p:cNvPr>
          <p:cNvCxnSpPr>
            <a:cxnSpLocks/>
          </p:cNvCxnSpPr>
          <p:nvPr/>
        </p:nvCxnSpPr>
        <p:spPr>
          <a:xfrm>
            <a:off x="1282426" y="150006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D01692FF-1BAD-799A-A58F-AF8C1B3832D3}"/>
              </a:ext>
            </a:extLst>
          </p:cNvPr>
          <p:cNvCxnSpPr>
            <a:cxnSpLocks/>
          </p:cNvCxnSpPr>
          <p:nvPr/>
        </p:nvCxnSpPr>
        <p:spPr>
          <a:xfrm>
            <a:off x="1037374" y="2233783"/>
            <a:ext cx="159515" cy="243913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477B70E3-4779-8CD2-9320-C3922DDD30D9}"/>
              </a:ext>
            </a:extLst>
          </p:cNvPr>
          <p:cNvCxnSpPr>
            <a:cxnSpLocks/>
          </p:cNvCxnSpPr>
          <p:nvPr/>
        </p:nvCxnSpPr>
        <p:spPr>
          <a:xfrm>
            <a:off x="974891" y="2238575"/>
            <a:ext cx="156381" cy="239121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473C7F89-3AE6-5507-1FA8-A7CF37FF7CA3}"/>
              </a:ext>
            </a:extLst>
          </p:cNvPr>
          <p:cNvCxnSpPr>
            <a:cxnSpLocks/>
          </p:cNvCxnSpPr>
          <p:nvPr/>
        </p:nvCxnSpPr>
        <p:spPr>
          <a:xfrm>
            <a:off x="909141" y="2238575"/>
            <a:ext cx="156381" cy="239121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65B14C8F-3F77-D3A1-5EE2-ED7EA7BEE2CA}"/>
              </a:ext>
            </a:extLst>
          </p:cNvPr>
          <p:cNvCxnSpPr>
            <a:cxnSpLocks/>
          </p:cNvCxnSpPr>
          <p:nvPr/>
        </p:nvCxnSpPr>
        <p:spPr>
          <a:xfrm>
            <a:off x="870877" y="2283207"/>
            <a:ext cx="127192" cy="194489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76E50349-030E-5D55-04AF-BE81CB908616}"/>
              </a:ext>
            </a:extLst>
          </p:cNvPr>
          <p:cNvCxnSpPr>
            <a:cxnSpLocks/>
          </p:cNvCxnSpPr>
          <p:nvPr/>
        </p:nvCxnSpPr>
        <p:spPr>
          <a:xfrm>
            <a:off x="841688" y="2337050"/>
            <a:ext cx="89967" cy="13756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0FF937FE-542B-0AF5-EDFB-D9A07DDC58B8}"/>
              </a:ext>
            </a:extLst>
          </p:cNvPr>
          <p:cNvCxnSpPr>
            <a:cxnSpLocks/>
          </p:cNvCxnSpPr>
          <p:nvPr/>
        </p:nvCxnSpPr>
        <p:spPr>
          <a:xfrm>
            <a:off x="813592" y="2393811"/>
            <a:ext cx="52846" cy="80807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F668BF2D-AD45-00BF-B15D-3994E110C1B7}"/>
              </a:ext>
            </a:extLst>
          </p:cNvPr>
          <p:cNvCxnSpPr>
            <a:cxnSpLocks/>
          </p:cNvCxnSpPr>
          <p:nvPr/>
        </p:nvCxnSpPr>
        <p:spPr>
          <a:xfrm>
            <a:off x="1168256" y="1713635"/>
            <a:ext cx="54378" cy="83150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EEC47DF1-801B-EB6D-0757-2354E9674287}"/>
              </a:ext>
            </a:extLst>
          </p:cNvPr>
          <p:cNvCxnSpPr>
            <a:cxnSpLocks/>
          </p:cNvCxnSpPr>
          <p:nvPr/>
        </p:nvCxnSpPr>
        <p:spPr>
          <a:xfrm>
            <a:off x="1084514" y="2206600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C8BE03CC-18E1-5B8F-2ADA-DED3C8A51DDA}"/>
              </a:ext>
            </a:extLst>
          </p:cNvPr>
          <p:cNvCxnSpPr>
            <a:cxnSpLocks/>
          </p:cNvCxnSpPr>
          <p:nvPr/>
        </p:nvCxnSpPr>
        <p:spPr>
          <a:xfrm>
            <a:off x="1112823" y="2151859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4A65D8BD-DC28-81FD-F090-8A9F49B355E7}"/>
              </a:ext>
            </a:extLst>
          </p:cNvPr>
          <p:cNvCxnSpPr>
            <a:cxnSpLocks/>
          </p:cNvCxnSpPr>
          <p:nvPr/>
        </p:nvCxnSpPr>
        <p:spPr>
          <a:xfrm>
            <a:off x="1138781" y="2099023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01">
            <a:extLst>
              <a:ext uri="{FF2B5EF4-FFF2-40B4-BE49-F238E27FC236}">
                <a16:creationId xmlns:a16="http://schemas.microsoft.com/office/drawing/2014/main" id="{9B529AC9-7A0C-4924-AD00-CBFD3280473C}"/>
              </a:ext>
            </a:extLst>
          </p:cNvPr>
          <p:cNvCxnSpPr>
            <a:cxnSpLocks/>
          </p:cNvCxnSpPr>
          <p:nvPr/>
        </p:nvCxnSpPr>
        <p:spPr>
          <a:xfrm>
            <a:off x="1168460" y="2040379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Gerader Verbinder 102">
            <a:extLst>
              <a:ext uri="{FF2B5EF4-FFF2-40B4-BE49-F238E27FC236}">
                <a16:creationId xmlns:a16="http://schemas.microsoft.com/office/drawing/2014/main" id="{2194F1F0-570E-7F9C-2EF9-31F4C1A0F596}"/>
              </a:ext>
            </a:extLst>
          </p:cNvPr>
          <p:cNvCxnSpPr>
            <a:cxnSpLocks/>
          </p:cNvCxnSpPr>
          <p:nvPr/>
        </p:nvCxnSpPr>
        <p:spPr>
          <a:xfrm>
            <a:off x="1196788" y="1987953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Gerader Verbinder 103">
            <a:extLst>
              <a:ext uri="{FF2B5EF4-FFF2-40B4-BE49-F238E27FC236}">
                <a16:creationId xmlns:a16="http://schemas.microsoft.com/office/drawing/2014/main" id="{0E60EA62-D4F1-93D2-410B-53817F770D69}"/>
              </a:ext>
            </a:extLst>
          </p:cNvPr>
          <p:cNvCxnSpPr>
            <a:cxnSpLocks/>
          </p:cNvCxnSpPr>
          <p:nvPr/>
        </p:nvCxnSpPr>
        <p:spPr>
          <a:xfrm>
            <a:off x="1240282" y="1957950"/>
            <a:ext cx="16606" cy="2539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4D5367B-47C2-5AF7-3D35-3DDB763AA01B}"/>
              </a:ext>
            </a:extLst>
          </p:cNvPr>
          <p:cNvCxnSpPr>
            <a:cxnSpLocks/>
          </p:cNvCxnSpPr>
          <p:nvPr/>
        </p:nvCxnSpPr>
        <p:spPr>
          <a:xfrm>
            <a:off x="1308947" y="144076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Gerader Verbinder 106">
            <a:extLst>
              <a:ext uri="{FF2B5EF4-FFF2-40B4-BE49-F238E27FC236}">
                <a16:creationId xmlns:a16="http://schemas.microsoft.com/office/drawing/2014/main" id="{1FFAD302-A4AF-4B03-FFDA-BAB01E22481F}"/>
              </a:ext>
            </a:extLst>
          </p:cNvPr>
          <p:cNvCxnSpPr>
            <a:cxnSpLocks/>
          </p:cNvCxnSpPr>
          <p:nvPr/>
        </p:nvCxnSpPr>
        <p:spPr>
          <a:xfrm>
            <a:off x="1337623" y="138792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2C52E869-C238-5B80-BD28-B188FFD5E0AA}"/>
              </a:ext>
            </a:extLst>
          </p:cNvPr>
          <p:cNvCxnSpPr>
            <a:cxnSpLocks/>
          </p:cNvCxnSpPr>
          <p:nvPr/>
        </p:nvCxnSpPr>
        <p:spPr>
          <a:xfrm>
            <a:off x="1366206" y="133621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Gerader Verbinder 108">
            <a:extLst>
              <a:ext uri="{FF2B5EF4-FFF2-40B4-BE49-F238E27FC236}">
                <a16:creationId xmlns:a16="http://schemas.microsoft.com/office/drawing/2014/main" id="{440FFADC-B04F-521E-8DAF-076A84A60947}"/>
              </a:ext>
            </a:extLst>
          </p:cNvPr>
          <p:cNvCxnSpPr>
            <a:cxnSpLocks/>
          </p:cNvCxnSpPr>
          <p:nvPr/>
        </p:nvCxnSpPr>
        <p:spPr>
          <a:xfrm>
            <a:off x="1394789" y="128451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r Verbinder 109">
            <a:extLst>
              <a:ext uri="{FF2B5EF4-FFF2-40B4-BE49-F238E27FC236}">
                <a16:creationId xmlns:a16="http://schemas.microsoft.com/office/drawing/2014/main" id="{FC01FF9F-5BEF-E6DD-70C1-1A6DF87AB1C4}"/>
              </a:ext>
            </a:extLst>
          </p:cNvPr>
          <p:cNvCxnSpPr>
            <a:cxnSpLocks/>
          </p:cNvCxnSpPr>
          <p:nvPr/>
        </p:nvCxnSpPr>
        <p:spPr>
          <a:xfrm>
            <a:off x="1419284" y="1226632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492FA843-3286-8CBD-F942-164480549A06}"/>
              </a:ext>
            </a:extLst>
          </p:cNvPr>
          <p:cNvCxnSpPr>
            <a:cxnSpLocks/>
          </p:cNvCxnSpPr>
          <p:nvPr/>
        </p:nvCxnSpPr>
        <p:spPr>
          <a:xfrm>
            <a:off x="1447960" y="117378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E4FDF65D-5BA3-4FC0-E9EF-2FD5C580EE9A}"/>
              </a:ext>
            </a:extLst>
          </p:cNvPr>
          <p:cNvCxnSpPr>
            <a:cxnSpLocks/>
          </p:cNvCxnSpPr>
          <p:nvPr/>
        </p:nvCxnSpPr>
        <p:spPr>
          <a:xfrm>
            <a:off x="1476543" y="112208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BE7613EC-3FF0-AC7F-3920-478CBB445C62}"/>
              </a:ext>
            </a:extLst>
          </p:cNvPr>
          <p:cNvCxnSpPr>
            <a:cxnSpLocks/>
          </p:cNvCxnSpPr>
          <p:nvPr/>
        </p:nvCxnSpPr>
        <p:spPr>
          <a:xfrm>
            <a:off x="1505126" y="107037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Gerader Verbinder 113">
            <a:extLst>
              <a:ext uri="{FF2B5EF4-FFF2-40B4-BE49-F238E27FC236}">
                <a16:creationId xmlns:a16="http://schemas.microsoft.com/office/drawing/2014/main" id="{E68BABE3-CC48-6179-D625-520AEDE495E5}"/>
              </a:ext>
            </a:extLst>
          </p:cNvPr>
          <p:cNvCxnSpPr>
            <a:cxnSpLocks/>
          </p:cNvCxnSpPr>
          <p:nvPr/>
        </p:nvCxnSpPr>
        <p:spPr>
          <a:xfrm>
            <a:off x="1532227" y="101466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FB62CC2F-13C7-D515-AF6C-81AE80064417}"/>
              </a:ext>
            </a:extLst>
          </p:cNvPr>
          <p:cNvCxnSpPr>
            <a:cxnSpLocks/>
          </p:cNvCxnSpPr>
          <p:nvPr/>
        </p:nvCxnSpPr>
        <p:spPr>
          <a:xfrm>
            <a:off x="1560903" y="961816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A8391B36-28D5-C34F-D5A0-95DDD14A388B}"/>
              </a:ext>
            </a:extLst>
          </p:cNvPr>
          <p:cNvCxnSpPr>
            <a:cxnSpLocks/>
          </p:cNvCxnSpPr>
          <p:nvPr/>
        </p:nvCxnSpPr>
        <p:spPr>
          <a:xfrm>
            <a:off x="1589486" y="910113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feld 117">
            <a:extLst>
              <a:ext uri="{FF2B5EF4-FFF2-40B4-BE49-F238E27FC236}">
                <a16:creationId xmlns:a16="http://schemas.microsoft.com/office/drawing/2014/main" id="{4A030151-91D2-127A-726F-6C77837075EC}"/>
              </a:ext>
            </a:extLst>
          </p:cNvPr>
          <p:cNvSpPr txBox="1"/>
          <p:nvPr/>
        </p:nvSpPr>
        <p:spPr>
          <a:xfrm>
            <a:off x="1159719" y="1909239"/>
            <a:ext cx="353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ε</a:t>
            </a:r>
            <a:endParaRPr lang="de-DE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19" name="Gerader Verbinder 118">
            <a:extLst>
              <a:ext uri="{FF2B5EF4-FFF2-40B4-BE49-F238E27FC236}">
                <a16:creationId xmlns:a16="http://schemas.microsoft.com/office/drawing/2014/main" id="{2CD7C9C7-C2F8-E517-7950-93A7DF75B856}"/>
              </a:ext>
            </a:extLst>
          </p:cNvPr>
          <p:cNvCxnSpPr>
            <a:cxnSpLocks/>
          </p:cNvCxnSpPr>
          <p:nvPr/>
        </p:nvCxnSpPr>
        <p:spPr>
          <a:xfrm>
            <a:off x="1102711" y="910113"/>
            <a:ext cx="0" cy="1368994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92985835-64DD-8636-181C-26DE247A5F75}"/>
              </a:ext>
            </a:extLst>
          </p:cNvPr>
          <p:cNvSpPr txBox="1"/>
          <p:nvPr/>
        </p:nvSpPr>
        <p:spPr>
          <a:xfrm>
            <a:off x="662047" y="726928"/>
            <a:ext cx="484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125" name="Freihandform: Form 124">
            <a:extLst>
              <a:ext uri="{FF2B5EF4-FFF2-40B4-BE49-F238E27FC236}">
                <a16:creationId xmlns:a16="http://schemas.microsoft.com/office/drawing/2014/main" id="{49ED1080-FF97-6182-EEA9-1865DCB3C75C}"/>
              </a:ext>
            </a:extLst>
          </p:cNvPr>
          <p:cNvSpPr/>
          <p:nvPr/>
        </p:nvSpPr>
        <p:spPr>
          <a:xfrm>
            <a:off x="1642766" y="1114816"/>
            <a:ext cx="909413" cy="1055318"/>
          </a:xfrm>
          <a:custGeom>
            <a:avLst/>
            <a:gdLst>
              <a:gd name="connsiteX0" fmla="*/ 345741 w 909413"/>
              <a:gd name="connsiteY0" fmla="*/ 0 h 1055318"/>
              <a:gd name="connsiteX1" fmla="*/ 23196 w 909413"/>
              <a:gd name="connsiteY1" fmla="*/ 876822 h 1055318"/>
              <a:gd name="connsiteX2" fmla="*/ 909413 w 909413"/>
              <a:gd name="connsiteY2" fmla="*/ 1055318 h 10553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09413" h="1055318">
                <a:moveTo>
                  <a:pt x="345741" y="0"/>
                </a:moveTo>
                <a:cubicBezTo>
                  <a:pt x="137496" y="350468"/>
                  <a:pt x="-70749" y="700936"/>
                  <a:pt x="23196" y="876822"/>
                </a:cubicBezTo>
                <a:cubicBezTo>
                  <a:pt x="117141" y="1052708"/>
                  <a:pt x="513277" y="1054013"/>
                  <a:pt x="909413" y="1055318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6" name="Freihandform: Form 125">
            <a:extLst>
              <a:ext uri="{FF2B5EF4-FFF2-40B4-BE49-F238E27FC236}">
                <a16:creationId xmlns:a16="http://schemas.microsoft.com/office/drawing/2014/main" id="{FADE99E2-CD3E-190D-EC3C-30CE0EC4AC21}"/>
              </a:ext>
            </a:extLst>
          </p:cNvPr>
          <p:cNvSpPr/>
          <p:nvPr/>
        </p:nvSpPr>
        <p:spPr>
          <a:xfrm>
            <a:off x="1949747" y="1042787"/>
            <a:ext cx="661932" cy="958241"/>
          </a:xfrm>
          <a:custGeom>
            <a:avLst/>
            <a:gdLst>
              <a:gd name="connsiteX0" fmla="*/ 283019 w 661932"/>
              <a:gd name="connsiteY0" fmla="*/ 0 h 958241"/>
              <a:gd name="connsiteX1" fmla="*/ 13710 w 661932"/>
              <a:gd name="connsiteY1" fmla="*/ 795403 h 958241"/>
              <a:gd name="connsiteX2" fmla="*/ 661932 w 661932"/>
              <a:gd name="connsiteY2" fmla="*/ 958241 h 95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1932" h="958241">
                <a:moveTo>
                  <a:pt x="283019" y="0"/>
                </a:moveTo>
                <a:cubicBezTo>
                  <a:pt x="116788" y="317848"/>
                  <a:pt x="-49442" y="635696"/>
                  <a:pt x="13710" y="795403"/>
                </a:cubicBezTo>
                <a:cubicBezTo>
                  <a:pt x="76862" y="955110"/>
                  <a:pt x="524146" y="958241"/>
                  <a:pt x="661932" y="958241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7" name="Freihandform: Form 126">
            <a:extLst>
              <a:ext uri="{FF2B5EF4-FFF2-40B4-BE49-F238E27FC236}">
                <a16:creationId xmlns:a16="http://schemas.microsoft.com/office/drawing/2014/main" id="{B173488B-A780-50C3-CF65-B20F5F8D73AA}"/>
              </a:ext>
            </a:extLst>
          </p:cNvPr>
          <p:cNvSpPr/>
          <p:nvPr/>
        </p:nvSpPr>
        <p:spPr>
          <a:xfrm>
            <a:off x="2241778" y="948289"/>
            <a:ext cx="422617" cy="877513"/>
          </a:xfrm>
          <a:custGeom>
            <a:avLst/>
            <a:gdLst>
              <a:gd name="connsiteX0" fmla="*/ 212806 w 422617"/>
              <a:gd name="connsiteY0" fmla="*/ 0 h 877513"/>
              <a:gd name="connsiteX1" fmla="*/ 6127 w 422617"/>
              <a:gd name="connsiteY1" fmla="*/ 735904 h 877513"/>
              <a:gd name="connsiteX2" fmla="*/ 422617 w 422617"/>
              <a:gd name="connsiteY2" fmla="*/ 876822 h 87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2617" h="877513">
                <a:moveTo>
                  <a:pt x="212806" y="0"/>
                </a:moveTo>
                <a:cubicBezTo>
                  <a:pt x="91982" y="294883"/>
                  <a:pt x="-28842" y="589767"/>
                  <a:pt x="6127" y="735904"/>
                </a:cubicBezTo>
                <a:cubicBezTo>
                  <a:pt x="41096" y="882041"/>
                  <a:pt x="231856" y="879431"/>
                  <a:pt x="422617" y="876822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9" name="Gerade Verbindung mit Pfeil 128">
            <a:extLst>
              <a:ext uri="{FF2B5EF4-FFF2-40B4-BE49-F238E27FC236}">
                <a16:creationId xmlns:a16="http://schemas.microsoft.com/office/drawing/2014/main" id="{EDD09EDA-BA1C-F483-0391-35781A13A50D}"/>
              </a:ext>
            </a:extLst>
          </p:cNvPr>
          <p:cNvCxnSpPr>
            <a:cxnSpLocks/>
          </p:cNvCxnSpPr>
          <p:nvPr/>
        </p:nvCxnSpPr>
        <p:spPr>
          <a:xfrm>
            <a:off x="866438" y="1420994"/>
            <a:ext cx="415330" cy="0"/>
          </a:xfrm>
          <a:prstGeom prst="straightConnector1">
            <a:avLst/>
          </a:prstGeom>
          <a:ln cap="rnd">
            <a:solidFill>
              <a:schemeClr val="accent2">
                <a:lumMod val="75000"/>
              </a:schemeClr>
            </a:solidFill>
            <a:round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E8ED8D4E-BF72-01FE-4250-29958BD8AE87}"/>
              </a:ext>
            </a:extLst>
          </p:cNvPr>
          <p:cNvCxnSpPr>
            <a:cxnSpLocks/>
          </p:cNvCxnSpPr>
          <p:nvPr/>
        </p:nvCxnSpPr>
        <p:spPr>
          <a:xfrm flipH="1">
            <a:off x="1627877" y="1420994"/>
            <a:ext cx="787391" cy="0"/>
          </a:xfrm>
          <a:prstGeom prst="straightConnector1">
            <a:avLst/>
          </a:prstGeom>
          <a:ln cap="rnd">
            <a:solidFill>
              <a:schemeClr val="accent2">
                <a:lumMod val="75000"/>
              </a:schemeClr>
            </a:solidFill>
            <a:round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Textfeld 133">
            <a:extLst>
              <a:ext uri="{FF2B5EF4-FFF2-40B4-BE49-F238E27FC236}">
                <a16:creationId xmlns:a16="http://schemas.microsoft.com/office/drawing/2014/main" id="{BBAB9F5C-1A2A-CE72-4D48-3579BEBFADD8}"/>
              </a:ext>
            </a:extLst>
          </p:cNvPr>
          <p:cNvSpPr txBox="1"/>
          <p:nvPr/>
        </p:nvSpPr>
        <p:spPr>
          <a:xfrm>
            <a:off x="122057" y="1264663"/>
            <a:ext cx="7359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 </a:t>
            </a:r>
            <a:r>
              <a:rPr lang="de-DE" sz="16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EA48DE66-D511-9545-3756-AF20756EDFC0}"/>
              </a:ext>
            </a:extLst>
          </p:cNvPr>
          <p:cNvSpPr txBox="1"/>
          <p:nvPr/>
        </p:nvSpPr>
        <p:spPr>
          <a:xfrm>
            <a:off x="2382052" y="1264663"/>
            <a:ext cx="7656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 </a:t>
            </a:r>
            <a:r>
              <a:rPr lang="de-DE" sz="16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</a:t>
            </a:r>
          </a:p>
        </p:txBody>
      </p:sp>
      <p:sp>
        <p:nvSpPr>
          <p:cNvPr id="142" name="Textfeld 141">
            <a:extLst>
              <a:ext uri="{FF2B5EF4-FFF2-40B4-BE49-F238E27FC236}">
                <a16:creationId xmlns:a16="http://schemas.microsoft.com/office/drawing/2014/main" id="{0F1B12ED-595B-6422-8ADD-5C9A63193E47}"/>
              </a:ext>
            </a:extLst>
          </p:cNvPr>
          <p:cNvSpPr txBox="1"/>
          <p:nvPr/>
        </p:nvSpPr>
        <p:spPr>
          <a:xfrm>
            <a:off x="852397" y="2660951"/>
            <a:ext cx="1882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 </a:t>
            </a:r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0, </a:t>
            </a:r>
            <a:r>
              <a:rPr lang="el-GR" i="1" dirty="0">
                <a:latin typeface="CMU Serif Extra" panose="02000603000000000000" pitchFamily="2" charset="0"/>
                <a:ea typeface="CMU Serif Extra" panose="02000603000000000000" pitchFamily="2" charset="0"/>
                <a:cs typeface="CMU Serif Extra" panose="02000603000000000000" pitchFamily="2" charset="0"/>
              </a:rPr>
              <a:t>φ</a:t>
            </a:r>
            <a:r>
              <a:rPr lang="de-DE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0,n</a:t>
            </a:r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0</a:t>
            </a:r>
          </a:p>
        </p:txBody>
      </p:sp>
      <p:grpSp>
        <p:nvGrpSpPr>
          <p:cNvPr id="151" name="Gruppieren 150">
            <a:extLst>
              <a:ext uri="{FF2B5EF4-FFF2-40B4-BE49-F238E27FC236}">
                <a16:creationId xmlns:a16="http://schemas.microsoft.com/office/drawing/2014/main" id="{0BF99A0C-E1FB-D5C0-C56E-8C96A7075C27}"/>
              </a:ext>
            </a:extLst>
          </p:cNvPr>
          <p:cNvGrpSpPr/>
          <p:nvPr/>
        </p:nvGrpSpPr>
        <p:grpSpPr>
          <a:xfrm>
            <a:off x="1466944" y="391953"/>
            <a:ext cx="1641008" cy="617699"/>
            <a:chOff x="1110631" y="327294"/>
            <a:chExt cx="1641008" cy="617699"/>
          </a:xfrm>
        </p:grpSpPr>
        <p:sp>
          <p:nvSpPr>
            <p:cNvPr id="143" name="Textfeld 142">
              <a:extLst>
                <a:ext uri="{FF2B5EF4-FFF2-40B4-BE49-F238E27FC236}">
                  <a16:creationId xmlns:a16="http://schemas.microsoft.com/office/drawing/2014/main" id="{98BB9CA9-BCBD-F1BA-3305-C2BD79630F0A}"/>
                </a:ext>
              </a:extLst>
            </p:cNvPr>
            <p:cNvSpPr txBox="1"/>
            <p:nvPr/>
          </p:nvSpPr>
          <p:spPr>
            <a:xfrm>
              <a:off x="1110631" y="444945"/>
              <a:ext cx="14963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k </a:t>
              </a:r>
              <a:r>
                <a:rPr lang="de-DE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= 1, </a:t>
              </a:r>
              <a:r>
                <a:rPr lang="el-GR" i="1" dirty="0">
                  <a:latin typeface="CMU Serif Extra" panose="02000603000000000000" pitchFamily="2" charset="0"/>
                  <a:ea typeface="CMU Serif Extra" panose="02000603000000000000" pitchFamily="2" charset="0"/>
                  <a:cs typeface="CMU Serif Extra" panose="02000603000000000000" pitchFamily="2" charset="0"/>
                </a:rPr>
                <a:t>φ</a:t>
              </a:r>
              <a:r>
                <a:rPr lang="de-DE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1,n</a:t>
              </a:r>
              <a:r>
                <a:rPr lang="de-DE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</a:t>
              </a:r>
            </a:p>
          </p:txBody>
        </p:sp>
        <p:sp>
          <p:nvSpPr>
            <p:cNvPr id="144" name="Textfeld 143">
              <a:extLst>
                <a:ext uri="{FF2B5EF4-FFF2-40B4-BE49-F238E27FC236}">
                  <a16:creationId xmlns:a16="http://schemas.microsoft.com/office/drawing/2014/main" id="{03E0CE5B-A924-5FF2-5236-3E085A74B926}"/>
                </a:ext>
              </a:extLst>
            </p:cNvPr>
            <p:cNvSpPr txBox="1"/>
            <p:nvPr/>
          </p:nvSpPr>
          <p:spPr>
            <a:xfrm>
              <a:off x="2534437" y="327294"/>
              <a:ext cx="2054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i="1" dirty="0">
                  <a:latin typeface="CMU Serif Extra" panose="02000603000000000000" pitchFamily="2" charset="0"/>
                  <a:ea typeface="CMU Serif Extra" panose="02000603000000000000" pitchFamily="2" charset="0"/>
                  <a:cs typeface="CMU Serif Extra" panose="02000603000000000000" pitchFamily="2" charset="0"/>
                </a:rPr>
                <a:t>π</a:t>
              </a:r>
            </a:p>
          </p:txBody>
        </p: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F2B686E0-2112-A933-24A4-59884C994244}"/>
                </a:ext>
              </a:extLst>
            </p:cNvPr>
            <p:cNvSpPr txBox="1"/>
            <p:nvPr/>
          </p:nvSpPr>
          <p:spPr>
            <a:xfrm>
              <a:off x="2537569" y="575661"/>
              <a:ext cx="2054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</a:t>
              </a:r>
            </a:p>
          </p:txBody>
        </p:sp>
        <p:sp>
          <p:nvSpPr>
            <p:cNvPr id="146" name="Textfeld 145">
              <a:extLst>
                <a:ext uri="{FF2B5EF4-FFF2-40B4-BE49-F238E27FC236}">
                  <a16:creationId xmlns:a16="http://schemas.microsoft.com/office/drawing/2014/main" id="{1EBEDA95-30F9-C29D-CBDE-6AA5E52596FA}"/>
                </a:ext>
              </a:extLst>
            </p:cNvPr>
            <p:cNvSpPr txBox="1"/>
            <p:nvPr/>
          </p:nvSpPr>
          <p:spPr>
            <a:xfrm>
              <a:off x="2546220" y="337375"/>
              <a:ext cx="2054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_</a:t>
              </a:r>
            </a:p>
          </p:txBody>
        </p:sp>
      </p:grp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DB225A3-50AC-282E-67C4-DADF31B4D95C}"/>
              </a:ext>
            </a:extLst>
          </p:cNvPr>
          <p:cNvCxnSpPr>
            <a:cxnSpLocks/>
          </p:cNvCxnSpPr>
          <p:nvPr/>
        </p:nvCxnSpPr>
        <p:spPr>
          <a:xfrm flipH="1">
            <a:off x="1734593" y="810685"/>
            <a:ext cx="311515" cy="279133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043C8EDD-8FC3-E30A-3810-D39E668A897F}"/>
              </a:ext>
            </a:extLst>
          </p:cNvPr>
          <p:cNvCxnSpPr>
            <a:cxnSpLocks/>
          </p:cNvCxnSpPr>
          <p:nvPr/>
        </p:nvCxnSpPr>
        <p:spPr>
          <a:xfrm flipH="1">
            <a:off x="1544267" y="2282854"/>
            <a:ext cx="130669" cy="403979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4933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4EECDEA-03D7-6215-D7A0-819894CE5672}"/>
              </a:ext>
            </a:extLst>
          </p:cNvPr>
          <p:cNvGrpSpPr/>
          <p:nvPr/>
        </p:nvGrpSpPr>
        <p:grpSpPr>
          <a:xfrm>
            <a:off x="477520" y="1298817"/>
            <a:ext cx="1028700" cy="791754"/>
            <a:chOff x="477520" y="1298817"/>
            <a:chExt cx="1028700" cy="791754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19C53E40-6DF3-172B-FAEF-011E20AC738D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BD51C553-652A-8FDB-5A5C-56D6669212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B8C6E286-DF21-CF8C-FCF0-90FC69FCAF71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49E17DF3-8810-671E-3B1B-43D2D2C6567C}"/>
                </a:ext>
              </a:extLst>
            </p:cNvPr>
            <p:cNvSpPr txBox="1"/>
            <p:nvPr/>
          </p:nvSpPr>
          <p:spPr>
            <a:xfrm>
              <a:off x="1216660" y="1828961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7E0F4244-FC3F-19B0-1914-33B46129A9AD}"/>
              </a:ext>
            </a:extLst>
          </p:cNvPr>
          <p:cNvGrpSpPr/>
          <p:nvPr/>
        </p:nvGrpSpPr>
        <p:grpSpPr>
          <a:xfrm>
            <a:off x="2316497" y="1298817"/>
            <a:ext cx="1028700" cy="791754"/>
            <a:chOff x="2316497" y="1298817"/>
            <a:chExt cx="1028700" cy="791754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CE77EC5D-E089-D20B-7054-A3FAB8E689AC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AC044EB0-A099-8D03-82BE-C6775D90EE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B4F47C8C-B3D4-29EA-F8A5-A986C08E57AF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4F956893-0A6E-AC88-87C5-B4E694E218FC}"/>
                </a:ext>
              </a:extLst>
            </p:cNvPr>
            <p:cNvSpPr txBox="1"/>
            <p:nvPr/>
          </p:nvSpPr>
          <p:spPr>
            <a:xfrm>
              <a:off x="3055637" y="1828961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sp>
        <p:nvSpPr>
          <p:cNvPr id="15" name="Textfeld 14">
            <a:extLst>
              <a:ext uri="{FF2B5EF4-FFF2-40B4-BE49-F238E27FC236}">
                <a16:creationId xmlns:a16="http://schemas.microsoft.com/office/drawing/2014/main" id="{8AF54646-F4D4-491F-DA33-ED2F6A0A18FE}"/>
              </a:ext>
            </a:extLst>
          </p:cNvPr>
          <p:cNvSpPr txBox="1"/>
          <p:nvPr/>
        </p:nvSpPr>
        <p:spPr>
          <a:xfrm>
            <a:off x="431800" y="1007204"/>
            <a:ext cx="103631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reell: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1FB3A4B-E563-90EE-654C-3774D9BB58CD}"/>
              </a:ext>
            </a:extLst>
          </p:cNvPr>
          <p:cNvSpPr txBox="1"/>
          <p:nvPr/>
        </p:nvSpPr>
        <p:spPr>
          <a:xfrm>
            <a:off x="2048535" y="1004157"/>
            <a:ext cx="122172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imaginär:</a:t>
            </a:r>
          </a:p>
        </p:txBody>
      </p: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709AE26E-6BA9-1592-78E6-76BD3AAA5118}"/>
              </a:ext>
            </a:extLst>
          </p:cNvPr>
          <p:cNvGrpSpPr/>
          <p:nvPr/>
        </p:nvGrpSpPr>
        <p:grpSpPr>
          <a:xfrm>
            <a:off x="496586" y="1553366"/>
            <a:ext cx="685800" cy="802640"/>
            <a:chOff x="480060" y="1551940"/>
            <a:chExt cx="685800" cy="802640"/>
          </a:xfrm>
        </p:grpSpPr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2C04EA83-7C2B-4F70-CCE8-8F27006C1A41}"/>
                </a:ext>
              </a:extLst>
            </p:cNvPr>
            <p:cNvSpPr/>
            <p:nvPr/>
          </p:nvSpPr>
          <p:spPr>
            <a:xfrm>
              <a:off x="629920" y="1826417"/>
              <a:ext cx="535940" cy="266700"/>
            </a:xfrm>
            <a:custGeom>
              <a:avLst/>
              <a:gdLst>
                <a:gd name="connsiteX0" fmla="*/ 533400 w 535940"/>
                <a:gd name="connsiteY0" fmla="*/ 266700 h 266700"/>
                <a:gd name="connsiteX1" fmla="*/ 0 w 535940"/>
                <a:gd name="connsiteY1" fmla="*/ 132080 h 266700"/>
                <a:gd name="connsiteX2" fmla="*/ 535940 w 535940"/>
                <a:gd name="connsiteY2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940" h="266700">
                  <a:moveTo>
                    <a:pt x="533400" y="266700"/>
                  </a:moveTo>
                  <a:cubicBezTo>
                    <a:pt x="266488" y="221615"/>
                    <a:pt x="-423" y="176530"/>
                    <a:pt x="0" y="132080"/>
                  </a:cubicBezTo>
                  <a:cubicBezTo>
                    <a:pt x="423" y="87630"/>
                    <a:pt x="268181" y="43815"/>
                    <a:pt x="53594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C0F28A1D-8967-07D5-7E6F-8BA667652E3B}"/>
                </a:ext>
              </a:extLst>
            </p:cNvPr>
            <p:cNvSpPr/>
            <p:nvPr/>
          </p:nvSpPr>
          <p:spPr>
            <a:xfrm>
              <a:off x="553719" y="1679692"/>
              <a:ext cx="584201" cy="553720"/>
            </a:xfrm>
            <a:custGeom>
              <a:avLst/>
              <a:gdLst>
                <a:gd name="connsiteX0" fmla="*/ 584201 w 589281"/>
                <a:gd name="connsiteY0" fmla="*/ 553720 h 553720"/>
                <a:gd name="connsiteX1" fmla="*/ 1 w 589281"/>
                <a:gd name="connsiteY1" fmla="*/ 279400 h 553720"/>
                <a:gd name="connsiteX2" fmla="*/ 589281 w 589281"/>
                <a:gd name="connsiteY2" fmla="*/ 0 h 553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9281" h="553720">
                  <a:moveTo>
                    <a:pt x="584201" y="553720"/>
                  </a:moveTo>
                  <a:cubicBezTo>
                    <a:pt x="291677" y="462703"/>
                    <a:pt x="-846" y="371687"/>
                    <a:pt x="1" y="279400"/>
                  </a:cubicBezTo>
                  <a:cubicBezTo>
                    <a:pt x="848" y="187113"/>
                    <a:pt x="295064" y="93556"/>
                    <a:pt x="589281" y="0"/>
                  </a:cubicBezTo>
                </a:path>
              </a:pathLst>
            </a:custGeom>
            <a:noFill/>
            <a:ln w="6350">
              <a:solidFill>
                <a:schemeClr val="accent1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162E1C3E-5CB0-FE88-0CDB-AC4514A695B8}"/>
                </a:ext>
              </a:extLst>
            </p:cNvPr>
            <p:cNvSpPr/>
            <p:nvPr/>
          </p:nvSpPr>
          <p:spPr>
            <a:xfrm>
              <a:off x="480060" y="1551940"/>
              <a:ext cx="586740" cy="802640"/>
            </a:xfrm>
            <a:custGeom>
              <a:avLst/>
              <a:gdLst>
                <a:gd name="connsiteX0" fmla="*/ 586740 w 586740"/>
                <a:gd name="connsiteY0" fmla="*/ 802640 h 802640"/>
                <a:gd name="connsiteX1" fmla="*/ 0 w 586740"/>
                <a:gd name="connsiteY1" fmla="*/ 411480 h 802640"/>
                <a:gd name="connsiteX2" fmla="*/ 584200 w 586740"/>
                <a:gd name="connsiteY2" fmla="*/ 0 h 802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6740" h="802640">
                  <a:moveTo>
                    <a:pt x="586740" y="802640"/>
                  </a:moveTo>
                  <a:cubicBezTo>
                    <a:pt x="293581" y="673946"/>
                    <a:pt x="423" y="545253"/>
                    <a:pt x="0" y="411480"/>
                  </a:cubicBezTo>
                  <a:cubicBezTo>
                    <a:pt x="-423" y="277707"/>
                    <a:pt x="291888" y="138853"/>
                    <a:pt x="58420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E66D8574-2B01-8BB3-AEAB-F354152FBDC9}"/>
              </a:ext>
            </a:extLst>
          </p:cNvPr>
          <p:cNvGrpSpPr/>
          <p:nvPr/>
        </p:nvGrpSpPr>
        <p:grpSpPr>
          <a:xfrm flipH="1">
            <a:off x="2123457" y="1553366"/>
            <a:ext cx="685800" cy="802640"/>
            <a:chOff x="480060" y="1551940"/>
            <a:chExt cx="685800" cy="802640"/>
          </a:xfrm>
        </p:grpSpPr>
        <p:sp>
          <p:nvSpPr>
            <p:cNvPr id="26" name="Freihandform: Form 25">
              <a:extLst>
                <a:ext uri="{FF2B5EF4-FFF2-40B4-BE49-F238E27FC236}">
                  <a16:creationId xmlns:a16="http://schemas.microsoft.com/office/drawing/2014/main" id="{808D38E9-9A51-96B8-BB3A-D4B6C8BAADFB}"/>
                </a:ext>
              </a:extLst>
            </p:cNvPr>
            <p:cNvSpPr/>
            <p:nvPr/>
          </p:nvSpPr>
          <p:spPr>
            <a:xfrm>
              <a:off x="629920" y="1826417"/>
              <a:ext cx="535940" cy="266700"/>
            </a:xfrm>
            <a:custGeom>
              <a:avLst/>
              <a:gdLst>
                <a:gd name="connsiteX0" fmla="*/ 533400 w 535940"/>
                <a:gd name="connsiteY0" fmla="*/ 266700 h 266700"/>
                <a:gd name="connsiteX1" fmla="*/ 0 w 535940"/>
                <a:gd name="connsiteY1" fmla="*/ 132080 h 266700"/>
                <a:gd name="connsiteX2" fmla="*/ 535940 w 535940"/>
                <a:gd name="connsiteY2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940" h="266700">
                  <a:moveTo>
                    <a:pt x="533400" y="266700"/>
                  </a:moveTo>
                  <a:cubicBezTo>
                    <a:pt x="266488" y="221615"/>
                    <a:pt x="-423" y="176530"/>
                    <a:pt x="0" y="132080"/>
                  </a:cubicBezTo>
                  <a:cubicBezTo>
                    <a:pt x="423" y="87630"/>
                    <a:pt x="268181" y="43815"/>
                    <a:pt x="53594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" name="Freihandform: Form 26">
              <a:extLst>
                <a:ext uri="{FF2B5EF4-FFF2-40B4-BE49-F238E27FC236}">
                  <a16:creationId xmlns:a16="http://schemas.microsoft.com/office/drawing/2014/main" id="{67C79C51-58F6-223B-1464-A7DB8446A187}"/>
                </a:ext>
              </a:extLst>
            </p:cNvPr>
            <p:cNvSpPr/>
            <p:nvPr/>
          </p:nvSpPr>
          <p:spPr>
            <a:xfrm>
              <a:off x="553719" y="1679692"/>
              <a:ext cx="584201" cy="553720"/>
            </a:xfrm>
            <a:custGeom>
              <a:avLst/>
              <a:gdLst>
                <a:gd name="connsiteX0" fmla="*/ 584201 w 589281"/>
                <a:gd name="connsiteY0" fmla="*/ 553720 h 553720"/>
                <a:gd name="connsiteX1" fmla="*/ 1 w 589281"/>
                <a:gd name="connsiteY1" fmla="*/ 279400 h 553720"/>
                <a:gd name="connsiteX2" fmla="*/ 589281 w 589281"/>
                <a:gd name="connsiteY2" fmla="*/ 0 h 553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9281" h="553720">
                  <a:moveTo>
                    <a:pt x="584201" y="553720"/>
                  </a:moveTo>
                  <a:cubicBezTo>
                    <a:pt x="291677" y="462703"/>
                    <a:pt x="-846" y="371687"/>
                    <a:pt x="1" y="279400"/>
                  </a:cubicBezTo>
                  <a:cubicBezTo>
                    <a:pt x="848" y="187113"/>
                    <a:pt x="295064" y="93556"/>
                    <a:pt x="589281" y="0"/>
                  </a:cubicBezTo>
                </a:path>
              </a:pathLst>
            </a:custGeom>
            <a:noFill/>
            <a:ln w="6350">
              <a:solidFill>
                <a:schemeClr val="accent1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F33B5713-1459-1DF9-EF7A-D9C93BC3BFCD}"/>
                </a:ext>
              </a:extLst>
            </p:cNvPr>
            <p:cNvSpPr/>
            <p:nvPr/>
          </p:nvSpPr>
          <p:spPr>
            <a:xfrm>
              <a:off x="480060" y="1551940"/>
              <a:ext cx="586740" cy="802640"/>
            </a:xfrm>
            <a:custGeom>
              <a:avLst/>
              <a:gdLst>
                <a:gd name="connsiteX0" fmla="*/ 586740 w 586740"/>
                <a:gd name="connsiteY0" fmla="*/ 802640 h 802640"/>
                <a:gd name="connsiteX1" fmla="*/ 0 w 586740"/>
                <a:gd name="connsiteY1" fmla="*/ 411480 h 802640"/>
                <a:gd name="connsiteX2" fmla="*/ 584200 w 586740"/>
                <a:gd name="connsiteY2" fmla="*/ 0 h 802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6740" h="802640">
                  <a:moveTo>
                    <a:pt x="586740" y="802640"/>
                  </a:moveTo>
                  <a:cubicBezTo>
                    <a:pt x="293581" y="673946"/>
                    <a:pt x="423" y="545253"/>
                    <a:pt x="0" y="411480"/>
                  </a:cubicBezTo>
                  <a:cubicBezTo>
                    <a:pt x="-423" y="277707"/>
                    <a:pt x="291888" y="138853"/>
                    <a:pt x="58420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9830199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E7131-23CD-AB25-7228-8B68EFD5E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feld 14">
            <a:extLst>
              <a:ext uri="{FF2B5EF4-FFF2-40B4-BE49-F238E27FC236}">
                <a16:creationId xmlns:a16="http://schemas.microsoft.com/office/drawing/2014/main" id="{F66DB576-982D-C43E-87B3-6B02565D8D52}"/>
              </a:ext>
            </a:extLst>
          </p:cNvPr>
          <p:cNvSpPr txBox="1"/>
          <p:nvPr/>
        </p:nvSpPr>
        <p:spPr>
          <a:xfrm>
            <a:off x="715687" y="1058150"/>
            <a:ext cx="103631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reell: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220F8A9-0D6A-6F5C-3D5A-036AABCD7E4E}"/>
              </a:ext>
            </a:extLst>
          </p:cNvPr>
          <p:cNvSpPr txBox="1"/>
          <p:nvPr/>
        </p:nvSpPr>
        <p:spPr>
          <a:xfrm>
            <a:off x="1724991" y="1058150"/>
            <a:ext cx="122172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imaginär:</a:t>
            </a:r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83528D01-1456-428D-3120-2ADCD7DE6708}"/>
              </a:ext>
            </a:extLst>
          </p:cNvPr>
          <p:cNvGrpSpPr/>
          <p:nvPr/>
        </p:nvGrpSpPr>
        <p:grpSpPr>
          <a:xfrm>
            <a:off x="872789" y="1588314"/>
            <a:ext cx="588662" cy="827993"/>
            <a:chOff x="431800" y="2205498"/>
            <a:chExt cx="588662" cy="827993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261D88D8-ECAC-AD64-17BE-5054EDB0223E}"/>
                </a:ext>
              </a:extLst>
            </p:cNvPr>
            <p:cNvCxnSpPr/>
            <p:nvPr/>
          </p:nvCxnSpPr>
          <p:spPr>
            <a:xfrm flipV="1">
              <a:off x="72613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361616AA-4395-E093-CB6E-F6092E67DF24}"/>
                </a:ext>
              </a:extLst>
            </p:cNvPr>
            <p:cNvCxnSpPr/>
            <p:nvPr/>
          </p:nvCxnSpPr>
          <p:spPr>
            <a:xfrm flipV="1">
              <a:off x="92235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6F42522D-A0E2-CB4F-426C-E7B0C0BC75CB}"/>
                </a:ext>
              </a:extLst>
            </p:cNvPr>
            <p:cNvCxnSpPr/>
            <p:nvPr/>
          </p:nvCxnSpPr>
          <p:spPr>
            <a:xfrm flipV="1">
              <a:off x="82424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3A0289E2-64F0-A8E8-2A0F-7449ADDBF8F8}"/>
                </a:ext>
              </a:extLst>
            </p:cNvPr>
            <p:cNvCxnSpPr/>
            <p:nvPr/>
          </p:nvCxnSpPr>
          <p:spPr>
            <a:xfrm flipV="1">
              <a:off x="1020462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B1C9D1AF-DBEC-3547-BF02-FAABE4ACA5A7}"/>
                </a:ext>
              </a:extLst>
            </p:cNvPr>
            <p:cNvCxnSpPr/>
            <p:nvPr/>
          </p:nvCxnSpPr>
          <p:spPr>
            <a:xfrm flipV="1">
              <a:off x="62802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E6C8D854-E574-3865-085B-8A342D7FACEA}"/>
                </a:ext>
              </a:extLst>
            </p:cNvPr>
            <p:cNvCxnSpPr/>
            <p:nvPr/>
          </p:nvCxnSpPr>
          <p:spPr>
            <a:xfrm flipV="1">
              <a:off x="52991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846EFE70-E0F2-8606-48B1-08E9E737BD04}"/>
                </a:ext>
              </a:extLst>
            </p:cNvPr>
            <p:cNvCxnSpPr/>
            <p:nvPr/>
          </p:nvCxnSpPr>
          <p:spPr>
            <a:xfrm flipV="1">
              <a:off x="43180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D8288909-C23E-3CFC-2E21-5C3B55873E89}"/>
              </a:ext>
            </a:extLst>
          </p:cNvPr>
          <p:cNvGrpSpPr/>
          <p:nvPr/>
        </p:nvGrpSpPr>
        <p:grpSpPr>
          <a:xfrm>
            <a:off x="753121" y="1714454"/>
            <a:ext cx="852201" cy="588662"/>
            <a:chOff x="312132" y="2331638"/>
            <a:chExt cx="827993" cy="588662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36A5EA37-D808-17BA-0629-6CEB79764192}"/>
                </a:ext>
              </a:extLst>
            </p:cNvPr>
            <p:cNvCxnSpPr/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ED1B3B5-DE1D-DBD4-C9CA-1BC416161124}"/>
                </a:ext>
              </a:extLst>
            </p:cNvPr>
            <p:cNvCxnSpPr/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E26C188D-5AE1-1005-B802-D00B37CBA22F}"/>
                </a:ext>
              </a:extLst>
            </p:cNvPr>
            <p:cNvCxnSpPr/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CF8E3E07-C7E8-9019-174A-0A0061456D09}"/>
                </a:ext>
              </a:extLst>
            </p:cNvPr>
            <p:cNvCxnSpPr/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3E84ACD5-4A8F-3E44-F816-4B2D24DEEF11}"/>
                </a:ext>
              </a:extLst>
            </p:cNvPr>
            <p:cNvCxnSpPr/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48CF4986-BE7C-6544-350A-D747183B26DE}"/>
                </a:ext>
              </a:extLst>
            </p:cNvPr>
            <p:cNvCxnSpPr/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B008E19B-7602-0A89-B27B-DDD508BCDC04}"/>
                </a:ext>
              </a:extLst>
            </p:cNvPr>
            <p:cNvCxnSpPr/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649BF2C4-C45C-58F0-FF11-B71F7D37A586}"/>
              </a:ext>
            </a:extLst>
          </p:cNvPr>
          <p:cNvGrpSpPr/>
          <p:nvPr/>
        </p:nvGrpSpPr>
        <p:grpSpPr>
          <a:xfrm rot="16200000">
            <a:off x="2050592" y="1643848"/>
            <a:ext cx="490550" cy="827993"/>
            <a:chOff x="431800" y="2205498"/>
            <a:chExt cx="490550" cy="827993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A84E92B4-08B8-AD1E-880E-48C4D9E07394}"/>
                </a:ext>
              </a:extLst>
            </p:cNvPr>
            <p:cNvCxnSpPr/>
            <p:nvPr/>
          </p:nvCxnSpPr>
          <p:spPr>
            <a:xfrm flipV="1">
              <a:off x="72613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0647A97A-9052-FBB9-BA52-45DD0CB601DF}"/>
                </a:ext>
              </a:extLst>
            </p:cNvPr>
            <p:cNvCxnSpPr/>
            <p:nvPr/>
          </p:nvCxnSpPr>
          <p:spPr>
            <a:xfrm flipV="1">
              <a:off x="92235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B976346A-BFEF-DED1-284C-BC2C923CFA91}"/>
                </a:ext>
              </a:extLst>
            </p:cNvPr>
            <p:cNvCxnSpPr/>
            <p:nvPr/>
          </p:nvCxnSpPr>
          <p:spPr>
            <a:xfrm flipV="1">
              <a:off x="82424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r Verbinder 87">
              <a:extLst>
                <a:ext uri="{FF2B5EF4-FFF2-40B4-BE49-F238E27FC236}">
                  <a16:creationId xmlns:a16="http://schemas.microsoft.com/office/drawing/2014/main" id="{D0F69D00-B684-A2C9-AA1C-0ED5A3F13661}"/>
                </a:ext>
              </a:extLst>
            </p:cNvPr>
            <p:cNvCxnSpPr/>
            <p:nvPr/>
          </p:nvCxnSpPr>
          <p:spPr>
            <a:xfrm flipV="1">
              <a:off x="62802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FD41B36C-5B8C-30C5-9B16-B2FEDCDA7D2F}"/>
                </a:ext>
              </a:extLst>
            </p:cNvPr>
            <p:cNvCxnSpPr/>
            <p:nvPr/>
          </p:nvCxnSpPr>
          <p:spPr>
            <a:xfrm flipV="1">
              <a:off x="52991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Gerader Verbinder 89">
              <a:extLst>
                <a:ext uri="{FF2B5EF4-FFF2-40B4-BE49-F238E27FC236}">
                  <a16:creationId xmlns:a16="http://schemas.microsoft.com/office/drawing/2014/main" id="{65FBA1DC-F98E-EBB3-6657-87D1A53091A3}"/>
                </a:ext>
              </a:extLst>
            </p:cNvPr>
            <p:cNvCxnSpPr/>
            <p:nvPr/>
          </p:nvCxnSpPr>
          <p:spPr>
            <a:xfrm flipV="1">
              <a:off x="43180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97D45B21-08D0-F266-431B-765BE0FA04D3}"/>
              </a:ext>
            </a:extLst>
          </p:cNvPr>
          <p:cNvGrpSpPr/>
          <p:nvPr/>
        </p:nvGrpSpPr>
        <p:grpSpPr>
          <a:xfrm rot="16200000">
            <a:off x="1911368" y="1739388"/>
            <a:ext cx="778137" cy="588662"/>
            <a:chOff x="312132" y="2331638"/>
            <a:chExt cx="827993" cy="588662"/>
          </a:xfrm>
        </p:grpSpPr>
        <p:cxnSp>
          <p:nvCxnSpPr>
            <p:cNvPr id="77" name="Gerader Verbinder 76">
              <a:extLst>
                <a:ext uri="{FF2B5EF4-FFF2-40B4-BE49-F238E27FC236}">
                  <a16:creationId xmlns:a16="http://schemas.microsoft.com/office/drawing/2014/main" id="{8819780C-0A98-CC79-CB8E-6E66AB7FDA2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9066B10F-07AB-809D-021C-2FB0E1B46EE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E6CADAA6-4236-FDE6-1FDB-09675F072C3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r Verbinder 79">
              <a:extLst>
                <a:ext uri="{FF2B5EF4-FFF2-40B4-BE49-F238E27FC236}">
                  <a16:creationId xmlns:a16="http://schemas.microsoft.com/office/drawing/2014/main" id="{E28A1084-2D1C-B3F1-0FD8-FEF602EFA75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AB002695-3F18-1573-0AEB-CCD41E5CFE1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0A536EBA-8783-771D-6385-B558CD3B14D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Gerader Verbinder 82">
              <a:extLst>
                <a:ext uri="{FF2B5EF4-FFF2-40B4-BE49-F238E27FC236}">
                  <a16:creationId xmlns:a16="http://schemas.microsoft.com/office/drawing/2014/main" id="{8262FF37-0606-D47A-59D3-5C8C689684C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E8CAC7A6-9CF2-B9C4-8DB3-9605B41AF620}"/>
              </a:ext>
            </a:extLst>
          </p:cNvPr>
          <p:cNvGrpSpPr/>
          <p:nvPr/>
        </p:nvGrpSpPr>
        <p:grpSpPr>
          <a:xfrm>
            <a:off x="911267" y="1347077"/>
            <a:ext cx="947244" cy="906983"/>
            <a:chOff x="477520" y="1298817"/>
            <a:chExt cx="947244" cy="906983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65742D37-0337-F904-8211-80A05EE7EDA3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0C58706B-688C-8A93-ABC7-C3DB0312CB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038CB3B0-8BCB-7AA7-9DBB-C17E3EF09AD1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2242BBA0-B200-3A57-214A-77DFBB476033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9D4CF200-4EC2-31AD-EE1C-99143AC7EA7C}"/>
              </a:ext>
            </a:extLst>
          </p:cNvPr>
          <p:cNvGrpSpPr/>
          <p:nvPr/>
        </p:nvGrpSpPr>
        <p:grpSpPr>
          <a:xfrm>
            <a:off x="2046293" y="1347077"/>
            <a:ext cx="958189" cy="906983"/>
            <a:chOff x="2316497" y="1298817"/>
            <a:chExt cx="958189" cy="906983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2B122E88-7AE6-9618-0DB6-C02BC6F73CF1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F70BB46E-44F0-5057-6BD8-E1E1F9F5EF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D76148AE-01D9-1CD4-C238-FF53B5B373FC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4F9E8BBD-4ABD-61E7-FCA0-5E756BA8228E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319654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F0438-F8AB-D161-5E76-C8543456B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feld 14">
            <a:extLst>
              <a:ext uri="{FF2B5EF4-FFF2-40B4-BE49-F238E27FC236}">
                <a16:creationId xmlns:a16="http://schemas.microsoft.com/office/drawing/2014/main" id="{B2B288DE-A894-9D40-0A23-103C24CAB0EB}"/>
              </a:ext>
            </a:extLst>
          </p:cNvPr>
          <p:cNvSpPr txBox="1"/>
          <p:nvPr/>
        </p:nvSpPr>
        <p:spPr>
          <a:xfrm>
            <a:off x="715687" y="1058150"/>
            <a:ext cx="103631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reell: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95C13D1-C0D9-38C7-F36D-8CF6E7A1B04E}"/>
              </a:ext>
            </a:extLst>
          </p:cNvPr>
          <p:cNvSpPr txBox="1"/>
          <p:nvPr/>
        </p:nvSpPr>
        <p:spPr>
          <a:xfrm>
            <a:off x="1724991" y="1058150"/>
            <a:ext cx="122172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imaginär: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65CE8CE-76E9-1EF3-85D2-5CA6AB303E34}"/>
              </a:ext>
            </a:extLst>
          </p:cNvPr>
          <p:cNvGrpSpPr/>
          <p:nvPr/>
        </p:nvGrpSpPr>
        <p:grpSpPr>
          <a:xfrm>
            <a:off x="911267" y="1347077"/>
            <a:ext cx="947244" cy="906983"/>
            <a:chOff x="477520" y="1298817"/>
            <a:chExt cx="947244" cy="906983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2443ABA1-CC2E-A42E-51A4-E7CBD2976017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D5A3E87A-4C91-880E-DB85-347CE722AE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0802E71E-1C24-68A3-D6CF-187864337C12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9A54EC41-9D28-2C93-F56A-B555D277BFDD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61002784-7C94-5F97-0EE7-1E29C55BDDA1}"/>
              </a:ext>
            </a:extLst>
          </p:cNvPr>
          <p:cNvGrpSpPr/>
          <p:nvPr/>
        </p:nvGrpSpPr>
        <p:grpSpPr>
          <a:xfrm>
            <a:off x="2046293" y="1347077"/>
            <a:ext cx="958189" cy="906983"/>
            <a:chOff x="2316497" y="1298817"/>
            <a:chExt cx="958189" cy="906983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22A58A51-10F0-DEA9-2F84-E665B9570EE4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935ADA3E-4C5B-AF5C-A966-88356B1861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82D7BD2-2BC1-DD4D-5692-464D5E3CD691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2CA9F0A4-4B19-8947-51CB-9CE0D0D6455E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E8721D0-4F3C-C193-C320-88295D761BD5}"/>
              </a:ext>
            </a:extLst>
          </p:cNvPr>
          <p:cNvGrpSpPr/>
          <p:nvPr/>
        </p:nvGrpSpPr>
        <p:grpSpPr>
          <a:xfrm>
            <a:off x="1190624" y="1556385"/>
            <a:ext cx="436246" cy="432432"/>
            <a:chOff x="1190624" y="1556385"/>
            <a:chExt cx="436246" cy="432432"/>
          </a:xfrm>
        </p:grpSpPr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DF4CA1C8-C9B3-9C25-6EC2-8901AB14A88C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11C53AFB-37B9-79A8-5D26-509F4D0BFBF6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09A401CF-2268-E195-A654-7EEA6FD2443C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Freihandform: Form 24">
              <a:extLst>
                <a:ext uri="{FF2B5EF4-FFF2-40B4-BE49-F238E27FC236}">
                  <a16:creationId xmlns:a16="http://schemas.microsoft.com/office/drawing/2014/main" id="{00B57C40-8015-5AFD-A617-322DB5BBDE1F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EF960268-0272-F838-BEFB-2766B49B87B6}"/>
              </a:ext>
            </a:extLst>
          </p:cNvPr>
          <p:cNvGrpSpPr/>
          <p:nvPr/>
        </p:nvGrpSpPr>
        <p:grpSpPr>
          <a:xfrm flipV="1">
            <a:off x="1190624" y="2030808"/>
            <a:ext cx="436246" cy="432432"/>
            <a:chOff x="1190624" y="1556385"/>
            <a:chExt cx="436246" cy="432432"/>
          </a:xfrm>
        </p:grpSpPr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425AE79D-E8CA-DC9E-BDCE-756CE1C94ED7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7" name="Freihandform: Form 36">
              <a:extLst>
                <a:ext uri="{FF2B5EF4-FFF2-40B4-BE49-F238E27FC236}">
                  <a16:creationId xmlns:a16="http://schemas.microsoft.com/office/drawing/2014/main" id="{60715F13-5C4B-361A-D124-21CBDD3C9613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8" name="Freihandform: Form 37">
              <a:extLst>
                <a:ext uri="{FF2B5EF4-FFF2-40B4-BE49-F238E27FC236}">
                  <a16:creationId xmlns:a16="http://schemas.microsoft.com/office/drawing/2014/main" id="{310A84D2-02ED-BD7C-9675-712BE5C8C09B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3ABE293C-5804-9516-CAF6-41F6F76A96C2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78D42DD0-BDA4-6A71-E3FD-F7326E01B683}"/>
              </a:ext>
            </a:extLst>
          </p:cNvPr>
          <p:cNvGrpSpPr/>
          <p:nvPr/>
        </p:nvGrpSpPr>
        <p:grpSpPr>
          <a:xfrm flipH="1">
            <a:off x="702595" y="1556385"/>
            <a:ext cx="436246" cy="432432"/>
            <a:chOff x="1190624" y="1556385"/>
            <a:chExt cx="436246" cy="432432"/>
          </a:xfrm>
        </p:grpSpPr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4F35EA65-0A24-E733-C106-4234448CB219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" name="Freihandform: Form 43">
              <a:extLst>
                <a:ext uri="{FF2B5EF4-FFF2-40B4-BE49-F238E27FC236}">
                  <a16:creationId xmlns:a16="http://schemas.microsoft.com/office/drawing/2014/main" id="{389F81AD-5184-896F-2BCE-09EA146EF84F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Freihandform: Form 44">
              <a:extLst>
                <a:ext uri="{FF2B5EF4-FFF2-40B4-BE49-F238E27FC236}">
                  <a16:creationId xmlns:a16="http://schemas.microsoft.com/office/drawing/2014/main" id="{9658E657-7686-AFB2-BCCD-D77510B1E069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6" name="Freihandform: Form 45">
              <a:extLst>
                <a:ext uri="{FF2B5EF4-FFF2-40B4-BE49-F238E27FC236}">
                  <a16:creationId xmlns:a16="http://schemas.microsoft.com/office/drawing/2014/main" id="{0E8F58AC-6B35-94CB-DC57-8D29099FF070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63FB1504-6562-9683-3823-8A713BD28B97}"/>
              </a:ext>
            </a:extLst>
          </p:cNvPr>
          <p:cNvGrpSpPr/>
          <p:nvPr/>
        </p:nvGrpSpPr>
        <p:grpSpPr>
          <a:xfrm flipH="1" flipV="1">
            <a:off x="702595" y="2030808"/>
            <a:ext cx="436246" cy="432432"/>
            <a:chOff x="1190624" y="1556385"/>
            <a:chExt cx="436246" cy="432432"/>
          </a:xfrm>
        </p:grpSpPr>
        <p:sp>
          <p:nvSpPr>
            <p:cNvPr id="48" name="Freihandform: Form 47">
              <a:extLst>
                <a:ext uri="{FF2B5EF4-FFF2-40B4-BE49-F238E27FC236}">
                  <a16:creationId xmlns:a16="http://schemas.microsoft.com/office/drawing/2014/main" id="{0A4CD2C6-C5BC-5B35-CAF0-DCE0FD034FA5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Freihandform: Form 48">
              <a:extLst>
                <a:ext uri="{FF2B5EF4-FFF2-40B4-BE49-F238E27FC236}">
                  <a16:creationId xmlns:a16="http://schemas.microsoft.com/office/drawing/2014/main" id="{7BEEA3E6-058C-66D2-5C3A-8DEDFE110F43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Freihandform: Form 49">
              <a:extLst>
                <a:ext uri="{FF2B5EF4-FFF2-40B4-BE49-F238E27FC236}">
                  <a16:creationId xmlns:a16="http://schemas.microsoft.com/office/drawing/2014/main" id="{39D08D3A-97EA-CE99-8FFA-16FEF2637A06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1" name="Freihandform: Form 50">
              <a:extLst>
                <a:ext uri="{FF2B5EF4-FFF2-40B4-BE49-F238E27FC236}">
                  <a16:creationId xmlns:a16="http://schemas.microsoft.com/office/drawing/2014/main" id="{3F962BA4-B059-888A-2E3C-1DF37687408F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4A260D6D-7D5F-1B0D-EBC6-36E6615E33EF}"/>
              </a:ext>
            </a:extLst>
          </p:cNvPr>
          <p:cNvCxnSpPr>
            <a:cxnSpLocks/>
          </p:cNvCxnSpPr>
          <p:nvPr/>
        </p:nvCxnSpPr>
        <p:spPr>
          <a:xfrm>
            <a:off x="616686" y="2008026"/>
            <a:ext cx="551146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A24196DE-4DDE-EDC0-BC70-6475DC6A5E9D}"/>
              </a:ext>
            </a:extLst>
          </p:cNvPr>
          <p:cNvCxnSpPr>
            <a:cxnSpLocks/>
          </p:cNvCxnSpPr>
          <p:nvPr/>
        </p:nvCxnSpPr>
        <p:spPr>
          <a:xfrm flipV="1">
            <a:off x="1166554" y="2002191"/>
            <a:ext cx="0" cy="560148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5" name="Gruppieren 94">
            <a:extLst>
              <a:ext uri="{FF2B5EF4-FFF2-40B4-BE49-F238E27FC236}">
                <a16:creationId xmlns:a16="http://schemas.microsoft.com/office/drawing/2014/main" id="{77B94564-C45C-80FB-AC67-F72D7616F16D}"/>
              </a:ext>
            </a:extLst>
          </p:cNvPr>
          <p:cNvGrpSpPr/>
          <p:nvPr/>
        </p:nvGrpSpPr>
        <p:grpSpPr>
          <a:xfrm rot="-2700000">
            <a:off x="1751823" y="1455399"/>
            <a:ext cx="1099513" cy="1108824"/>
            <a:chOff x="1937057" y="1750695"/>
            <a:chExt cx="1099513" cy="1108824"/>
          </a:xfrm>
        </p:grpSpPr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6B8F0453-BCB9-739A-6EE2-C00D9646EE1B}"/>
                </a:ext>
              </a:extLst>
            </p:cNvPr>
            <p:cNvGrpSpPr/>
            <p:nvPr/>
          </p:nvGrpSpPr>
          <p:grpSpPr>
            <a:xfrm>
              <a:off x="2510995" y="1853565"/>
              <a:ext cx="436246" cy="432432"/>
              <a:chOff x="1190624" y="1556385"/>
              <a:chExt cx="436246" cy="432432"/>
            </a:xfrm>
          </p:grpSpPr>
          <p:sp>
            <p:nvSpPr>
              <p:cNvPr id="57" name="Freihandform: Form 56">
                <a:extLst>
                  <a:ext uri="{FF2B5EF4-FFF2-40B4-BE49-F238E27FC236}">
                    <a16:creationId xmlns:a16="http://schemas.microsoft.com/office/drawing/2014/main" id="{958EC448-3B12-DD64-4BE2-45F97D165349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8" name="Freihandform: Form 57">
                <a:extLst>
                  <a:ext uri="{FF2B5EF4-FFF2-40B4-BE49-F238E27FC236}">
                    <a16:creationId xmlns:a16="http://schemas.microsoft.com/office/drawing/2014/main" id="{E2310B88-4CEB-8A67-FBB2-3F16D5EFDAE3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9" name="Freihandform: Form 58">
                <a:extLst>
                  <a:ext uri="{FF2B5EF4-FFF2-40B4-BE49-F238E27FC236}">
                    <a16:creationId xmlns:a16="http://schemas.microsoft.com/office/drawing/2014/main" id="{B5E62EEF-D25C-0C2B-33FE-C53410512F24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0" name="Freihandform: Form 59">
                <a:extLst>
                  <a:ext uri="{FF2B5EF4-FFF2-40B4-BE49-F238E27FC236}">
                    <a16:creationId xmlns:a16="http://schemas.microsoft.com/office/drawing/2014/main" id="{E1B533A2-9D8C-7C81-D4F8-9696474917A6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61" name="Gruppieren 60">
              <a:extLst>
                <a:ext uri="{FF2B5EF4-FFF2-40B4-BE49-F238E27FC236}">
                  <a16:creationId xmlns:a16="http://schemas.microsoft.com/office/drawing/2014/main" id="{8A996883-6FE1-E59C-7B96-8D31586AC946}"/>
                </a:ext>
              </a:extLst>
            </p:cNvPr>
            <p:cNvGrpSpPr/>
            <p:nvPr/>
          </p:nvGrpSpPr>
          <p:grpSpPr>
            <a:xfrm flipV="1">
              <a:off x="2510995" y="2327988"/>
              <a:ext cx="436246" cy="432432"/>
              <a:chOff x="1190624" y="1556385"/>
              <a:chExt cx="436246" cy="432432"/>
            </a:xfrm>
          </p:grpSpPr>
          <p:sp>
            <p:nvSpPr>
              <p:cNvPr id="62" name="Freihandform: Form 61">
                <a:extLst>
                  <a:ext uri="{FF2B5EF4-FFF2-40B4-BE49-F238E27FC236}">
                    <a16:creationId xmlns:a16="http://schemas.microsoft.com/office/drawing/2014/main" id="{36EA589C-47AC-823D-504F-DFC2D9EE3497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3" name="Freihandform: Form 62">
                <a:extLst>
                  <a:ext uri="{FF2B5EF4-FFF2-40B4-BE49-F238E27FC236}">
                    <a16:creationId xmlns:a16="http://schemas.microsoft.com/office/drawing/2014/main" id="{3EB89FB0-E67C-AAD3-423A-88ABF68C9747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4" name="Freihandform: Form 63">
                <a:extLst>
                  <a:ext uri="{FF2B5EF4-FFF2-40B4-BE49-F238E27FC236}">
                    <a16:creationId xmlns:a16="http://schemas.microsoft.com/office/drawing/2014/main" id="{0B0BDBB4-CFF7-7F95-D080-07D8153590D9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5" name="Freihandform: Form 64">
                <a:extLst>
                  <a:ext uri="{FF2B5EF4-FFF2-40B4-BE49-F238E27FC236}">
                    <a16:creationId xmlns:a16="http://schemas.microsoft.com/office/drawing/2014/main" id="{DA76A665-0927-7BC5-AAAF-86A375C403A8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69557C7D-5118-8E4E-FC71-CBC8FA2F27C5}"/>
                </a:ext>
              </a:extLst>
            </p:cNvPr>
            <p:cNvGrpSpPr/>
            <p:nvPr/>
          </p:nvGrpSpPr>
          <p:grpSpPr>
            <a:xfrm flipH="1">
              <a:off x="2022966" y="1853565"/>
              <a:ext cx="436246" cy="432432"/>
              <a:chOff x="1190624" y="1556385"/>
              <a:chExt cx="436246" cy="432432"/>
            </a:xfrm>
          </p:grpSpPr>
          <p:sp>
            <p:nvSpPr>
              <p:cNvPr id="67" name="Freihandform: Form 66">
                <a:extLst>
                  <a:ext uri="{FF2B5EF4-FFF2-40B4-BE49-F238E27FC236}">
                    <a16:creationId xmlns:a16="http://schemas.microsoft.com/office/drawing/2014/main" id="{4FC7328E-0735-7E27-7A29-597A7159609E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8" name="Freihandform: Form 67">
                <a:extLst>
                  <a:ext uri="{FF2B5EF4-FFF2-40B4-BE49-F238E27FC236}">
                    <a16:creationId xmlns:a16="http://schemas.microsoft.com/office/drawing/2014/main" id="{B016AF24-977F-0390-BA23-D30916E84E16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9" name="Freihandform: Form 68">
                <a:extLst>
                  <a:ext uri="{FF2B5EF4-FFF2-40B4-BE49-F238E27FC236}">
                    <a16:creationId xmlns:a16="http://schemas.microsoft.com/office/drawing/2014/main" id="{A1B9F6DC-21D8-8E24-2D09-57B8282A8761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0" name="Freihandform: Form 69">
                <a:extLst>
                  <a:ext uri="{FF2B5EF4-FFF2-40B4-BE49-F238E27FC236}">
                    <a16:creationId xmlns:a16="http://schemas.microsoft.com/office/drawing/2014/main" id="{63C27313-5ADF-C9E3-1D25-B61BB5DD4CA8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71" name="Gruppieren 70">
              <a:extLst>
                <a:ext uri="{FF2B5EF4-FFF2-40B4-BE49-F238E27FC236}">
                  <a16:creationId xmlns:a16="http://schemas.microsoft.com/office/drawing/2014/main" id="{67118481-431D-2487-162D-9C9010720EE8}"/>
                </a:ext>
              </a:extLst>
            </p:cNvPr>
            <p:cNvGrpSpPr/>
            <p:nvPr/>
          </p:nvGrpSpPr>
          <p:grpSpPr>
            <a:xfrm flipH="1" flipV="1">
              <a:off x="2022966" y="2327988"/>
              <a:ext cx="436246" cy="432432"/>
              <a:chOff x="1190624" y="1556385"/>
              <a:chExt cx="436246" cy="432432"/>
            </a:xfrm>
          </p:grpSpPr>
          <p:sp>
            <p:nvSpPr>
              <p:cNvPr id="72" name="Freihandform: Form 71">
                <a:extLst>
                  <a:ext uri="{FF2B5EF4-FFF2-40B4-BE49-F238E27FC236}">
                    <a16:creationId xmlns:a16="http://schemas.microsoft.com/office/drawing/2014/main" id="{77E52178-83AD-1BE9-709D-EF80657C2F6E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3" name="Freihandform: Form 72">
                <a:extLst>
                  <a:ext uri="{FF2B5EF4-FFF2-40B4-BE49-F238E27FC236}">
                    <a16:creationId xmlns:a16="http://schemas.microsoft.com/office/drawing/2014/main" id="{A36CD181-F0DB-BADC-53BC-8C4A01379822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4" name="Freihandform: Form 73">
                <a:extLst>
                  <a:ext uri="{FF2B5EF4-FFF2-40B4-BE49-F238E27FC236}">
                    <a16:creationId xmlns:a16="http://schemas.microsoft.com/office/drawing/2014/main" id="{5FF4BA9C-02B7-8BA3-12C2-E9FCEA334457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7" name="Freihandform: Form 86">
                <a:extLst>
                  <a:ext uri="{FF2B5EF4-FFF2-40B4-BE49-F238E27FC236}">
                    <a16:creationId xmlns:a16="http://schemas.microsoft.com/office/drawing/2014/main" id="{89E535A2-9C10-27FE-B8AD-80D6DFCD4491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91" name="Gerade Verbindung mit Pfeil 90">
              <a:extLst>
                <a:ext uri="{FF2B5EF4-FFF2-40B4-BE49-F238E27FC236}">
                  <a16:creationId xmlns:a16="http://schemas.microsoft.com/office/drawing/2014/main" id="{CCAE155C-48FF-627A-1849-C6BDD86E29CA}"/>
                </a:ext>
              </a:extLst>
            </p:cNvPr>
            <p:cNvCxnSpPr>
              <a:cxnSpLocks/>
            </p:cNvCxnSpPr>
            <p:nvPr/>
          </p:nvCxnSpPr>
          <p:spPr>
            <a:xfrm>
              <a:off x="1937057" y="2305206"/>
              <a:ext cx="1099513" cy="0"/>
            </a:xfrm>
            <a:prstGeom prst="straightConnector1">
              <a:avLst/>
            </a:prstGeom>
            <a:ln w="635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Gerade Verbindung mit Pfeil 91">
              <a:extLst>
                <a:ext uri="{FF2B5EF4-FFF2-40B4-BE49-F238E27FC236}">
                  <a16:creationId xmlns:a16="http://schemas.microsoft.com/office/drawing/2014/main" id="{0DE091F6-04B0-A072-01D0-7A52F7C6E8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86925" y="1750695"/>
              <a:ext cx="0" cy="1108824"/>
            </a:xfrm>
            <a:prstGeom prst="straightConnector1">
              <a:avLst/>
            </a:prstGeom>
            <a:ln w="635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89661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34598-9D4B-B1DF-4F75-D1C67FE1B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7A35A164-6D67-95D9-9A11-233394E5F199}"/>
              </a:ext>
            </a:extLst>
          </p:cNvPr>
          <p:cNvGrpSpPr/>
          <p:nvPr/>
        </p:nvGrpSpPr>
        <p:grpSpPr>
          <a:xfrm>
            <a:off x="1456152" y="1556688"/>
            <a:ext cx="712350" cy="588662"/>
            <a:chOff x="312132" y="2331638"/>
            <a:chExt cx="827993" cy="588662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A998B018-B539-4CD6-95E1-D9DFAAFBDAFB}"/>
                </a:ext>
              </a:extLst>
            </p:cNvPr>
            <p:cNvCxnSpPr/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1675D4FE-67FB-9EC1-C485-A56A7BA95C63}"/>
                </a:ext>
              </a:extLst>
            </p:cNvPr>
            <p:cNvCxnSpPr/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E36D311B-361E-8B67-14A6-6120817B1D4D}"/>
                </a:ext>
              </a:extLst>
            </p:cNvPr>
            <p:cNvCxnSpPr/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E11E2CA5-AF58-6F35-A81F-8419A78E226F}"/>
                </a:ext>
              </a:extLst>
            </p:cNvPr>
            <p:cNvCxnSpPr/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E845E6D-5466-293E-71F5-52369C6E37DD}"/>
                </a:ext>
              </a:extLst>
            </p:cNvPr>
            <p:cNvCxnSpPr/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249ED894-206E-138C-5F2B-274E78287106}"/>
                </a:ext>
              </a:extLst>
            </p:cNvPr>
            <p:cNvCxnSpPr/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858B8E89-8231-FB78-C1EE-9130E3011583}"/>
                </a:ext>
              </a:extLst>
            </p:cNvPr>
            <p:cNvCxnSpPr/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C9090211-A0E9-ABFC-9E2B-88D2142279A3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186B6213-A917-D657-6132-7308177ECA5E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A040DDE6-D67A-9EDA-39CA-CC8F2459E0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9AE2E586-24A5-3FD8-5D45-EFE7782E4D73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A2545F30-F9E3-C81B-C1EF-BEADDDB19516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40096F58-3C07-0A87-3EBB-F8954790ABDD}"/>
              </a:ext>
            </a:extLst>
          </p:cNvPr>
          <p:cNvSpPr txBox="1"/>
          <p:nvPr/>
        </p:nvSpPr>
        <p:spPr>
          <a:xfrm>
            <a:off x="2019201" y="1277960"/>
            <a:ext cx="36570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 Extra" panose="02000603000000000000" pitchFamily="2" charset="0"/>
              </a:rPr>
              <a:t>∞</a:t>
            </a:r>
            <a:endParaRPr lang="de-DE" sz="1100" i="1" baseline="-250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49509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F85EE9EB-7D75-BCE9-1AF1-7C16A84304A1}"/>
              </a:ext>
            </a:extLst>
          </p:cNvPr>
          <p:cNvGrpSpPr/>
          <p:nvPr/>
        </p:nvGrpSpPr>
        <p:grpSpPr>
          <a:xfrm rot="16200000">
            <a:off x="1450744" y="1541222"/>
            <a:ext cx="702774" cy="588662"/>
            <a:chOff x="312132" y="2331638"/>
            <a:chExt cx="827993" cy="588662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311C88BC-9582-BECD-AE17-B5C193D4FF1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95FF1307-3826-8DF1-CF88-E8A7BB3E6F3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4E770644-3176-5BC1-3D02-38420EF5998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6BD1F6F5-6DA5-266B-AF07-76619B4C344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B362D0BD-97AC-CB5C-B1F3-3CDE7279483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D3EDFA18-94A6-9EB5-C473-2D4B31226E5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B8AFF7A7-A4ED-495F-4718-83B26E61B663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B29469E1-6730-428E-3C60-3A1D7B49FC8A}"/>
              </a:ext>
            </a:extLst>
          </p:cNvPr>
          <p:cNvGrpSpPr/>
          <p:nvPr/>
        </p:nvGrpSpPr>
        <p:grpSpPr>
          <a:xfrm>
            <a:off x="1546082" y="1186592"/>
            <a:ext cx="958189" cy="906983"/>
            <a:chOff x="2316497" y="1298817"/>
            <a:chExt cx="958189" cy="906983"/>
          </a:xfrm>
        </p:grpSpPr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49A63C8D-1D9C-B946-EBD9-B9FEA1BBF275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216F5FF3-3E24-921D-FE22-D0D7294A52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48C1B6A1-3350-FBE0-4153-DAA810FF4612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34946943-6A77-CFF6-C854-FA7078E0B698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sp>
        <p:nvSpPr>
          <p:cNvPr id="45" name="Textfeld 44">
            <a:extLst>
              <a:ext uri="{FF2B5EF4-FFF2-40B4-BE49-F238E27FC236}">
                <a16:creationId xmlns:a16="http://schemas.microsoft.com/office/drawing/2014/main" id="{ED074D3B-F15A-F8FE-83D5-3DEF0F157AF6}"/>
              </a:ext>
            </a:extLst>
          </p:cNvPr>
          <p:cNvSpPr txBox="1"/>
          <p:nvPr/>
        </p:nvSpPr>
        <p:spPr>
          <a:xfrm>
            <a:off x="2076138" y="1339898"/>
            <a:ext cx="36570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 Extra" panose="02000603000000000000" pitchFamily="2" charset="0"/>
              </a:rPr>
              <a:t>∞</a:t>
            </a:r>
            <a:endParaRPr lang="de-DE" sz="1100" i="1" baseline="-250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9387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94310-05BD-F8E3-2858-B9EED62BA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7489F9DA-1246-5E4B-8CF1-F1267C167AA0}"/>
              </a:ext>
            </a:extLst>
          </p:cNvPr>
          <p:cNvGrpSpPr/>
          <p:nvPr/>
        </p:nvGrpSpPr>
        <p:grpSpPr>
          <a:xfrm>
            <a:off x="1546082" y="1186592"/>
            <a:ext cx="958189" cy="906983"/>
            <a:chOff x="2316497" y="1298817"/>
            <a:chExt cx="958189" cy="906983"/>
          </a:xfrm>
        </p:grpSpPr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F28EDA6-FD47-D969-A085-6ABB565CB94F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FA7BCAFE-C88E-2032-D99A-DB40FC68B8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AA868BFF-4923-B953-6793-4EEEAB10845E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F29990AF-ED47-3EBF-44F7-E570A376993A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0EF302D6-A023-340E-6E15-56B7852DD378}"/>
              </a:ext>
            </a:extLst>
          </p:cNvPr>
          <p:cNvGrpSpPr/>
          <p:nvPr/>
        </p:nvGrpSpPr>
        <p:grpSpPr>
          <a:xfrm>
            <a:off x="1828867" y="1394114"/>
            <a:ext cx="436246" cy="432432"/>
            <a:chOff x="1190624" y="1556385"/>
            <a:chExt cx="436246" cy="432432"/>
          </a:xfrm>
        </p:grpSpPr>
        <p:sp>
          <p:nvSpPr>
            <p:cNvPr id="3" name="Freihandform: Form 2">
              <a:extLst>
                <a:ext uri="{FF2B5EF4-FFF2-40B4-BE49-F238E27FC236}">
                  <a16:creationId xmlns:a16="http://schemas.microsoft.com/office/drawing/2014/main" id="{C052584D-3216-87B4-170F-6787B94C2FE6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Freihandform: Form 3">
              <a:extLst>
                <a:ext uri="{FF2B5EF4-FFF2-40B4-BE49-F238E27FC236}">
                  <a16:creationId xmlns:a16="http://schemas.microsoft.com/office/drawing/2014/main" id="{7A80C0E2-BA36-A4BE-98FB-9EE717040A04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Freihandform: Form 4">
              <a:extLst>
                <a:ext uri="{FF2B5EF4-FFF2-40B4-BE49-F238E27FC236}">
                  <a16:creationId xmlns:a16="http://schemas.microsoft.com/office/drawing/2014/main" id="{BB3214B7-0B61-BEA8-CF0A-43AAB3E3D91B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3C90C3C4-F48C-911D-34FF-606525979060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C3A7F365-657C-1E7F-5EA1-3709EE260537}"/>
              </a:ext>
            </a:extLst>
          </p:cNvPr>
          <p:cNvGrpSpPr/>
          <p:nvPr/>
        </p:nvGrpSpPr>
        <p:grpSpPr>
          <a:xfrm flipV="1">
            <a:off x="1828867" y="1868537"/>
            <a:ext cx="436246" cy="432432"/>
            <a:chOff x="1190624" y="1556385"/>
            <a:chExt cx="436246" cy="432432"/>
          </a:xfrm>
        </p:grpSpPr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80B00414-493C-0EDF-FEBE-B9A13E15A712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E14BBBC7-141A-8A91-8D79-CFD929C95C24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195521B5-73C9-BB0F-94A7-1F3F391EF6C2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33D97E10-E357-7048-19D7-1D2168982B9D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E6397AD-B34F-0F7C-52FC-5D205A61B0A2}"/>
              </a:ext>
            </a:extLst>
          </p:cNvPr>
          <p:cNvGrpSpPr/>
          <p:nvPr/>
        </p:nvGrpSpPr>
        <p:grpSpPr>
          <a:xfrm flipH="1">
            <a:off x="1340838" y="1394114"/>
            <a:ext cx="436246" cy="432432"/>
            <a:chOff x="1190624" y="1556385"/>
            <a:chExt cx="436246" cy="432432"/>
          </a:xfrm>
        </p:grpSpPr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0745956E-F84B-DF60-B7F9-217E4021803E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21CC5970-AE43-06C3-1C07-3E37D4AD0548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AB366EC7-821A-8E09-5460-33F2F239E44A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61158901-5D59-0D31-E0C8-D77B9E3849A4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D1328A6E-AC7F-087B-D214-4A0EAE56D55F}"/>
              </a:ext>
            </a:extLst>
          </p:cNvPr>
          <p:cNvGrpSpPr/>
          <p:nvPr/>
        </p:nvGrpSpPr>
        <p:grpSpPr>
          <a:xfrm flipH="1" flipV="1">
            <a:off x="1340838" y="1868537"/>
            <a:ext cx="436246" cy="432432"/>
            <a:chOff x="1190624" y="1556385"/>
            <a:chExt cx="436246" cy="432432"/>
          </a:xfrm>
        </p:grpSpPr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7171A209-94A7-284A-6974-7B2F63359A03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896BA1B0-33EF-8B08-DEF5-0FBE74C75175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D88FF233-C06B-3D72-551A-0143FEB86E7A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12EF73E6-3E96-23B0-84BE-478B55C46CE5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0CF2961-3A4A-E5BB-A44B-1FFBFD0690E3}"/>
              </a:ext>
            </a:extLst>
          </p:cNvPr>
          <p:cNvCxnSpPr>
            <a:cxnSpLocks/>
          </p:cNvCxnSpPr>
          <p:nvPr/>
        </p:nvCxnSpPr>
        <p:spPr>
          <a:xfrm>
            <a:off x="1282065" y="1847660"/>
            <a:ext cx="524010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055EAF55-6F38-E68B-CB49-D953BA517ED2}"/>
              </a:ext>
            </a:extLst>
          </p:cNvPr>
          <p:cNvCxnSpPr>
            <a:cxnSpLocks/>
          </p:cNvCxnSpPr>
          <p:nvPr/>
        </p:nvCxnSpPr>
        <p:spPr>
          <a:xfrm flipV="1">
            <a:off x="1804797" y="1839920"/>
            <a:ext cx="0" cy="52228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306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01464-25F9-0F4F-21D6-187BCCCD1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71961B15-2948-8F83-21AB-6D7700AF1152}"/>
              </a:ext>
            </a:extLst>
          </p:cNvPr>
          <p:cNvSpPr txBox="1"/>
          <p:nvPr/>
        </p:nvSpPr>
        <p:spPr>
          <a:xfrm>
            <a:off x="1914302" y="1291236"/>
            <a:ext cx="5773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 </a:t>
            </a:r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endParaRPr lang="de-DE" sz="11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8066CC60-E46A-10D4-8BF1-070BF9997F9B}"/>
              </a:ext>
            </a:extLst>
          </p:cNvPr>
          <p:cNvGrpSpPr/>
          <p:nvPr/>
        </p:nvGrpSpPr>
        <p:grpSpPr>
          <a:xfrm>
            <a:off x="1399167" y="1447862"/>
            <a:ext cx="804794" cy="804795"/>
            <a:chOff x="1399167" y="1447862"/>
            <a:chExt cx="804794" cy="804795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AB71DB71-B5D1-11B6-5D0A-FC8B57357DA1}"/>
                </a:ext>
              </a:extLst>
            </p:cNvPr>
            <p:cNvCxnSpPr>
              <a:cxnSpLocks/>
            </p:cNvCxnSpPr>
            <p:nvPr/>
          </p:nvCxnSpPr>
          <p:spPr>
            <a:xfrm>
              <a:off x="1801564" y="1850260"/>
              <a:ext cx="402397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957A17EF-DA95-7073-6083-31ADFC9FB7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99167" y="1850260"/>
              <a:ext cx="402397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6D0C0DE1-877F-6D2E-1E57-0DC2E3C2FF8B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598461" y="1649061"/>
              <a:ext cx="402397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AEEE3752-808D-6EAA-89DB-CBB7B4961126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600366" y="2051459"/>
              <a:ext cx="402397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FEE53D4B-5037-025C-6179-E5F41F6E8A74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1424306" y="1746800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41CA439A-E49B-7835-83C7-76047787E6D0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425144" y="1948736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95989C0-A808-5AB6-8094-A563333C097D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1773150" y="1948709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75314965-0DCF-9F46-76B4-7653453A6891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774551" y="1748769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0BC2052D-CC42-0C66-3FBA-2EF56703CB23}"/>
                </a:ext>
              </a:extLst>
            </p:cNvPr>
            <p:cNvCxnSpPr>
              <a:cxnSpLocks/>
            </p:cNvCxnSpPr>
            <p:nvPr/>
          </p:nvCxnSpPr>
          <p:spPr>
            <a:xfrm rot="18000000" flipH="1">
              <a:off x="1701367" y="1674980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6650193B-182A-D6BA-16BF-1CEF02DFED30}"/>
                </a:ext>
              </a:extLst>
            </p:cNvPr>
            <p:cNvCxnSpPr>
              <a:cxnSpLocks/>
            </p:cNvCxnSpPr>
            <p:nvPr/>
          </p:nvCxnSpPr>
          <p:spPr>
            <a:xfrm rot="-3600000" flipH="1">
              <a:off x="1498629" y="2023811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3572BD60-C56F-8538-9630-EA3CC948A223}"/>
                </a:ext>
              </a:extLst>
            </p:cNvPr>
            <p:cNvCxnSpPr>
              <a:cxnSpLocks/>
            </p:cNvCxnSpPr>
            <p:nvPr/>
          </p:nvCxnSpPr>
          <p:spPr>
            <a:xfrm rot="3600000" flipH="1">
              <a:off x="1499814" y="1672548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F30AE03D-BEF6-3D11-424F-E5493967644D}"/>
                </a:ext>
              </a:extLst>
            </p:cNvPr>
            <p:cNvCxnSpPr>
              <a:cxnSpLocks/>
            </p:cNvCxnSpPr>
            <p:nvPr/>
          </p:nvCxnSpPr>
          <p:spPr>
            <a:xfrm rot="3600000" flipH="1">
              <a:off x="1700196" y="2023636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6AD859B0-FF24-6C55-1C06-37B45F671BA7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DC9CA4F6-2DAC-61E0-97CC-B38F305F1580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C34E9316-27B9-1ACB-CAC3-CCA12964B6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22F7C36C-D3D3-12AD-3770-D4B73B9B06F8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4F0424E6-E0B3-C426-5F6D-32044A854A49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7176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109D5-453D-FFF0-7A93-B321E93E8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9F2E0C2-93F3-E52B-CCA2-667480F16EA0}"/>
              </a:ext>
            </a:extLst>
          </p:cNvPr>
          <p:cNvSpPr txBox="1"/>
          <p:nvPr/>
        </p:nvSpPr>
        <p:spPr>
          <a:xfrm>
            <a:off x="1914302" y="1291236"/>
            <a:ext cx="5773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Γ</a:t>
            </a:r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endParaRPr lang="de-DE" sz="11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DDEB7740-74C3-6722-2790-C07EA44F5FF8}"/>
              </a:ext>
            </a:extLst>
          </p:cNvPr>
          <p:cNvGrpSpPr/>
          <p:nvPr/>
        </p:nvGrpSpPr>
        <p:grpSpPr>
          <a:xfrm>
            <a:off x="1397265" y="1447866"/>
            <a:ext cx="804788" cy="804788"/>
            <a:chOff x="1397265" y="1447866"/>
            <a:chExt cx="804788" cy="804788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2C75B8F3-45C3-2FB5-9AFA-96F8644F7F39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533823" y="1714981"/>
              <a:ext cx="30866" cy="1782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7DF2B9C6-AB71-9D70-FEC3-3583FA6CF683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639552" y="1775882"/>
              <a:ext cx="30866" cy="1782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29DA586A-4A97-1D4C-B3CE-C2E564EF337E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428915" y="1652697"/>
              <a:ext cx="30866" cy="1782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74C30618-ACB1-E841-5501-253C17985C5E}"/>
                </a:ext>
              </a:extLst>
            </p:cNvPr>
            <p:cNvSpPr/>
            <p:nvPr/>
          </p:nvSpPr>
          <p:spPr>
            <a:xfrm>
              <a:off x="1397265" y="1447866"/>
              <a:ext cx="804788" cy="80478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EBD24108-9B50-1D4E-C44D-7C8AA6147135}"/>
                </a:ext>
              </a:extLst>
            </p:cNvPr>
            <p:cNvSpPr/>
            <p:nvPr/>
          </p:nvSpPr>
          <p:spPr>
            <a:xfrm>
              <a:off x="1516281" y="1566885"/>
              <a:ext cx="566750" cy="566750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F42208D0-F903-AB98-E853-2D2F5FB1542B}"/>
                </a:ext>
              </a:extLst>
            </p:cNvPr>
            <p:cNvSpPr/>
            <p:nvPr/>
          </p:nvSpPr>
          <p:spPr>
            <a:xfrm>
              <a:off x="1639073" y="1689674"/>
              <a:ext cx="321172" cy="321172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0CA288F6-427A-CEA7-CCF2-9824300F55AA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2193CAD-F186-62F6-8C3E-62189E7C1ED5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D6E9E193-AE9F-05F3-5879-52789D0A96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4C2850A3-48CD-1AE0-7FDB-C195C84EBD10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B23E1CEF-CAC2-2BF2-54A7-7F5E28E8C33B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44977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2402C-1695-3278-E49A-15D30E458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804BE0DB-295B-F0C9-769F-38C0BC2175F6}"/>
              </a:ext>
            </a:extLst>
          </p:cNvPr>
          <p:cNvSpPr txBox="1"/>
          <p:nvPr/>
        </p:nvSpPr>
        <p:spPr>
          <a:xfrm>
            <a:off x="1914302" y="1291236"/>
            <a:ext cx="5773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μ</a:t>
            </a:r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endParaRPr lang="de-DE" sz="11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C7F96EA0-418F-5B32-1883-19E9F0706C2E}"/>
              </a:ext>
            </a:extLst>
          </p:cNvPr>
          <p:cNvGrpSpPr/>
          <p:nvPr/>
        </p:nvGrpSpPr>
        <p:grpSpPr>
          <a:xfrm>
            <a:off x="1589136" y="1429217"/>
            <a:ext cx="421043" cy="421043"/>
            <a:chOff x="1589136" y="1429217"/>
            <a:chExt cx="421043" cy="421043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22AD9EB0-4379-DAB5-561D-3052FEEBC5BA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660579" y="1628019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05C0BF04-4598-2C45-88BC-7EC99DA5396C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715894" y="1732271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EAE5463F-63DE-5034-A7B3-46D607622A05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605694" y="1536379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C58AD796-8ACD-A6A1-5DD2-4FE9871691F9}"/>
                </a:ext>
              </a:extLst>
            </p:cNvPr>
            <p:cNvSpPr/>
            <p:nvPr/>
          </p:nvSpPr>
          <p:spPr>
            <a:xfrm>
              <a:off x="1589136" y="1429217"/>
              <a:ext cx="421043" cy="421043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84754D3A-09DF-BE61-B391-452398EDE634}"/>
                </a:ext>
              </a:extLst>
            </p:cNvPr>
            <p:cNvSpPr/>
            <p:nvPr/>
          </p:nvSpPr>
          <p:spPr>
            <a:xfrm>
              <a:off x="1651402" y="1552444"/>
              <a:ext cx="296508" cy="29650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0E6A946E-7D83-5DAA-170A-FF79D63FC0F6}"/>
                </a:ext>
              </a:extLst>
            </p:cNvPr>
            <p:cNvSpPr/>
            <p:nvPr/>
          </p:nvSpPr>
          <p:spPr>
            <a:xfrm>
              <a:off x="1715643" y="1681454"/>
              <a:ext cx="168028" cy="16802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8E2C121-0A3C-4CC3-5C27-144427A872FB}"/>
              </a:ext>
            </a:extLst>
          </p:cNvPr>
          <p:cNvGrpSpPr/>
          <p:nvPr/>
        </p:nvGrpSpPr>
        <p:grpSpPr>
          <a:xfrm flipV="1">
            <a:off x="1589134" y="1848952"/>
            <a:ext cx="421043" cy="421043"/>
            <a:chOff x="1589136" y="1429217"/>
            <a:chExt cx="421043" cy="421043"/>
          </a:xfrm>
        </p:grpSpPr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6E1B9C49-B1BF-D3B1-4763-8DE4546BC1B1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660579" y="1628019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F1987D4D-00A8-02F5-F5C6-DCCD8C2901ED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715894" y="1732271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94B454BC-3CDB-1FBA-DC2A-B8B51CDDFB14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605694" y="1536379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50633780-E21D-63C8-6AD6-94FE74F569CB}"/>
                </a:ext>
              </a:extLst>
            </p:cNvPr>
            <p:cNvSpPr/>
            <p:nvPr/>
          </p:nvSpPr>
          <p:spPr>
            <a:xfrm>
              <a:off x="1589136" y="1429217"/>
              <a:ext cx="421043" cy="421043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45A86508-30C0-040E-97FC-8DE87DCFAA1C}"/>
                </a:ext>
              </a:extLst>
            </p:cNvPr>
            <p:cNvSpPr/>
            <p:nvPr/>
          </p:nvSpPr>
          <p:spPr>
            <a:xfrm>
              <a:off x="1651402" y="1552444"/>
              <a:ext cx="296508" cy="29650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95221837-E24A-A3D0-EB18-872C4063502B}"/>
                </a:ext>
              </a:extLst>
            </p:cNvPr>
            <p:cNvSpPr/>
            <p:nvPr/>
          </p:nvSpPr>
          <p:spPr>
            <a:xfrm>
              <a:off x="1715643" y="1681454"/>
              <a:ext cx="168028" cy="16802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E1E06790-E0A0-77A1-0870-B1DA98DAE26B}"/>
              </a:ext>
            </a:extLst>
          </p:cNvPr>
          <p:cNvCxnSpPr>
            <a:cxnSpLocks/>
          </p:cNvCxnSpPr>
          <p:nvPr/>
        </p:nvCxnSpPr>
        <p:spPr>
          <a:xfrm flipH="1">
            <a:off x="1526717" y="1847660"/>
            <a:ext cx="170553" cy="0"/>
          </a:xfrm>
          <a:prstGeom prst="line">
            <a:avLst/>
          </a:prstGeom>
          <a:ln w="6350" cap="rnd">
            <a:solidFill>
              <a:schemeClr val="accent1"/>
            </a:solidFill>
            <a:prstDash val="solid"/>
            <a:round/>
            <a:headEnd type="stealt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025B7528-39E1-08C2-3203-70283CC04D3F}"/>
              </a:ext>
            </a:extLst>
          </p:cNvPr>
          <p:cNvCxnSpPr>
            <a:cxnSpLocks/>
          </p:cNvCxnSpPr>
          <p:nvPr/>
        </p:nvCxnSpPr>
        <p:spPr>
          <a:xfrm flipH="1">
            <a:off x="1917280" y="1849565"/>
            <a:ext cx="170553" cy="0"/>
          </a:xfrm>
          <a:prstGeom prst="line">
            <a:avLst/>
          </a:prstGeom>
          <a:ln w="6350" cap="rnd">
            <a:solidFill>
              <a:schemeClr val="accent1"/>
            </a:solidFill>
            <a:prstDash val="solid"/>
            <a:round/>
            <a:headEnd type="stealt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FC8E4280-CA83-8E7E-C06F-7B9E165A50B9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D4B9FBBE-85E1-F105-4847-F8D95337692D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85AACF14-8544-11EB-A27B-003D467714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F82613D1-CD48-D1D5-A21A-BE84CA72A8AB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6F3A6AD5-5346-06A5-60EE-C58D76FCCAA1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73594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6EE67-63D0-532C-CD46-69AAD565F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1AB880B7-060D-4F5C-AF12-3ACD729C05B2}"/>
              </a:ext>
            </a:extLst>
          </p:cNvPr>
          <p:cNvSpPr txBox="1"/>
          <p:nvPr/>
        </p:nvSpPr>
        <p:spPr>
          <a:xfrm>
            <a:off x="1914302" y="1291236"/>
            <a:ext cx="5773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μ</a:t>
            </a:r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endParaRPr lang="de-DE" sz="11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23D4EB50-BB6A-EFDE-76F3-712D5F527D91}"/>
              </a:ext>
            </a:extLst>
          </p:cNvPr>
          <p:cNvGrpSpPr/>
          <p:nvPr/>
        </p:nvGrpSpPr>
        <p:grpSpPr>
          <a:xfrm rot="16200000">
            <a:off x="1519100" y="1414295"/>
            <a:ext cx="561116" cy="840778"/>
            <a:chOff x="1048354" y="1473032"/>
            <a:chExt cx="561116" cy="840778"/>
          </a:xfrm>
        </p:grpSpPr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0DD438EB-9FA8-6D3F-FBB6-952298959FE2}"/>
                </a:ext>
              </a:extLst>
            </p:cNvPr>
            <p:cNvGrpSpPr/>
            <p:nvPr/>
          </p:nvGrpSpPr>
          <p:grpSpPr>
            <a:xfrm>
              <a:off x="1110773" y="1473032"/>
              <a:ext cx="421043" cy="421043"/>
              <a:chOff x="1589136" y="1429217"/>
              <a:chExt cx="421043" cy="421043"/>
            </a:xfrm>
          </p:grpSpPr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961439F0-3EEC-FF83-3350-440205995B80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660579" y="1628019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06B707A6-24A0-FA2E-58AB-9B90448BCECB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715894" y="1732271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8F0DC2A2-F2E6-782F-AFE4-0E37602F5EEC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605694" y="1536379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Ellipse 7">
                <a:extLst>
                  <a:ext uri="{FF2B5EF4-FFF2-40B4-BE49-F238E27FC236}">
                    <a16:creationId xmlns:a16="http://schemas.microsoft.com/office/drawing/2014/main" id="{F5274D17-35AE-7BCC-76A8-195884A4BB7A}"/>
                  </a:ext>
                </a:extLst>
              </p:cNvPr>
              <p:cNvSpPr/>
              <p:nvPr/>
            </p:nvSpPr>
            <p:spPr>
              <a:xfrm>
                <a:off x="1589136" y="1429217"/>
                <a:ext cx="421043" cy="421043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" name="Ellipse 11">
                <a:extLst>
                  <a:ext uri="{FF2B5EF4-FFF2-40B4-BE49-F238E27FC236}">
                    <a16:creationId xmlns:a16="http://schemas.microsoft.com/office/drawing/2014/main" id="{7D7C6743-487C-1F28-13F7-6C24253E7996}"/>
                  </a:ext>
                </a:extLst>
              </p:cNvPr>
              <p:cNvSpPr/>
              <p:nvPr/>
            </p:nvSpPr>
            <p:spPr>
              <a:xfrm>
                <a:off x="1651402" y="1552444"/>
                <a:ext cx="296508" cy="296508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Ellipse 12">
                <a:extLst>
                  <a:ext uri="{FF2B5EF4-FFF2-40B4-BE49-F238E27FC236}">
                    <a16:creationId xmlns:a16="http://schemas.microsoft.com/office/drawing/2014/main" id="{8490E567-483A-FC0A-28EE-8D7FDC483FB4}"/>
                  </a:ext>
                </a:extLst>
              </p:cNvPr>
              <p:cNvSpPr/>
              <p:nvPr/>
            </p:nvSpPr>
            <p:spPr>
              <a:xfrm>
                <a:off x="1715643" y="1681454"/>
                <a:ext cx="168028" cy="168028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32D89221-E9D8-4A15-F968-2F35C1FF2BB8}"/>
                </a:ext>
              </a:extLst>
            </p:cNvPr>
            <p:cNvGrpSpPr/>
            <p:nvPr/>
          </p:nvGrpSpPr>
          <p:grpSpPr>
            <a:xfrm flipV="1">
              <a:off x="1110771" y="1892767"/>
              <a:ext cx="421043" cy="421043"/>
              <a:chOff x="1589136" y="1429217"/>
              <a:chExt cx="421043" cy="421043"/>
            </a:xfrm>
          </p:grpSpPr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73D2D1B4-26C2-4106-98C5-40F2AE0115F5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660579" y="1628019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BA670917-C4B4-A364-3288-5D4791614AB5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715894" y="1732271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6DE09893-6234-3845-2C36-477D04BDF1EF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605694" y="1536379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Ellipse 10">
                <a:extLst>
                  <a:ext uri="{FF2B5EF4-FFF2-40B4-BE49-F238E27FC236}">
                    <a16:creationId xmlns:a16="http://schemas.microsoft.com/office/drawing/2014/main" id="{B360FD98-E748-9970-678A-EEADC979ABD0}"/>
                  </a:ext>
                </a:extLst>
              </p:cNvPr>
              <p:cNvSpPr/>
              <p:nvPr/>
            </p:nvSpPr>
            <p:spPr>
              <a:xfrm>
                <a:off x="1589136" y="1429217"/>
                <a:ext cx="421043" cy="421043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4" name="Ellipse 13">
                <a:extLst>
                  <a:ext uri="{FF2B5EF4-FFF2-40B4-BE49-F238E27FC236}">
                    <a16:creationId xmlns:a16="http://schemas.microsoft.com/office/drawing/2014/main" id="{A082E2F6-9CD2-C210-91AD-67A2466FC381}"/>
                  </a:ext>
                </a:extLst>
              </p:cNvPr>
              <p:cNvSpPr/>
              <p:nvPr/>
            </p:nvSpPr>
            <p:spPr>
              <a:xfrm>
                <a:off x="1651402" y="1552444"/>
                <a:ext cx="296508" cy="296508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" name="Ellipse 15">
                <a:extLst>
                  <a:ext uri="{FF2B5EF4-FFF2-40B4-BE49-F238E27FC236}">
                    <a16:creationId xmlns:a16="http://schemas.microsoft.com/office/drawing/2014/main" id="{8ADAA563-A638-A8A1-331F-10CE2A8A02A0}"/>
                  </a:ext>
                </a:extLst>
              </p:cNvPr>
              <p:cNvSpPr/>
              <p:nvPr/>
            </p:nvSpPr>
            <p:spPr>
              <a:xfrm>
                <a:off x="1715643" y="1681454"/>
                <a:ext cx="168028" cy="168028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8EC2C7E8-90AE-4AFA-B61F-88C778F57C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48354" y="1891475"/>
              <a:ext cx="170553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12B03955-928D-A7AD-C32A-FD2167A1A2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38917" y="1893380"/>
              <a:ext cx="170553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B2EFFBF4-FA27-C16E-BB37-07B624BC5D9F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491E27A3-C5F8-5B13-C25E-7295105A4095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600DBCE6-5F12-1412-953E-39D6145EA2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DC758D2B-D260-8EBC-377D-E1EC544272C3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18FBEC9F-C4FC-6691-2093-CB9496C21DDA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83814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151C4441-48DD-4F2F-B447-52D7E9CB1C37}"/>
              </a:ext>
            </a:extLst>
          </p:cNvPr>
          <p:cNvSpPr/>
          <p:nvPr/>
        </p:nvSpPr>
        <p:spPr>
          <a:xfrm>
            <a:off x="763190" y="1964676"/>
            <a:ext cx="2024063" cy="238647"/>
          </a:xfrm>
          <a:custGeom>
            <a:avLst/>
            <a:gdLst>
              <a:gd name="csX0" fmla="*/ 0 w 2024063"/>
              <a:gd name="csY0" fmla="*/ 235762 h 239334"/>
              <a:gd name="csX1" fmla="*/ 44053 w 2024063"/>
              <a:gd name="csY1" fmla="*/ 102412 h 239334"/>
              <a:gd name="csX2" fmla="*/ 170260 w 2024063"/>
              <a:gd name="csY2" fmla="*/ 16687 h 239334"/>
              <a:gd name="csX3" fmla="*/ 373856 w 2024063"/>
              <a:gd name="csY3" fmla="*/ 1209 h 239334"/>
              <a:gd name="csX4" fmla="*/ 834628 w 2024063"/>
              <a:gd name="csY4" fmla="*/ 34546 h 239334"/>
              <a:gd name="csX5" fmla="*/ 1454944 w 2024063"/>
              <a:gd name="csY5" fmla="*/ 121462 h 239334"/>
              <a:gd name="csX6" fmla="*/ 1796653 w 2024063"/>
              <a:gd name="csY6" fmla="*/ 184565 h 239334"/>
              <a:gd name="csX7" fmla="*/ 2024063 w 2024063"/>
              <a:gd name="csY7" fmla="*/ 239334 h 23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2024063" h="239334">
                <a:moveTo>
                  <a:pt x="0" y="235762"/>
                </a:moveTo>
                <a:cubicBezTo>
                  <a:pt x="7838" y="187343"/>
                  <a:pt x="15676" y="138924"/>
                  <a:pt x="44053" y="102412"/>
                </a:cubicBezTo>
                <a:cubicBezTo>
                  <a:pt x="72430" y="65900"/>
                  <a:pt x="115293" y="33554"/>
                  <a:pt x="170260" y="16687"/>
                </a:cubicBezTo>
                <a:cubicBezTo>
                  <a:pt x="225227" y="-180"/>
                  <a:pt x="263128" y="-1768"/>
                  <a:pt x="373856" y="1209"/>
                </a:cubicBezTo>
                <a:cubicBezTo>
                  <a:pt x="484584" y="4185"/>
                  <a:pt x="654447" y="14504"/>
                  <a:pt x="834628" y="34546"/>
                </a:cubicBezTo>
                <a:cubicBezTo>
                  <a:pt x="1014809" y="54588"/>
                  <a:pt x="1294607" y="96459"/>
                  <a:pt x="1454944" y="121462"/>
                </a:cubicBezTo>
                <a:cubicBezTo>
                  <a:pt x="1615281" y="146465"/>
                  <a:pt x="1701800" y="164920"/>
                  <a:pt x="1796653" y="184565"/>
                </a:cubicBezTo>
                <a:cubicBezTo>
                  <a:pt x="1891506" y="204210"/>
                  <a:pt x="1991718" y="237151"/>
                  <a:pt x="2024063" y="239334"/>
                </a:cubicBezTo>
              </a:path>
            </a:pathLst>
          </a:custGeom>
          <a:noFill/>
          <a:ln w="12700" cap="rnd">
            <a:solidFill>
              <a:schemeClr val="accent5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8B436675-3D4F-6572-5E1B-A231DCFFA578}"/>
              </a:ext>
            </a:extLst>
          </p:cNvPr>
          <p:cNvSpPr/>
          <p:nvPr/>
        </p:nvSpPr>
        <p:spPr>
          <a:xfrm flipV="1">
            <a:off x="763190" y="2201270"/>
            <a:ext cx="2024063" cy="238647"/>
          </a:xfrm>
          <a:custGeom>
            <a:avLst/>
            <a:gdLst>
              <a:gd name="csX0" fmla="*/ 0 w 2024063"/>
              <a:gd name="csY0" fmla="*/ 235762 h 239334"/>
              <a:gd name="csX1" fmla="*/ 44053 w 2024063"/>
              <a:gd name="csY1" fmla="*/ 102412 h 239334"/>
              <a:gd name="csX2" fmla="*/ 170260 w 2024063"/>
              <a:gd name="csY2" fmla="*/ 16687 h 239334"/>
              <a:gd name="csX3" fmla="*/ 373856 w 2024063"/>
              <a:gd name="csY3" fmla="*/ 1209 h 239334"/>
              <a:gd name="csX4" fmla="*/ 834628 w 2024063"/>
              <a:gd name="csY4" fmla="*/ 34546 h 239334"/>
              <a:gd name="csX5" fmla="*/ 1454944 w 2024063"/>
              <a:gd name="csY5" fmla="*/ 121462 h 239334"/>
              <a:gd name="csX6" fmla="*/ 1796653 w 2024063"/>
              <a:gd name="csY6" fmla="*/ 184565 h 239334"/>
              <a:gd name="csX7" fmla="*/ 2024063 w 2024063"/>
              <a:gd name="csY7" fmla="*/ 239334 h 23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2024063" h="239334">
                <a:moveTo>
                  <a:pt x="0" y="235762"/>
                </a:moveTo>
                <a:cubicBezTo>
                  <a:pt x="7838" y="187343"/>
                  <a:pt x="15676" y="138924"/>
                  <a:pt x="44053" y="102412"/>
                </a:cubicBezTo>
                <a:cubicBezTo>
                  <a:pt x="72430" y="65900"/>
                  <a:pt x="115293" y="33554"/>
                  <a:pt x="170260" y="16687"/>
                </a:cubicBezTo>
                <a:cubicBezTo>
                  <a:pt x="225227" y="-180"/>
                  <a:pt x="263128" y="-1768"/>
                  <a:pt x="373856" y="1209"/>
                </a:cubicBezTo>
                <a:cubicBezTo>
                  <a:pt x="484584" y="4185"/>
                  <a:pt x="654447" y="14504"/>
                  <a:pt x="834628" y="34546"/>
                </a:cubicBezTo>
                <a:cubicBezTo>
                  <a:pt x="1014809" y="54588"/>
                  <a:pt x="1294607" y="96459"/>
                  <a:pt x="1454944" y="121462"/>
                </a:cubicBezTo>
                <a:cubicBezTo>
                  <a:pt x="1615281" y="146465"/>
                  <a:pt x="1701800" y="164920"/>
                  <a:pt x="1796653" y="184565"/>
                </a:cubicBezTo>
                <a:cubicBezTo>
                  <a:pt x="1891506" y="204210"/>
                  <a:pt x="1991718" y="237151"/>
                  <a:pt x="2024063" y="239334"/>
                </a:cubicBezTo>
              </a:path>
            </a:pathLst>
          </a:custGeom>
          <a:noFill/>
          <a:ln w="12700" cap="rnd">
            <a:solidFill>
              <a:schemeClr val="accent5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5BA6A0CE-7317-7C32-A60C-3F37A86CFDE5}"/>
              </a:ext>
            </a:extLst>
          </p:cNvPr>
          <p:cNvCxnSpPr/>
          <p:nvPr/>
        </p:nvCxnSpPr>
        <p:spPr>
          <a:xfrm>
            <a:off x="2787253" y="2130086"/>
            <a:ext cx="0" cy="151209"/>
          </a:xfrm>
          <a:prstGeom prst="line">
            <a:avLst/>
          </a:prstGeom>
          <a:ln w="6350"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59EC42CF-C4AD-26C2-F755-67F53B0F57FA}"/>
              </a:ext>
            </a:extLst>
          </p:cNvPr>
          <p:cNvSpPr txBox="1"/>
          <p:nvPr/>
        </p:nvSpPr>
        <p:spPr>
          <a:xfrm>
            <a:off x="2658308" y="2287703"/>
            <a:ext cx="2333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5AE93D75-3F67-E738-E867-40F42D1BBD2E}"/>
              </a:ext>
            </a:extLst>
          </p:cNvPr>
          <p:cNvCxnSpPr>
            <a:cxnSpLocks/>
          </p:cNvCxnSpPr>
          <p:nvPr/>
        </p:nvCxnSpPr>
        <p:spPr>
          <a:xfrm>
            <a:off x="375046" y="2203323"/>
            <a:ext cx="268725" cy="0"/>
          </a:xfrm>
          <a:prstGeom prst="straightConnector1">
            <a:avLst/>
          </a:prstGeom>
          <a:ln w="9525" cap="rnd">
            <a:solidFill>
              <a:schemeClr val="accent1"/>
            </a:solidFill>
            <a:round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8D06E8C5-3B24-B991-BD66-5A2C4FC48901}"/>
              </a:ext>
            </a:extLst>
          </p:cNvPr>
          <p:cNvSpPr txBox="1"/>
          <p:nvPr/>
        </p:nvSpPr>
        <p:spPr>
          <a:xfrm>
            <a:off x="264319" y="1909539"/>
            <a:ext cx="4496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∞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63B1CE73-CB4C-3BFE-798D-740E36BECF21}"/>
              </a:ext>
            </a:extLst>
          </p:cNvPr>
          <p:cNvSpPr txBox="1"/>
          <p:nvPr/>
        </p:nvSpPr>
        <p:spPr>
          <a:xfrm>
            <a:off x="811672" y="1646189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r>
              <a:rPr lang="de-DE" sz="1100" baseline="-25000" dirty="0" err="1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5431695A-CED1-A905-2B1F-29A6C8DEC3EB}"/>
              </a:ext>
            </a:extLst>
          </p:cNvPr>
          <p:cNvSpPr/>
          <p:nvPr/>
        </p:nvSpPr>
        <p:spPr>
          <a:xfrm>
            <a:off x="1069381" y="1850347"/>
            <a:ext cx="69005" cy="111398"/>
          </a:xfrm>
          <a:custGeom>
            <a:avLst/>
            <a:gdLst>
              <a:gd name="csX0" fmla="*/ 103584 w 103584"/>
              <a:gd name="csY0" fmla="*/ 139303 h 139303"/>
              <a:gd name="csX1" fmla="*/ 67866 w 103584"/>
              <a:gd name="csY1" fmla="*/ 55959 h 139303"/>
              <a:gd name="csX2" fmla="*/ 0 w 103584"/>
              <a:gd name="csY2" fmla="*/ 0 h 1393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3584" h="139303">
                <a:moveTo>
                  <a:pt x="103584" y="139303"/>
                </a:moveTo>
                <a:cubicBezTo>
                  <a:pt x="94357" y="109239"/>
                  <a:pt x="85130" y="79176"/>
                  <a:pt x="67866" y="55959"/>
                </a:cubicBezTo>
                <a:cubicBezTo>
                  <a:pt x="50602" y="32742"/>
                  <a:pt x="25301" y="16371"/>
                  <a:pt x="0" y="0"/>
                </a:cubicBezTo>
              </a:path>
            </a:pathLst>
          </a:custGeom>
          <a:ln w="6350" cap="rnd">
            <a:round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7BFA5323-A8BE-A1CC-F41A-84C8A9AD367C}"/>
              </a:ext>
            </a:extLst>
          </p:cNvPr>
          <p:cNvCxnSpPr>
            <a:cxnSpLocks/>
          </p:cNvCxnSpPr>
          <p:nvPr/>
        </p:nvCxnSpPr>
        <p:spPr>
          <a:xfrm>
            <a:off x="760452" y="1602349"/>
            <a:ext cx="933808" cy="0"/>
          </a:xfrm>
          <a:prstGeom prst="straightConnector1">
            <a:avLst/>
          </a:prstGeom>
          <a:ln w="9525" cap="rnd">
            <a:solidFill>
              <a:schemeClr val="tx1">
                <a:lumMod val="50000"/>
                <a:lumOff val="50000"/>
              </a:schemeClr>
            </a:solidFill>
            <a:round/>
            <a:headEnd type="stealth"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Textfeld 40">
            <a:extLst>
              <a:ext uri="{FF2B5EF4-FFF2-40B4-BE49-F238E27FC236}">
                <a16:creationId xmlns:a16="http://schemas.microsoft.com/office/drawing/2014/main" id="{65699B83-8B53-19C4-7102-59C314F87269}"/>
              </a:ext>
            </a:extLst>
          </p:cNvPr>
          <p:cNvSpPr txBox="1"/>
          <p:nvPr/>
        </p:nvSpPr>
        <p:spPr>
          <a:xfrm>
            <a:off x="1039536" y="1382264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x′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14D86BA2-54E7-7957-00BE-04015FE7DD45}"/>
              </a:ext>
            </a:extLst>
          </p:cNvPr>
          <p:cNvSpPr txBox="1"/>
          <p:nvPr/>
        </p:nvSpPr>
        <p:spPr>
          <a:xfrm>
            <a:off x="1052572" y="2171149"/>
            <a:ext cx="814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x′</a:t>
            </a:r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3FFE89FB-4F70-6F25-3598-4E3DDEBC72B0}"/>
              </a:ext>
            </a:extLst>
          </p:cNvPr>
          <p:cNvCxnSpPr>
            <a:cxnSpLocks/>
          </p:cNvCxnSpPr>
          <p:nvPr/>
        </p:nvCxnSpPr>
        <p:spPr>
          <a:xfrm>
            <a:off x="2322910" y="1397127"/>
            <a:ext cx="0" cy="804143"/>
          </a:xfrm>
          <a:prstGeom prst="line">
            <a:avLst/>
          </a:prstGeom>
          <a:ln w="6350" cap="rnd">
            <a:solidFill>
              <a:schemeClr val="tx1">
                <a:lumMod val="50000"/>
                <a:lumOff val="50000"/>
              </a:schemeClr>
            </a:solidFill>
            <a:prstDash val="dash"/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D631C3CD-45EE-DBDC-A809-E1B3EFEF049D}"/>
              </a:ext>
            </a:extLst>
          </p:cNvPr>
          <p:cNvCxnSpPr>
            <a:cxnSpLocks/>
          </p:cNvCxnSpPr>
          <p:nvPr/>
        </p:nvCxnSpPr>
        <p:spPr>
          <a:xfrm flipH="1">
            <a:off x="760452" y="1401824"/>
            <a:ext cx="1562458" cy="0"/>
          </a:xfrm>
          <a:prstGeom prst="line">
            <a:avLst/>
          </a:prstGeom>
          <a:ln w="6350" cap="rnd">
            <a:solidFill>
              <a:schemeClr val="tx1">
                <a:lumMod val="50000"/>
                <a:lumOff val="50000"/>
              </a:schemeClr>
            </a:solidFill>
            <a:prstDash val="dash"/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830F2661-0523-44C7-466F-F9F87DA62D50}"/>
              </a:ext>
            </a:extLst>
          </p:cNvPr>
          <p:cNvGrpSpPr/>
          <p:nvPr/>
        </p:nvGrpSpPr>
        <p:grpSpPr>
          <a:xfrm>
            <a:off x="387549" y="1135517"/>
            <a:ext cx="2891432" cy="1329416"/>
            <a:chOff x="220862" y="872331"/>
            <a:chExt cx="2891432" cy="1329416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C01F3C5F-A810-80F8-4A24-8201A812AF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3765" y="890650"/>
              <a:ext cx="0" cy="1049778"/>
            </a:xfrm>
            <a:prstGeom prst="straightConnector1">
              <a:avLst/>
            </a:prstGeom>
            <a:ln w="9525" cap="rnd">
              <a:round/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0FA0BA1A-B5BE-8FBF-A97B-F5CBF52DD647}"/>
                </a:ext>
              </a:extLst>
            </p:cNvPr>
            <p:cNvCxnSpPr>
              <a:cxnSpLocks/>
            </p:cNvCxnSpPr>
            <p:nvPr/>
          </p:nvCxnSpPr>
          <p:spPr>
            <a:xfrm>
              <a:off x="593765" y="1940428"/>
              <a:ext cx="2449473" cy="0"/>
            </a:xfrm>
            <a:prstGeom prst="straightConnector1">
              <a:avLst/>
            </a:prstGeom>
            <a:ln w="9525" cap="rnd">
              <a:round/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CBE2A7F-1991-BE72-42D5-AEBB2839FB7A}"/>
                </a:ext>
              </a:extLst>
            </p:cNvPr>
            <p:cNvSpPr txBox="1"/>
            <p:nvPr/>
          </p:nvSpPr>
          <p:spPr>
            <a:xfrm>
              <a:off x="220862" y="872331"/>
              <a:ext cx="2333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9347DDBC-7F31-07EB-6C5F-5121311B917D}"/>
                </a:ext>
              </a:extLst>
            </p:cNvPr>
            <p:cNvSpPr txBox="1"/>
            <p:nvPr/>
          </p:nvSpPr>
          <p:spPr>
            <a:xfrm>
              <a:off x="2878932" y="1940137"/>
              <a:ext cx="2333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76482CE4-7380-C028-3AC5-FFE9EEF8C2AE}"/>
              </a:ext>
            </a:extLst>
          </p:cNvPr>
          <p:cNvSpPr txBox="1"/>
          <p:nvPr/>
        </p:nvSpPr>
        <p:spPr>
          <a:xfrm>
            <a:off x="1365291" y="1173170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22C0096F-C4D5-40BC-0C8D-C14A0E492B37}"/>
              </a:ext>
            </a:extLst>
          </p:cNvPr>
          <p:cNvSpPr txBox="1"/>
          <p:nvPr/>
        </p:nvSpPr>
        <p:spPr>
          <a:xfrm>
            <a:off x="2232809" y="1638127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20F68DD5-BD91-6E2B-C9CE-C9C47955E97C}"/>
              </a:ext>
            </a:extLst>
          </p:cNvPr>
          <p:cNvCxnSpPr>
            <a:cxnSpLocks/>
          </p:cNvCxnSpPr>
          <p:nvPr/>
        </p:nvCxnSpPr>
        <p:spPr>
          <a:xfrm flipV="1">
            <a:off x="1694259" y="1399509"/>
            <a:ext cx="628650" cy="804143"/>
          </a:xfrm>
          <a:prstGeom prst="straightConnector1">
            <a:avLst/>
          </a:prstGeom>
          <a:ln w="9525" cap="rnd">
            <a:solidFill>
              <a:schemeClr val="accent2"/>
            </a:solidFill>
            <a:round/>
            <a:headEnd type="none"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Ellipse 39">
            <a:extLst>
              <a:ext uri="{FF2B5EF4-FFF2-40B4-BE49-F238E27FC236}">
                <a16:creationId xmlns:a16="http://schemas.microsoft.com/office/drawing/2014/main" id="{3FB33560-7345-FD89-79FC-CB1BDB404655}"/>
              </a:ext>
            </a:extLst>
          </p:cNvPr>
          <p:cNvSpPr/>
          <p:nvPr/>
        </p:nvSpPr>
        <p:spPr>
          <a:xfrm>
            <a:off x="1671400" y="2179882"/>
            <a:ext cx="45719" cy="45719"/>
          </a:xfrm>
          <a:prstGeom prst="ellipse">
            <a:avLst/>
          </a:prstGeom>
          <a:noFill/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D6F0D60B-E555-BCF1-9ECD-AA69379956B6}"/>
              </a:ext>
            </a:extLst>
          </p:cNvPr>
          <p:cNvCxnSpPr>
            <a:cxnSpLocks/>
          </p:cNvCxnSpPr>
          <p:nvPr/>
        </p:nvCxnSpPr>
        <p:spPr>
          <a:xfrm>
            <a:off x="1694260" y="1545449"/>
            <a:ext cx="0" cy="723941"/>
          </a:xfrm>
          <a:prstGeom prst="line">
            <a:avLst/>
          </a:prstGeom>
          <a:ln w="635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622465F8-FDD1-EB3C-4B85-B27CD986FCE7}"/>
              </a:ext>
            </a:extLst>
          </p:cNvPr>
          <p:cNvCxnSpPr>
            <a:cxnSpLocks/>
          </p:cNvCxnSpPr>
          <p:nvPr/>
        </p:nvCxnSpPr>
        <p:spPr>
          <a:xfrm flipV="1">
            <a:off x="2321716" y="977920"/>
            <a:ext cx="331218" cy="423680"/>
          </a:xfrm>
          <a:prstGeom prst="straightConnector1">
            <a:avLst/>
          </a:prstGeom>
          <a:ln w="9525" cap="rnd">
            <a:solidFill>
              <a:schemeClr val="accent2"/>
            </a:solidFill>
            <a:round/>
            <a:headEnd type="none"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6BF261DB-C6A6-B1F8-81BE-29EF554B1111}"/>
              </a:ext>
            </a:extLst>
          </p:cNvPr>
          <p:cNvCxnSpPr>
            <a:cxnSpLocks/>
          </p:cNvCxnSpPr>
          <p:nvPr/>
        </p:nvCxnSpPr>
        <p:spPr>
          <a:xfrm>
            <a:off x="2322909" y="1401533"/>
            <a:ext cx="362347" cy="0"/>
          </a:xfrm>
          <a:prstGeom prst="straightConnector1">
            <a:avLst/>
          </a:prstGeom>
          <a:ln w="9525" cap="rnd">
            <a:solidFill>
              <a:schemeClr val="tx1">
                <a:lumMod val="50000"/>
                <a:lumOff val="50000"/>
              </a:schemeClr>
            </a:solidFill>
            <a:round/>
            <a:headEnd type="none"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55619D61-7B52-1515-6B1D-51C42D3C2F7D}"/>
              </a:ext>
            </a:extLst>
          </p:cNvPr>
          <p:cNvCxnSpPr>
            <a:cxnSpLocks/>
          </p:cNvCxnSpPr>
          <p:nvPr/>
        </p:nvCxnSpPr>
        <p:spPr>
          <a:xfrm rot="-5400000">
            <a:off x="2141735" y="1220359"/>
            <a:ext cx="362347" cy="0"/>
          </a:xfrm>
          <a:prstGeom prst="straightConnector1">
            <a:avLst/>
          </a:prstGeom>
          <a:ln w="9525" cap="rnd">
            <a:solidFill>
              <a:schemeClr val="tx1">
                <a:lumMod val="50000"/>
                <a:lumOff val="50000"/>
              </a:schemeClr>
            </a:solidFill>
            <a:round/>
            <a:headEnd type="none"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4" name="Textfeld 63">
            <a:extLst>
              <a:ext uri="{FF2B5EF4-FFF2-40B4-BE49-F238E27FC236}">
                <a16:creationId xmlns:a16="http://schemas.microsoft.com/office/drawing/2014/main" id="{A4A26152-63D9-152C-1A8C-81837453F0B1}"/>
              </a:ext>
            </a:extLst>
          </p:cNvPr>
          <p:cNvSpPr txBox="1"/>
          <p:nvPr/>
        </p:nvSpPr>
        <p:spPr>
          <a:xfrm>
            <a:off x="2481327" y="1403944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BE435B40-5057-1274-527D-5E19682BA74B}"/>
              </a:ext>
            </a:extLst>
          </p:cNvPr>
          <p:cNvSpPr txBox="1"/>
          <p:nvPr/>
        </p:nvSpPr>
        <p:spPr>
          <a:xfrm>
            <a:off x="2000728" y="906895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E17A8616-A10C-02A7-F4E3-E879625814BB}"/>
              </a:ext>
            </a:extLst>
          </p:cNvPr>
          <p:cNvSpPr txBox="1"/>
          <p:nvPr/>
        </p:nvSpPr>
        <p:spPr>
          <a:xfrm>
            <a:off x="2556973" y="979522"/>
            <a:ext cx="4293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 err="1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100" i="1" dirty="0" err="1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100" i="1" baseline="-25000" dirty="0" err="1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100" i="1" baseline="-25000" dirty="0">
              <a:solidFill>
                <a:schemeClr val="accent2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4D85C809-E44D-B771-1DDA-0F3DB1AE9532}"/>
              </a:ext>
            </a:extLst>
          </p:cNvPr>
          <p:cNvSpPr txBox="1"/>
          <p:nvPr/>
        </p:nvSpPr>
        <p:spPr>
          <a:xfrm>
            <a:off x="1908631" y="1649102"/>
            <a:ext cx="4293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100" i="1" baseline="-25000" dirty="0">
              <a:solidFill>
                <a:schemeClr val="accent2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Bogen 67">
            <a:extLst>
              <a:ext uri="{FF2B5EF4-FFF2-40B4-BE49-F238E27FC236}">
                <a16:creationId xmlns:a16="http://schemas.microsoft.com/office/drawing/2014/main" id="{488935CF-E48C-ABDB-2635-5978560ED574}"/>
              </a:ext>
            </a:extLst>
          </p:cNvPr>
          <p:cNvSpPr/>
          <p:nvPr/>
        </p:nvSpPr>
        <p:spPr>
          <a:xfrm>
            <a:off x="1316325" y="1822527"/>
            <a:ext cx="758068" cy="758064"/>
          </a:xfrm>
          <a:prstGeom prst="arc">
            <a:avLst>
              <a:gd name="adj1" fmla="val 18497828"/>
              <a:gd name="adj2" fmla="val 0"/>
            </a:avLst>
          </a:prstGeom>
          <a:ln w="9525" cap="rnd">
            <a:solidFill>
              <a:schemeClr val="accent2"/>
            </a:solidFill>
            <a:round/>
            <a:headEnd type="stealt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5B435A81-80E5-5619-4595-F83D7F13CA91}"/>
              </a:ext>
            </a:extLst>
          </p:cNvPr>
          <p:cNvSpPr txBox="1"/>
          <p:nvPr/>
        </p:nvSpPr>
        <p:spPr>
          <a:xfrm>
            <a:off x="1685571" y="2000610"/>
            <a:ext cx="4293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endParaRPr lang="de-DE" sz="1100" i="1" baseline="-25000" dirty="0">
              <a:solidFill>
                <a:schemeClr val="accent2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70" name="Ellipse 69">
            <a:extLst>
              <a:ext uri="{FF2B5EF4-FFF2-40B4-BE49-F238E27FC236}">
                <a16:creationId xmlns:a16="http://schemas.microsoft.com/office/drawing/2014/main" id="{E5269625-BBF3-6DE4-4099-C3A3F90518A2}"/>
              </a:ext>
            </a:extLst>
          </p:cNvPr>
          <p:cNvSpPr/>
          <p:nvPr/>
        </p:nvSpPr>
        <p:spPr>
          <a:xfrm>
            <a:off x="2301478" y="1379882"/>
            <a:ext cx="45719" cy="45719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4452D4F9-41A3-D6B6-ADF1-3384F2E8C3E9}"/>
              </a:ext>
            </a:extLst>
          </p:cNvPr>
          <p:cNvSpPr txBox="1"/>
          <p:nvPr/>
        </p:nvSpPr>
        <p:spPr>
          <a:xfrm>
            <a:off x="1800225" y="1183368"/>
            <a:ext cx="5940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P</a:t>
            </a:r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,</a:t>
            </a:r>
            <a:r>
              <a:rPr lang="de-DE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0399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BE98C-843E-F8D8-04BB-4AA2E57FA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1B787AF4-4EDE-6B6A-B022-1274C28501AA}"/>
              </a:ext>
            </a:extLst>
          </p:cNvPr>
          <p:cNvCxnSpPr>
            <a:cxnSpLocks/>
          </p:cNvCxnSpPr>
          <p:nvPr/>
        </p:nvCxnSpPr>
        <p:spPr>
          <a:xfrm flipV="1">
            <a:off x="1333065" y="1881782"/>
            <a:ext cx="0" cy="372981"/>
          </a:xfrm>
          <a:prstGeom prst="straightConnector1">
            <a:avLst/>
          </a:prstGeom>
          <a:ln w="6350" cap="rnd">
            <a:solidFill>
              <a:schemeClr val="accent2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D41348B6-3970-371A-951B-6F1FC0D1568E}"/>
              </a:ext>
            </a:extLst>
          </p:cNvPr>
          <p:cNvCxnSpPr>
            <a:cxnSpLocks/>
          </p:cNvCxnSpPr>
          <p:nvPr/>
        </p:nvCxnSpPr>
        <p:spPr>
          <a:xfrm>
            <a:off x="860186" y="1844208"/>
            <a:ext cx="268725" cy="0"/>
          </a:xfrm>
          <a:prstGeom prst="straightConnector1">
            <a:avLst/>
          </a:prstGeom>
          <a:ln w="9525" cap="rnd">
            <a:solidFill>
              <a:schemeClr val="accent1"/>
            </a:solidFill>
            <a:round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35E21D1E-781D-5CAD-09E6-BCF363D538C4}"/>
              </a:ext>
            </a:extLst>
          </p:cNvPr>
          <p:cNvSpPr txBox="1"/>
          <p:nvPr/>
        </p:nvSpPr>
        <p:spPr>
          <a:xfrm>
            <a:off x="749459" y="1550424"/>
            <a:ext cx="4496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∞</a:t>
            </a:r>
          </a:p>
        </p:txBody>
      </p:sp>
      <p:sp>
        <p:nvSpPr>
          <p:cNvPr id="12" name="Bogen 11">
            <a:extLst>
              <a:ext uri="{FF2B5EF4-FFF2-40B4-BE49-F238E27FC236}">
                <a16:creationId xmlns:a16="http://schemas.microsoft.com/office/drawing/2014/main" id="{5994CC41-8538-C05E-4E0E-CFCD336FA37C}"/>
              </a:ext>
            </a:extLst>
          </p:cNvPr>
          <p:cNvSpPr/>
          <p:nvPr/>
        </p:nvSpPr>
        <p:spPr>
          <a:xfrm>
            <a:off x="1333065" y="1398890"/>
            <a:ext cx="890635" cy="890635"/>
          </a:xfrm>
          <a:prstGeom prst="arc">
            <a:avLst>
              <a:gd name="adj1" fmla="val 10777018"/>
              <a:gd name="adj2" fmla="val 27204"/>
            </a:avLst>
          </a:prstGeom>
          <a:ln w="6350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A8BCE43-7994-DEE6-0C03-5AC483CE1AC0}"/>
              </a:ext>
            </a:extLst>
          </p:cNvPr>
          <p:cNvCxnSpPr/>
          <p:nvPr/>
        </p:nvCxnSpPr>
        <p:spPr>
          <a:xfrm flipV="1">
            <a:off x="1778382" y="1363223"/>
            <a:ext cx="348251" cy="480984"/>
          </a:xfrm>
          <a:prstGeom prst="line">
            <a:avLst/>
          </a:prstGeom>
          <a:ln w="6350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AEB9A8B-3F8C-B7C2-D4FE-A2C0A519EE7F}"/>
              </a:ext>
            </a:extLst>
          </p:cNvPr>
          <p:cNvCxnSpPr>
            <a:cxnSpLocks/>
          </p:cNvCxnSpPr>
          <p:nvPr/>
        </p:nvCxnSpPr>
        <p:spPr>
          <a:xfrm flipV="1">
            <a:off x="2038145" y="1306245"/>
            <a:ext cx="0" cy="544658"/>
          </a:xfrm>
          <a:prstGeom prst="line">
            <a:avLst/>
          </a:prstGeom>
          <a:ln w="6350" cap="rnd">
            <a:solidFill>
              <a:schemeClr val="accent5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91AA22E6-CB18-5949-0239-133636A40DD3}"/>
              </a:ext>
            </a:extLst>
          </p:cNvPr>
          <p:cNvCxnSpPr>
            <a:cxnSpLocks/>
          </p:cNvCxnSpPr>
          <p:nvPr/>
        </p:nvCxnSpPr>
        <p:spPr>
          <a:xfrm flipV="1">
            <a:off x="1775619" y="1245113"/>
            <a:ext cx="0" cy="599094"/>
          </a:xfrm>
          <a:prstGeom prst="line">
            <a:avLst/>
          </a:prstGeom>
          <a:ln w="6350" cap="rnd">
            <a:solidFill>
              <a:schemeClr val="accent5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Bogen 20">
            <a:extLst>
              <a:ext uri="{FF2B5EF4-FFF2-40B4-BE49-F238E27FC236}">
                <a16:creationId xmlns:a16="http://schemas.microsoft.com/office/drawing/2014/main" id="{7D85494F-38BB-2869-73A2-F19C4157E974}"/>
              </a:ext>
            </a:extLst>
          </p:cNvPr>
          <p:cNvSpPr/>
          <p:nvPr/>
        </p:nvSpPr>
        <p:spPr>
          <a:xfrm>
            <a:off x="1481568" y="1548530"/>
            <a:ext cx="589820" cy="589818"/>
          </a:xfrm>
          <a:prstGeom prst="arc">
            <a:avLst>
              <a:gd name="adj1" fmla="val 18402390"/>
              <a:gd name="adj2" fmla="val 27204"/>
            </a:avLst>
          </a:prstGeom>
          <a:ln w="9525" cap="rnd">
            <a:solidFill>
              <a:schemeClr val="accent5"/>
            </a:solidFill>
            <a:round/>
            <a:headEnd type="stealth" w="med" len="med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7C377C8E-A6AE-21EB-3880-C2F51BCF55CE}"/>
              </a:ext>
            </a:extLst>
          </p:cNvPr>
          <p:cNvSpPr txBox="1"/>
          <p:nvPr/>
        </p:nvSpPr>
        <p:spPr>
          <a:xfrm>
            <a:off x="1975142" y="1618571"/>
            <a:ext cx="28956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50560DFD-CFAA-468C-6BC0-8079F941D9B7}"/>
              </a:ext>
            </a:extLst>
          </p:cNvPr>
          <p:cNvCxnSpPr>
            <a:cxnSpLocks/>
          </p:cNvCxnSpPr>
          <p:nvPr/>
        </p:nvCxnSpPr>
        <p:spPr>
          <a:xfrm flipV="1">
            <a:off x="2224517" y="1843439"/>
            <a:ext cx="0" cy="411324"/>
          </a:xfrm>
          <a:prstGeom prst="straightConnector1">
            <a:avLst/>
          </a:prstGeom>
          <a:ln w="6350" cap="rnd">
            <a:solidFill>
              <a:schemeClr val="accent2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34F6FC0-083C-DDC0-ADA3-2FD112EF19E7}"/>
              </a:ext>
            </a:extLst>
          </p:cNvPr>
          <p:cNvCxnSpPr>
            <a:cxnSpLocks/>
          </p:cNvCxnSpPr>
          <p:nvPr/>
        </p:nvCxnSpPr>
        <p:spPr>
          <a:xfrm>
            <a:off x="1333065" y="2086143"/>
            <a:ext cx="705080" cy="0"/>
          </a:xfrm>
          <a:prstGeom prst="straightConnector1">
            <a:avLst/>
          </a:prstGeom>
          <a:ln w="9525" cap="rnd">
            <a:solidFill>
              <a:schemeClr val="accent2"/>
            </a:solidFill>
            <a:round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79FC342B-3C9A-3D26-3D1C-1EC2E7ADB4BF}"/>
              </a:ext>
            </a:extLst>
          </p:cNvPr>
          <p:cNvCxnSpPr>
            <a:cxnSpLocks/>
          </p:cNvCxnSpPr>
          <p:nvPr/>
        </p:nvCxnSpPr>
        <p:spPr>
          <a:xfrm>
            <a:off x="1333065" y="2211873"/>
            <a:ext cx="890635" cy="0"/>
          </a:xfrm>
          <a:prstGeom prst="straightConnector1">
            <a:avLst/>
          </a:prstGeom>
          <a:ln w="9525" cap="rnd">
            <a:solidFill>
              <a:schemeClr val="accent2"/>
            </a:solidFill>
            <a:round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575912BE-BFE9-F87F-E4AD-1527B327110A}"/>
              </a:ext>
            </a:extLst>
          </p:cNvPr>
          <p:cNvSpPr txBox="1"/>
          <p:nvPr/>
        </p:nvSpPr>
        <p:spPr>
          <a:xfrm>
            <a:off x="1100290" y="2246557"/>
            <a:ext cx="463915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=0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412BD581-8DE2-52D4-DCDA-81BDCCFA6A5D}"/>
              </a:ext>
            </a:extLst>
          </p:cNvPr>
          <p:cNvSpPr txBox="1"/>
          <p:nvPr/>
        </p:nvSpPr>
        <p:spPr>
          <a:xfrm>
            <a:off x="1677053" y="2032274"/>
            <a:ext cx="28956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4C7467F5-D539-9B84-2589-DE0F4A18DC62}"/>
              </a:ext>
            </a:extLst>
          </p:cNvPr>
          <p:cNvSpPr txBox="1"/>
          <p:nvPr/>
        </p:nvSpPr>
        <p:spPr>
          <a:xfrm>
            <a:off x="1989385" y="2246557"/>
            <a:ext cx="463915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=1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3C01385C-4EC2-3A86-23CF-B3382F04FDC1}"/>
              </a:ext>
            </a:extLst>
          </p:cNvPr>
          <p:cNvCxnSpPr>
            <a:cxnSpLocks/>
          </p:cNvCxnSpPr>
          <p:nvPr/>
        </p:nvCxnSpPr>
        <p:spPr>
          <a:xfrm flipV="1">
            <a:off x="2038145" y="1850903"/>
            <a:ext cx="0" cy="280035"/>
          </a:xfrm>
          <a:prstGeom prst="line">
            <a:avLst/>
          </a:prstGeom>
          <a:ln w="6350" cap="rnd">
            <a:solidFill>
              <a:schemeClr val="accent2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77136F27-3B80-62FE-7A8B-25344E500F79}"/>
              </a:ext>
            </a:extLst>
          </p:cNvPr>
          <p:cNvGrpSpPr/>
          <p:nvPr/>
        </p:nvGrpSpPr>
        <p:grpSpPr>
          <a:xfrm>
            <a:off x="1065252" y="1136075"/>
            <a:ext cx="1703731" cy="972663"/>
            <a:chOff x="464994" y="1248713"/>
            <a:chExt cx="1703731" cy="972663"/>
          </a:xfrm>
        </p:grpSpPr>
        <p:cxnSp>
          <p:nvCxnSpPr>
            <p:cNvPr id="3" name="Gerade Verbindung mit Pfeil 2">
              <a:extLst>
                <a:ext uri="{FF2B5EF4-FFF2-40B4-BE49-F238E27FC236}">
                  <a16:creationId xmlns:a16="http://schemas.microsoft.com/office/drawing/2014/main" id="{2CF6EE66-CE60-833C-C0B0-3E28FEFCA627}"/>
                </a:ext>
              </a:extLst>
            </p:cNvPr>
            <p:cNvCxnSpPr>
              <a:cxnSpLocks/>
            </p:cNvCxnSpPr>
            <p:nvPr/>
          </p:nvCxnSpPr>
          <p:spPr>
            <a:xfrm>
              <a:off x="622300" y="1959766"/>
              <a:ext cx="1401645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 Verbindung mit Pfeil 3">
              <a:extLst>
                <a:ext uri="{FF2B5EF4-FFF2-40B4-BE49-F238E27FC236}">
                  <a16:creationId xmlns:a16="http://schemas.microsoft.com/office/drawing/2014/main" id="{AD6E332C-3347-074B-50CF-9E4E1C15D7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623239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A375E3C8-B22A-6154-6933-DE6183B9AD7A}"/>
                </a:ext>
              </a:extLst>
            </p:cNvPr>
            <p:cNvSpPr txBox="1"/>
            <p:nvPr/>
          </p:nvSpPr>
          <p:spPr>
            <a:xfrm>
              <a:off x="464994" y="1248713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5A146153-4DFC-DD06-A3AA-B21F4C776819}"/>
                </a:ext>
              </a:extLst>
            </p:cNvPr>
            <p:cNvSpPr txBox="1"/>
            <p:nvPr/>
          </p:nvSpPr>
          <p:spPr>
            <a:xfrm>
              <a:off x="1879165" y="1959766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098598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62E64-36F2-15EF-3828-8A4565B1B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33BB54C9-D3B3-A302-2180-789EC15869FE}"/>
              </a:ext>
            </a:extLst>
          </p:cNvPr>
          <p:cNvCxnSpPr/>
          <p:nvPr/>
        </p:nvCxnSpPr>
        <p:spPr>
          <a:xfrm>
            <a:off x="1035711" y="1476644"/>
            <a:ext cx="1407160" cy="0"/>
          </a:xfrm>
          <a:prstGeom prst="line">
            <a:avLst/>
          </a:prstGeom>
          <a:ln w="9525" cap="rnd">
            <a:solidFill>
              <a:srgbClr val="C00000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56E875B8-9C59-C771-CED4-AA65714D7556}"/>
              </a:ext>
            </a:extLst>
          </p:cNvPr>
          <p:cNvSpPr/>
          <p:nvPr/>
        </p:nvSpPr>
        <p:spPr>
          <a:xfrm rot="254866">
            <a:off x="1492840" y="1334334"/>
            <a:ext cx="220980" cy="695960"/>
          </a:xfrm>
          <a:custGeom>
            <a:avLst/>
            <a:gdLst>
              <a:gd name="csX0" fmla="*/ 0 w 220980"/>
              <a:gd name="csY0" fmla="*/ 0 h 695960"/>
              <a:gd name="csX1" fmla="*/ 45720 w 220980"/>
              <a:gd name="csY1" fmla="*/ 322580 h 695960"/>
              <a:gd name="csX2" fmla="*/ 172720 w 220980"/>
              <a:gd name="csY2" fmla="*/ 472440 h 695960"/>
              <a:gd name="csX3" fmla="*/ 220980 w 220980"/>
              <a:gd name="csY3" fmla="*/ 695960 h 6959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0980" h="695960">
                <a:moveTo>
                  <a:pt x="0" y="0"/>
                </a:moveTo>
                <a:cubicBezTo>
                  <a:pt x="8466" y="121920"/>
                  <a:pt x="16933" y="243840"/>
                  <a:pt x="45720" y="322580"/>
                </a:cubicBezTo>
                <a:cubicBezTo>
                  <a:pt x="74507" y="401320"/>
                  <a:pt x="143510" y="410210"/>
                  <a:pt x="172720" y="472440"/>
                </a:cubicBezTo>
                <a:cubicBezTo>
                  <a:pt x="201930" y="534670"/>
                  <a:pt x="211455" y="615315"/>
                  <a:pt x="220980" y="695960"/>
                </a:cubicBezTo>
              </a:path>
            </a:pathLst>
          </a:custGeom>
          <a:noFill/>
          <a:ln w="9525" cap="rnd">
            <a:solidFill>
              <a:srgbClr val="C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FC41459-7F4A-5C66-929D-29F5BA1DC9A3}"/>
              </a:ext>
            </a:extLst>
          </p:cNvPr>
          <p:cNvSpPr txBox="1"/>
          <p:nvPr/>
        </p:nvSpPr>
        <p:spPr>
          <a:xfrm>
            <a:off x="2402389" y="1345839"/>
            <a:ext cx="34823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rgbClr val="C0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baseline="-25000" dirty="0">
                <a:solidFill>
                  <a:srgbClr val="C0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F1AE19F-7F4B-D77D-372B-8CB9F2F76387}"/>
              </a:ext>
            </a:extLst>
          </p:cNvPr>
          <p:cNvCxnSpPr>
            <a:cxnSpLocks/>
          </p:cNvCxnSpPr>
          <p:nvPr/>
        </p:nvCxnSpPr>
        <p:spPr>
          <a:xfrm>
            <a:off x="1685316" y="1643183"/>
            <a:ext cx="0" cy="394340"/>
          </a:xfrm>
          <a:prstGeom prst="line">
            <a:avLst/>
          </a:prstGeom>
          <a:ln w="9525" cap="rnd">
            <a:solidFill>
              <a:srgbClr val="C00000"/>
            </a:solidFill>
            <a:prstDash val="sys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15CB2621-6967-0F9F-6FCC-F380F5C22CE0}"/>
              </a:ext>
            </a:extLst>
          </p:cNvPr>
          <p:cNvCxnSpPr>
            <a:cxnSpLocks/>
          </p:cNvCxnSpPr>
          <p:nvPr/>
        </p:nvCxnSpPr>
        <p:spPr>
          <a:xfrm>
            <a:off x="1473082" y="1669133"/>
            <a:ext cx="319405" cy="550545"/>
          </a:xfrm>
          <a:prstGeom prst="line">
            <a:avLst/>
          </a:prstGeom>
          <a:ln w="9525" cap="rnd">
            <a:solidFill>
              <a:srgbClr val="C00000"/>
            </a:solidFill>
            <a:prstDash val="sys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ACDCF34F-97E8-A424-F451-B41048D827FC}"/>
              </a:ext>
            </a:extLst>
          </p:cNvPr>
          <p:cNvCxnSpPr>
            <a:cxnSpLocks/>
          </p:cNvCxnSpPr>
          <p:nvPr/>
        </p:nvCxnSpPr>
        <p:spPr>
          <a:xfrm flipH="1">
            <a:off x="1578121" y="1669132"/>
            <a:ext cx="330966" cy="548641"/>
          </a:xfrm>
          <a:prstGeom prst="line">
            <a:avLst/>
          </a:prstGeom>
          <a:ln w="9525" cap="rnd">
            <a:solidFill>
              <a:srgbClr val="C00000"/>
            </a:solidFill>
            <a:prstDash val="sys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A4639B3A-F621-849E-816F-AB2133F8C94B}"/>
              </a:ext>
            </a:extLst>
          </p:cNvPr>
          <p:cNvGrpSpPr/>
          <p:nvPr/>
        </p:nvGrpSpPr>
        <p:grpSpPr>
          <a:xfrm>
            <a:off x="860712" y="1118038"/>
            <a:ext cx="1697469" cy="1196755"/>
            <a:chOff x="474388" y="1040281"/>
            <a:chExt cx="1697469" cy="1196755"/>
          </a:xfrm>
        </p:grpSpPr>
        <p:cxnSp>
          <p:nvCxnSpPr>
            <p:cNvPr id="3" name="Gerade Verbindung mit Pfeil 2">
              <a:extLst>
                <a:ext uri="{FF2B5EF4-FFF2-40B4-BE49-F238E27FC236}">
                  <a16:creationId xmlns:a16="http://schemas.microsoft.com/office/drawing/2014/main" id="{10C8E4D8-E352-E169-4B52-CAA1AFA283DA}"/>
                </a:ext>
              </a:extLst>
            </p:cNvPr>
            <p:cNvCxnSpPr>
              <a:cxnSpLocks/>
            </p:cNvCxnSpPr>
            <p:nvPr/>
          </p:nvCxnSpPr>
          <p:spPr>
            <a:xfrm>
              <a:off x="732807" y="1959766"/>
              <a:ext cx="1291138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 Verbindung mit Pfeil 3">
              <a:extLst>
                <a:ext uri="{FF2B5EF4-FFF2-40B4-BE49-F238E27FC236}">
                  <a16:creationId xmlns:a16="http://schemas.microsoft.com/office/drawing/2014/main" id="{2D85DCBA-65BC-2E78-D4B1-20E649AA97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171087"/>
              <a:ext cx="0" cy="788679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109AFDE5-48C2-AC9A-FEB5-8E454718E173}"/>
                </a:ext>
              </a:extLst>
            </p:cNvPr>
            <p:cNvSpPr txBox="1"/>
            <p:nvPr/>
          </p:nvSpPr>
          <p:spPr>
            <a:xfrm>
              <a:off x="474388" y="1040281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19C21B21-D4C5-3B24-BE46-7C8C834D2711}"/>
                </a:ext>
              </a:extLst>
            </p:cNvPr>
            <p:cNvSpPr txBox="1"/>
            <p:nvPr/>
          </p:nvSpPr>
          <p:spPr>
            <a:xfrm>
              <a:off x="1882297" y="1975426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</p:grpSp>
      <p:sp>
        <p:nvSpPr>
          <p:cNvPr id="25" name="Textfeld 24">
            <a:extLst>
              <a:ext uri="{FF2B5EF4-FFF2-40B4-BE49-F238E27FC236}">
                <a16:creationId xmlns:a16="http://schemas.microsoft.com/office/drawing/2014/main" id="{EF438DE3-C634-2A37-3F71-2F7A54F2DDF2}"/>
              </a:ext>
            </a:extLst>
          </p:cNvPr>
          <p:cNvSpPr txBox="1"/>
          <p:nvPr/>
        </p:nvSpPr>
        <p:spPr>
          <a:xfrm>
            <a:off x="1421727" y="2251343"/>
            <a:ext cx="51701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aW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0509C855-7E24-4457-84DC-8C9B5AF2E2DF}"/>
              </a:ext>
            </a:extLst>
          </p:cNvPr>
          <p:cNvCxnSpPr>
            <a:cxnSpLocks/>
          </p:cNvCxnSpPr>
          <p:nvPr/>
        </p:nvCxnSpPr>
        <p:spPr>
          <a:xfrm>
            <a:off x="1685316" y="2037523"/>
            <a:ext cx="0" cy="236681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EEEBE9A4-BBA0-DD3C-0010-2171A986C518}"/>
              </a:ext>
            </a:extLst>
          </p:cNvPr>
          <p:cNvSpPr/>
          <p:nvPr/>
        </p:nvSpPr>
        <p:spPr>
          <a:xfrm>
            <a:off x="1698078" y="1407428"/>
            <a:ext cx="253439" cy="284079"/>
          </a:xfrm>
          <a:custGeom>
            <a:avLst/>
            <a:gdLst>
              <a:gd name="csX0" fmla="*/ 0 w 220980"/>
              <a:gd name="csY0" fmla="*/ 422910 h 422910"/>
              <a:gd name="csX1" fmla="*/ 131445 w 220980"/>
              <a:gd name="csY1" fmla="*/ 283845 h 422910"/>
              <a:gd name="csX2" fmla="*/ 220980 w 220980"/>
              <a:gd name="csY2" fmla="*/ 0 h 4229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20980" h="422910">
                <a:moveTo>
                  <a:pt x="0" y="422910"/>
                </a:moveTo>
                <a:cubicBezTo>
                  <a:pt x="47307" y="388620"/>
                  <a:pt x="94615" y="354330"/>
                  <a:pt x="131445" y="283845"/>
                </a:cubicBezTo>
                <a:cubicBezTo>
                  <a:pt x="168275" y="213360"/>
                  <a:pt x="194627" y="106680"/>
                  <a:pt x="220980" y="0"/>
                </a:cubicBezTo>
              </a:path>
            </a:pathLst>
          </a:custGeom>
          <a:noFill/>
          <a:ln w="6350" cap="rnd">
            <a:round/>
            <a:head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Freihandform: Form 31">
            <a:extLst>
              <a:ext uri="{FF2B5EF4-FFF2-40B4-BE49-F238E27FC236}">
                <a16:creationId xmlns:a16="http://schemas.microsoft.com/office/drawing/2014/main" id="{6F7D5A64-8C14-9966-C943-FC327A0CB537}"/>
              </a:ext>
            </a:extLst>
          </p:cNvPr>
          <p:cNvSpPr/>
          <p:nvPr/>
        </p:nvSpPr>
        <p:spPr>
          <a:xfrm>
            <a:off x="1871310" y="1744042"/>
            <a:ext cx="759521" cy="68796"/>
          </a:xfrm>
          <a:custGeom>
            <a:avLst/>
            <a:gdLst>
              <a:gd name="csX0" fmla="*/ 0 w 432435"/>
              <a:gd name="csY0" fmla="*/ 0 h 68796"/>
              <a:gd name="csX1" fmla="*/ 209550 w 432435"/>
              <a:gd name="csY1" fmla="*/ 66675 h 68796"/>
              <a:gd name="csX2" fmla="*/ 432435 w 432435"/>
              <a:gd name="csY2" fmla="*/ 45720 h 687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32435" h="68796">
                <a:moveTo>
                  <a:pt x="0" y="0"/>
                </a:moveTo>
                <a:cubicBezTo>
                  <a:pt x="68739" y="29527"/>
                  <a:pt x="137478" y="59055"/>
                  <a:pt x="209550" y="66675"/>
                </a:cubicBezTo>
                <a:cubicBezTo>
                  <a:pt x="281622" y="74295"/>
                  <a:pt x="357028" y="60007"/>
                  <a:pt x="432435" y="45720"/>
                </a:cubicBezTo>
              </a:path>
            </a:pathLst>
          </a:custGeom>
          <a:noFill/>
          <a:ln w="6350" cap="rnd">
            <a:round/>
            <a:head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Freihandform: Form 32">
            <a:extLst>
              <a:ext uri="{FF2B5EF4-FFF2-40B4-BE49-F238E27FC236}">
                <a16:creationId xmlns:a16="http://schemas.microsoft.com/office/drawing/2014/main" id="{3753FA15-808B-70C6-6A22-BC941D396861}"/>
              </a:ext>
            </a:extLst>
          </p:cNvPr>
          <p:cNvSpPr/>
          <p:nvPr/>
        </p:nvSpPr>
        <p:spPr>
          <a:xfrm>
            <a:off x="978751" y="1755559"/>
            <a:ext cx="529590" cy="73194"/>
          </a:xfrm>
          <a:custGeom>
            <a:avLst/>
            <a:gdLst>
              <a:gd name="csX0" fmla="*/ 529590 w 529590"/>
              <a:gd name="csY0" fmla="*/ 0 h 73194"/>
              <a:gd name="csX1" fmla="*/ 308610 w 529590"/>
              <a:gd name="csY1" fmla="*/ 72390 h 73194"/>
              <a:gd name="csX2" fmla="*/ 0 w 529590"/>
              <a:gd name="csY2" fmla="*/ 32385 h 731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29590" h="73194">
                <a:moveTo>
                  <a:pt x="529590" y="0"/>
                </a:moveTo>
                <a:cubicBezTo>
                  <a:pt x="463232" y="33496"/>
                  <a:pt x="396875" y="66993"/>
                  <a:pt x="308610" y="72390"/>
                </a:cubicBezTo>
                <a:cubicBezTo>
                  <a:pt x="220345" y="77788"/>
                  <a:pt x="110172" y="55086"/>
                  <a:pt x="0" y="32385"/>
                </a:cubicBezTo>
              </a:path>
            </a:pathLst>
          </a:custGeom>
          <a:noFill/>
          <a:ln w="6350" cap="rnd">
            <a:round/>
            <a:head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9A7B0511-C6AB-4FE3-4225-88BCFF6573CB}"/>
              </a:ext>
            </a:extLst>
          </p:cNvPr>
          <p:cNvGrpSpPr/>
          <p:nvPr/>
        </p:nvGrpSpPr>
        <p:grpSpPr>
          <a:xfrm>
            <a:off x="2536647" y="1613614"/>
            <a:ext cx="667908" cy="398447"/>
            <a:chOff x="2530973" y="2112252"/>
            <a:chExt cx="667908" cy="398447"/>
          </a:xfrm>
        </p:grpSpPr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5528FCF3-8D65-3E5F-5762-0EE35B7F9BF3}"/>
                </a:ext>
              </a:extLst>
            </p:cNvPr>
            <p:cNvSpPr txBox="1"/>
            <p:nvPr/>
          </p:nvSpPr>
          <p:spPr>
            <a:xfrm>
              <a:off x="2534783" y="2112252"/>
              <a:ext cx="477022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∂</a:t>
              </a:r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D32BF64A-7291-0B01-F95C-9165327D1FA5}"/>
                </a:ext>
              </a:extLst>
            </p:cNvPr>
            <p:cNvSpPr txBox="1"/>
            <p:nvPr/>
          </p:nvSpPr>
          <p:spPr>
            <a:xfrm>
              <a:off x="2530973" y="2264478"/>
              <a:ext cx="477022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∂</a:t>
              </a:r>
              <a:r>
                <a:rPr lang="de-DE" sz="2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 </a:t>
              </a:r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B6526F8-F1AF-7423-7232-E5108C1813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6050" y="2285433"/>
              <a:ext cx="20383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6E8DA53B-08B2-2027-135C-BD15D971B3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6555" y="2154555"/>
              <a:ext cx="0" cy="2667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E0E47520-6160-4A02-A30A-AACA075AAAC0}"/>
                </a:ext>
              </a:extLst>
            </p:cNvPr>
            <p:cNvSpPr txBox="1"/>
            <p:nvPr/>
          </p:nvSpPr>
          <p:spPr>
            <a:xfrm>
              <a:off x="2721859" y="2303168"/>
              <a:ext cx="477022" cy="20005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7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</a:t>
              </a:r>
            </a:p>
          </p:txBody>
        </p:sp>
      </p:grp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24AC1AA9-549C-FB6A-D0B7-205A2449DB5D}"/>
              </a:ext>
            </a:extLst>
          </p:cNvPr>
          <p:cNvGrpSpPr/>
          <p:nvPr/>
        </p:nvGrpSpPr>
        <p:grpSpPr>
          <a:xfrm>
            <a:off x="1749253" y="1037075"/>
            <a:ext cx="667908" cy="398447"/>
            <a:chOff x="2530973" y="2112252"/>
            <a:chExt cx="667908" cy="398447"/>
          </a:xfrm>
        </p:grpSpPr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D6D8D75D-3291-E455-539F-8A221ED39D91}"/>
                </a:ext>
              </a:extLst>
            </p:cNvPr>
            <p:cNvSpPr txBox="1"/>
            <p:nvPr/>
          </p:nvSpPr>
          <p:spPr>
            <a:xfrm>
              <a:off x="2534783" y="2112252"/>
              <a:ext cx="477022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∂</a:t>
              </a:r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EEEFBA25-1F6A-6B34-63F0-A389C6B5ECEF}"/>
                </a:ext>
              </a:extLst>
            </p:cNvPr>
            <p:cNvSpPr txBox="1"/>
            <p:nvPr/>
          </p:nvSpPr>
          <p:spPr>
            <a:xfrm>
              <a:off x="2530973" y="2264478"/>
              <a:ext cx="477022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∂</a:t>
              </a:r>
              <a:r>
                <a:rPr lang="de-DE" sz="2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 </a:t>
              </a:r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cxnSp>
          <p:nvCxnSpPr>
            <p:cNvPr id="49" name="Gerader Verbinder 48">
              <a:extLst>
                <a:ext uri="{FF2B5EF4-FFF2-40B4-BE49-F238E27FC236}">
                  <a16:creationId xmlns:a16="http://schemas.microsoft.com/office/drawing/2014/main" id="{D65FEF15-CE78-5184-F472-95AC23CB67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6050" y="2285433"/>
              <a:ext cx="20383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r Verbinder 49">
              <a:extLst>
                <a:ext uri="{FF2B5EF4-FFF2-40B4-BE49-F238E27FC236}">
                  <a16:creationId xmlns:a16="http://schemas.microsoft.com/office/drawing/2014/main" id="{EC1ECEBE-AD95-3CB2-2CB0-AE04267E11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6555" y="2154555"/>
              <a:ext cx="0" cy="2667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6937A435-4A69-5BF4-7DF6-2408ABB1FF88}"/>
                </a:ext>
              </a:extLst>
            </p:cNvPr>
            <p:cNvSpPr txBox="1"/>
            <p:nvPr/>
          </p:nvSpPr>
          <p:spPr>
            <a:xfrm>
              <a:off x="2721859" y="2303168"/>
              <a:ext cx="477022" cy="20005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7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</a:t>
              </a:r>
            </a:p>
          </p:txBody>
        </p:sp>
      </p:grpSp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E4CD542F-FDBE-E92B-3822-15CBDAB55C04}"/>
              </a:ext>
            </a:extLst>
          </p:cNvPr>
          <p:cNvGrpSpPr/>
          <p:nvPr/>
        </p:nvGrpSpPr>
        <p:grpSpPr>
          <a:xfrm>
            <a:off x="245784" y="1607449"/>
            <a:ext cx="667908" cy="398447"/>
            <a:chOff x="2530973" y="2112252"/>
            <a:chExt cx="667908" cy="398447"/>
          </a:xfrm>
        </p:grpSpPr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9054B167-D562-20BB-6D26-4AFB35A0B14A}"/>
                </a:ext>
              </a:extLst>
            </p:cNvPr>
            <p:cNvSpPr txBox="1"/>
            <p:nvPr/>
          </p:nvSpPr>
          <p:spPr>
            <a:xfrm>
              <a:off x="2534783" y="2112252"/>
              <a:ext cx="477022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∂</a:t>
              </a:r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81D4DCE6-96A3-5474-0440-EF63A52F5953}"/>
                </a:ext>
              </a:extLst>
            </p:cNvPr>
            <p:cNvSpPr txBox="1"/>
            <p:nvPr/>
          </p:nvSpPr>
          <p:spPr>
            <a:xfrm>
              <a:off x="2530973" y="2264478"/>
              <a:ext cx="477022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∂</a:t>
              </a:r>
              <a:r>
                <a:rPr lang="de-DE" sz="2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 </a:t>
              </a:r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77BBACE8-B6DB-2552-9E9B-52F19E1355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6050" y="2285433"/>
              <a:ext cx="20383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Gerader Verbinder 55">
              <a:extLst>
                <a:ext uri="{FF2B5EF4-FFF2-40B4-BE49-F238E27FC236}">
                  <a16:creationId xmlns:a16="http://schemas.microsoft.com/office/drawing/2014/main" id="{82ACB7C6-67A2-B615-0B4F-E39E48DAEA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6555" y="2154555"/>
              <a:ext cx="0" cy="2667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69A3B320-B61B-53C0-B9A0-0C27BB13EA6C}"/>
                </a:ext>
              </a:extLst>
            </p:cNvPr>
            <p:cNvSpPr txBox="1"/>
            <p:nvPr/>
          </p:nvSpPr>
          <p:spPr>
            <a:xfrm>
              <a:off x="2721859" y="2303168"/>
              <a:ext cx="477022" cy="20005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7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</a:t>
              </a:r>
            </a:p>
          </p:txBody>
        </p:sp>
      </p:grpSp>
      <p:sp>
        <p:nvSpPr>
          <p:cNvPr id="64" name="Textfeld 63">
            <a:extLst>
              <a:ext uri="{FF2B5EF4-FFF2-40B4-BE49-F238E27FC236}">
                <a16:creationId xmlns:a16="http://schemas.microsoft.com/office/drawing/2014/main" id="{6685FF83-70AA-E4B3-7404-A4AB17DD008E}"/>
              </a:ext>
            </a:extLst>
          </p:cNvPr>
          <p:cNvSpPr txBox="1"/>
          <p:nvPr/>
        </p:nvSpPr>
        <p:spPr>
          <a:xfrm>
            <a:off x="599522" y="1649752"/>
            <a:ext cx="43706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&lt;</a:t>
            </a:r>
            <a:r>
              <a:rPr lang="de-DE" sz="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7A0C94AA-7C6D-E54A-48A7-87F481C459B7}"/>
              </a:ext>
            </a:extLst>
          </p:cNvPr>
          <p:cNvSpPr txBox="1"/>
          <p:nvPr/>
        </p:nvSpPr>
        <p:spPr>
          <a:xfrm>
            <a:off x="2898394" y="1655990"/>
            <a:ext cx="43706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</a:t>
            </a:r>
            <a:r>
              <a:rPr lang="de-DE" sz="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8DA9D43-93D6-D4C9-72FD-4599A62A9586}"/>
              </a:ext>
            </a:extLst>
          </p:cNvPr>
          <p:cNvSpPr txBox="1"/>
          <p:nvPr/>
        </p:nvSpPr>
        <p:spPr>
          <a:xfrm>
            <a:off x="2101282" y="1071990"/>
            <a:ext cx="43706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</a:t>
            </a:r>
            <a:r>
              <a:rPr lang="de-DE" sz="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28889714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FDEEB-AEB3-2357-8179-899994449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8391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186</Words>
  <Application>Microsoft Office PowerPoint</Application>
  <PresentationFormat>Benutzerdefiniert</PresentationFormat>
  <Paragraphs>109</Paragraphs>
  <Slides>21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8" baseType="lpstr">
      <vt:lpstr>Aptos</vt:lpstr>
      <vt:lpstr>Aptos Display</vt:lpstr>
      <vt:lpstr>Arial</vt:lpstr>
      <vt:lpstr>CMU Serif</vt:lpstr>
      <vt:lpstr>CMU Serif Extra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34</cp:revision>
  <dcterms:created xsi:type="dcterms:W3CDTF">2025-08-17T20:55:38Z</dcterms:created>
  <dcterms:modified xsi:type="dcterms:W3CDTF">2026-01-14T20:28:04Z</dcterms:modified>
</cp:coreProperties>
</file>