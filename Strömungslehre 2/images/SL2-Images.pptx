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930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4598-9D4B-B1DF-4F75-D1C67FE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A35A164-6D67-95D9-9A11-233394E5F199}"/>
              </a:ext>
            </a:extLst>
          </p:cNvPr>
          <p:cNvGrpSpPr/>
          <p:nvPr/>
        </p:nvGrpSpPr>
        <p:grpSpPr>
          <a:xfrm>
            <a:off x="1456152" y="1556688"/>
            <a:ext cx="712350" cy="588662"/>
            <a:chOff x="312132" y="2331638"/>
            <a:chExt cx="827993" cy="58866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998B018-B539-4CD6-95E1-D9DFAAFBDAFB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1675D4FE-67FB-9EC1-C485-A56A7BA95C63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E36D311B-361E-8B67-14A6-6120817B1D4D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1E2CA5-AF58-6F35-A81F-8419A78E226F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E845E6D-5466-293E-71F5-52369C6E37DD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49ED894-206E-138C-5F2B-274E78287106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58B8E89-8231-FB78-C1EE-9130E3011583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9090211-A0E9-ABFC-9E2B-88D2142279A3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186B6213-A917-D657-6132-7308177ECA5E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A040DDE6-D67A-9EDA-39CA-CC8F2459E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E2E586-24A5-3FD8-5D45-EFE7782E4D7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2545F30-F9E3-C81B-C1EF-BEADDDB19516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0096F58-3C07-0A87-3EBB-F8954790ABDD}"/>
              </a:ext>
            </a:extLst>
          </p:cNvPr>
          <p:cNvSpPr txBox="1"/>
          <p:nvPr/>
        </p:nvSpPr>
        <p:spPr>
          <a:xfrm>
            <a:off x="2019201" y="1277960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5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85EE9EB-7D75-BCE9-1AF1-7C16A84304A1}"/>
              </a:ext>
            </a:extLst>
          </p:cNvPr>
          <p:cNvGrpSpPr/>
          <p:nvPr/>
        </p:nvGrpSpPr>
        <p:grpSpPr>
          <a:xfrm rot="16200000">
            <a:off x="1450744" y="1541222"/>
            <a:ext cx="702774" cy="588662"/>
            <a:chOff x="312132" y="2331638"/>
            <a:chExt cx="827993" cy="58866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311C88BC-9582-BECD-AE17-B5C193D4FF1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5FF1307-3826-8DF1-CF88-E8A7BB3E6F3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E770644-3176-5BC1-3D02-38420EF5998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BD1F6F5-6DA5-266B-AF07-76619B4C34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362D0BD-97AC-CB5C-B1F3-3CDE727948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D3EDFA18-94A6-9EB5-C473-2D4B31226E5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8AFF7A7-A4ED-495F-4718-83B26E61B66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29469E1-6730-428E-3C60-3A1D7B49FC8A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9A63C8D-1D9C-B946-EBD9-B9FEA1BBF275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16F5FF3-3E24-921D-FE22-D0D7294A5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8C1B6A1-3350-FBE0-4153-DAA810FF4612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946943-6A77-CFF6-C854-FA7078E0B698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ED074D3B-F15A-F8FE-83D5-3DEF0F157AF6}"/>
              </a:ext>
            </a:extLst>
          </p:cNvPr>
          <p:cNvSpPr txBox="1"/>
          <p:nvPr/>
        </p:nvSpPr>
        <p:spPr>
          <a:xfrm>
            <a:off x="2076138" y="1339898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9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94310-05BD-F8E3-2858-B9EED62B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7489F9DA-1246-5E4B-8CF1-F1267C167AA0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F28EDA6-FD47-D969-A085-6ABB565CB94F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FA7BCAFE-C88E-2032-D99A-DB40FC68B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A868BFF-4923-B953-6793-4EEEAB10845E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F29990AF-ED47-3EBF-44F7-E570A376993A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EF302D6-A023-340E-6E15-56B7852DD378}"/>
              </a:ext>
            </a:extLst>
          </p:cNvPr>
          <p:cNvGrpSpPr/>
          <p:nvPr/>
        </p:nvGrpSpPr>
        <p:grpSpPr>
          <a:xfrm>
            <a:off x="1828867" y="1394114"/>
            <a:ext cx="436246" cy="432432"/>
            <a:chOff x="1190624" y="1556385"/>
            <a:chExt cx="436246" cy="432432"/>
          </a:xfrm>
        </p:grpSpPr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C052584D-3216-87B4-170F-6787B94C2FE6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7A80C0E2-BA36-A4BE-98FB-9EE717040A0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BB3214B7-0B61-BEA8-CF0A-43AAB3E3D91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3C90C3C4-F48C-911D-34FF-60652597906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A7F365-657C-1E7F-5EA1-3709EE260537}"/>
              </a:ext>
            </a:extLst>
          </p:cNvPr>
          <p:cNvGrpSpPr/>
          <p:nvPr/>
        </p:nvGrpSpPr>
        <p:grpSpPr>
          <a:xfrm flipV="1">
            <a:off x="1828867" y="1868537"/>
            <a:ext cx="436246" cy="432432"/>
            <a:chOff x="1190624" y="1556385"/>
            <a:chExt cx="436246" cy="432432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80B00414-493C-0EDF-FEBE-B9A13E15A712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E14BBBC7-141A-8A91-8D79-CFD929C95C2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195521B5-73C9-BB0F-94A7-1F3F391EF6C2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33D97E10-E357-7048-19D7-1D2168982B9D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E6397AD-B34F-0F7C-52FC-5D205A61B0A2}"/>
              </a:ext>
            </a:extLst>
          </p:cNvPr>
          <p:cNvGrpSpPr/>
          <p:nvPr/>
        </p:nvGrpSpPr>
        <p:grpSpPr>
          <a:xfrm flipH="1">
            <a:off x="1340838" y="1394114"/>
            <a:ext cx="436246" cy="432432"/>
            <a:chOff x="1190624" y="1556385"/>
            <a:chExt cx="436246" cy="432432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745956E-F84B-DF60-B7F9-217E4021803E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1CC5970-AE43-06C3-1C07-3E37D4AD0548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AB366EC7-821A-8E09-5460-33F2F239E44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1158901-5D59-0D31-E0C8-D77B9E3849A4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328A6E-AC7F-087B-D214-4A0EAE56D55F}"/>
              </a:ext>
            </a:extLst>
          </p:cNvPr>
          <p:cNvGrpSpPr/>
          <p:nvPr/>
        </p:nvGrpSpPr>
        <p:grpSpPr>
          <a:xfrm flipH="1" flipV="1">
            <a:off x="1340838" y="1868537"/>
            <a:ext cx="436246" cy="432432"/>
            <a:chOff x="1190624" y="1556385"/>
            <a:chExt cx="436246" cy="432432"/>
          </a:xfrm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171A209-94A7-284A-6974-7B2F63359A03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96BA1B0-33EF-8B08-DEF5-0FBE74C75175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8FF233-C06B-3D72-551A-0143FEB86E7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2EF73E6-3E96-23B0-84BE-478B55C46CE5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CF2961-3A4A-E5BB-A44B-1FFBFD0690E3}"/>
              </a:ext>
            </a:extLst>
          </p:cNvPr>
          <p:cNvCxnSpPr>
            <a:cxnSpLocks/>
          </p:cNvCxnSpPr>
          <p:nvPr/>
        </p:nvCxnSpPr>
        <p:spPr>
          <a:xfrm>
            <a:off x="1282065" y="1847660"/>
            <a:ext cx="524010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55EAF55-6F38-E68B-CB49-D953BA517ED2}"/>
              </a:ext>
            </a:extLst>
          </p:cNvPr>
          <p:cNvCxnSpPr>
            <a:cxnSpLocks/>
          </p:cNvCxnSpPr>
          <p:nvPr/>
        </p:nvCxnSpPr>
        <p:spPr>
          <a:xfrm flipV="1">
            <a:off x="1804797" y="1839920"/>
            <a:ext cx="0" cy="52228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0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464-25F9-0F4F-21D6-187BCCCD1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961B15-2948-8F83-21AB-6D7700AF115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066CC60-E46A-10D4-8BF1-070BF9997F9B}"/>
              </a:ext>
            </a:extLst>
          </p:cNvPr>
          <p:cNvGrpSpPr/>
          <p:nvPr/>
        </p:nvGrpSpPr>
        <p:grpSpPr>
          <a:xfrm>
            <a:off x="1399167" y="1447862"/>
            <a:ext cx="804794" cy="804795"/>
            <a:chOff x="1399167" y="1447862"/>
            <a:chExt cx="804794" cy="804795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AB71DB71-B5D1-11B6-5D0A-FC8B57357DA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564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957A17EF-DA95-7073-6083-31ADFC9FB7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167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D0C0DE1-877F-6D2E-1E57-0DC2E3C2FF8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598461" y="1649061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E3752-808D-6EAA-89DB-CBB7B496112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600366" y="2051459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EE53D4B-5037-025C-6179-E5F41F6E8A74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424306" y="174680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1CA439A-E49B-7835-83C7-76047787E6D0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5144" y="19487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989C0-A808-5AB6-8094-A563333C097D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773150" y="194870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5314965-0DCF-9F46-76B4-7653453A6891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774551" y="174876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BC2052D-CC42-0C66-3FBA-2EF56703CB23}"/>
                </a:ext>
              </a:extLst>
            </p:cNvPr>
            <p:cNvCxnSpPr>
              <a:cxnSpLocks/>
            </p:cNvCxnSpPr>
            <p:nvPr/>
          </p:nvCxnSpPr>
          <p:spPr>
            <a:xfrm rot="18000000" flipH="1">
              <a:off x="1701367" y="167498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6650193B-182A-D6BA-16BF-1CEF02DFED30}"/>
                </a:ext>
              </a:extLst>
            </p:cNvPr>
            <p:cNvCxnSpPr>
              <a:cxnSpLocks/>
            </p:cNvCxnSpPr>
            <p:nvPr/>
          </p:nvCxnSpPr>
          <p:spPr>
            <a:xfrm rot="-3600000" flipH="1">
              <a:off x="1498629" y="2023811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572BD60-C56F-8538-9630-EA3CC948A223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499814" y="1672548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0AE03D-BEF6-3D11-424F-E5493967644D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700196" y="20236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6AD859B0-FF24-6C55-1C06-37B45F671BA7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C9CA4F6-2DAC-61E0-97CC-B38F305F1580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C34E9316-27B9-1ACB-CAC3-CCA12964B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22F7C36C-D3D3-12AD-3770-D4B73B9B06F8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4F0424E6-E0B3-C426-5F6D-32044A854A49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7176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109D5-453D-FFF0-7A93-B321E93E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9F2E0C2-93F3-E52B-CCA2-667480F16EA0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Γ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DEB7740-74C3-6722-2790-C07EA44F5FF8}"/>
              </a:ext>
            </a:extLst>
          </p:cNvPr>
          <p:cNvGrpSpPr/>
          <p:nvPr/>
        </p:nvGrpSpPr>
        <p:grpSpPr>
          <a:xfrm>
            <a:off x="1397265" y="1447866"/>
            <a:ext cx="804788" cy="804788"/>
            <a:chOff x="1397265" y="1447866"/>
            <a:chExt cx="804788" cy="804788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C75B8F3-45C3-2FB5-9AFA-96F8644F7F39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533823" y="1714981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7DF2B9C6-AB71-9D70-FEC3-3583FA6CF683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639552" y="1775882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DA586A-4A97-1D4C-B3CE-C2E564EF337E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8915" y="1652697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74C30618-ACB1-E841-5501-253C17985C5E}"/>
                </a:ext>
              </a:extLst>
            </p:cNvPr>
            <p:cNvSpPr/>
            <p:nvPr/>
          </p:nvSpPr>
          <p:spPr>
            <a:xfrm>
              <a:off x="1397265" y="1447866"/>
              <a:ext cx="804788" cy="80478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EBD24108-9B50-1D4E-C44D-7C8AA6147135}"/>
                </a:ext>
              </a:extLst>
            </p:cNvPr>
            <p:cNvSpPr/>
            <p:nvPr/>
          </p:nvSpPr>
          <p:spPr>
            <a:xfrm>
              <a:off x="1516281" y="1566885"/>
              <a:ext cx="566750" cy="566750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42208D0-F903-AB98-E853-2D2F5FB1542B}"/>
                </a:ext>
              </a:extLst>
            </p:cNvPr>
            <p:cNvSpPr/>
            <p:nvPr/>
          </p:nvSpPr>
          <p:spPr>
            <a:xfrm>
              <a:off x="1639073" y="1689674"/>
              <a:ext cx="321172" cy="321172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CA288F6-427A-CEA7-CCF2-9824300F55AA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2193CAD-F186-62F6-8C3E-62189E7C1ED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6E9E193-AE9F-05F3-5879-52789D0A9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C2850A3-48CD-1AE0-7FDB-C195C84EBD10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23E1CEF-CAC2-2BF2-54A7-7F5E28E8C33B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49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402C-1695-3278-E49A-15D30E458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4BE0DB-295B-F0C9-769F-38C0BC2175F6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7F96EA0-418F-5B32-1883-19E9F0706C2E}"/>
              </a:ext>
            </a:extLst>
          </p:cNvPr>
          <p:cNvGrpSpPr/>
          <p:nvPr/>
        </p:nvGrpSpPr>
        <p:grpSpPr>
          <a:xfrm>
            <a:off x="1589136" y="1429217"/>
            <a:ext cx="421043" cy="421043"/>
            <a:chOff x="1589136" y="1429217"/>
            <a:chExt cx="421043" cy="421043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2AD9EB0-4379-DAB5-561D-3052FEEBC5BA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05C0BF04-4598-2C45-88BC-7EC99DA5396C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EAE5463F-63DE-5034-A7B3-46D607622A05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58AD796-8ACD-A6A1-5DD2-4FE9871691F9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84754D3A-09DF-BE61-B391-452398EDE634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0E6A946E-7D83-5DAA-170A-FF79D63FC0F6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8E2C121-0A3C-4CC3-5C27-144427A872FB}"/>
              </a:ext>
            </a:extLst>
          </p:cNvPr>
          <p:cNvGrpSpPr/>
          <p:nvPr/>
        </p:nvGrpSpPr>
        <p:grpSpPr>
          <a:xfrm flipV="1">
            <a:off x="1589134" y="1848952"/>
            <a:ext cx="421043" cy="421043"/>
            <a:chOff x="1589136" y="1429217"/>
            <a:chExt cx="421043" cy="421043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E1B9C49-B1BF-D3B1-4763-8DE4546BC1B1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1987D4D-00A8-02F5-F5C6-DCCD8C2901ED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4B454BC-3CDB-1FBA-DC2A-B8B51CDDFB14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0633780-E21D-63C8-6AD6-94FE74F569CB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A86508-30C0-040E-97FC-8DE87DCFAA1C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5221837-E24A-A3D0-EB18-872C4063502B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1E06790-E0A0-77A1-0870-B1DA98DAE26B}"/>
              </a:ext>
            </a:extLst>
          </p:cNvPr>
          <p:cNvCxnSpPr>
            <a:cxnSpLocks/>
          </p:cNvCxnSpPr>
          <p:nvPr/>
        </p:nvCxnSpPr>
        <p:spPr>
          <a:xfrm flipH="1">
            <a:off x="1526717" y="1847660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25B7528-39E1-08C2-3203-70283CC04D3F}"/>
              </a:ext>
            </a:extLst>
          </p:cNvPr>
          <p:cNvCxnSpPr>
            <a:cxnSpLocks/>
          </p:cNvCxnSpPr>
          <p:nvPr/>
        </p:nvCxnSpPr>
        <p:spPr>
          <a:xfrm flipH="1">
            <a:off x="1917280" y="1849565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C8E4280-CA83-8E7E-C06F-7B9E165A50B9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4B9FBBE-85E1-F105-4847-F8D95337692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5AACF14-8544-11EB-A27B-003D46771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F82613D1-CD48-D1D5-A21A-BE84CA72A8AB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F3A6AD5-5346-06A5-60EE-C58D76FCCAA1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E67-63D0-532C-CD46-69AAD565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AB880B7-060D-4F5C-AF12-3ACD729C05B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3D4EB50-BB6A-EFDE-76F3-712D5F527D91}"/>
              </a:ext>
            </a:extLst>
          </p:cNvPr>
          <p:cNvGrpSpPr/>
          <p:nvPr/>
        </p:nvGrpSpPr>
        <p:grpSpPr>
          <a:xfrm rot="16200000">
            <a:off x="1519100" y="1414295"/>
            <a:ext cx="561116" cy="840778"/>
            <a:chOff x="1048354" y="1473032"/>
            <a:chExt cx="561116" cy="840778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0DD438EB-9FA8-6D3F-FBB6-952298959FE2}"/>
                </a:ext>
              </a:extLst>
            </p:cNvPr>
            <p:cNvGrpSpPr/>
            <p:nvPr/>
          </p:nvGrpSpPr>
          <p:grpSpPr>
            <a:xfrm>
              <a:off x="1110773" y="1473032"/>
              <a:ext cx="421043" cy="421043"/>
              <a:chOff x="1589136" y="1429217"/>
              <a:chExt cx="421043" cy="421043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61439F0-3EEC-FF83-3350-440205995B80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6B707A6-24A0-FA2E-58AB-9B90448BCECB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8F0DC2A2-F2E6-782F-AFE4-0E37602F5EEC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F5274D17-35AE-7BCC-76A8-195884A4BB7A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7C6743-487C-1F28-13F7-6C24253E7996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8490E567-483A-FC0A-28EE-8D7FDC483FB4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32D89221-E9D8-4A15-F968-2F35C1FF2BB8}"/>
                </a:ext>
              </a:extLst>
            </p:cNvPr>
            <p:cNvGrpSpPr/>
            <p:nvPr/>
          </p:nvGrpSpPr>
          <p:grpSpPr>
            <a:xfrm flipV="1">
              <a:off x="1110771" y="1892767"/>
              <a:ext cx="421043" cy="421043"/>
              <a:chOff x="1589136" y="1429217"/>
              <a:chExt cx="421043" cy="421043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73D2D1B4-26C2-4106-98C5-40F2AE0115F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A670917-C4B4-A364-3288-5D4791614AB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6DE09893-6234-3845-2C36-477D04BDF1EF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B360FD98-E748-9970-678A-EEADC979ABD0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A082E2F6-9CD2-C210-91AD-67A2466FC381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ADAA563-A638-A8A1-331F-10CE2A8A02A0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EC2C7E8-90AE-4AFA-B61F-88C778F57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8354" y="1891475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B03955-928D-A7AD-C32A-FD2167A1A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38917" y="1893380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2EFFBF4-FA27-C16E-BB37-07B624BC5D9F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491E27A3-C5F8-5B13-C25E-7295105A409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600DBCE6-5F12-1412-953E-39D6145EA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C758D2B-D260-8EBC-377D-E1EC544272C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8FBEC9F-C4FC-6691-2093-CB9496C21DDA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38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151C4441-48DD-4F2F-B447-52D7E9CB1C37}"/>
              </a:ext>
            </a:extLst>
          </p:cNvPr>
          <p:cNvSpPr/>
          <p:nvPr/>
        </p:nvSpPr>
        <p:spPr>
          <a:xfrm>
            <a:off x="763190" y="1964676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8B436675-3D4F-6572-5E1B-A231DCFFA578}"/>
              </a:ext>
            </a:extLst>
          </p:cNvPr>
          <p:cNvSpPr/>
          <p:nvPr/>
        </p:nvSpPr>
        <p:spPr>
          <a:xfrm flipV="1">
            <a:off x="763190" y="2201270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5BA6A0CE-7317-7C32-A60C-3F37A86CFDE5}"/>
              </a:ext>
            </a:extLst>
          </p:cNvPr>
          <p:cNvCxnSpPr/>
          <p:nvPr/>
        </p:nvCxnSpPr>
        <p:spPr>
          <a:xfrm>
            <a:off x="2787253" y="2130086"/>
            <a:ext cx="0" cy="151209"/>
          </a:xfrm>
          <a:prstGeom prst="line">
            <a:avLst/>
          </a:prstGeom>
          <a:ln w="635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9EC42CF-C4AD-26C2-F755-67F53B0F57FA}"/>
              </a:ext>
            </a:extLst>
          </p:cNvPr>
          <p:cNvSpPr txBox="1"/>
          <p:nvPr/>
        </p:nvSpPr>
        <p:spPr>
          <a:xfrm>
            <a:off x="2658308" y="2287703"/>
            <a:ext cx="23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AE93D75-3F67-E738-E867-40F42D1BBD2E}"/>
              </a:ext>
            </a:extLst>
          </p:cNvPr>
          <p:cNvCxnSpPr>
            <a:cxnSpLocks/>
          </p:cNvCxnSpPr>
          <p:nvPr/>
        </p:nvCxnSpPr>
        <p:spPr>
          <a:xfrm>
            <a:off x="375046" y="2203323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D06E8C5-3B24-B991-BD66-5A2C4FC48901}"/>
              </a:ext>
            </a:extLst>
          </p:cNvPr>
          <p:cNvSpPr txBox="1"/>
          <p:nvPr/>
        </p:nvSpPr>
        <p:spPr>
          <a:xfrm>
            <a:off x="264319" y="1909539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3B1CE73-CB4C-3BFE-798D-740E36BECF21}"/>
              </a:ext>
            </a:extLst>
          </p:cNvPr>
          <p:cNvSpPr txBox="1"/>
          <p:nvPr/>
        </p:nvSpPr>
        <p:spPr>
          <a:xfrm>
            <a:off x="811672" y="1646189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baseline="-25000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5431695A-CED1-A905-2B1F-29A6C8DEC3EB}"/>
              </a:ext>
            </a:extLst>
          </p:cNvPr>
          <p:cNvSpPr/>
          <p:nvPr/>
        </p:nvSpPr>
        <p:spPr>
          <a:xfrm>
            <a:off x="1069381" y="1850347"/>
            <a:ext cx="69005" cy="111398"/>
          </a:xfrm>
          <a:custGeom>
            <a:avLst/>
            <a:gdLst>
              <a:gd name="csX0" fmla="*/ 103584 w 103584"/>
              <a:gd name="csY0" fmla="*/ 139303 h 139303"/>
              <a:gd name="csX1" fmla="*/ 67866 w 103584"/>
              <a:gd name="csY1" fmla="*/ 55959 h 139303"/>
              <a:gd name="csX2" fmla="*/ 0 w 103584"/>
              <a:gd name="csY2" fmla="*/ 0 h 1393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3584" h="139303">
                <a:moveTo>
                  <a:pt x="103584" y="139303"/>
                </a:moveTo>
                <a:cubicBezTo>
                  <a:pt x="94357" y="109239"/>
                  <a:pt x="85130" y="79176"/>
                  <a:pt x="67866" y="55959"/>
                </a:cubicBezTo>
                <a:cubicBezTo>
                  <a:pt x="50602" y="32742"/>
                  <a:pt x="25301" y="16371"/>
                  <a:pt x="0" y="0"/>
                </a:cubicBezTo>
              </a:path>
            </a:pathLst>
          </a:custGeom>
          <a:ln w="6350" cap="rnd">
            <a:round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7BFA5323-A8BE-A1CC-F41A-84C8A9AD367C}"/>
              </a:ext>
            </a:extLst>
          </p:cNvPr>
          <p:cNvCxnSpPr>
            <a:cxnSpLocks/>
          </p:cNvCxnSpPr>
          <p:nvPr/>
        </p:nvCxnSpPr>
        <p:spPr>
          <a:xfrm>
            <a:off x="760452" y="1602349"/>
            <a:ext cx="933808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stealth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65699B83-8B53-19C4-7102-59C314F87269}"/>
              </a:ext>
            </a:extLst>
          </p:cNvPr>
          <p:cNvSpPr txBox="1"/>
          <p:nvPr/>
        </p:nvSpPr>
        <p:spPr>
          <a:xfrm>
            <a:off x="1039536" y="138226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4D86BA2-54E7-7957-00BE-04015FE7DD45}"/>
              </a:ext>
            </a:extLst>
          </p:cNvPr>
          <p:cNvSpPr txBox="1"/>
          <p:nvPr/>
        </p:nvSpPr>
        <p:spPr>
          <a:xfrm>
            <a:off x="1052572" y="2171149"/>
            <a:ext cx="814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FFE89FB-4F70-6F25-3598-4E3DDEBC72B0}"/>
              </a:ext>
            </a:extLst>
          </p:cNvPr>
          <p:cNvCxnSpPr>
            <a:cxnSpLocks/>
          </p:cNvCxnSpPr>
          <p:nvPr/>
        </p:nvCxnSpPr>
        <p:spPr>
          <a:xfrm>
            <a:off x="2322910" y="1397127"/>
            <a:ext cx="0" cy="804143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D631C3CD-45EE-DBDC-A809-E1B3EFEF049D}"/>
              </a:ext>
            </a:extLst>
          </p:cNvPr>
          <p:cNvCxnSpPr>
            <a:cxnSpLocks/>
          </p:cNvCxnSpPr>
          <p:nvPr/>
        </p:nvCxnSpPr>
        <p:spPr>
          <a:xfrm flipH="1">
            <a:off x="760452" y="1401824"/>
            <a:ext cx="1562458" cy="0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30F2661-0523-44C7-466F-F9F87DA62D50}"/>
              </a:ext>
            </a:extLst>
          </p:cNvPr>
          <p:cNvGrpSpPr/>
          <p:nvPr/>
        </p:nvGrpSpPr>
        <p:grpSpPr>
          <a:xfrm>
            <a:off x="387549" y="1135517"/>
            <a:ext cx="2891432" cy="1329416"/>
            <a:chOff x="220862" y="872331"/>
            <a:chExt cx="2891432" cy="1329416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C01F3C5F-A810-80F8-4A24-8201A812A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3765" y="890650"/>
              <a:ext cx="0" cy="1049778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0FA0BA1A-B5BE-8FBF-A97B-F5CBF52DD647}"/>
                </a:ext>
              </a:extLst>
            </p:cNvPr>
            <p:cNvCxnSpPr>
              <a:cxnSpLocks/>
            </p:cNvCxnSpPr>
            <p:nvPr/>
          </p:nvCxnSpPr>
          <p:spPr>
            <a:xfrm>
              <a:off x="593765" y="1940428"/>
              <a:ext cx="2449473" cy="0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CBE2A7F-1991-BE72-42D5-AEBB2839FB7A}"/>
                </a:ext>
              </a:extLst>
            </p:cNvPr>
            <p:cNvSpPr txBox="1"/>
            <p:nvPr/>
          </p:nvSpPr>
          <p:spPr>
            <a:xfrm>
              <a:off x="220862" y="872331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347DDBC-7F31-07EB-6C5F-5121311B917D}"/>
                </a:ext>
              </a:extLst>
            </p:cNvPr>
            <p:cNvSpPr txBox="1"/>
            <p:nvPr/>
          </p:nvSpPr>
          <p:spPr>
            <a:xfrm>
              <a:off x="2878932" y="1940137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76482CE4-7380-C028-3AC5-FFE9EEF8C2AE}"/>
              </a:ext>
            </a:extLst>
          </p:cNvPr>
          <p:cNvSpPr txBox="1"/>
          <p:nvPr/>
        </p:nvSpPr>
        <p:spPr>
          <a:xfrm>
            <a:off x="1365291" y="1173170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22C0096F-C4D5-40BC-0C8D-C14A0E492B37}"/>
              </a:ext>
            </a:extLst>
          </p:cNvPr>
          <p:cNvSpPr txBox="1"/>
          <p:nvPr/>
        </p:nvSpPr>
        <p:spPr>
          <a:xfrm>
            <a:off x="2232809" y="1638127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0F68DD5-BD91-6E2B-C9CE-C9C47955E97C}"/>
              </a:ext>
            </a:extLst>
          </p:cNvPr>
          <p:cNvCxnSpPr>
            <a:cxnSpLocks/>
          </p:cNvCxnSpPr>
          <p:nvPr/>
        </p:nvCxnSpPr>
        <p:spPr>
          <a:xfrm flipV="1">
            <a:off x="1694259" y="1399509"/>
            <a:ext cx="628650" cy="804143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FB33560-7345-FD89-79FC-CB1BDB404655}"/>
              </a:ext>
            </a:extLst>
          </p:cNvPr>
          <p:cNvSpPr/>
          <p:nvPr/>
        </p:nvSpPr>
        <p:spPr>
          <a:xfrm>
            <a:off x="1671400" y="2179882"/>
            <a:ext cx="45719" cy="45719"/>
          </a:xfrm>
          <a:prstGeom prst="ellipse">
            <a:avLst/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6F0D60B-E555-BCF1-9ECD-AA69379956B6}"/>
              </a:ext>
            </a:extLst>
          </p:cNvPr>
          <p:cNvCxnSpPr>
            <a:cxnSpLocks/>
          </p:cNvCxnSpPr>
          <p:nvPr/>
        </p:nvCxnSpPr>
        <p:spPr>
          <a:xfrm>
            <a:off x="1694260" y="1545449"/>
            <a:ext cx="0" cy="723941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622465F8-FDD1-EB3C-4B85-B27CD986FCE7}"/>
              </a:ext>
            </a:extLst>
          </p:cNvPr>
          <p:cNvCxnSpPr>
            <a:cxnSpLocks/>
          </p:cNvCxnSpPr>
          <p:nvPr/>
        </p:nvCxnSpPr>
        <p:spPr>
          <a:xfrm flipV="1">
            <a:off x="2321716" y="977920"/>
            <a:ext cx="331218" cy="42368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BF261DB-C6A6-B1F8-81BE-29EF554B1111}"/>
              </a:ext>
            </a:extLst>
          </p:cNvPr>
          <p:cNvCxnSpPr>
            <a:cxnSpLocks/>
          </p:cNvCxnSpPr>
          <p:nvPr/>
        </p:nvCxnSpPr>
        <p:spPr>
          <a:xfrm>
            <a:off x="2322909" y="1401533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5619D61-7B52-1515-6B1D-51C42D3C2F7D}"/>
              </a:ext>
            </a:extLst>
          </p:cNvPr>
          <p:cNvCxnSpPr>
            <a:cxnSpLocks/>
          </p:cNvCxnSpPr>
          <p:nvPr/>
        </p:nvCxnSpPr>
        <p:spPr>
          <a:xfrm rot="-5400000">
            <a:off x="2141735" y="1220359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A4A26152-63D9-152C-1A8C-81837453F0B1}"/>
              </a:ext>
            </a:extLst>
          </p:cNvPr>
          <p:cNvSpPr txBox="1"/>
          <p:nvPr/>
        </p:nvSpPr>
        <p:spPr>
          <a:xfrm>
            <a:off x="2481327" y="140394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BE435B40-5057-1274-527D-5E19682BA74B}"/>
              </a:ext>
            </a:extLst>
          </p:cNvPr>
          <p:cNvSpPr txBox="1"/>
          <p:nvPr/>
        </p:nvSpPr>
        <p:spPr>
          <a:xfrm>
            <a:off x="2000728" y="906895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17A8616-A10C-02A7-F4E3-E879625814BB}"/>
              </a:ext>
            </a:extLst>
          </p:cNvPr>
          <p:cNvSpPr txBox="1"/>
          <p:nvPr/>
        </p:nvSpPr>
        <p:spPr>
          <a:xfrm>
            <a:off x="2556973" y="97952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i="1" baseline="-250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4D85C809-E44D-B771-1DDA-0F3DB1AE9532}"/>
              </a:ext>
            </a:extLst>
          </p:cNvPr>
          <p:cNvSpPr txBox="1"/>
          <p:nvPr/>
        </p:nvSpPr>
        <p:spPr>
          <a:xfrm>
            <a:off x="1908631" y="164910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Bogen 67">
            <a:extLst>
              <a:ext uri="{FF2B5EF4-FFF2-40B4-BE49-F238E27FC236}">
                <a16:creationId xmlns:a16="http://schemas.microsoft.com/office/drawing/2014/main" id="{488935CF-E48C-ABDB-2635-5978560ED574}"/>
              </a:ext>
            </a:extLst>
          </p:cNvPr>
          <p:cNvSpPr/>
          <p:nvPr/>
        </p:nvSpPr>
        <p:spPr>
          <a:xfrm>
            <a:off x="1316325" y="1822527"/>
            <a:ext cx="758068" cy="758064"/>
          </a:xfrm>
          <a:prstGeom prst="arc">
            <a:avLst>
              <a:gd name="adj1" fmla="val 18497828"/>
              <a:gd name="adj2" fmla="val 0"/>
            </a:avLst>
          </a:prstGeom>
          <a:ln w="9525" cap="rnd">
            <a:solidFill>
              <a:schemeClr val="accent2"/>
            </a:solidFill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B435A81-80E5-5619-4595-F83D7F13CA91}"/>
              </a:ext>
            </a:extLst>
          </p:cNvPr>
          <p:cNvSpPr txBox="1"/>
          <p:nvPr/>
        </p:nvSpPr>
        <p:spPr>
          <a:xfrm>
            <a:off x="1685571" y="2000610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E5269625-BBF3-6DE4-4099-C3A3F90518A2}"/>
              </a:ext>
            </a:extLst>
          </p:cNvPr>
          <p:cNvSpPr/>
          <p:nvPr/>
        </p:nvSpPr>
        <p:spPr>
          <a:xfrm>
            <a:off x="2301478" y="1379882"/>
            <a:ext cx="45719" cy="45719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452D4F9-41A3-D6B6-ADF1-3384F2E8C3E9}"/>
              </a:ext>
            </a:extLst>
          </p:cNvPr>
          <p:cNvSpPr txBox="1"/>
          <p:nvPr/>
        </p:nvSpPr>
        <p:spPr>
          <a:xfrm>
            <a:off x="1800225" y="1183368"/>
            <a:ext cx="594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39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E98C-843E-F8D8-04BB-4AA2E57FA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B787AF4-4EDE-6B6A-B022-1274C28501AA}"/>
              </a:ext>
            </a:extLst>
          </p:cNvPr>
          <p:cNvCxnSpPr>
            <a:cxnSpLocks/>
          </p:cNvCxnSpPr>
          <p:nvPr/>
        </p:nvCxnSpPr>
        <p:spPr>
          <a:xfrm flipV="1">
            <a:off x="1333065" y="1881782"/>
            <a:ext cx="0" cy="372981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41348B6-3970-371A-951B-6F1FC0D1568E}"/>
              </a:ext>
            </a:extLst>
          </p:cNvPr>
          <p:cNvCxnSpPr>
            <a:cxnSpLocks/>
          </p:cNvCxnSpPr>
          <p:nvPr/>
        </p:nvCxnSpPr>
        <p:spPr>
          <a:xfrm>
            <a:off x="860186" y="1844208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5E21D1E-781D-5CAD-09E6-BCF363D538C4}"/>
              </a:ext>
            </a:extLst>
          </p:cNvPr>
          <p:cNvSpPr txBox="1"/>
          <p:nvPr/>
        </p:nvSpPr>
        <p:spPr>
          <a:xfrm>
            <a:off x="749459" y="1550424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12" name="Bogen 11">
            <a:extLst>
              <a:ext uri="{FF2B5EF4-FFF2-40B4-BE49-F238E27FC236}">
                <a16:creationId xmlns:a16="http://schemas.microsoft.com/office/drawing/2014/main" id="{5994CC41-8538-C05E-4E0E-CFCD336FA37C}"/>
              </a:ext>
            </a:extLst>
          </p:cNvPr>
          <p:cNvSpPr/>
          <p:nvPr/>
        </p:nvSpPr>
        <p:spPr>
          <a:xfrm>
            <a:off x="1333065" y="1398890"/>
            <a:ext cx="890635" cy="890635"/>
          </a:xfrm>
          <a:prstGeom prst="arc">
            <a:avLst>
              <a:gd name="adj1" fmla="val 10777018"/>
              <a:gd name="adj2" fmla="val 27204"/>
            </a:avLst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A8BCE43-7994-DEE6-0C03-5AC483CE1AC0}"/>
              </a:ext>
            </a:extLst>
          </p:cNvPr>
          <p:cNvCxnSpPr/>
          <p:nvPr/>
        </p:nvCxnSpPr>
        <p:spPr>
          <a:xfrm flipV="1">
            <a:off x="1778382" y="1363223"/>
            <a:ext cx="348251" cy="480984"/>
          </a:xfrm>
          <a:prstGeom prst="line">
            <a:avLst/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AEB9A8B-3F8C-B7C2-D4FE-A2C0A519EE7F}"/>
              </a:ext>
            </a:extLst>
          </p:cNvPr>
          <p:cNvCxnSpPr>
            <a:cxnSpLocks/>
          </p:cNvCxnSpPr>
          <p:nvPr/>
        </p:nvCxnSpPr>
        <p:spPr>
          <a:xfrm flipV="1">
            <a:off x="2038145" y="1306245"/>
            <a:ext cx="0" cy="544658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91AA22E6-CB18-5949-0239-133636A40DD3}"/>
              </a:ext>
            </a:extLst>
          </p:cNvPr>
          <p:cNvCxnSpPr>
            <a:cxnSpLocks/>
          </p:cNvCxnSpPr>
          <p:nvPr/>
        </p:nvCxnSpPr>
        <p:spPr>
          <a:xfrm flipV="1">
            <a:off x="1775619" y="1245113"/>
            <a:ext cx="0" cy="599094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7D85494F-38BB-2869-73A2-F19C4157E974}"/>
              </a:ext>
            </a:extLst>
          </p:cNvPr>
          <p:cNvSpPr/>
          <p:nvPr/>
        </p:nvSpPr>
        <p:spPr>
          <a:xfrm>
            <a:off x="1481568" y="1548530"/>
            <a:ext cx="589820" cy="589818"/>
          </a:xfrm>
          <a:prstGeom prst="arc">
            <a:avLst>
              <a:gd name="adj1" fmla="val 18402390"/>
              <a:gd name="adj2" fmla="val 27204"/>
            </a:avLst>
          </a:prstGeom>
          <a:ln w="9525" cap="rnd">
            <a:solidFill>
              <a:schemeClr val="accent5"/>
            </a:solidFill>
            <a:round/>
            <a:headEnd type="stealth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C377C8E-A6AE-21EB-3880-C2F51BCF55CE}"/>
              </a:ext>
            </a:extLst>
          </p:cNvPr>
          <p:cNvSpPr txBox="1"/>
          <p:nvPr/>
        </p:nvSpPr>
        <p:spPr>
          <a:xfrm>
            <a:off x="1975142" y="1618571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0560DFD-CFAA-468C-6BC0-8079F941D9B7}"/>
              </a:ext>
            </a:extLst>
          </p:cNvPr>
          <p:cNvCxnSpPr>
            <a:cxnSpLocks/>
          </p:cNvCxnSpPr>
          <p:nvPr/>
        </p:nvCxnSpPr>
        <p:spPr>
          <a:xfrm flipV="1">
            <a:off x="2224517" y="1843439"/>
            <a:ext cx="0" cy="411324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34F6FC0-083C-DDC0-ADA3-2FD112EF19E7}"/>
              </a:ext>
            </a:extLst>
          </p:cNvPr>
          <p:cNvCxnSpPr>
            <a:cxnSpLocks/>
          </p:cNvCxnSpPr>
          <p:nvPr/>
        </p:nvCxnSpPr>
        <p:spPr>
          <a:xfrm>
            <a:off x="1333065" y="2086143"/>
            <a:ext cx="705080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9FC342B-3C9A-3D26-3D1C-1EC2E7ADB4BF}"/>
              </a:ext>
            </a:extLst>
          </p:cNvPr>
          <p:cNvCxnSpPr>
            <a:cxnSpLocks/>
          </p:cNvCxnSpPr>
          <p:nvPr/>
        </p:nvCxnSpPr>
        <p:spPr>
          <a:xfrm>
            <a:off x="1333065" y="2211873"/>
            <a:ext cx="890635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75912BE-BFE9-F87F-E4AD-1527B327110A}"/>
              </a:ext>
            </a:extLst>
          </p:cNvPr>
          <p:cNvSpPr txBox="1"/>
          <p:nvPr/>
        </p:nvSpPr>
        <p:spPr>
          <a:xfrm>
            <a:off x="1100290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=0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12BD581-8DE2-52D4-DCDA-81BDCCFA6A5D}"/>
              </a:ext>
            </a:extLst>
          </p:cNvPr>
          <p:cNvSpPr txBox="1"/>
          <p:nvPr/>
        </p:nvSpPr>
        <p:spPr>
          <a:xfrm>
            <a:off x="1677053" y="2032274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C7467F5-D539-9B84-2589-DE0F4A18DC62}"/>
              </a:ext>
            </a:extLst>
          </p:cNvPr>
          <p:cNvSpPr txBox="1"/>
          <p:nvPr/>
        </p:nvSpPr>
        <p:spPr>
          <a:xfrm>
            <a:off x="1989385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=1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3C01385C-4EC2-3A86-23CF-B3382F04FDC1}"/>
              </a:ext>
            </a:extLst>
          </p:cNvPr>
          <p:cNvCxnSpPr>
            <a:cxnSpLocks/>
          </p:cNvCxnSpPr>
          <p:nvPr/>
        </p:nvCxnSpPr>
        <p:spPr>
          <a:xfrm flipV="1">
            <a:off x="2038145" y="1850903"/>
            <a:ext cx="0" cy="280035"/>
          </a:xfrm>
          <a:prstGeom prst="line">
            <a:avLst/>
          </a:prstGeom>
          <a:ln w="635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7136F27-3B80-62FE-7A8B-25344E500F79}"/>
              </a:ext>
            </a:extLst>
          </p:cNvPr>
          <p:cNvGrpSpPr/>
          <p:nvPr/>
        </p:nvGrpSpPr>
        <p:grpSpPr>
          <a:xfrm>
            <a:off x="1065252" y="1136075"/>
            <a:ext cx="1703731" cy="972663"/>
            <a:chOff x="464994" y="1248713"/>
            <a:chExt cx="1703731" cy="972663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2CF6EE66-CE60-833C-C0B0-3E28FEFCA627}"/>
                </a:ext>
              </a:extLst>
            </p:cNvPr>
            <p:cNvCxnSpPr>
              <a:cxnSpLocks/>
            </p:cNvCxnSpPr>
            <p:nvPr/>
          </p:nvCxnSpPr>
          <p:spPr>
            <a:xfrm>
              <a:off x="622300" y="1959766"/>
              <a:ext cx="1401645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AD6E332C-3347-074B-50CF-9E4E1C15D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62323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A375E3C8-B22A-6154-6933-DE6183B9AD7A}"/>
                </a:ext>
              </a:extLst>
            </p:cNvPr>
            <p:cNvSpPr txBox="1"/>
            <p:nvPr/>
          </p:nvSpPr>
          <p:spPr>
            <a:xfrm>
              <a:off x="464994" y="1248713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5A146153-4DFC-DD06-A3AA-B21F4C776819}"/>
                </a:ext>
              </a:extLst>
            </p:cNvPr>
            <p:cNvSpPr txBox="1"/>
            <p:nvPr/>
          </p:nvSpPr>
          <p:spPr>
            <a:xfrm>
              <a:off x="1879165" y="195976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985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62E64-36F2-15EF-3828-8A4565B1B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8971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161</Words>
  <Application>Microsoft Office PowerPoint</Application>
  <PresentationFormat>Benutzerdefiniert</PresentationFormat>
  <Paragraphs>93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32</cp:revision>
  <dcterms:created xsi:type="dcterms:W3CDTF">2025-08-17T20:55:38Z</dcterms:created>
  <dcterms:modified xsi:type="dcterms:W3CDTF">2026-01-11T17:52:40Z</dcterms:modified>
</cp:coreProperties>
</file>