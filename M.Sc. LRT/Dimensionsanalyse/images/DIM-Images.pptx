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51C20-2226-44B0-A39D-D1F703CDD58A}" v="84" dt="2025-08-20T20:07:07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>
        <p:scale>
          <a:sx n="300" d="100"/>
          <a:sy n="300" d="100"/>
        </p:scale>
        <p:origin x="5155" y="-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 Wolff" userId="c2521818cea951fe" providerId="LiveId" clId="{C5D51C20-2226-44B0-A39D-D1F703CDD58A}"/>
    <pc:docChg chg="undo custSel addSld modSld">
      <pc:chgData name="Phillip Wolff" userId="c2521818cea951fe" providerId="LiveId" clId="{C5D51C20-2226-44B0-A39D-D1F703CDD58A}" dt="2025-08-20T20:13:30.311" v="1054" actId="114"/>
      <pc:docMkLst>
        <pc:docMk/>
      </pc:docMkLst>
      <pc:sldChg chg="addSp delSp modSp mod">
        <pc:chgData name="Phillip Wolff" userId="c2521818cea951fe" providerId="LiveId" clId="{C5D51C20-2226-44B0-A39D-D1F703CDD58A}" dt="2025-08-18T12:26:05.484" v="268" actId="1076"/>
        <pc:sldMkLst>
          <pc:docMk/>
          <pc:sldMk cId="2559367353" sldId="256"/>
        </pc:sldMkLst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9" creationId="{F1E56C6B-EB56-9C42-B3A0-905341591FA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0" creationId="{87B7AAAA-917B-5323-EE7E-6348AA4E3D2A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1" creationId="{D0062190-E849-4AA9-6BF2-2A86A7E7C07C}"/>
          </ac:spMkLst>
        </pc:spChg>
        <pc:spChg chg="add mod">
          <ac:chgData name="Phillip Wolff" userId="c2521818cea951fe" providerId="LiveId" clId="{C5D51C20-2226-44B0-A39D-D1F703CDD58A}" dt="2025-08-18T12:26:05.484" v="268" actId="1076"/>
          <ac:spMkLst>
            <pc:docMk/>
            <pc:sldMk cId="2559367353" sldId="256"/>
            <ac:spMk id="12" creationId="{2F780F3F-511F-6074-4EFE-7B5CD92D4D2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5" creationId="{E84EF922-83BD-FBCC-1E01-7BC1C1CECDBF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7" creationId="{9666C1D5-7CFD-0F7E-3889-9C7B36BAC9DB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9" creationId="{B969E1E0-4BFF-9419-7511-CF8F63D64563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21" creationId="{3576C0FD-69D6-B856-057A-A2C1C4A91C68}"/>
          </ac:spMkLst>
        </pc:spChg>
        <pc:grpChg chg="add mod">
          <ac:chgData name="Phillip Wolff" userId="c2521818cea951fe" providerId="LiveId" clId="{C5D51C20-2226-44B0-A39D-D1F703CDD58A}" dt="2025-08-17T22:40:29.002" v="50" actId="164"/>
          <ac:grpSpMkLst>
            <pc:docMk/>
            <pc:sldMk cId="2559367353" sldId="256"/>
            <ac:grpSpMk id="24" creationId="{B6B33397-A4A9-28ED-2605-F60E723089FA}"/>
          </ac:grpSpMkLst>
        </pc:grpChg>
        <pc:cxnChg chg="add mod">
          <ac:chgData name="Phillip Wolff" userId="c2521818cea951fe" providerId="LiveId" clId="{C5D51C20-2226-44B0-A39D-D1F703CDD58A}" dt="2025-08-18T12:26:05.484" v="268" actId="1076"/>
          <ac:cxnSpMkLst>
            <pc:docMk/>
            <pc:sldMk cId="2559367353" sldId="256"/>
            <ac:cxnSpMk id="14" creationId="{1BC1B476-5969-2EDD-A2FC-5AA700410595}"/>
          </ac:cxnSpMkLst>
        </pc:cxnChg>
        <pc:cxnChg chg="add mod">
          <ac:chgData name="Phillip Wolff" userId="c2521818cea951fe" providerId="LiveId" clId="{C5D51C20-2226-44B0-A39D-D1F703CDD58A}" dt="2025-08-17T21:01:02.957" v="40" actId="1076"/>
          <ac:cxnSpMkLst>
            <pc:docMk/>
            <pc:sldMk cId="2559367353" sldId="256"/>
            <ac:cxnSpMk id="16" creationId="{7BD21F4B-19A5-8898-A99A-F2DF1FA8042E}"/>
          </ac:cxnSpMkLst>
        </pc:cxnChg>
        <pc:cxnChg chg="add mod">
          <ac:chgData name="Phillip Wolff" userId="c2521818cea951fe" providerId="LiveId" clId="{C5D51C20-2226-44B0-A39D-D1F703CDD58A}" dt="2025-08-17T21:01:08.228" v="42" actId="1076"/>
          <ac:cxnSpMkLst>
            <pc:docMk/>
            <pc:sldMk cId="2559367353" sldId="256"/>
            <ac:cxnSpMk id="18" creationId="{CB22BB57-6036-6AD7-8CD8-E758313D7AD6}"/>
          </ac:cxnSpMkLst>
        </pc:cxnChg>
        <pc:cxnChg chg="add mod">
          <ac:chgData name="Phillip Wolff" userId="c2521818cea951fe" providerId="LiveId" clId="{C5D51C20-2226-44B0-A39D-D1F703CDD58A}" dt="2025-08-17T21:01:13.231" v="44" actId="1076"/>
          <ac:cxnSpMkLst>
            <pc:docMk/>
            <pc:sldMk cId="2559367353" sldId="256"/>
            <ac:cxnSpMk id="20" creationId="{5AF7DEEF-73BE-786B-26E0-E65E5AEA3A29}"/>
          </ac:cxnSpMkLst>
        </pc:cxnChg>
        <pc:cxnChg chg="add mod">
          <ac:chgData name="Phillip Wolff" userId="c2521818cea951fe" providerId="LiveId" clId="{C5D51C20-2226-44B0-A39D-D1F703CDD58A}" dt="2025-08-17T21:01:25.781" v="47" actId="14100"/>
          <ac:cxnSpMkLst>
            <pc:docMk/>
            <pc:sldMk cId="2559367353" sldId="256"/>
            <ac:cxnSpMk id="22" creationId="{B7DD0D7A-169F-BBDF-81A6-4561C03047EB}"/>
          </ac:cxnSpMkLst>
        </pc:cxnChg>
      </pc:sldChg>
      <pc:sldChg chg="addSp delSp modSp add mod">
        <pc:chgData name="Phillip Wolff" userId="c2521818cea951fe" providerId="LiveId" clId="{C5D51C20-2226-44B0-A39D-D1F703CDD58A}" dt="2025-08-19T13:30:37.396" v="380" actId="14100"/>
        <pc:sldMkLst>
          <pc:docMk/>
          <pc:sldMk cId="1347973419" sldId="257"/>
        </pc:sldMkLst>
        <pc:spChg chg="add mod ord">
          <ac:chgData name="Phillip Wolff" userId="c2521818cea951fe" providerId="LiveId" clId="{C5D51C20-2226-44B0-A39D-D1F703CDD58A}" dt="2025-08-19T13:30:37.396" v="380" actId="14100"/>
          <ac:spMkLst>
            <pc:docMk/>
            <pc:sldMk cId="1347973419" sldId="257"/>
            <ac:spMk id="2" creationId="{E0725325-6020-0D43-B1D5-F55243786145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4" creationId="{575C544E-D61A-12F8-4215-79BD84FA3E4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5" creationId="{B9B47148-D90A-4306-6462-03822AABCB8F}"/>
          </ac:spMkLst>
        </pc:spChg>
        <pc:spChg chg="add mod">
          <ac:chgData name="Phillip Wolff" userId="c2521818cea951fe" providerId="LiveId" clId="{C5D51C20-2226-44B0-A39D-D1F703CDD58A}" dt="2025-08-19T13:29:42.460" v="370" actId="1076"/>
          <ac:spMkLst>
            <pc:docMk/>
            <pc:sldMk cId="1347973419" sldId="257"/>
            <ac:spMk id="286" creationId="{7361B08C-7FAD-2E6F-E8DF-372D29D84B00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7" creationId="{1408334E-18B3-B709-05F8-5F27DAB0EB07}"/>
          </ac:spMkLst>
        </pc:spChg>
        <pc:spChg chg="add mod">
          <ac:chgData name="Phillip Wolff" userId="c2521818cea951fe" providerId="LiveId" clId="{C5D51C20-2226-44B0-A39D-D1F703CDD58A}" dt="2025-08-19T13:29:32.945" v="368" actId="1036"/>
          <ac:spMkLst>
            <pc:docMk/>
            <pc:sldMk cId="1347973419" sldId="257"/>
            <ac:spMk id="296" creationId="{6A0103CB-69AA-4E78-38ED-BDA2A8499BA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98" creationId="{075504ED-55D1-A492-FB42-AA983B4FA339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1" creationId="{3C62A445-B2A2-E6AB-2D07-36620899B2BF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9" creationId="{7AE8F2E2-482D-3472-F6B9-E4E40A653AEE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28" creationId="{05BF9F5C-AE94-6AE3-D82D-F1CD106383E8}"/>
          </ac:spMkLst>
        </pc:s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4" creationId="{532C45BC-B07D-4F43-173C-170047B50C71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5" creationId="{4E8A2A66-5695-FB66-2EFB-45F65DCD1A57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0" creationId="{5B3A41E3-83CD-521F-448D-8A779B723F43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1" creationId="{8F055702-98DC-B504-5F40-2B1CA4283B3F}"/>
          </ac:grpSpMkLst>
        </pc:grpChg>
        <pc:grpChg chg="add mod">
          <ac:chgData name="Phillip Wolff" userId="c2521818cea951fe" providerId="LiveId" clId="{C5D51C20-2226-44B0-A39D-D1F703CDD58A}" dt="2025-08-18T12:30:09.859" v="361" actId="164"/>
          <ac:grpSpMkLst>
            <pc:docMk/>
            <pc:sldMk cId="1347973419" sldId="257"/>
            <ac:grpSpMk id="283" creationId="{FC0712A2-2095-E497-0D57-64F34078B705}"/>
          </ac:grpSpMkLst>
        </pc:grpChg>
        <pc:grpChg chg="mod">
          <ac:chgData name="Phillip Wolff" userId="c2521818cea951fe" providerId="LiveId" clId="{C5D51C20-2226-44B0-A39D-D1F703CDD58A}" dt="2025-08-19T13:30:30.178" v="379" actId="14100"/>
          <ac:grpSpMkLst>
            <pc:docMk/>
            <pc:sldMk cId="1347973419" sldId="257"/>
            <ac:grpSpMk id="336" creationId="{A941BFB3-C0C0-FAE2-66D7-347FCB192681}"/>
          </ac:grpSpMkLst>
        </pc:grp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1" creationId="{C9530987-F09C-D5B6-6979-AF9EE50DA26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2" creationId="{92767D36-9850-465E-1D7B-C60878A4126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3" creationId="{256039E7-2D9F-3D53-1A9E-B0CF34A19D7B}"/>
          </ac:cxnSpMkLst>
        </pc:cxnChg>
        <pc:cxnChg chg="add mod">
          <ac:chgData name="Phillip Wolff" userId="c2521818cea951fe" providerId="LiveId" clId="{C5D51C20-2226-44B0-A39D-D1F703CDD58A}" dt="2025-08-18T12:13:20.946" v="82" actId="14100"/>
          <ac:cxnSpMkLst>
            <pc:docMk/>
            <pc:sldMk cId="1347973419" sldId="257"/>
            <ac:cxnSpMk id="14" creationId="{A83732C2-C878-76EE-FE8B-250CFBB4FC5E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9" creationId="{3664D3E0-6C20-8ED7-F55A-ABADFC6C413B}"/>
          </ac:cxnSpMkLst>
        </pc:cxnChg>
        <pc:cxnChg chg="add mod">
          <ac:chgData name="Phillip Wolff" userId="c2521818cea951fe" providerId="LiveId" clId="{C5D51C20-2226-44B0-A39D-D1F703CDD58A}" dt="2025-08-18T12:13:55.946" v="103" actId="14100"/>
          <ac:cxnSpMkLst>
            <pc:docMk/>
            <pc:sldMk cId="1347973419" sldId="257"/>
            <ac:cxnSpMk id="20" creationId="{17D31BCF-FBB5-E78F-EA01-75ACB0D6379D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21" creationId="{6641B78F-F2D1-13EE-6102-7D99CE01D648}"/>
          </ac:cxnSpMkLst>
        </pc:cxnChg>
        <pc:cxnChg chg="add mod">
          <ac:chgData name="Phillip Wolff" userId="c2521818cea951fe" providerId="LiveId" clId="{C5D51C20-2226-44B0-A39D-D1F703CDD58A}" dt="2025-08-18T12:14:06.970" v="108" actId="14100"/>
          <ac:cxnSpMkLst>
            <pc:docMk/>
            <pc:sldMk cId="1347973419" sldId="257"/>
            <ac:cxnSpMk id="22" creationId="{F915BF6C-E17C-1D7E-E5AA-A0CD4E3A7A89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2" creationId="{B8599229-5C5F-008A-69AB-8C83F99CEFE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3" creationId="{00BAC7FB-9B15-4176-E2B7-8C055C112540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4" creationId="{37E3A05B-BC1D-2D67-567C-E53CDC460ED2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5" creationId="{4A91B312-3433-7C16-4954-E3853019DDA2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6" creationId="{F4CDC36D-95D1-BD4B-33DC-12AE7263DFBE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7" creationId="{3A60E3EE-0F70-B835-140C-D2E2FEC98F9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8" creationId="{B39A8429-DF79-81AB-C854-69BAC9F30A36}"/>
          </ac:cxnSpMkLst>
        </pc:cxnChg>
        <pc:cxnChg chg="add mod">
          <ac:chgData name="Phillip Wolff" userId="c2521818cea951fe" providerId="LiveId" clId="{C5D51C20-2226-44B0-A39D-D1F703CDD58A}" dt="2025-08-18T12:15:35.205" v="136" actId="1038"/>
          <ac:cxnSpMkLst>
            <pc:docMk/>
            <pc:sldMk cId="1347973419" sldId="257"/>
            <ac:cxnSpMk id="39" creationId="{4036F945-EDDF-F481-27AD-D726ADF351DC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7" creationId="{0B7F929C-D6A6-144B-3E55-36F6BF39E0B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9" creationId="{F0420FB3-974B-FE11-D4F3-56DC6248751B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0" creationId="{895078A9-D395-20AF-51A9-9D0CD28CC724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2" creationId="{9FCBB24E-7C25-B3F3-1A2B-72FE055655E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4" creationId="{F57CB25E-EB88-14DD-7E9F-AC891532F84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5" creationId="{88EC563C-7F6A-D70C-A9FE-B090B64AD53E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6" creationId="{0FC32DCC-7F56-840F-D66C-027564E0F96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7" creationId="{C99EDFF4-063C-C3F0-252C-49688B12285E}"/>
          </ac:cxnSpMkLst>
        </pc:cxnChg>
        <pc:cxnChg chg="mod">
          <ac:chgData name="Phillip Wolff" userId="c2521818cea951fe" providerId="LiveId" clId="{C5D51C20-2226-44B0-A39D-D1F703CDD58A}" dt="2025-08-18T12:15:29.976" v="135" actId="1037"/>
          <ac:cxnSpMkLst>
            <pc:docMk/>
            <pc:sldMk cId="1347973419" sldId="257"/>
            <ac:cxnSpMk id="201" creationId="{CAD7B2B6-DEA5-56AB-33D9-41ECB29E968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2" creationId="{45CC7140-75FE-AF67-C2E6-A3C0C5B58C9B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3" creationId="{C2734627-7878-CE49-6A5D-054E6DD34644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4" creationId="{5DFFA6DB-40F2-94B9-3A67-656FEE4085C7}"/>
          </ac:cxnSpMkLst>
        </pc:cxnChg>
        <pc:cxnChg chg="mod">
          <ac:chgData name="Phillip Wolff" userId="c2521818cea951fe" providerId="LiveId" clId="{C5D51C20-2226-44B0-A39D-D1F703CDD58A}" dt="2025-08-18T12:17:48.183" v="161" actId="14100"/>
          <ac:cxnSpMkLst>
            <pc:docMk/>
            <pc:sldMk cId="1347973419" sldId="257"/>
            <ac:cxnSpMk id="205" creationId="{BFDF412C-3605-5FE3-9F6A-92489379B0CA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6" creationId="{88A1C986-761C-1FD8-3115-73F419475870}"/>
          </ac:cxnSpMkLst>
        </pc:cxnChg>
        <pc:cxnChg chg="mod">
          <ac:chgData name="Phillip Wolff" userId="c2521818cea951fe" providerId="LiveId" clId="{C5D51C20-2226-44B0-A39D-D1F703CDD58A}" dt="2025-08-18T12:17:53.203" v="163" actId="14100"/>
          <ac:cxnSpMkLst>
            <pc:docMk/>
            <pc:sldMk cId="1347973419" sldId="257"/>
            <ac:cxnSpMk id="207" creationId="{44E175B7-1543-E41C-2AC0-5D9206C05E9B}"/>
          </ac:cxnSpMkLst>
        </pc:cxnChg>
        <pc:cxnChg chg="mod">
          <ac:chgData name="Phillip Wolff" userId="c2521818cea951fe" providerId="LiveId" clId="{C5D51C20-2226-44B0-A39D-D1F703CDD58A}" dt="2025-08-18T12:20:21.424" v="164" actId="14100"/>
          <ac:cxnSpMkLst>
            <pc:docMk/>
            <pc:sldMk cId="1347973419" sldId="257"/>
            <ac:cxnSpMk id="208" creationId="{777116AB-BF4A-1207-DFD0-B0CA02E9B1D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9" creationId="{472ABDA5-2B5C-AE7B-1B59-E2E4C80B2E4F}"/>
          </ac:cxnSpMkLst>
        </pc:cxnChg>
        <pc:cxnChg chg="mod">
          <ac:chgData name="Phillip Wolff" userId="c2521818cea951fe" providerId="LiveId" clId="{C5D51C20-2226-44B0-A39D-D1F703CDD58A}" dt="2025-08-18T12:20:27.683" v="166" actId="14100"/>
          <ac:cxnSpMkLst>
            <pc:docMk/>
            <pc:sldMk cId="1347973419" sldId="257"/>
            <ac:cxnSpMk id="210" creationId="{EB097527-58FC-6FD4-2154-CF5739F99534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1" creationId="{19C0DA2D-C736-D9EC-1F1C-2C8AADA21BD3}"/>
          </ac:cxnSpMkLst>
        </pc:cxnChg>
        <pc:cxnChg chg="mod">
          <ac:chgData name="Phillip Wolff" userId="c2521818cea951fe" providerId="LiveId" clId="{C5D51C20-2226-44B0-A39D-D1F703CDD58A}" dt="2025-08-18T12:20:33.619" v="168" actId="14100"/>
          <ac:cxnSpMkLst>
            <pc:docMk/>
            <pc:sldMk cId="1347973419" sldId="257"/>
            <ac:cxnSpMk id="212" creationId="{F88447E7-CC06-65A2-365C-735D63B3F586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3" creationId="{F838F90A-96AF-15DA-74E8-1133BE7D78F6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4" creationId="{0C58EBAD-545E-7B39-16A4-EB646265CC9F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5" creationId="{D8922382-41D9-5065-2BCF-58D93C9828BC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6" creationId="{E7B21514-840C-2C63-FD64-2F0334868C55}"/>
          </ac:cxnSpMkLst>
        </pc:cxnChg>
        <pc:cxnChg chg="mod">
          <ac:chgData name="Phillip Wolff" userId="c2521818cea951fe" providerId="LiveId" clId="{C5D51C20-2226-44B0-A39D-D1F703CDD58A}" dt="2025-08-18T12:20:44.478" v="173" actId="14100"/>
          <ac:cxnSpMkLst>
            <pc:docMk/>
            <pc:sldMk cId="1347973419" sldId="257"/>
            <ac:cxnSpMk id="217" creationId="{DA285624-722E-00CA-AC65-DE8A7B8CA472}"/>
          </ac:cxnSpMkLst>
        </pc:cxnChg>
        <pc:cxnChg chg="add mod">
          <ac:chgData name="Phillip Wolff" userId="c2521818cea951fe" providerId="LiveId" clId="{C5D51C20-2226-44B0-A39D-D1F703CDD58A}" dt="2025-08-18T12:21:23.028" v="183" actId="14100"/>
          <ac:cxnSpMkLst>
            <pc:docMk/>
            <pc:sldMk cId="1347973419" sldId="257"/>
            <ac:cxnSpMk id="251" creationId="{45F66315-9095-E5BF-74C0-AC47118A60B0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52" creationId="{28638FFD-7BDC-D088-7FDE-8E6E2B0F1FFD}"/>
          </ac:cxnSpMkLst>
        </pc:cxnChg>
        <pc:cxnChg chg="add mod">
          <ac:chgData name="Phillip Wolff" userId="c2521818cea951fe" providerId="LiveId" clId="{C5D51C20-2226-44B0-A39D-D1F703CDD58A}" dt="2025-08-18T12:21:15.124" v="181" actId="1076"/>
          <ac:cxnSpMkLst>
            <pc:docMk/>
            <pc:sldMk cId="1347973419" sldId="257"/>
            <ac:cxnSpMk id="253" creationId="{895D6847-A559-4598-4F88-B82B7A21C07A}"/>
          </ac:cxnSpMkLst>
        </pc:cxnChg>
        <pc:cxnChg chg="add mod">
          <ac:chgData name="Phillip Wolff" userId="c2521818cea951fe" providerId="LiveId" clId="{C5D51C20-2226-44B0-A39D-D1F703CDD58A}" dt="2025-08-18T12:21:10.419" v="178" actId="14100"/>
          <ac:cxnSpMkLst>
            <pc:docMk/>
            <pc:sldMk cId="1347973419" sldId="257"/>
            <ac:cxnSpMk id="254" creationId="{2014ACB7-ECB7-6013-2765-49E366A0700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6" creationId="{149FC8B8-7EF7-35A4-E7FB-B2A32A68962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8" creationId="{E7DF51CA-2EB8-FBE0-EC2C-E7250FF348DA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9" creationId="{453C28DB-DF80-965C-F8A5-9BBADBD9652E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0" creationId="{65AAE17C-9032-0549-160D-98A0EF8D3F9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3" creationId="{B1135A42-11BA-6594-DA54-0178F0196DA6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6" creationId="{EC653359-5BE3-5024-472B-F77AD0229560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8" creationId="{4654AEA8-C6C8-A6EF-166A-89251D3E211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9" creationId="{26A6C959-E43A-4063-7049-5F36F0CBA39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81" creationId="{226468AC-91E3-4F6B-0F3B-3AD6386AEE20}"/>
          </ac:cxnSpMkLst>
        </pc:cxnChg>
        <pc:cxnChg chg="add mod">
          <ac:chgData name="Phillip Wolff" userId="c2521818cea951fe" providerId="LiveId" clId="{C5D51C20-2226-44B0-A39D-D1F703CDD58A}" dt="2025-08-18T12:22:41.012" v="207" actId="164"/>
          <ac:cxnSpMkLst>
            <pc:docMk/>
            <pc:sldMk cId="1347973419" sldId="257"/>
            <ac:cxnSpMk id="282" creationId="{5350B7BF-8C97-DA08-D41A-ADEFB1F15608}"/>
          </ac:cxnSpMkLst>
        </pc:cxnChg>
        <pc:cxnChg chg="add mod">
          <ac:chgData name="Phillip Wolff" userId="c2521818cea951fe" providerId="LiveId" clId="{C5D51C20-2226-44B0-A39D-D1F703CDD58A}" dt="2025-08-18T12:25:15.569" v="241" actId="692"/>
          <ac:cxnSpMkLst>
            <pc:docMk/>
            <pc:sldMk cId="1347973419" sldId="257"/>
            <ac:cxnSpMk id="289" creationId="{93F52C75-DC60-EE97-434C-6EDA39B183E1}"/>
          </ac:cxnSpMkLst>
        </pc:cxnChg>
        <pc:cxnChg chg="add mod">
          <ac:chgData name="Phillip Wolff" userId="c2521818cea951fe" providerId="LiveId" clId="{C5D51C20-2226-44B0-A39D-D1F703CDD58A}" dt="2025-08-19T13:29:48.349" v="372" actId="14100"/>
          <ac:cxnSpMkLst>
            <pc:docMk/>
            <pc:sldMk cId="1347973419" sldId="257"/>
            <ac:cxnSpMk id="291" creationId="{F52DE7D0-EC02-6386-F8B4-8E68E50CB0FF}"/>
          </ac:cxnSpMkLst>
        </pc:cxnChg>
        <pc:cxnChg chg="add mod">
          <ac:chgData name="Phillip Wolff" userId="c2521818cea951fe" providerId="LiveId" clId="{C5D51C20-2226-44B0-A39D-D1F703CDD58A}" dt="2025-08-18T12:36:00.601" v="364" actId="1076"/>
          <ac:cxnSpMkLst>
            <pc:docMk/>
            <pc:sldMk cId="1347973419" sldId="257"/>
            <ac:cxnSpMk id="293" creationId="{5A2FB92D-CA59-4A56-ABA6-4188C018D692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299" creationId="{19805171-EB84-F693-103D-9D9939AB27E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02" creationId="{8AC8105E-C528-4B0C-647E-0F889A1EE04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10" creationId="{DBC16781-C999-5EA3-190C-A7E5D071D58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29" creationId="{FE914271-66AE-4AA9-DD85-F24251633D02}"/>
          </ac:cxnSpMkLst>
        </pc:cxnChg>
      </pc:sldChg>
      <pc:sldChg chg="addSp delSp modSp new mod">
        <pc:chgData name="Phillip Wolff" userId="c2521818cea951fe" providerId="LiveId" clId="{C5D51C20-2226-44B0-A39D-D1F703CDD58A}" dt="2025-08-20T20:07:24.621" v="1025" actId="1076"/>
        <pc:sldMkLst>
          <pc:docMk/>
          <pc:sldMk cId="1132396430" sldId="258"/>
        </pc:sldMkLst>
        <pc:spChg chg="add mod or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" creationId="{E8E18FD6-BA51-0A0D-A3C1-F9B9C83963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3" creationId="{070AA3D1-94F8-D800-96C6-B8D768F1EE5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4" creationId="{75F92ED8-617A-4B3B-041B-170BAC094EA6}"/>
          </ac:spMkLst>
        </pc:spChg>
        <pc:spChg chg="add mod">
          <ac:chgData name="Phillip Wolff" userId="c2521818cea951fe" providerId="LiveId" clId="{C5D51C20-2226-44B0-A39D-D1F703CDD58A}" dt="2025-08-19T13:49:08.275" v="571" actId="164"/>
          <ac:spMkLst>
            <pc:docMk/>
            <pc:sldMk cId="1132396430" sldId="258"/>
            <ac:spMk id="9" creationId="{7302AE30-E9C1-AAE3-5E93-00AF6ED5BAB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0" creationId="{1D0C1F62-BCC0-F963-2548-005587520CA5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6" creationId="{96055D17-9CF9-DD8F-36C7-05127A89F6B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7" creationId="{ED68F813-4C67-69A3-F0F3-F532E58F8FC1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8" creationId="{65DDAC83-5E00-5DAD-FC93-3740821C6A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9" creationId="{8F3E0520-9ECB-D0DB-0335-852D02831D7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0" creationId="{E870EC11-EEDD-71D2-7886-33AEA86FA174}"/>
          </ac:spMkLst>
        </pc:spChg>
        <pc:spChg chg="add del mod">
          <ac:chgData name="Phillip Wolff" userId="c2521818cea951fe" providerId="LiveId" clId="{C5D51C20-2226-44B0-A39D-D1F703CDD58A}" dt="2025-08-20T20:07:24.621" v="1025" actId="1076"/>
          <ac:spMkLst>
            <pc:docMk/>
            <pc:sldMk cId="1132396430" sldId="258"/>
            <ac:spMk id="22" creationId="{50692128-0D9E-F8ED-3A30-66D7A877ED44}"/>
          </ac:spMkLst>
        </pc:spChg>
        <pc:grpChg chg="mod">
          <ac:chgData name="Phillip Wolff" userId="c2521818cea951fe" providerId="LiveId" clId="{C5D51C20-2226-44B0-A39D-D1F703CDD58A}" dt="2025-08-19T13:49:11.419" v="572" actId="1076"/>
          <ac:grpSpMkLst>
            <pc:docMk/>
            <pc:sldMk cId="1132396430" sldId="258"/>
            <ac:grpSpMk id="23" creationId="{DC75CBC1-F5D0-A3D0-624E-1FADDA5104AB}"/>
          </ac:grpSpMkLst>
        </pc:grpChg>
        <pc:cxnChg chg="add mod ord">
          <ac:chgData name="Phillip Wolff" userId="c2521818cea951fe" providerId="LiveId" clId="{C5D51C20-2226-44B0-A39D-D1F703CDD58A}" dt="2025-08-19T13:45:32.487" v="523" actId="14100"/>
          <ac:cxnSpMkLst>
            <pc:docMk/>
            <pc:sldMk cId="1132396430" sldId="258"/>
            <ac:cxnSpMk id="6" creationId="{C3928491-EBD8-1315-BF1E-462ABFFA9EC1}"/>
          </ac:cxnSpMkLst>
        </pc:cxnChg>
        <pc:cxnChg chg="add mod">
          <ac:chgData name="Phillip Wolff" userId="c2521818cea951fe" providerId="LiveId" clId="{C5D51C20-2226-44B0-A39D-D1F703CDD58A}" dt="2025-08-19T13:43:07.428" v="474" actId="14100"/>
          <ac:cxnSpMkLst>
            <pc:docMk/>
            <pc:sldMk cId="1132396430" sldId="258"/>
            <ac:cxnSpMk id="11" creationId="{F6C42F02-1599-4945-ECF9-165E69134B0A}"/>
          </ac:cxnSpMkLst>
        </pc:cxnChg>
        <pc:cxnChg chg="add mod">
          <ac:chgData name="Phillip Wolff" userId="c2521818cea951fe" providerId="LiveId" clId="{C5D51C20-2226-44B0-A39D-D1F703CDD58A}" dt="2025-08-19T13:43:15.717" v="477" actId="1076"/>
          <ac:cxnSpMkLst>
            <pc:docMk/>
            <pc:sldMk cId="1132396430" sldId="258"/>
            <ac:cxnSpMk id="14" creationId="{3B3794F6-8BA2-6792-6B44-CD26B47C8B89}"/>
          </ac:cxnSpMkLst>
        </pc:cxnChg>
      </pc:sldChg>
      <pc:sldChg chg="addSp delSp modSp new mod">
        <pc:chgData name="Phillip Wolff" userId="c2521818cea951fe" providerId="LiveId" clId="{C5D51C20-2226-44B0-A39D-D1F703CDD58A}" dt="2025-08-20T20:13:30.311" v="1054" actId="114"/>
        <pc:sldMkLst>
          <pc:docMk/>
          <pc:sldMk cId="3530676677" sldId="259"/>
        </pc:sldMkLst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2" creationId="{417EC6B1-A957-D125-8ED8-5365E7F6843E}"/>
          </ac:spMkLst>
        </pc:spChg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3" creationId="{C0A678D7-2D9A-B7C0-89BA-C5EC7268B785}"/>
          </ac:spMkLst>
        </pc:spChg>
        <pc:spChg chg="add del">
          <ac:chgData name="Phillip Wolff" userId="c2521818cea951fe" providerId="LiveId" clId="{C5D51C20-2226-44B0-A39D-D1F703CDD58A}" dt="2025-08-19T14:20:13.434" v="622" actId="11529"/>
          <ac:spMkLst>
            <pc:docMk/>
            <pc:sldMk cId="3530676677" sldId="259"/>
            <ac:spMk id="27" creationId="{01767F76-4F37-6EC7-FF79-62968230DCBE}"/>
          </ac:spMkLst>
        </pc:spChg>
        <pc:spChg chg="add del mod">
          <ac:chgData name="Phillip Wolff" userId="c2521818cea951fe" providerId="LiveId" clId="{C5D51C20-2226-44B0-A39D-D1F703CDD58A}" dt="2025-08-19T14:21:13.048" v="648" actId="478"/>
          <ac:spMkLst>
            <pc:docMk/>
            <pc:sldMk cId="3530676677" sldId="259"/>
            <ac:spMk id="28" creationId="{50CC6A62-DB67-6B8E-77D1-E410FD4A0252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29" creationId="{3D2EB4EC-6EAB-7A35-BD5C-3AADD9871A06}"/>
          </ac:spMkLst>
        </pc:spChg>
        <pc:spChg chg="add mod">
          <ac:chgData name="Phillip Wolff" userId="c2521818cea951fe" providerId="LiveId" clId="{C5D51C20-2226-44B0-A39D-D1F703CDD58A}" dt="2025-08-19T14:32:11.842" v="979" actId="1076"/>
          <ac:spMkLst>
            <pc:docMk/>
            <pc:sldMk cId="3530676677" sldId="259"/>
            <ac:spMk id="30" creationId="{4A944172-9D4C-FC83-B048-EE01F9B43FB4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1" creationId="{D4896872-56A1-BF13-787F-15110FA31C00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2" creationId="{45DDC412-6D99-AADA-EFA6-13F068EE99DF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33" creationId="{00727298-47B3-50B7-510F-E97FDD1CFCCE}"/>
          </ac:spMkLst>
        </pc:spChg>
        <pc:spChg chg="add mod">
          <ac:chgData name="Phillip Wolff" userId="c2521818cea951fe" providerId="LiveId" clId="{C5D51C20-2226-44B0-A39D-D1F703CDD58A}" dt="2025-08-19T14:24:50.276" v="840" actId="14100"/>
          <ac:spMkLst>
            <pc:docMk/>
            <pc:sldMk cId="3530676677" sldId="259"/>
            <ac:spMk id="34" creationId="{B4D1A23F-8A0B-37CA-E5C1-AD02C0F5E00C}"/>
          </ac:spMkLst>
        </pc:spChg>
        <pc:spChg chg="add del mod">
          <ac:chgData name="Phillip Wolff" userId="c2521818cea951fe" providerId="LiveId" clId="{C5D51C20-2226-44B0-A39D-D1F703CDD58A}" dt="2025-08-19T14:24:52.826" v="841" actId="478"/>
          <ac:spMkLst>
            <pc:docMk/>
            <pc:sldMk cId="3530676677" sldId="259"/>
            <ac:spMk id="35" creationId="{359DC21E-DDD1-9F21-435B-DE5799E1B041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37" creationId="{3C9535AF-5E3C-4AB0-0E71-5BC06584F778}"/>
          </ac:spMkLst>
        </pc:spChg>
        <pc:spChg chg="add mod">
          <ac:chgData name="Phillip Wolff" userId="c2521818cea951fe" providerId="LiveId" clId="{C5D51C20-2226-44B0-A39D-D1F703CDD58A}" dt="2025-08-19T14:33:53.619" v="991" actId="14100"/>
          <ac:spMkLst>
            <pc:docMk/>
            <pc:sldMk cId="3530676677" sldId="259"/>
            <ac:spMk id="45" creationId="{3EEFA8F8-B1F2-B3E3-A0F5-590630921113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46" creationId="{6C730A27-34FA-0A6D-E3C9-E1701DB719D7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7" creationId="{8C5692DF-1B06-93C4-E2FC-6D4C598EFAF4}"/>
          </ac:spMkLst>
        </pc:spChg>
        <pc:spChg chg="add mod ord">
          <ac:chgData name="Phillip Wolff" userId="c2521818cea951fe" providerId="LiveId" clId="{C5D51C20-2226-44B0-A39D-D1F703CDD58A}" dt="2025-08-19T14:28:25.765" v="922" actId="166"/>
          <ac:spMkLst>
            <pc:docMk/>
            <pc:sldMk cId="3530676677" sldId="259"/>
            <ac:spMk id="48" creationId="{9365D41F-303F-01FF-DF75-090BDC9B7137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9" creationId="{AB075F10-BEF7-D887-BC9B-A5128139DDF3}"/>
          </ac:spMkLst>
        </pc:spChg>
        <pc:spChg chg="add mod">
          <ac:chgData name="Phillip Wolff" userId="c2521818cea951fe" providerId="LiveId" clId="{C5D51C20-2226-44B0-A39D-D1F703CDD58A}" dt="2025-08-19T14:26:01.184" v="870" actId="20577"/>
          <ac:spMkLst>
            <pc:docMk/>
            <pc:sldMk cId="3530676677" sldId="259"/>
            <ac:spMk id="50" creationId="{4A123B0B-9EFE-E91D-089B-13CDC542DEA8}"/>
          </ac:spMkLst>
        </pc:spChg>
        <pc:spChg chg="add mod">
          <ac:chgData name="Phillip Wolff" userId="c2521818cea951fe" providerId="LiveId" clId="{C5D51C20-2226-44B0-A39D-D1F703CDD58A}" dt="2025-08-19T14:34:30.643" v="1002" actId="1076"/>
          <ac:spMkLst>
            <pc:docMk/>
            <pc:sldMk cId="3530676677" sldId="259"/>
            <ac:spMk id="51" creationId="{8D545B6B-DC76-4BC5-DD20-1AACA351ACF4}"/>
          </ac:spMkLst>
        </pc:spChg>
        <pc:spChg chg="add mod">
          <ac:chgData name="Phillip Wolff" userId="c2521818cea951fe" providerId="LiveId" clId="{C5D51C20-2226-44B0-A39D-D1F703CDD58A}" dt="2025-08-20T20:13:02.683" v="1048" actId="1076"/>
          <ac:spMkLst>
            <pc:docMk/>
            <pc:sldMk cId="3530676677" sldId="259"/>
            <ac:spMk id="55" creationId="{2B37001B-E5C5-1168-10CE-7B3F5DD36BC2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6" creationId="{6B9ED2E6-745D-5311-3F24-CE10C4D4B4E8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7" creationId="{D7AB5F90-13E7-EC69-8E23-CB2A0096D3DF}"/>
          </ac:spMkLst>
        </pc:spChg>
        <pc:spChg chg="add mod">
          <ac:chgData name="Phillip Wolff" userId="c2521818cea951fe" providerId="LiveId" clId="{C5D51C20-2226-44B0-A39D-D1F703CDD58A}" dt="2025-08-19T14:29:32.130" v="935" actId="1076"/>
          <ac:spMkLst>
            <pc:docMk/>
            <pc:sldMk cId="3530676677" sldId="259"/>
            <ac:spMk id="58" creationId="{F3BCDBBB-68F1-2885-0303-46D0D325969D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9" creationId="{FAA6ED00-B365-212C-7A2E-B8E08B3FE28C}"/>
          </ac:spMkLst>
        </pc:spChg>
        <pc:spChg chg="add mod ord">
          <ac:chgData name="Phillip Wolff" userId="c2521818cea951fe" providerId="LiveId" clId="{C5D51C20-2226-44B0-A39D-D1F703CDD58A}" dt="2025-08-19T14:30:56.524" v="963" actId="1038"/>
          <ac:spMkLst>
            <pc:docMk/>
            <pc:sldMk cId="3530676677" sldId="259"/>
            <ac:spMk id="60" creationId="{C233F0B5-BD8F-D4B1-243B-EC6270977A5A}"/>
          </ac:spMkLst>
        </pc:spChg>
        <pc:spChg chg="add mod">
          <ac:chgData name="Phillip Wolff" userId="c2521818cea951fe" providerId="LiveId" clId="{C5D51C20-2226-44B0-A39D-D1F703CDD58A}" dt="2025-08-20T20:13:30.311" v="1054" actId="114"/>
          <ac:spMkLst>
            <pc:docMk/>
            <pc:sldMk cId="3530676677" sldId="259"/>
            <ac:spMk id="65" creationId="{CD99650D-2002-07D1-55EC-6C2D6823CDCB}"/>
          </ac:spMkLst>
        </pc:spChg>
        <pc:spChg chg="add mod">
          <ac:chgData name="Phillip Wolff" userId="c2521818cea951fe" providerId="LiveId" clId="{C5D51C20-2226-44B0-A39D-D1F703CDD58A}" dt="2025-08-19T14:33:28.480" v="989" actId="1076"/>
          <ac:spMkLst>
            <pc:docMk/>
            <pc:sldMk cId="3530676677" sldId="259"/>
            <ac:spMk id="67" creationId="{3A32E541-43F0-1473-47F4-F4FD8EBD64DA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68" creationId="{23A1972B-668B-DB49-0A85-D2FB67604401}"/>
          </ac:spMkLst>
        </pc:spChg>
        <pc:grpChg chg="mod">
          <ac:chgData name="Phillip Wolff" userId="c2521818cea951fe" providerId="LiveId" clId="{C5D51C20-2226-44B0-A39D-D1F703CDD58A}" dt="2025-08-19T14:34:39.576" v="1004" actId="1076"/>
          <ac:grpSpMkLst>
            <pc:docMk/>
            <pc:sldMk cId="3530676677" sldId="259"/>
            <ac:grpSpMk id="71" creationId="{9D2D1DBE-B1A8-40C9-5766-20C1E8111ED1}"/>
          </ac:grpSpMkLst>
        </pc:grpChg>
        <pc:cxnChg chg="add mod ord">
          <ac:chgData name="Phillip Wolff" userId="c2521818cea951fe" providerId="LiveId" clId="{C5D51C20-2226-44B0-A39D-D1F703CDD58A}" dt="2025-08-19T14:32:16.087" v="980" actId="14100"/>
          <ac:cxnSpMkLst>
            <pc:docMk/>
            <pc:sldMk cId="3530676677" sldId="259"/>
            <ac:cxnSpMk id="5" creationId="{ACF593AF-AFBF-0F00-9DF2-DA94C0462930}"/>
          </ac:cxnSpMkLst>
        </pc:cxnChg>
        <pc:cxnChg chg="add mod">
          <ac:chgData name="Phillip Wolff" userId="c2521818cea951fe" providerId="LiveId" clId="{C5D51C20-2226-44B0-A39D-D1F703CDD58A}" dt="2025-08-19T14:18:25.599" v="593" actId="692"/>
          <ac:cxnSpMkLst>
            <pc:docMk/>
            <pc:sldMk cId="3530676677" sldId="259"/>
            <ac:cxnSpMk id="8" creationId="{EC6EB462-2A96-A17B-8B27-E13E9A77565B}"/>
          </ac:cxnSpMkLst>
        </pc:cxnChg>
        <pc:cxnChg chg="add mod">
          <ac:chgData name="Phillip Wolff" userId="c2521818cea951fe" providerId="LiveId" clId="{C5D51C20-2226-44B0-A39D-D1F703CDD58A}" dt="2025-08-19T14:24:44.131" v="839" actId="14100"/>
          <ac:cxnSpMkLst>
            <pc:docMk/>
            <pc:sldMk cId="3530676677" sldId="259"/>
            <ac:cxnSpMk id="11" creationId="{934B652D-DBA5-4523-2778-C8A134E6CA94}"/>
          </ac:cxnSpMkLst>
        </pc:cxnChg>
        <pc:cxnChg chg="add mod ord">
          <ac:chgData name="Phillip Wolff" userId="c2521818cea951fe" providerId="LiveId" clId="{C5D51C20-2226-44B0-A39D-D1F703CDD58A}" dt="2025-08-19T14:31:13.721" v="964" actId="14100"/>
          <ac:cxnSpMkLst>
            <pc:docMk/>
            <pc:sldMk cId="3530676677" sldId="259"/>
            <ac:cxnSpMk id="14" creationId="{3F5B89DD-3048-93B4-B73B-A11C07D2C357}"/>
          </ac:cxnSpMkLst>
        </pc:cxnChg>
        <pc:cxnChg chg="add mod ord">
          <ac:chgData name="Phillip Wolff" userId="c2521818cea951fe" providerId="LiveId" clId="{C5D51C20-2226-44B0-A39D-D1F703CDD58A}" dt="2025-08-19T14:27:51.155" v="918" actId="166"/>
          <ac:cxnSpMkLst>
            <pc:docMk/>
            <pc:sldMk cId="3530676677" sldId="259"/>
            <ac:cxnSpMk id="17" creationId="{DF5D6866-EBB5-ACA5-C3D7-431A05FF78A8}"/>
          </ac:cxnSpMkLst>
        </pc:cxnChg>
        <pc:cxnChg chg="add mod">
          <ac:chgData name="Phillip Wolff" userId="c2521818cea951fe" providerId="LiveId" clId="{C5D51C20-2226-44B0-A39D-D1F703CDD58A}" dt="2025-08-19T14:19:47.867" v="615" actId="14100"/>
          <ac:cxnSpMkLst>
            <pc:docMk/>
            <pc:sldMk cId="3530676677" sldId="259"/>
            <ac:cxnSpMk id="21" creationId="{D0AEDB58-8072-3FE1-FBBF-471C1BA20CDA}"/>
          </ac:cxnSpMkLst>
        </pc:cxnChg>
        <pc:cxnChg chg="add mod">
          <ac:chgData name="Phillip Wolff" userId="c2521818cea951fe" providerId="LiveId" clId="{C5D51C20-2226-44B0-A39D-D1F703CDD58A}" dt="2025-08-19T14:19:59.299" v="619" actId="14100"/>
          <ac:cxnSpMkLst>
            <pc:docMk/>
            <pc:sldMk cId="3530676677" sldId="259"/>
            <ac:cxnSpMk id="24" creationId="{80ADFDFF-E553-18E2-44C9-31C157CB055E}"/>
          </ac:cxnSpMkLst>
        </pc:cxnChg>
        <pc:cxnChg chg="add mod">
          <ac:chgData name="Phillip Wolff" userId="c2521818cea951fe" providerId="LiveId" clId="{C5D51C20-2226-44B0-A39D-D1F703CDD58A}" dt="2025-08-19T14:34:30.643" v="1002" actId="1076"/>
          <ac:cxnSpMkLst>
            <pc:docMk/>
            <pc:sldMk cId="3530676677" sldId="259"/>
            <ac:cxnSpMk id="52" creationId="{A4CC14DD-DA64-1725-9941-B473C45C7510}"/>
          </ac:cxnSpMkLst>
        </pc:cxnChg>
        <pc:cxnChg chg="add mod">
          <ac:chgData name="Phillip Wolff" userId="c2521818cea951fe" providerId="LiveId" clId="{C5D51C20-2226-44B0-A39D-D1F703CDD58A}" dt="2025-08-19T14:31:32.467" v="968" actId="692"/>
          <ac:cxnSpMkLst>
            <pc:docMk/>
            <pc:sldMk cId="3530676677" sldId="259"/>
            <ac:cxnSpMk id="62" creationId="{7B59C146-540F-84D3-F223-3F4A612E5EBC}"/>
          </ac:cxnSpMkLst>
        </pc:cxnChg>
        <pc:cxnChg chg="add mod">
          <ac:chgData name="Phillip Wolff" userId="c2521818cea951fe" providerId="LiveId" clId="{C5D51C20-2226-44B0-A39D-D1F703CDD58A}" dt="2025-08-19T14:34:16.065" v="1001" actId="692"/>
          <ac:cxnSpMkLst>
            <pc:docMk/>
            <pc:sldMk cId="3530676677" sldId="259"/>
            <ac:cxnSpMk id="69" creationId="{7573C6AC-F908-1B6F-9076-13777AEB0F50}"/>
          </ac:cxnSpMkLst>
        </pc:cxnChg>
      </pc:sldChg>
      <pc:sldChg chg="delSp new mod">
        <pc:chgData name="Phillip Wolff" userId="c2521818cea951fe" providerId="LiveId" clId="{C5D51C20-2226-44B0-A39D-D1F703CDD58A}" dt="2025-08-19T14:34:44.466" v="1006" actId="478"/>
        <pc:sldMkLst>
          <pc:docMk/>
          <pc:sldMk cId="3750177164" sldId="260"/>
        </pc:sldMkLst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2" creationId="{E46BB3E5-0FE2-5359-C0F4-6A8A42A7A3A2}"/>
          </ac:spMkLst>
        </pc:spChg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3" creationId="{A74E4EA2-8800-EB82-CF04-725410F1BA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6AB493F-D8E4-74AC-326D-A61BBA731A81}"/>
              </a:ext>
            </a:extLst>
          </p:cNvPr>
          <p:cNvSpPr txBox="1"/>
          <p:nvPr/>
        </p:nvSpPr>
        <p:spPr>
          <a:xfrm>
            <a:off x="212552" y="1641305"/>
            <a:ext cx="317534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4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[L M T Θ I N J]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85B63FB-9E24-F10E-38AA-EA563512656E}"/>
              </a:ext>
            </a:extLst>
          </p:cNvPr>
          <p:cNvSpPr txBox="1"/>
          <p:nvPr/>
        </p:nvSpPr>
        <p:spPr>
          <a:xfrm>
            <a:off x="-318630" y="993318"/>
            <a:ext cx="125403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Länge [m]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25BAA4D-F43C-8F8B-FB5D-A9F4BAF7E6DD}"/>
              </a:ext>
            </a:extLst>
          </p:cNvPr>
          <p:cNvSpPr txBox="1"/>
          <p:nvPr/>
        </p:nvSpPr>
        <p:spPr>
          <a:xfrm>
            <a:off x="673536" y="993318"/>
            <a:ext cx="72376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Zeit [s]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B2F6F78-44AC-4780-1CC8-CCCDF504591A}"/>
              </a:ext>
            </a:extLst>
          </p:cNvPr>
          <p:cNvSpPr txBox="1"/>
          <p:nvPr/>
        </p:nvSpPr>
        <p:spPr>
          <a:xfrm>
            <a:off x="1336616" y="993948"/>
            <a:ext cx="125403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Stromstärke [A]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2A20F18-41EE-C07F-FA0C-659989D30B88}"/>
              </a:ext>
            </a:extLst>
          </p:cNvPr>
          <p:cNvSpPr txBox="1"/>
          <p:nvPr/>
        </p:nvSpPr>
        <p:spPr>
          <a:xfrm>
            <a:off x="2529965" y="993319"/>
            <a:ext cx="125403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Lichtstärke [cd]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9FCAB19-B866-B0E4-D63D-9BD2A90D4242}"/>
              </a:ext>
            </a:extLst>
          </p:cNvPr>
          <p:cNvSpPr txBox="1"/>
          <p:nvPr/>
        </p:nvSpPr>
        <p:spPr>
          <a:xfrm>
            <a:off x="212552" y="2410430"/>
            <a:ext cx="78861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Masse [kg]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6F5210-37E7-130A-9308-987B632414DA}"/>
              </a:ext>
            </a:extLst>
          </p:cNvPr>
          <p:cNvSpPr txBox="1"/>
          <p:nvPr/>
        </p:nvSpPr>
        <p:spPr>
          <a:xfrm>
            <a:off x="1001170" y="2410430"/>
            <a:ext cx="125403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Temperatur [K]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6CF34F7-01AB-E4D5-CE4D-20447AC2E79E}"/>
              </a:ext>
            </a:extLst>
          </p:cNvPr>
          <p:cNvSpPr txBox="1"/>
          <p:nvPr/>
        </p:nvSpPr>
        <p:spPr>
          <a:xfrm>
            <a:off x="2181730" y="2410430"/>
            <a:ext cx="125403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Stoffmenge [</a:t>
            </a:r>
            <a:r>
              <a:rPr lang="de-DE" sz="1000" dirty="0" err="1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mol</a:t>
            </a:r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]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E217785-EC0A-7DF4-1810-770DF30B8866}"/>
              </a:ext>
            </a:extLst>
          </p:cNvPr>
          <p:cNvCxnSpPr>
            <a:cxnSpLocks/>
          </p:cNvCxnSpPr>
          <p:nvPr/>
        </p:nvCxnSpPr>
        <p:spPr>
          <a:xfrm>
            <a:off x="401320" y="1209040"/>
            <a:ext cx="447040" cy="37338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75E82280-055F-54E1-FD94-59D6220A8219}"/>
              </a:ext>
            </a:extLst>
          </p:cNvPr>
          <p:cNvCxnSpPr>
            <a:cxnSpLocks/>
          </p:cNvCxnSpPr>
          <p:nvPr/>
        </p:nvCxnSpPr>
        <p:spPr>
          <a:xfrm>
            <a:off x="1102360" y="1211580"/>
            <a:ext cx="396240" cy="37338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B823376-2DBB-9870-F699-99CDB803086D}"/>
              </a:ext>
            </a:extLst>
          </p:cNvPr>
          <p:cNvCxnSpPr>
            <a:cxnSpLocks/>
          </p:cNvCxnSpPr>
          <p:nvPr/>
        </p:nvCxnSpPr>
        <p:spPr>
          <a:xfrm>
            <a:off x="1958340" y="1211580"/>
            <a:ext cx="200660" cy="37338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EC4AE52-8536-D2AC-7F06-429C97C854F7}"/>
              </a:ext>
            </a:extLst>
          </p:cNvPr>
          <p:cNvCxnSpPr>
            <a:cxnSpLocks/>
          </p:cNvCxnSpPr>
          <p:nvPr/>
        </p:nvCxnSpPr>
        <p:spPr>
          <a:xfrm flipH="1">
            <a:off x="2768600" y="1214120"/>
            <a:ext cx="355600" cy="37084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5E5DC60-ABF0-B524-B8DD-D72A4971D68D}"/>
              </a:ext>
            </a:extLst>
          </p:cNvPr>
          <p:cNvCxnSpPr>
            <a:cxnSpLocks/>
          </p:cNvCxnSpPr>
          <p:nvPr/>
        </p:nvCxnSpPr>
        <p:spPr>
          <a:xfrm flipV="1">
            <a:off x="683260" y="1978660"/>
            <a:ext cx="495300" cy="4064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5067F51-4834-9F99-ABD3-3D429300F547}"/>
              </a:ext>
            </a:extLst>
          </p:cNvPr>
          <p:cNvCxnSpPr>
            <a:cxnSpLocks/>
          </p:cNvCxnSpPr>
          <p:nvPr/>
        </p:nvCxnSpPr>
        <p:spPr>
          <a:xfrm flipV="1">
            <a:off x="1630680" y="1978660"/>
            <a:ext cx="220980" cy="40640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8E5DE9D7-200A-BFFE-1C19-F4A11F4703E0}"/>
              </a:ext>
            </a:extLst>
          </p:cNvPr>
          <p:cNvCxnSpPr>
            <a:cxnSpLocks/>
          </p:cNvCxnSpPr>
          <p:nvPr/>
        </p:nvCxnSpPr>
        <p:spPr>
          <a:xfrm flipH="1" flipV="1">
            <a:off x="2484120" y="1981200"/>
            <a:ext cx="289560" cy="40386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Latin Modern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66</cp:revision>
  <dcterms:created xsi:type="dcterms:W3CDTF">2025-08-17T20:55:38Z</dcterms:created>
  <dcterms:modified xsi:type="dcterms:W3CDTF">2026-03-18T09:26:38Z</dcterms:modified>
</cp:coreProperties>
</file>