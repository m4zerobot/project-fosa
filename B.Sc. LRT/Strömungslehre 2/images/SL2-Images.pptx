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6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7" r:id="rId22"/>
    <p:sldId id="276" r:id="rId23"/>
    <p:sldId id="278" r:id="rId24"/>
    <p:sldId id="280" r:id="rId25"/>
    <p:sldId id="279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90" r:id="rId34"/>
    <p:sldId id="289" r:id="rId35"/>
  </p:sldIdLst>
  <p:sldSz cx="3600450" cy="36004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5D51C20-2226-44B0-A39D-D1F703CDD58A}" v="84" dt="2025-08-20T20:07:07.32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292" autoAdjust="0"/>
    <p:restoredTop sz="94660"/>
  </p:normalViewPr>
  <p:slideViewPr>
    <p:cSldViewPr snapToGrid="0">
      <p:cViewPr varScale="1">
        <p:scale>
          <a:sx n="244" d="100"/>
          <a:sy n="244" d="100"/>
        </p:scale>
        <p:origin x="5750" y="1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hillip Wolff" userId="c2521818cea951fe" providerId="LiveId" clId="{C5D51C20-2226-44B0-A39D-D1F703CDD58A}"/>
    <pc:docChg chg="undo custSel addSld modSld">
      <pc:chgData name="Phillip Wolff" userId="c2521818cea951fe" providerId="LiveId" clId="{C5D51C20-2226-44B0-A39D-D1F703CDD58A}" dt="2025-08-20T20:13:30.311" v="1054" actId="114"/>
      <pc:docMkLst>
        <pc:docMk/>
      </pc:docMkLst>
      <pc:sldChg chg="addSp delSp modSp mod">
        <pc:chgData name="Phillip Wolff" userId="c2521818cea951fe" providerId="LiveId" clId="{C5D51C20-2226-44B0-A39D-D1F703CDD58A}" dt="2025-08-18T12:26:05.484" v="268" actId="1076"/>
        <pc:sldMkLst>
          <pc:docMk/>
          <pc:sldMk cId="2559367353" sldId="256"/>
        </pc:sldMkLst>
        <pc:spChg chg="add mod">
          <ac:chgData name="Phillip Wolff" userId="c2521818cea951fe" providerId="LiveId" clId="{C5D51C20-2226-44B0-A39D-D1F703CDD58A}" dt="2025-08-17T22:40:29.002" v="50" actId="164"/>
          <ac:spMkLst>
            <pc:docMk/>
            <pc:sldMk cId="2559367353" sldId="256"/>
            <ac:spMk id="9" creationId="{F1E56C6B-EB56-9C42-B3A0-905341591FAE}"/>
          </ac:spMkLst>
        </pc:spChg>
        <pc:spChg chg="add mod">
          <ac:chgData name="Phillip Wolff" userId="c2521818cea951fe" providerId="LiveId" clId="{C5D51C20-2226-44B0-A39D-D1F703CDD58A}" dt="2025-08-17T22:40:29.002" v="50" actId="164"/>
          <ac:spMkLst>
            <pc:docMk/>
            <pc:sldMk cId="2559367353" sldId="256"/>
            <ac:spMk id="10" creationId="{87B7AAAA-917B-5323-EE7E-6348AA4E3D2A}"/>
          </ac:spMkLst>
        </pc:spChg>
        <pc:spChg chg="add mod">
          <ac:chgData name="Phillip Wolff" userId="c2521818cea951fe" providerId="LiveId" clId="{C5D51C20-2226-44B0-A39D-D1F703CDD58A}" dt="2025-08-17T22:40:29.002" v="50" actId="164"/>
          <ac:spMkLst>
            <pc:docMk/>
            <pc:sldMk cId="2559367353" sldId="256"/>
            <ac:spMk id="11" creationId="{D0062190-E849-4AA9-6BF2-2A86A7E7C07C}"/>
          </ac:spMkLst>
        </pc:spChg>
        <pc:spChg chg="add mod">
          <ac:chgData name="Phillip Wolff" userId="c2521818cea951fe" providerId="LiveId" clId="{C5D51C20-2226-44B0-A39D-D1F703CDD58A}" dt="2025-08-18T12:26:05.484" v="268" actId="1076"/>
          <ac:spMkLst>
            <pc:docMk/>
            <pc:sldMk cId="2559367353" sldId="256"/>
            <ac:spMk id="12" creationId="{2F780F3F-511F-6074-4EFE-7B5CD92D4D2E}"/>
          </ac:spMkLst>
        </pc:spChg>
        <pc:spChg chg="add mod">
          <ac:chgData name="Phillip Wolff" userId="c2521818cea951fe" providerId="LiveId" clId="{C5D51C20-2226-44B0-A39D-D1F703CDD58A}" dt="2025-08-17T22:40:29.002" v="50" actId="164"/>
          <ac:spMkLst>
            <pc:docMk/>
            <pc:sldMk cId="2559367353" sldId="256"/>
            <ac:spMk id="15" creationId="{E84EF922-83BD-FBCC-1E01-7BC1C1CECDBF}"/>
          </ac:spMkLst>
        </pc:spChg>
        <pc:spChg chg="add mod">
          <ac:chgData name="Phillip Wolff" userId="c2521818cea951fe" providerId="LiveId" clId="{C5D51C20-2226-44B0-A39D-D1F703CDD58A}" dt="2025-08-17T22:40:29.002" v="50" actId="164"/>
          <ac:spMkLst>
            <pc:docMk/>
            <pc:sldMk cId="2559367353" sldId="256"/>
            <ac:spMk id="17" creationId="{9666C1D5-7CFD-0F7E-3889-9C7B36BAC9DB}"/>
          </ac:spMkLst>
        </pc:spChg>
        <pc:spChg chg="add mod">
          <ac:chgData name="Phillip Wolff" userId="c2521818cea951fe" providerId="LiveId" clId="{C5D51C20-2226-44B0-A39D-D1F703CDD58A}" dt="2025-08-17T22:40:29.002" v="50" actId="164"/>
          <ac:spMkLst>
            <pc:docMk/>
            <pc:sldMk cId="2559367353" sldId="256"/>
            <ac:spMk id="19" creationId="{B969E1E0-4BFF-9419-7511-CF8F63D64563}"/>
          </ac:spMkLst>
        </pc:spChg>
        <pc:spChg chg="add mod">
          <ac:chgData name="Phillip Wolff" userId="c2521818cea951fe" providerId="LiveId" clId="{C5D51C20-2226-44B0-A39D-D1F703CDD58A}" dt="2025-08-17T22:40:29.002" v="50" actId="164"/>
          <ac:spMkLst>
            <pc:docMk/>
            <pc:sldMk cId="2559367353" sldId="256"/>
            <ac:spMk id="21" creationId="{3576C0FD-69D6-B856-057A-A2C1C4A91C68}"/>
          </ac:spMkLst>
        </pc:spChg>
        <pc:grpChg chg="add mod">
          <ac:chgData name="Phillip Wolff" userId="c2521818cea951fe" providerId="LiveId" clId="{C5D51C20-2226-44B0-A39D-D1F703CDD58A}" dt="2025-08-17T22:40:29.002" v="50" actId="164"/>
          <ac:grpSpMkLst>
            <pc:docMk/>
            <pc:sldMk cId="2559367353" sldId="256"/>
            <ac:grpSpMk id="24" creationId="{B6B33397-A4A9-28ED-2605-F60E723089FA}"/>
          </ac:grpSpMkLst>
        </pc:grpChg>
        <pc:cxnChg chg="add mod">
          <ac:chgData name="Phillip Wolff" userId="c2521818cea951fe" providerId="LiveId" clId="{C5D51C20-2226-44B0-A39D-D1F703CDD58A}" dt="2025-08-18T12:26:05.484" v="268" actId="1076"/>
          <ac:cxnSpMkLst>
            <pc:docMk/>
            <pc:sldMk cId="2559367353" sldId="256"/>
            <ac:cxnSpMk id="14" creationId="{1BC1B476-5969-2EDD-A2FC-5AA700410595}"/>
          </ac:cxnSpMkLst>
        </pc:cxnChg>
        <pc:cxnChg chg="add mod">
          <ac:chgData name="Phillip Wolff" userId="c2521818cea951fe" providerId="LiveId" clId="{C5D51C20-2226-44B0-A39D-D1F703CDD58A}" dt="2025-08-17T21:01:02.957" v="40" actId="1076"/>
          <ac:cxnSpMkLst>
            <pc:docMk/>
            <pc:sldMk cId="2559367353" sldId="256"/>
            <ac:cxnSpMk id="16" creationId="{7BD21F4B-19A5-8898-A99A-F2DF1FA8042E}"/>
          </ac:cxnSpMkLst>
        </pc:cxnChg>
        <pc:cxnChg chg="add mod">
          <ac:chgData name="Phillip Wolff" userId="c2521818cea951fe" providerId="LiveId" clId="{C5D51C20-2226-44B0-A39D-D1F703CDD58A}" dt="2025-08-17T21:01:08.228" v="42" actId="1076"/>
          <ac:cxnSpMkLst>
            <pc:docMk/>
            <pc:sldMk cId="2559367353" sldId="256"/>
            <ac:cxnSpMk id="18" creationId="{CB22BB57-6036-6AD7-8CD8-E758313D7AD6}"/>
          </ac:cxnSpMkLst>
        </pc:cxnChg>
        <pc:cxnChg chg="add mod">
          <ac:chgData name="Phillip Wolff" userId="c2521818cea951fe" providerId="LiveId" clId="{C5D51C20-2226-44B0-A39D-D1F703CDD58A}" dt="2025-08-17T21:01:13.231" v="44" actId="1076"/>
          <ac:cxnSpMkLst>
            <pc:docMk/>
            <pc:sldMk cId="2559367353" sldId="256"/>
            <ac:cxnSpMk id="20" creationId="{5AF7DEEF-73BE-786B-26E0-E65E5AEA3A29}"/>
          </ac:cxnSpMkLst>
        </pc:cxnChg>
        <pc:cxnChg chg="add mod">
          <ac:chgData name="Phillip Wolff" userId="c2521818cea951fe" providerId="LiveId" clId="{C5D51C20-2226-44B0-A39D-D1F703CDD58A}" dt="2025-08-17T21:01:25.781" v="47" actId="14100"/>
          <ac:cxnSpMkLst>
            <pc:docMk/>
            <pc:sldMk cId="2559367353" sldId="256"/>
            <ac:cxnSpMk id="22" creationId="{B7DD0D7A-169F-BBDF-81A6-4561C03047EB}"/>
          </ac:cxnSpMkLst>
        </pc:cxnChg>
      </pc:sldChg>
      <pc:sldChg chg="addSp delSp modSp add mod">
        <pc:chgData name="Phillip Wolff" userId="c2521818cea951fe" providerId="LiveId" clId="{C5D51C20-2226-44B0-A39D-D1F703CDD58A}" dt="2025-08-19T13:30:37.396" v="380" actId="14100"/>
        <pc:sldMkLst>
          <pc:docMk/>
          <pc:sldMk cId="1347973419" sldId="257"/>
        </pc:sldMkLst>
        <pc:spChg chg="add mod ord">
          <ac:chgData name="Phillip Wolff" userId="c2521818cea951fe" providerId="LiveId" clId="{C5D51C20-2226-44B0-A39D-D1F703CDD58A}" dt="2025-08-19T13:30:37.396" v="380" actId="14100"/>
          <ac:spMkLst>
            <pc:docMk/>
            <pc:sldMk cId="1347973419" sldId="257"/>
            <ac:spMk id="2" creationId="{E0725325-6020-0D43-B1D5-F55243786145}"/>
          </ac:spMkLst>
        </pc:spChg>
        <pc:spChg chg="add mod">
          <ac:chgData name="Phillip Wolff" userId="c2521818cea951fe" providerId="LiveId" clId="{C5D51C20-2226-44B0-A39D-D1F703CDD58A}" dt="2025-08-18T12:30:09.859" v="361" actId="164"/>
          <ac:spMkLst>
            <pc:docMk/>
            <pc:sldMk cId="1347973419" sldId="257"/>
            <ac:spMk id="284" creationId="{575C544E-D61A-12F8-4215-79BD84FA3E44}"/>
          </ac:spMkLst>
        </pc:spChg>
        <pc:spChg chg="add mod">
          <ac:chgData name="Phillip Wolff" userId="c2521818cea951fe" providerId="LiveId" clId="{C5D51C20-2226-44B0-A39D-D1F703CDD58A}" dt="2025-08-18T12:30:09.859" v="361" actId="164"/>
          <ac:spMkLst>
            <pc:docMk/>
            <pc:sldMk cId="1347973419" sldId="257"/>
            <ac:spMk id="285" creationId="{B9B47148-D90A-4306-6462-03822AABCB8F}"/>
          </ac:spMkLst>
        </pc:spChg>
        <pc:spChg chg="add mod">
          <ac:chgData name="Phillip Wolff" userId="c2521818cea951fe" providerId="LiveId" clId="{C5D51C20-2226-44B0-A39D-D1F703CDD58A}" dt="2025-08-19T13:29:42.460" v="370" actId="1076"/>
          <ac:spMkLst>
            <pc:docMk/>
            <pc:sldMk cId="1347973419" sldId="257"/>
            <ac:spMk id="286" creationId="{7361B08C-7FAD-2E6F-E8DF-372D29D84B00}"/>
          </ac:spMkLst>
        </pc:spChg>
        <pc:spChg chg="add mod">
          <ac:chgData name="Phillip Wolff" userId="c2521818cea951fe" providerId="LiveId" clId="{C5D51C20-2226-44B0-A39D-D1F703CDD58A}" dt="2025-08-18T12:30:09.859" v="361" actId="164"/>
          <ac:spMkLst>
            <pc:docMk/>
            <pc:sldMk cId="1347973419" sldId="257"/>
            <ac:spMk id="287" creationId="{1408334E-18B3-B709-05F8-5F27DAB0EB07}"/>
          </ac:spMkLst>
        </pc:spChg>
        <pc:spChg chg="add mod">
          <ac:chgData name="Phillip Wolff" userId="c2521818cea951fe" providerId="LiveId" clId="{C5D51C20-2226-44B0-A39D-D1F703CDD58A}" dt="2025-08-19T13:29:32.945" v="368" actId="1036"/>
          <ac:spMkLst>
            <pc:docMk/>
            <pc:sldMk cId="1347973419" sldId="257"/>
            <ac:spMk id="296" creationId="{6A0103CB-69AA-4E78-38ED-BDA2A8499BA4}"/>
          </ac:spMkLst>
        </pc:spChg>
        <pc:spChg chg="add mod">
          <ac:chgData name="Phillip Wolff" userId="c2521818cea951fe" providerId="LiveId" clId="{C5D51C20-2226-44B0-A39D-D1F703CDD58A}" dt="2025-08-18T12:30:09.859" v="361" actId="164"/>
          <ac:spMkLst>
            <pc:docMk/>
            <pc:sldMk cId="1347973419" sldId="257"/>
            <ac:spMk id="298" creationId="{075504ED-55D1-A492-FB42-AA983B4FA339}"/>
          </ac:spMkLst>
        </pc:spChg>
        <pc:spChg chg="add mod">
          <ac:chgData name="Phillip Wolff" userId="c2521818cea951fe" providerId="LiveId" clId="{C5D51C20-2226-44B0-A39D-D1F703CDD58A}" dt="2025-08-18T12:30:09.859" v="361" actId="164"/>
          <ac:spMkLst>
            <pc:docMk/>
            <pc:sldMk cId="1347973419" sldId="257"/>
            <ac:spMk id="301" creationId="{3C62A445-B2A2-E6AB-2D07-36620899B2BF}"/>
          </ac:spMkLst>
        </pc:spChg>
        <pc:spChg chg="add mod">
          <ac:chgData name="Phillip Wolff" userId="c2521818cea951fe" providerId="LiveId" clId="{C5D51C20-2226-44B0-A39D-D1F703CDD58A}" dt="2025-08-18T12:30:09.859" v="361" actId="164"/>
          <ac:spMkLst>
            <pc:docMk/>
            <pc:sldMk cId="1347973419" sldId="257"/>
            <ac:spMk id="309" creationId="{7AE8F2E2-482D-3472-F6B9-E4E40A653AEE}"/>
          </ac:spMkLst>
        </pc:spChg>
        <pc:spChg chg="add mod">
          <ac:chgData name="Phillip Wolff" userId="c2521818cea951fe" providerId="LiveId" clId="{C5D51C20-2226-44B0-A39D-D1F703CDD58A}" dt="2025-08-18T12:30:09.859" v="361" actId="164"/>
          <ac:spMkLst>
            <pc:docMk/>
            <pc:sldMk cId="1347973419" sldId="257"/>
            <ac:spMk id="328" creationId="{05BF9F5C-AE94-6AE3-D82D-F1CD106383E8}"/>
          </ac:spMkLst>
        </pc:spChg>
        <pc:grpChg chg="add mod">
          <ac:chgData name="Phillip Wolff" userId="c2521818cea951fe" providerId="LiveId" clId="{C5D51C20-2226-44B0-A39D-D1F703CDD58A}" dt="2025-08-18T12:22:41.012" v="207" actId="164"/>
          <ac:grpSpMkLst>
            <pc:docMk/>
            <pc:sldMk cId="1347973419" sldId="257"/>
            <ac:grpSpMk id="184" creationId="{532C45BC-B07D-4F43-173C-170047B50C71}"/>
          </ac:grpSpMkLst>
        </pc:grpChg>
        <pc:grpChg chg="add mod">
          <ac:chgData name="Phillip Wolff" userId="c2521818cea951fe" providerId="LiveId" clId="{C5D51C20-2226-44B0-A39D-D1F703CDD58A}" dt="2025-08-18T12:22:41.012" v="207" actId="164"/>
          <ac:grpSpMkLst>
            <pc:docMk/>
            <pc:sldMk cId="1347973419" sldId="257"/>
            <ac:grpSpMk id="185" creationId="{4E8A2A66-5695-FB66-2EFB-45F65DCD1A57}"/>
          </ac:grpSpMkLst>
        </pc:grpChg>
        <pc:grpChg chg="add mod">
          <ac:chgData name="Phillip Wolff" userId="c2521818cea951fe" providerId="LiveId" clId="{C5D51C20-2226-44B0-A39D-D1F703CDD58A}" dt="2025-08-18T12:22:41.012" v="207" actId="164"/>
          <ac:grpSpMkLst>
            <pc:docMk/>
            <pc:sldMk cId="1347973419" sldId="257"/>
            <ac:grpSpMk id="260" creationId="{5B3A41E3-83CD-521F-448D-8A779B723F43}"/>
          </ac:grpSpMkLst>
        </pc:grpChg>
        <pc:grpChg chg="add mod">
          <ac:chgData name="Phillip Wolff" userId="c2521818cea951fe" providerId="LiveId" clId="{C5D51C20-2226-44B0-A39D-D1F703CDD58A}" dt="2025-08-18T12:22:41.012" v="207" actId="164"/>
          <ac:grpSpMkLst>
            <pc:docMk/>
            <pc:sldMk cId="1347973419" sldId="257"/>
            <ac:grpSpMk id="261" creationId="{8F055702-98DC-B504-5F40-2B1CA4283B3F}"/>
          </ac:grpSpMkLst>
        </pc:grpChg>
        <pc:grpChg chg="add mod">
          <ac:chgData name="Phillip Wolff" userId="c2521818cea951fe" providerId="LiveId" clId="{C5D51C20-2226-44B0-A39D-D1F703CDD58A}" dt="2025-08-18T12:30:09.859" v="361" actId="164"/>
          <ac:grpSpMkLst>
            <pc:docMk/>
            <pc:sldMk cId="1347973419" sldId="257"/>
            <ac:grpSpMk id="283" creationId="{FC0712A2-2095-E497-0D57-64F34078B705}"/>
          </ac:grpSpMkLst>
        </pc:grpChg>
        <pc:grpChg chg="mod">
          <ac:chgData name="Phillip Wolff" userId="c2521818cea951fe" providerId="LiveId" clId="{C5D51C20-2226-44B0-A39D-D1F703CDD58A}" dt="2025-08-19T13:30:30.178" v="379" actId="14100"/>
          <ac:grpSpMkLst>
            <pc:docMk/>
            <pc:sldMk cId="1347973419" sldId="257"/>
            <ac:grpSpMk id="336" creationId="{A941BFB3-C0C0-FAE2-66D7-347FCB192681}"/>
          </ac:grpSpMkLst>
        </pc:grpChg>
        <pc:cxnChg chg="add mod">
          <ac:chgData name="Phillip Wolff" userId="c2521818cea951fe" providerId="LiveId" clId="{C5D51C20-2226-44B0-A39D-D1F703CDD58A}" dt="2025-08-18T12:15:12.207" v="129" actId="164"/>
          <ac:cxnSpMkLst>
            <pc:docMk/>
            <pc:sldMk cId="1347973419" sldId="257"/>
            <ac:cxnSpMk id="11" creationId="{C9530987-F09C-D5B6-6979-AF9EE50DA26C}"/>
          </ac:cxnSpMkLst>
        </pc:cxnChg>
        <pc:cxnChg chg="add mod">
          <ac:chgData name="Phillip Wolff" userId="c2521818cea951fe" providerId="LiveId" clId="{C5D51C20-2226-44B0-A39D-D1F703CDD58A}" dt="2025-08-18T12:15:12.207" v="129" actId="164"/>
          <ac:cxnSpMkLst>
            <pc:docMk/>
            <pc:sldMk cId="1347973419" sldId="257"/>
            <ac:cxnSpMk id="12" creationId="{92767D36-9850-465E-1D7B-C60878A41261}"/>
          </ac:cxnSpMkLst>
        </pc:cxnChg>
        <pc:cxnChg chg="add mod">
          <ac:chgData name="Phillip Wolff" userId="c2521818cea951fe" providerId="LiveId" clId="{C5D51C20-2226-44B0-A39D-D1F703CDD58A}" dt="2025-08-18T12:15:12.207" v="129" actId="164"/>
          <ac:cxnSpMkLst>
            <pc:docMk/>
            <pc:sldMk cId="1347973419" sldId="257"/>
            <ac:cxnSpMk id="13" creationId="{256039E7-2D9F-3D53-1A9E-B0CF34A19D7B}"/>
          </ac:cxnSpMkLst>
        </pc:cxnChg>
        <pc:cxnChg chg="add mod">
          <ac:chgData name="Phillip Wolff" userId="c2521818cea951fe" providerId="LiveId" clId="{C5D51C20-2226-44B0-A39D-D1F703CDD58A}" dt="2025-08-18T12:13:20.946" v="82" actId="14100"/>
          <ac:cxnSpMkLst>
            <pc:docMk/>
            <pc:sldMk cId="1347973419" sldId="257"/>
            <ac:cxnSpMk id="14" creationId="{A83732C2-C878-76EE-FE8B-250CFBB4FC5E}"/>
          </ac:cxnSpMkLst>
        </pc:cxnChg>
        <pc:cxnChg chg="add mod">
          <ac:chgData name="Phillip Wolff" userId="c2521818cea951fe" providerId="LiveId" clId="{C5D51C20-2226-44B0-A39D-D1F703CDD58A}" dt="2025-08-18T12:15:12.207" v="129" actId="164"/>
          <ac:cxnSpMkLst>
            <pc:docMk/>
            <pc:sldMk cId="1347973419" sldId="257"/>
            <ac:cxnSpMk id="19" creationId="{3664D3E0-6C20-8ED7-F55A-ABADFC6C413B}"/>
          </ac:cxnSpMkLst>
        </pc:cxnChg>
        <pc:cxnChg chg="add mod">
          <ac:chgData name="Phillip Wolff" userId="c2521818cea951fe" providerId="LiveId" clId="{C5D51C20-2226-44B0-A39D-D1F703CDD58A}" dt="2025-08-18T12:13:55.946" v="103" actId="14100"/>
          <ac:cxnSpMkLst>
            <pc:docMk/>
            <pc:sldMk cId="1347973419" sldId="257"/>
            <ac:cxnSpMk id="20" creationId="{17D31BCF-FBB5-E78F-EA01-75ACB0D6379D}"/>
          </ac:cxnSpMkLst>
        </pc:cxnChg>
        <pc:cxnChg chg="add mod">
          <ac:chgData name="Phillip Wolff" userId="c2521818cea951fe" providerId="LiveId" clId="{C5D51C20-2226-44B0-A39D-D1F703CDD58A}" dt="2025-08-18T12:15:12.207" v="129" actId="164"/>
          <ac:cxnSpMkLst>
            <pc:docMk/>
            <pc:sldMk cId="1347973419" sldId="257"/>
            <ac:cxnSpMk id="21" creationId="{6641B78F-F2D1-13EE-6102-7D99CE01D648}"/>
          </ac:cxnSpMkLst>
        </pc:cxnChg>
        <pc:cxnChg chg="add mod">
          <ac:chgData name="Phillip Wolff" userId="c2521818cea951fe" providerId="LiveId" clId="{C5D51C20-2226-44B0-A39D-D1F703CDD58A}" dt="2025-08-18T12:14:06.970" v="108" actId="14100"/>
          <ac:cxnSpMkLst>
            <pc:docMk/>
            <pc:sldMk cId="1347973419" sldId="257"/>
            <ac:cxnSpMk id="22" creationId="{F915BF6C-E17C-1D7E-E5AA-A0CD4E3A7A89}"/>
          </ac:cxnSpMkLst>
        </pc:cxnChg>
        <pc:cxnChg chg="add mod">
          <ac:chgData name="Phillip Wolff" userId="c2521818cea951fe" providerId="LiveId" clId="{C5D51C20-2226-44B0-A39D-D1F703CDD58A}" dt="2025-08-18T12:15:02.581" v="128" actId="14100"/>
          <ac:cxnSpMkLst>
            <pc:docMk/>
            <pc:sldMk cId="1347973419" sldId="257"/>
            <ac:cxnSpMk id="32" creationId="{B8599229-5C5F-008A-69AB-8C83F99CEFE1}"/>
          </ac:cxnSpMkLst>
        </pc:cxnChg>
        <pc:cxnChg chg="add mod">
          <ac:chgData name="Phillip Wolff" userId="c2521818cea951fe" providerId="LiveId" clId="{C5D51C20-2226-44B0-A39D-D1F703CDD58A}" dt="2025-08-18T12:15:12.207" v="129" actId="164"/>
          <ac:cxnSpMkLst>
            <pc:docMk/>
            <pc:sldMk cId="1347973419" sldId="257"/>
            <ac:cxnSpMk id="33" creationId="{00BAC7FB-9B15-4176-E2B7-8C055C112540}"/>
          </ac:cxnSpMkLst>
        </pc:cxnChg>
        <pc:cxnChg chg="add mod">
          <ac:chgData name="Phillip Wolff" userId="c2521818cea951fe" providerId="LiveId" clId="{C5D51C20-2226-44B0-A39D-D1F703CDD58A}" dt="2025-08-18T12:15:12.207" v="129" actId="164"/>
          <ac:cxnSpMkLst>
            <pc:docMk/>
            <pc:sldMk cId="1347973419" sldId="257"/>
            <ac:cxnSpMk id="34" creationId="{37E3A05B-BC1D-2D67-567C-E53CDC460ED2}"/>
          </ac:cxnSpMkLst>
        </pc:cxnChg>
        <pc:cxnChg chg="add mod">
          <ac:chgData name="Phillip Wolff" userId="c2521818cea951fe" providerId="LiveId" clId="{C5D51C20-2226-44B0-A39D-D1F703CDD58A}" dt="2025-08-18T12:15:12.207" v="129" actId="164"/>
          <ac:cxnSpMkLst>
            <pc:docMk/>
            <pc:sldMk cId="1347973419" sldId="257"/>
            <ac:cxnSpMk id="35" creationId="{4A91B312-3433-7C16-4954-E3853019DDA2}"/>
          </ac:cxnSpMkLst>
        </pc:cxnChg>
        <pc:cxnChg chg="add mod">
          <ac:chgData name="Phillip Wolff" userId="c2521818cea951fe" providerId="LiveId" clId="{C5D51C20-2226-44B0-A39D-D1F703CDD58A}" dt="2025-08-18T12:15:02.581" v="128" actId="14100"/>
          <ac:cxnSpMkLst>
            <pc:docMk/>
            <pc:sldMk cId="1347973419" sldId="257"/>
            <ac:cxnSpMk id="36" creationId="{F4CDC36D-95D1-BD4B-33DC-12AE7263DFBE}"/>
          </ac:cxnSpMkLst>
        </pc:cxnChg>
        <pc:cxnChg chg="add mod">
          <ac:chgData name="Phillip Wolff" userId="c2521818cea951fe" providerId="LiveId" clId="{C5D51C20-2226-44B0-A39D-D1F703CDD58A}" dt="2025-08-18T12:15:02.581" v="128" actId="14100"/>
          <ac:cxnSpMkLst>
            <pc:docMk/>
            <pc:sldMk cId="1347973419" sldId="257"/>
            <ac:cxnSpMk id="37" creationId="{3A60E3EE-0F70-B835-140C-D2E2FEC98F9C}"/>
          </ac:cxnSpMkLst>
        </pc:cxnChg>
        <pc:cxnChg chg="add mod">
          <ac:chgData name="Phillip Wolff" userId="c2521818cea951fe" providerId="LiveId" clId="{C5D51C20-2226-44B0-A39D-D1F703CDD58A}" dt="2025-08-18T12:15:12.207" v="129" actId="164"/>
          <ac:cxnSpMkLst>
            <pc:docMk/>
            <pc:sldMk cId="1347973419" sldId="257"/>
            <ac:cxnSpMk id="38" creationId="{B39A8429-DF79-81AB-C854-69BAC9F30A36}"/>
          </ac:cxnSpMkLst>
        </pc:cxnChg>
        <pc:cxnChg chg="add mod">
          <ac:chgData name="Phillip Wolff" userId="c2521818cea951fe" providerId="LiveId" clId="{C5D51C20-2226-44B0-A39D-D1F703CDD58A}" dt="2025-08-18T12:15:35.205" v="136" actId="1038"/>
          <ac:cxnSpMkLst>
            <pc:docMk/>
            <pc:sldMk cId="1347973419" sldId="257"/>
            <ac:cxnSpMk id="39" creationId="{4036F945-EDDF-F481-27AD-D726ADF351DC}"/>
          </ac:cxnSpMkLst>
        </pc:cxnChg>
        <pc:cxnChg chg="mod">
          <ac:chgData name="Phillip Wolff" userId="c2521818cea951fe" providerId="LiveId" clId="{C5D51C20-2226-44B0-A39D-D1F703CDD58A}" dt="2025-08-18T12:15:13.614" v="130"/>
          <ac:cxnSpMkLst>
            <pc:docMk/>
            <pc:sldMk cId="1347973419" sldId="257"/>
            <ac:cxnSpMk id="187" creationId="{0B7F929C-D6A6-144B-3E55-36F6BF39E0B9}"/>
          </ac:cxnSpMkLst>
        </pc:cxnChg>
        <pc:cxnChg chg="mod">
          <ac:chgData name="Phillip Wolff" userId="c2521818cea951fe" providerId="LiveId" clId="{C5D51C20-2226-44B0-A39D-D1F703CDD58A}" dt="2025-08-18T12:15:13.614" v="130"/>
          <ac:cxnSpMkLst>
            <pc:docMk/>
            <pc:sldMk cId="1347973419" sldId="257"/>
            <ac:cxnSpMk id="189" creationId="{F0420FB3-974B-FE11-D4F3-56DC6248751B}"/>
          </ac:cxnSpMkLst>
        </pc:cxnChg>
        <pc:cxnChg chg="mod">
          <ac:chgData name="Phillip Wolff" userId="c2521818cea951fe" providerId="LiveId" clId="{C5D51C20-2226-44B0-A39D-D1F703CDD58A}" dt="2025-08-18T12:15:13.614" v="130"/>
          <ac:cxnSpMkLst>
            <pc:docMk/>
            <pc:sldMk cId="1347973419" sldId="257"/>
            <ac:cxnSpMk id="190" creationId="{895078A9-D395-20AF-51A9-9D0CD28CC724}"/>
          </ac:cxnSpMkLst>
        </pc:cxnChg>
        <pc:cxnChg chg="mod">
          <ac:chgData name="Phillip Wolff" userId="c2521818cea951fe" providerId="LiveId" clId="{C5D51C20-2226-44B0-A39D-D1F703CDD58A}" dt="2025-08-18T12:15:13.614" v="130"/>
          <ac:cxnSpMkLst>
            <pc:docMk/>
            <pc:sldMk cId="1347973419" sldId="257"/>
            <ac:cxnSpMk id="192" creationId="{9FCBB24E-7C25-B3F3-1A2B-72FE055655E9}"/>
          </ac:cxnSpMkLst>
        </pc:cxnChg>
        <pc:cxnChg chg="mod">
          <ac:chgData name="Phillip Wolff" userId="c2521818cea951fe" providerId="LiveId" clId="{C5D51C20-2226-44B0-A39D-D1F703CDD58A}" dt="2025-08-18T12:15:13.614" v="130"/>
          <ac:cxnSpMkLst>
            <pc:docMk/>
            <pc:sldMk cId="1347973419" sldId="257"/>
            <ac:cxnSpMk id="194" creationId="{F57CB25E-EB88-14DD-7E9F-AC891532F848}"/>
          </ac:cxnSpMkLst>
        </pc:cxnChg>
        <pc:cxnChg chg="mod">
          <ac:chgData name="Phillip Wolff" userId="c2521818cea951fe" providerId="LiveId" clId="{C5D51C20-2226-44B0-A39D-D1F703CDD58A}" dt="2025-08-18T12:15:13.614" v="130"/>
          <ac:cxnSpMkLst>
            <pc:docMk/>
            <pc:sldMk cId="1347973419" sldId="257"/>
            <ac:cxnSpMk id="195" creationId="{88EC563C-7F6A-D70C-A9FE-B090B64AD53E}"/>
          </ac:cxnSpMkLst>
        </pc:cxnChg>
        <pc:cxnChg chg="mod">
          <ac:chgData name="Phillip Wolff" userId="c2521818cea951fe" providerId="LiveId" clId="{C5D51C20-2226-44B0-A39D-D1F703CDD58A}" dt="2025-08-18T12:15:13.614" v="130"/>
          <ac:cxnSpMkLst>
            <pc:docMk/>
            <pc:sldMk cId="1347973419" sldId="257"/>
            <ac:cxnSpMk id="196" creationId="{0FC32DCC-7F56-840F-D66C-027564E0F968}"/>
          </ac:cxnSpMkLst>
        </pc:cxnChg>
        <pc:cxnChg chg="mod">
          <ac:chgData name="Phillip Wolff" userId="c2521818cea951fe" providerId="LiveId" clId="{C5D51C20-2226-44B0-A39D-D1F703CDD58A}" dt="2025-08-18T12:15:13.614" v="130"/>
          <ac:cxnSpMkLst>
            <pc:docMk/>
            <pc:sldMk cId="1347973419" sldId="257"/>
            <ac:cxnSpMk id="197" creationId="{C99EDFF4-063C-C3F0-252C-49688B12285E}"/>
          </ac:cxnSpMkLst>
        </pc:cxnChg>
        <pc:cxnChg chg="mod">
          <ac:chgData name="Phillip Wolff" userId="c2521818cea951fe" providerId="LiveId" clId="{C5D51C20-2226-44B0-A39D-D1F703CDD58A}" dt="2025-08-18T12:15:29.976" v="135" actId="1037"/>
          <ac:cxnSpMkLst>
            <pc:docMk/>
            <pc:sldMk cId="1347973419" sldId="257"/>
            <ac:cxnSpMk id="201" creationId="{CAD7B2B6-DEA5-56AB-33D9-41ECB29E9681}"/>
          </ac:cxnSpMkLst>
        </pc:cxnChg>
        <pc:cxnChg chg="add mod">
          <ac:chgData name="Phillip Wolff" userId="c2521818cea951fe" providerId="LiveId" clId="{C5D51C20-2226-44B0-A39D-D1F703CDD58A}" dt="2025-08-18T12:21:43.470" v="186" actId="164"/>
          <ac:cxnSpMkLst>
            <pc:docMk/>
            <pc:sldMk cId="1347973419" sldId="257"/>
            <ac:cxnSpMk id="202" creationId="{45CC7140-75FE-AF67-C2E6-A3C0C5B58C9B}"/>
          </ac:cxnSpMkLst>
        </pc:cxnChg>
        <pc:cxnChg chg="add mod">
          <ac:chgData name="Phillip Wolff" userId="c2521818cea951fe" providerId="LiveId" clId="{C5D51C20-2226-44B0-A39D-D1F703CDD58A}" dt="2025-08-18T12:21:43.470" v="186" actId="164"/>
          <ac:cxnSpMkLst>
            <pc:docMk/>
            <pc:sldMk cId="1347973419" sldId="257"/>
            <ac:cxnSpMk id="203" creationId="{C2734627-7878-CE49-6A5D-054E6DD34644}"/>
          </ac:cxnSpMkLst>
        </pc:cxnChg>
        <pc:cxnChg chg="add mod">
          <ac:chgData name="Phillip Wolff" userId="c2521818cea951fe" providerId="LiveId" clId="{C5D51C20-2226-44B0-A39D-D1F703CDD58A}" dt="2025-08-18T12:21:43.470" v="186" actId="164"/>
          <ac:cxnSpMkLst>
            <pc:docMk/>
            <pc:sldMk cId="1347973419" sldId="257"/>
            <ac:cxnSpMk id="204" creationId="{5DFFA6DB-40F2-94B9-3A67-656FEE4085C7}"/>
          </ac:cxnSpMkLst>
        </pc:cxnChg>
        <pc:cxnChg chg="mod">
          <ac:chgData name="Phillip Wolff" userId="c2521818cea951fe" providerId="LiveId" clId="{C5D51C20-2226-44B0-A39D-D1F703CDD58A}" dt="2025-08-18T12:17:48.183" v="161" actId="14100"/>
          <ac:cxnSpMkLst>
            <pc:docMk/>
            <pc:sldMk cId="1347973419" sldId="257"/>
            <ac:cxnSpMk id="205" creationId="{BFDF412C-3605-5FE3-9F6A-92489379B0CA}"/>
          </ac:cxnSpMkLst>
        </pc:cxnChg>
        <pc:cxnChg chg="add mod">
          <ac:chgData name="Phillip Wolff" userId="c2521818cea951fe" providerId="LiveId" clId="{C5D51C20-2226-44B0-A39D-D1F703CDD58A}" dt="2025-08-18T12:21:43.470" v="186" actId="164"/>
          <ac:cxnSpMkLst>
            <pc:docMk/>
            <pc:sldMk cId="1347973419" sldId="257"/>
            <ac:cxnSpMk id="206" creationId="{88A1C986-761C-1FD8-3115-73F419475870}"/>
          </ac:cxnSpMkLst>
        </pc:cxnChg>
        <pc:cxnChg chg="mod">
          <ac:chgData name="Phillip Wolff" userId="c2521818cea951fe" providerId="LiveId" clId="{C5D51C20-2226-44B0-A39D-D1F703CDD58A}" dt="2025-08-18T12:17:53.203" v="163" actId="14100"/>
          <ac:cxnSpMkLst>
            <pc:docMk/>
            <pc:sldMk cId="1347973419" sldId="257"/>
            <ac:cxnSpMk id="207" creationId="{44E175B7-1543-E41C-2AC0-5D9206C05E9B}"/>
          </ac:cxnSpMkLst>
        </pc:cxnChg>
        <pc:cxnChg chg="mod">
          <ac:chgData name="Phillip Wolff" userId="c2521818cea951fe" providerId="LiveId" clId="{C5D51C20-2226-44B0-A39D-D1F703CDD58A}" dt="2025-08-18T12:20:21.424" v="164" actId="14100"/>
          <ac:cxnSpMkLst>
            <pc:docMk/>
            <pc:sldMk cId="1347973419" sldId="257"/>
            <ac:cxnSpMk id="208" creationId="{777116AB-BF4A-1207-DFD0-B0CA02E9B1D1}"/>
          </ac:cxnSpMkLst>
        </pc:cxnChg>
        <pc:cxnChg chg="add mod">
          <ac:chgData name="Phillip Wolff" userId="c2521818cea951fe" providerId="LiveId" clId="{C5D51C20-2226-44B0-A39D-D1F703CDD58A}" dt="2025-08-18T12:21:43.470" v="186" actId="164"/>
          <ac:cxnSpMkLst>
            <pc:docMk/>
            <pc:sldMk cId="1347973419" sldId="257"/>
            <ac:cxnSpMk id="209" creationId="{472ABDA5-2B5C-AE7B-1B59-E2E4C80B2E4F}"/>
          </ac:cxnSpMkLst>
        </pc:cxnChg>
        <pc:cxnChg chg="mod">
          <ac:chgData name="Phillip Wolff" userId="c2521818cea951fe" providerId="LiveId" clId="{C5D51C20-2226-44B0-A39D-D1F703CDD58A}" dt="2025-08-18T12:20:27.683" v="166" actId="14100"/>
          <ac:cxnSpMkLst>
            <pc:docMk/>
            <pc:sldMk cId="1347973419" sldId="257"/>
            <ac:cxnSpMk id="210" creationId="{EB097527-58FC-6FD4-2154-CF5739F99534}"/>
          </ac:cxnSpMkLst>
        </pc:cxnChg>
        <pc:cxnChg chg="add mod">
          <ac:chgData name="Phillip Wolff" userId="c2521818cea951fe" providerId="LiveId" clId="{C5D51C20-2226-44B0-A39D-D1F703CDD58A}" dt="2025-08-18T12:21:37.091" v="185" actId="1076"/>
          <ac:cxnSpMkLst>
            <pc:docMk/>
            <pc:sldMk cId="1347973419" sldId="257"/>
            <ac:cxnSpMk id="211" creationId="{19C0DA2D-C736-D9EC-1F1C-2C8AADA21BD3}"/>
          </ac:cxnSpMkLst>
        </pc:cxnChg>
        <pc:cxnChg chg="mod">
          <ac:chgData name="Phillip Wolff" userId="c2521818cea951fe" providerId="LiveId" clId="{C5D51C20-2226-44B0-A39D-D1F703CDD58A}" dt="2025-08-18T12:20:33.619" v="168" actId="14100"/>
          <ac:cxnSpMkLst>
            <pc:docMk/>
            <pc:sldMk cId="1347973419" sldId="257"/>
            <ac:cxnSpMk id="212" creationId="{F88447E7-CC06-65A2-365C-735D63B3F586}"/>
          </ac:cxnSpMkLst>
        </pc:cxnChg>
        <pc:cxnChg chg="add mod">
          <ac:chgData name="Phillip Wolff" userId="c2521818cea951fe" providerId="LiveId" clId="{C5D51C20-2226-44B0-A39D-D1F703CDD58A}" dt="2025-08-18T12:21:37.091" v="185" actId="1076"/>
          <ac:cxnSpMkLst>
            <pc:docMk/>
            <pc:sldMk cId="1347973419" sldId="257"/>
            <ac:cxnSpMk id="213" creationId="{F838F90A-96AF-15DA-74E8-1133BE7D78F6}"/>
          </ac:cxnSpMkLst>
        </pc:cxnChg>
        <pc:cxnChg chg="add mod">
          <ac:chgData name="Phillip Wolff" userId="c2521818cea951fe" providerId="LiveId" clId="{C5D51C20-2226-44B0-A39D-D1F703CDD58A}" dt="2025-08-18T12:21:43.470" v="186" actId="164"/>
          <ac:cxnSpMkLst>
            <pc:docMk/>
            <pc:sldMk cId="1347973419" sldId="257"/>
            <ac:cxnSpMk id="214" creationId="{0C58EBAD-545E-7B39-16A4-EB646265CC9F}"/>
          </ac:cxnSpMkLst>
        </pc:cxnChg>
        <pc:cxnChg chg="add mod">
          <ac:chgData name="Phillip Wolff" userId="c2521818cea951fe" providerId="LiveId" clId="{C5D51C20-2226-44B0-A39D-D1F703CDD58A}" dt="2025-08-18T12:21:43.470" v="186" actId="164"/>
          <ac:cxnSpMkLst>
            <pc:docMk/>
            <pc:sldMk cId="1347973419" sldId="257"/>
            <ac:cxnSpMk id="215" creationId="{D8922382-41D9-5065-2BCF-58D93C9828BC}"/>
          </ac:cxnSpMkLst>
        </pc:cxnChg>
        <pc:cxnChg chg="add mod">
          <ac:chgData name="Phillip Wolff" userId="c2521818cea951fe" providerId="LiveId" clId="{C5D51C20-2226-44B0-A39D-D1F703CDD58A}" dt="2025-08-18T12:21:43.470" v="186" actId="164"/>
          <ac:cxnSpMkLst>
            <pc:docMk/>
            <pc:sldMk cId="1347973419" sldId="257"/>
            <ac:cxnSpMk id="216" creationId="{E7B21514-840C-2C63-FD64-2F0334868C55}"/>
          </ac:cxnSpMkLst>
        </pc:cxnChg>
        <pc:cxnChg chg="mod">
          <ac:chgData name="Phillip Wolff" userId="c2521818cea951fe" providerId="LiveId" clId="{C5D51C20-2226-44B0-A39D-D1F703CDD58A}" dt="2025-08-18T12:20:44.478" v="173" actId="14100"/>
          <ac:cxnSpMkLst>
            <pc:docMk/>
            <pc:sldMk cId="1347973419" sldId="257"/>
            <ac:cxnSpMk id="217" creationId="{DA285624-722E-00CA-AC65-DE8A7B8CA472}"/>
          </ac:cxnSpMkLst>
        </pc:cxnChg>
        <pc:cxnChg chg="add mod">
          <ac:chgData name="Phillip Wolff" userId="c2521818cea951fe" providerId="LiveId" clId="{C5D51C20-2226-44B0-A39D-D1F703CDD58A}" dt="2025-08-18T12:21:23.028" v="183" actId="14100"/>
          <ac:cxnSpMkLst>
            <pc:docMk/>
            <pc:sldMk cId="1347973419" sldId="257"/>
            <ac:cxnSpMk id="251" creationId="{45F66315-9095-E5BF-74C0-AC47118A60B0}"/>
          </ac:cxnSpMkLst>
        </pc:cxnChg>
        <pc:cxnChg chg="add mod">
          <ac:chgData name="Phillip Wolff" userId="c2521818cea951fe" providerId="LiveId" clId="{C5D51C20-2226-44B0-A39D-D1F703CDD58A}" dt="2025-08-18T12:21:43.470" v="186" actId="164"/>
          <ac:cxnSpMkLst>
            <pc:docMk/>
            <pc:sldMk cId="1347973419" sldId="257"/>
            <ac:cxnSpMk id="252" creationId="{28638FFD-7BDC-D088-7FDE-8E6E2B0F1FFD}"/>
          </ac:cxnSpMkLst>
        </pc:cxnChg>
        <pc:cxnChg chg="add mod">
          <ac:chgData name="Phillip Wolff" userId="c2521818cea951fe" providerId="LiveId" clId="{C5D51C20-2226-44B0-A39D-D1F703CDD58A}" dt="2025-08-18T12:21:15.124" v="181" actId="1076"/>
          <ac:cxnSpMkLst>
            <pc:docMk/>
            <pc:sldMk cId="1347973419" sldId="257"/>
            <ac:cxnSpMk id="253" creationId="{895D6847-A559-4598-4F88-B82B7A21C07A}"/>
          </ac:cxnSpMkLst>
        </pc:cxnChg>
        <pc:cxnChg chg="add mod">
          <ac:chgData name="Phillip Wolff" userId="c2521818cea951fe" providerId="LiveId" clId="{C5D51C20-2226-44B0-A39D-D1F703CDD58A}" dt="2025-08-18T12:21:10.419" v="178" actId="14100"/>
          <ac:cxnSpMkLst>
            <pc:docMk/>
            <pc:sldMk cId="1347973419" sldId="257"/>
            <ac:cxnSpMk id="254" creationId="{2014ACB7-ECB7-6013-2765-49E366A0700C}"/>
          </ac:cxnSpMkLst>
        </pc:cxnChg>
        <pc:cxnChg chg="mod">
          <ac:chgData name="Phillip Wolff" userId="c2521818cea951fe" providerId="LiveId" clId="{C5D51C20-2226-44B0-A39D-D1F703CDD58A}" dt="2025-08-18T12:21:52.060" v="187"/>
          <ac:cxnSpMkLst>
            <pc:docMk/>
            <pc:sldMk cId="1347973419" sldId="257"/>
            <ac:cxnSpMk id="266" creationId="{149FC8B8-7EF7-35A4-E7FB-B2A32A68962B}"/>
          </ac:cxnSpMkLst>
        </pc:cxnChg>
        <pc:cxnChg chg="mod">
          <ac:chgData name="Phillip Wolff" userId="c2521818cea951fe" providerId="LiveId" clId="{C5D51C20-2226-44B0-A39D-D1F703CDD58A}" dt="2025-08-18T12:21:52.060" v="187"/>
          <ac:cxnSpMkLst>
            <pc:docMk/>
            <pc:sldMk cId="1347973419" sldId="257"/>
            <ac:cxnSpMk id="268" creationId="{E7DF51CA-2EB8-FBE0-EC2C-E7250FF348DA}"/>
          </ac:cxnSpMkLst>
        </pc:cxnChg>
        <pc:cxnChg chg="mod">
          <ac:chgData name="Phillip Wolff" userId="c2521818cea951fe" providerId="LiveId" clId="{C5D51C20-2226-44B0-A39D-D1F703CDD58A}" dt="2025-08-18T12:21:52.060" v="187"/>
          <ac:cxnSpMkLst>
            <pc:docMk/>
            <pc:sldMk cId="1347973419" sldId="257"/>
            <ac:cxnSpMk id="269" creationId="{453C28DB-DF80-965C-F8A5-9BBADBD9652E}"/>
          </ac:cxnSpMkLst>
        </pc:cxnChg>
        <pc:cxnChg chg="mod">
          <ac:chgData name="Phillip Wolff" userId="c2521818cea951fe" providerId="LiveId" clId="{C5D51C20-2226-44B0-A39D-D1F703CDD58A}" dt="2025-08-18T12:21:52.060" v="187"/>
          <ac:cxnSpMkLst>
            <pc:docMk/>
            <pc:sldMk cId="1347973419" sldId="257"/>
            <ac:cxnSpMk id="270" creationId="{65AAE17C-9032-0549-160D-98A0EF8D3F9C}"/>
          </ac:cxnSpMkLst>
        </pc:cxnChg>
        <pc:cxnChg chg="mod">
          <ac:chgData name="Phillip Wolff" userId="c2521818cea951fe" providerId="LiveId" clId="{C5D51C20-2226-44B0-A39D-D1F703CDD58A}" dt="2025-08-18T12:21:52.060" v="187"/>
          <ac:cxnSpMkLst>
            <pc:docMk/>
            <pc:sldMk cId="1347973419" sldId="257"/>
            <ac:cxnSpMk id="273" creationId="{B1135A42-11BA-6594-DA54-0178F0196DA6}"/>
          </ac:cxnSpMkLst>
        </pc:cxnChg>
        <pc:cxnChg chg="mod">
          <ac:chgData name="Phillip Wolff" userId="c2521818cea951fe" providerId="LiveId" clId="{C5D51C20-2226-44B0-A39D-D1F703CDD58A}" dt="2025-08-18T12:21:52.060" v="187"/>
          <ac:cxnSpMkLst>
            <pc:docMk/>
            <pc:sldMk cId="1347973419" sldId="257"/>
            <ac:cxnSpMk id="276" creationId="{EC653359-5BE3-5024-472B-F77AD0229560}"/>
          </ac:cxnSpMkLst>
        </pc:cxnChg>
        <pc:cxnChg chg="mod">
          <ac:chgData name="Phillip Wolff" userId="c2521818cea951fe" providerId="LiveId" clId="{C5D51C20-2226-44B0-A39D-D1F703CDD58A}" dt="2025-08-18T12:21:52.060" v="187"/>
          <ac:cxnSpMkLst>
            <pc:docMk/>
            <pc:sldMk cId="1347973419" sldId="257"/>
            <ac:cxnSpMk id="278" creationId="{4654AEA8-C6C8-A6EF-166A-89251D3E211B}"/>
          </ac:cxnSpMkLst>
        </pc:cxnChg>
        <pc:cxnChg chg="mod">
          <ac:chgData name="Phillip Wolff" userId="c2521818cea951fe" providerId="LiveId" clId="{C5D51C20-2226-44B0-A39D-D1F703CDD58A}" dt="2025-08-18T12:21:52.060" v="187"/>
          <ac:cxnSpMkLst>
            <pc:docMk/>
            <pc:sldMk cId="1347973419" sldId="257"/>
            <ac:cxnSpMk id="279" creationId="{26A6C959-E43A-4063-7049-5F36F0CBA39B}"/>
          </ac:cxnSpMkLst>
        </pc:cxnChg>
        <pc:cxnChg chg="mod">
          <ac:chgData name="Phillip Wolff" userId="c2521818cea951fe" providerId="LiveId" clId="{C5D51C20-2226-44B0-A39D-D1F703CDD58A}" dt="2025-08-18T12:21:52.060" v="187"/>
          <ac:cxnSpMkLst>
            <pc:docMk/>
            <pc:sldMk cId="1347973419" sldId="257"/>
            <ac:cxnSpMk id="281" creationId="{226468AC-91E3-4F6B-0F3B-3AD6386AEE20}"/>
          </ac:cxnSpMkLst>
        </pc:cxnChg>
        <pc:cxnChg chg="add mod">
          <ac:chgData name="Phillip Wolff" userId="c2521818cea951fe" providerId="LiveId" clId="{C5D51C20-2226-44B0-A39D-D1F703CDD58A}" dt="2025-08-18T12:22:41.012" v="207" actId="164"/>
          <ac:cxnSpMkLst>
            <pc:docMk/>
            <pc:sldMk cId="1347973419" sldId="257"/>
            <ac:cxnSpMk id="282" creationId="{5350B7BF-8C97-DA08-D41A-ADEFB1F15608}"/>
          </ac:cxnSpMkLst>
        </pc:cxnChg>
        <pc:cxnChg chg="add mod">
          <ac:chgData name="Phillip Wolff" userId="c2521818cea951fe" providerId="LiveId" clId="{C5D51C20-2226-44B0-A39D-D1F703CDD58A}" dt="2025-08-18T12:25:15.569" v="241" actId="692"/>
          <ac:cxnSpMkLst>
            <pc:docMk/>
            <pc:sldMk cId="1347973419" sldId="257"/>
            <ac:cxnSpMk id="289" creationId="{93F52C75-DC60-EE97-434C-6EDA39B183E1}"/>
          </ac:cxnSpMkLst>
        </pc:cxnChg>
        <pc:cxnChg chg="add mod">
          <ac:chgData name="Phillip Wolff" userId="c2521818cea951fe" providerId="LiveId" clId="{C5D51C20-2226-44B0-A39D-D1F703CDD58A}" dt="2025-08-19T13:29:48.349" v="372" actId="14100"/>
          <ac:cxnSpMkLst>
            <pc:docMk/>
            <pc:sldMk cId="1347973419" sldId="257"/>
            <ac:cxnSpMk id="291" creationId="{F52DE7D0-EC02-6386-F8B4-8E68E50CB0FF}"/>
          </ac:cxnSpMkLst>
        </pc:cxnChg>
        <pc:cxnChg chg="add mod">
          <ac:chgData name="Phillip Wolff" userId="c2521818cea951fe" providerId="LiveId" clId="{C5D51C20-2226-44B0-A39D-D1F703CDD58A}" dt="2025-08-18T12:36:00.601" v="364" actId="1076"/>
          <ac:cxnSpMkLst>
            <pc:docMk/>
            <pc:sldMk cId="1347973419" sldId="257"/>
            <ac:cxnSpMk id="293" creationId="{5A2FB92D-CA59-4A56-ABA6-4188C018D692}"/>
          </ac:cxnSpMkLst>
        </pc:cxnChg>
        <pc:cxnChg chg="add mod">
          <ac:chgData name="Phillip Wolff" userId="c2521818cea951fe" providerId="LiveId" clId="{C5D51C20-2226-44B0-A39D-D1F703CDD58A}" dt="2025-08-19T13:30:20.182" v="377" actId="692"/>
          <ac:cxnSpMkLst>
            <pc:docMk/>
            <pc:sldMk cId="1347973419" sldId="257"/>
            <ac:cxnSpMk id="299" creationId="{19805171-EB84-F693-103D-9D9939AB27E1}"/>
          </ac:cxnSpMkLst>
        </pc:cxnChg>
        <pc:cxnChg chg="add mod">
          <ac:chgData name="Phillip Wolff" userId="c2521818cea951fe" providerId="LiveId" clId="{C5D51C20-2226-44B0-A39D-D1F703CDD58A}" dt="2025-08-19T13:30:20.182" v="377" actId="692"/>
          <ac:cxnSpMkLst>
            <pc:docMk/>
            <pc:sldMk cId="1347973419" sldId="257"/>
            <ac:cxnSpMk id="302" creationId="{8AC8105E-C528-4B0C-647E-0F889A1EE041}"/>
          </ac:cxnSpMkLst>
        </pc:cxnChg>
        <pc:cxnChg chg="add mod">
          <ac:chgData name="Phillip Wolff" userId="c2521818cea951fe" providerId="LiveId" clId="{C5D51C20-2226-44B0-A39D-D1F703CDD58A}" dt="2025-08-19T13:30:20.182" v="377" actId="692"/>
          <ac:cxnSpMkLst>
            <pc:docMk/>
            <pc:sldMk cId="1347973419" sldId="257"/>
            <ac:cxnSpMk id="310" creationId="{DBC16781-C999-5EA3-190C-A7E5D071D581}"/>
          </ac:cxnSpMkLst>
        </pc:cxnChg>
        <pc:cxnChg chg="add mod">
          <ac:chgData name="Phillip Wolff" userId="c2521818cea951fe" providerId="LiveId" clId="{C5D51C20-2226-44B0-A39D-D1F703CDD58A}" dt="2025-08-19T13:30:20.182" v="377" actId="692"/>
          <ac:cxnSpMkLst>
            <pc:docMk/>
            <pc:sldMk cId="1347973419" sldId="257"/>
            <ac:cxnSpMk id="329" creationId="{FE914271-66AE-4AA9-DD85-F24251633D02}"/>
          </ac:cxnSpMkLst>
        </pc:cxnChg>
      </pc:sldChg>
      <pc:sldChg chg="addSp delSp modSp new mod">
        <pc:chgData name="Phillip Wolff" userId="c2521818cea951fe" providerId="LiveId" clId="{C5D51C20-2226-44B0-A39D-D1F703CDD58A}" dt="2025-08-20T20:07:24.621" v="1025" actId="1076"/>
        <pc:sldMkLst>
          <pc:docMk/>
          <pc:sldMk cId="1132396430" sldId="258"/>
        </pc:sldMkLst>
        <pc:spChg chg="add mod ord">
          <ac:chgData name="Phillip Wolff" userId="c2521818cea951fe" providerId="LiveId" clId="{C5D51C20-2226-44B0-A39D-D1F703CDD58A}" dt="2025-08-20T20:07:08.860" v="1022" actId="2711"/>
          <ac:spMkLst>
            <pc:docMk/>
            <pc:sldMk cId="1132396430" sldId="258"/>
            <ac:spMk id="2" creationId="{E8E18FD6-BA51-0A0D-A3C1-F9B9C839639C}"/>
          </ac:spMkLst>
        </pc:spChg>
        <pc:spChg chg="add mod">
          <ac:chgData name="Phillip Wolff" userId="c2521818cea951fe" providerId="LiveId" clId="{C5D51C20-2226-44B0-A39D-D1F703CDD58A}" dt="2025-08-20T20:07:08.860" v="1022" actId="2711"/>
          <ac:spMkLst>
            <pc:docMk/>
            <pc:sldMk cId="1132396430" sldId="258"/>
            <ac:spMk id="3" creationId="{070AA3D1-94F8-D800-96C6-B8D768F1EE57}"/>
          </ac:spMkLst>
        </pc:spChg>
        <pc:spChg chg="add mod">
          <ac:chgData name="Phillip Wolff" userId="c2521818cea951fe" providerId="LiveId" clId="{C5D51C20-2226-44B0-A39D-D1F703CDD58A}" dt="2025-08-20T20:07:08.860" v="1022" actId="2711"/>
          <ac:spMkLst>
            <pc:docMk/>
            <pc:sldMk cId="1132396430" sldId="258"/>
            <ac:spMk id="4" creationId="{75F92ED8-617A-4B3B-041B-170BAC094EA6}"/>
          </ac:spMkLst>
        </pc:spChg>
        <pc:spChg chg="add mod">
          <ac:chgData name="Phillip Wolff" userId="c2521818cea951fe" providerId="LiveId" clId="{C5D51C20-2226-44B0-A39D-D1F703CDD58A}" dt="2025-08-19T13:49:08.275" v="571" actId="164"/>
          <ac:spMkLst>
            <pc:docMk/>
            <pc:sldMk cId="1132396430" sldId="258"/>
            <ac:spMk id="9" creationId="{7302AE30-E9C1-AAE3-5E93-00AF6ED5BAB7}"/>
          </ac:spMkLst>
        </pc:spChg>
        <pc:spChg chg="add mod">
          <ac:chgData name="Phillip Wolff" userId="c2521818cea951fe" providerId="LiveId" clId="{C5D51C20-2226-44B0-A39D-D1F703CDD58A}" dt="2025-08-20T20:07:08.860" v="1022" actId="2711"/>
          <ac:spMkLst>
            <pc:docMk/>
            <pc:sldMk cId="1132396430" sldId="258"/>
            <ac:spMk id="10" creationId="{1D0C1F62-BCC0-F963-2548-005587520CA5}"/>
          </ac:spMkLst>
        </pc:spChg>
        <pc:spChg chg="add mod">
          <ac:chgData name="Phillip Wolff" userId="c2521818cea951fe" providerId="LiveId" clId="{C5D51C20-2226-44B0-A39D-D1F703CDD58A}" dt="2025-08-20T20:07:08.860" v="1022" actId="2711"/>
          <ac:spMkLst>
            <pc:docMk/>
            <pc:sldMk cId="1132396430" sldId="258"/>
            <ac:spMk id="16" creationId="{96055D17-9CF9-DD8F-36C7-05127A89F6B6}"/>
          </ac:spMkLst>
        </pc:spChg>
        <pc:spChg chg="add mod">
          <ac:chgData name="Phillip Wolff" userId="c2521818cea951fe" providerId="LiveId" clId="{C5D51C20-2226-44B0-A39D-D1F703CDD58A}" dt="2025-08-20T20:07:08.860" v="1022" actId="2711"/>
          <ac:spMkLst>
            <pc:docMk/>
            <pc:sldMk cId="1132396430" sldId="258"/>
            <ac:spMk id="17" creationId="{ED68F813-4C67-69A3-F0F3-F532E58F8FC1}"/>
          </ac:spMkLst>
        </pc:spChg>
        <pc:spChg chg="add mod">
          <ac:chgData name="Phillip Wolff" userId="c2521818cea951fe" providerId="LiveId" clId="{C5D51C20-2226-44B0-A39D-D1F703CDD58A}" dt="2025-08-20T20:07:08.860" v="1022" actId="2711"/>
          <ac:spMkLst>
            <pc:docMk/>
            <pc:sldMk cId="1132396430" sldId="258"/>
            <ac:spMk id="18" creationId="{65DDAC83-5E00-5DAD-FC93-3740821C6A9C}"/>
          </ac:spMkLst>
        </pc:spChg>
        <pc:spChg chg="add mod">
          <ac:chgData name="Phillip Wolff" userId="c2521818cea951fe" providerId="LiveId" clId="{C5D51C20-2226-44B0-A39D-D1F703CDD58A}" dt="2025-08-20T20:07:08.860" v="1022" actId="2711"/>
          <ac:spMkLst>
            <pc:docMk/>
            <pc:sldMk cId="1132396430" sldId="258"/>
            <ac:spMk id="19" creationId="{8F3E0520-9ECB-D0DB-0335-852D02831D76}"/>
          </ac:spMkLst>
        </pc:spChg>
        <pc:spChg chg="add mod">
          <ac:chgData name="Phillip Wolff" userId="c2521818cea951fe" providerId="LiveId" clId="{C5D51C20-2226-44B0-A39D-D1F703CDD58A}" dt="2025-08-20T20:07:08.860" v="1022" actId="2711"/>
          <ac:spMkLst>
            <pc:docMk/>
            <pc:sldMk cId="1132396430" sldId="258"/>
            <ac:spMk id="20" creationId="{E870EC11-EEDD-71D2-7886-33AEA86FA174}"/>
          </ac:spMkLst>
        </pc:spChg>
        <pc:spChg chg="add del mod">
          <ac:chgData name="Phillip Wolff" userId="c2521818cea951fe" providerId="LiveId" clId="{C5D51C20-2226-44B0-A39D-D1F703CDD58A}" dt="2025-08-20T20:07:24.621" v="1025" actId="1076"/>
          <ac:spMkLst>
            <pc:docMk/>
            <pc:sldMk cId="1132396430" sldId="258"/>
            <ac:spMk id="22" creationId="{50692128-0D9E-F8ED-3A30-66D7A877ED44}"/>
          </ac:spMkLst>
        </pc:spChg>
        <pc:grpChg chg="mod">
          <ac:chgData name="Phillip Wolff" userId="c2521818cea951fe" providerId="LiveId" clId="{C5D51C20-2226-44B0-A39D-D1F703CDD58A}" dt="2025-08-19T13:49:11.419" v="572" actId="1076"/>
          <ac:grpSpMkLst>
            <pc:docMk/>
            <pc:sldMk cId="1132396430" sldId="258"/>
            <ac:grpSpMk id="23" creationId="{DC75CBC1-F5D0-A3D0-624E-1FADDA5104AB}"/>
          </ac:grpSpMkLst>
        </pc:grpChg>
        <pc:cxnChg chg="add mod ord">
          <ac:chgData name="Phillip Wolff" userId="c2521818cea951fe" providerId="LiveId" clId="{C5D51C20-2226-44B0-A39D-D1F703CDD58A}" dt="2025-08-19T13:45:32.487" v="523" actId="14100"/>
          <ac:cxnSpMkLst>
            <pc:docMk/>
            <pc:sldMk cId="1132396430" sldId="258"/>
            <ac:cxnSpMk id="6" creationId="{C3928491-EBD8-1315-BF1E-462ABFFA9EC1}"/>
          </ac:cxnSpMkLst>
        </pc:cxnChg>
        <pc:cxnChg chg="add mod">
          <ac:chgData name="Phillip Wolff" userId="c2521818cea951fe" providerId="LiveId" clId="{C5D51C20-2226-44B0-A39D-D1F703CDD58A}" dt="2025-08-19T13:43:07.428" v="474" actId="14100"/>
          <ac:cxnSpMkLst>
            <pc:docMk/>
            <pc:sldMk cId="1132396430" sldId="258"/>
            <ac:cxnSpMk id="11" creationId="{F6C42F02-1599-4945-ECF9-165E69134B0A}"/>
          </ac:cxnSpMkLst>
        </pc:cxnChg>
        <pc:cxnChg chg="add mod">
          <ac:chgData name="Phillip Wolff" userId="c2521818cea951fe" providerId="LiveId" clId="{C5D51C20-2226-44B0-A39D-D1F703CDD58A}" dt="2025-08-19T13:43:15.717" v="477" actId="1076"/>
          <ac:cxnSpMkLst>
            <pc:docMk/>
            <pc:sldMk cId="1132396430" sldId="258"/>
            <ac:cxnSpMk id="14" creationId="{3B3794F6-8BA2-6792-6B44-CD26B47C8B89}"/>
          </ac:cxnSpMkLst>
        </pc:cxnChg>
      </pc:sldChg>
      <pc:sldChg chg="addSp delSp modSp new mod">
        <pc:chgData name="Phillip Wolff" userId="c2521818cea951fe" providerId="LiveId" clId="{C5D51C20-2226-44B0-A39D-D1F703CDD58A}" dt="2025-08-20T20:13:30.311" v="1054" actId="114"/>
        <pc:sldMkLst>
          <pc:docMk/>
          <pc:sldMk cId="3530676677" sldId="259"/>
        </pc:sldMkLst>
        <pc:spChg chg="del">
          <ac:chgData name="Phillip Wolff" userId="c2521818cea951fe" providerId="LiveId" clId="{C5D51C20-2226-44B0-A39D-D1F703CDD58A}" dt="2025-08-19T13:49:17.576" v="574" actId="478"/>
          <ac:spMkLst>
            <pc:docMk/>
            <pc:sldMk cId="3530676677" sldId="259"/>
            <ac:spMk id="2" creationId="{417EC6B1-A957-D125-8ED8-5365E7F6843E}"/>
          </ac:spMkLst>
        </pc:spChg>
        <pc:spChg chg="del">
          <ac:chgData name="Phillip Wolff" userId="c2521818cea951fe" providerId="LiveId" clId="{C5D51C20-2226-44B0-A39D-D1F703CDD58A}" dt="2025-08-19T13:49:17.576" v="574" actId="478"/>
          <ac:spMkLst>
            <pc:docMk/>
            <pc:sldMk cId="3530676677" sldId="259"/>
            <ac:spMk id="3" creationId="{C0A678D7-2D9A-B7C0-89BA-C5EC7268B785}"/>
          </ac:spMkLst>
        </pc:spChg>
        <pc:spChg chg="add del">
          <ac:chgData name="Phillip Wolff" userId="c2521818cea951fe" providerId="LiveId" clId="{C5D51C20-2226-44B0-A39D-D1F703CDD58A}" dt="2025-08-19T14:20:13.434" v="622" actId="11529"/>
          <ac:spMkLst>
            <pc:docMk/>
            <pc:sldMk cId="3530676677" sldId="259"/>
            <ac:spMk id="27" creationId="{01767F76-4F37-6EC7-FF79-62968230DCBE}"/>
          </ac:spMkLst>
        </pc:spChg>
        <pc:spChg chg="add del mod">
          <ac:chgData name="Phillip Wolff" userId="c2521818cea951fe" providerId="LiveId" clId="{C5D51C20-2226-44B0-A39D-D1F703CDD58A}" dt="2025-08-19T14:21:13.048" v="648" actId="478"/>
          <ac:spMkLst>
            <pc:docMk/>
            <pc:sldMk cId="3530676677" sldId="259"/>
            <ac:spMk id="28" creationId="{50CC6A62-DB67-6B8E-77D1-E410FD4A0252}"/>
          </ac:spMkLst>
        </pc:spChg>
        <pc:spChg chg="add mod">
          <ac:chgData name="Phillip Wolff" userId="c2521818cea951fe" providerId="LiveId" clId="{C5D51C20-2226-44B0-A39D-D1F703CDD58A}" dt="2025-08-19T14:24:44.131" v="839" actId="14100"/>
          <ac:spMkLst>
            <pc:docMk/>
            <pc:sldMk cId="3530676677" sldId="259"/>
            <ac:spMk id="29" creationId="{3D2EB4EC-6EAB-7A35-BD5C-3AADD9871A06}"/>
          </ac:spMkLst>
        </pc:spChg>
        <pc:spChg chg="add mod">
          <ac:chgData name="Phillip Wolff" userId="c2521818cea951fe" providerId="LiveId" clId="{C5D51C20-2226-44B0-A39D-D1F703CDD58A}" dt="2025-08-19T14:32:11.842" v="979" actId="1076"/>
          <ac:spMkLst>
            <pc:docMk/>
            <pc:sldMk cId="3530676677" sldId="259"/>
            <ac:spMk id="30" creationId="{4A944172-9D4C-FC83-B048-EE01F9B43FB4}"/>
          </ac:spMkLst>
        </pc:spChg>
        <pc:spChg chg="add mod ord">
          <ac:chgData name="Phillip Wolff" userId="c2521818cea951fe" providerId="LiveId" clId="{C5D51C20-2226-44B0-A39D-D1F703CDD58A}" dt="2025-08-19T14:34:35.606" v="1003" actId="164"/>
          <ac:spMkLst>
            <pc:docMk/>
            <pc:sldMk cId="3530676677" sldId="259"/>
            <ac:spMk id="31" creationId="{D4896872-56A1-BF13-787F-15110FA31C00}"/>
          </ac:spMkLst>
        </pc:spChg>
        <pc:spChg chg="add mod">
          <ac:chgData name="Phillip Wolff" userId="c2521818cea951fe" providerId="LiveId" clId="{C5D51C20-2226-44B0-A39D-D1F703CDD58A}" dt="2025-08-19T14:34:35.606" v="1003" actId="164"/>
          <ac:spMkLst>
            <pc:docMk/>
            <pc:sldMk cId="3530676677" sldId="259"/>
            <ac:spMk id="32" creationId="{45DDC412-6D99-AADA-EFA6-13F068EE99DF}"/>
          </ac:spMkLst>
        </pc:spChg>
        <pc:spChg chg="add mod">
          <ac:chgData name="Phillip Wolff" userId="c2521818cea951fe" providerId="LiveId" clId="{C5D51C20-2226-44B0-A39D-D1F703CDD58A}" dt="2025-08-19T14:24:44.131" v="839" actId="14100"/>
          <ac:spMkLst>
            <pc:docMk/>
            <pc:sldMk cId="3530676677" sldId="259"/>
            <ac:spMk id="33" creationId="{00727298-47B3-50B7-510F-E97FDD1CFCCE}"/>
          </ac:spMkLst>
        </pc:spChg>
        <pc:spChg chg="add mod">
          <ac:chgData name="Phillip Wolff" userId="c2521818cea951fe" providerId="LiveId" clId="{C5D51C20-2226-44B0-A39D-D1F703CDD58A}" dt="2025-08-19T14:24:50.276" v="840" actId="14100"/>
          <ac:spMkLst>
            <pc:docMk/>
            <pc:sldMk cId="3530676677" sldId="259"/>
            <ac:spMk id="34" creationId="{B4D1A23F-8A0B-37CA-E5C1-AD02C0F5E00C}"/>
          </ac:spMkLst>
        </pc:spChg>
        <pc:spChg chg="add del mod">
          <ac:chgData name="Phillip Wolff" userId="c2521818cea951fe" providerId="LiveId" clId="{C5D51C20-2226-44B0-A39D-D1F703CDD58A}" dt="2025-08-19T14:24:52.826" v="841" actId="478"/>
          <ac:spMkLst>
            <pc:docMk/>
            <pc:sldMk cId="3530676677" sldId="259"/>
            <ac:spMk id="35" creationId="{359DC21E-DDD1-9F21-435B-DE5799E1B041}"/>
          </ac:spMkLst>
        </pc:spChg>
        <pc:spChg chg="add mod">
          <ac:chgData name="Phillip Wolff" userId="c2521818cea951fe" providerId="LiveId" clId="{C5D51C20-2226-44B0-A39D-D1F703CDD58A}" dt="2025-08-20T20:13:18.058" v="1051" actId="114"/>
          <ac:spMkLst>
            <pc:docMk/>
            <pc:sldMk cId="3530676677" sldId="259"/>
            <ac:spMk id="37" creationId="{3C9535AF-5E3C-4AB0-0E71-5BC06584F778}"/>
          </ac:spMkLst>
        </pc:spChg>
        <pc:spChg chg="add mod">
          <ac:chgData name="Phillip Wolff" userId="c2521818cea951fe" providerId="LiveId" clId="{C5D51C20-2226-44B0-A39D-D1F703CDD58A}" dt="2025-08-19T14:33:53.619" v="991" actId="14100"/>
          <ac:spMkLst>
            <pc:docMk/>
            <pc:sldMk cId="3530676677" sldId="259"/>
            <ac:spMk id="45" creationId="{3EEFA8F8-B1F2-B3E3-A0F5-590630921113}"/>
          </ac:spMkLst>
        </pc:spChg>
        <pc:spChg chg="add mod">
          <ac:chgData name="Phillip Wolff" userId="c2521818cea951fe" providerId="LiveId" clId="{C5D51C20-2226-44B0-A39D-D1F703CDD58A}" dt="2025-08-20T20:13:18.058" v="1051" actId="114"/>
          <ac:spMkLst>
            <pc:docMk/>
            <pc:sldMk cId="3530676677" sldId="259"/>
            <ac:spMk id="46" creationId="{6C730A27-34FA-0A6D-E3C9-E1701DB719D7}"/>
          </ac:spMkLst>
        </pc:spChg>
        <pc:spChg chg="add mod ord">
          <ac:chgData name="Phillip Wolff" userId="c2521818cea951fe" providerId="LiveId" clId="{C5D51C20-2226-44B0-A39D-D1F703CDD58A}" dt="2025-08-19T14:34:35.606" v="1003" actId="164"/>
          <ac:spMkLst>
            <pc:docMk/>
            <pc:sldMk cId="3530676677" sldId="259"/>
            <ac:spMk id="47" creationId="{8C5692DF-1B06-93C4-E2FC-6D4C598EFAF4}"/>
          </ac:spMkLst>
        </pc:spChg>
        <pc:spChg chg="add mod ord">
          <ac:chgData name="Phillip Wolff" userId="c2521818cea951fe" providerId="LiveId" clId="{C5D51C20-2226-44B0-A39D-D1F703CDD58A}" dt="2025-08-19T14:28:25.765" v="922" actId="166"/>
          <ac:spMkLst>
            <pc:docMk/>
            <pc:sldMk cId="3530676677" sldId="259"/>
            <ac:spMk id="48" creationId="{9365D41F-303F-01FF-DF75-090BDC9B7137}"/>
          </ac:spMkLst>
        </pc:spChg>
        <pc:spChg chg="add mod">
          <ac:chgData name="Phillip Wolff" userId="c2521818cea951fe" providerId="LiveId" clId="{C5D51C20-2226-44B0-A39D-D1F703CDD58A}" dt="2025-08-19T14:34:35.606" v="1003" actId="164"/>
          <ac:spMkLst>
            <pc:docMk/>
            <pc:sldMk cId="3530676677" sldId="259"/>
            <ac:spMk id="49" creationId="{AB075F10-BEF7-D887-BC9B-A5128139DDF3}"/>
          </ac:spMkLst>
        </pc:spChg>
        <pc:spChg chg="add mod">
          <ac:chgData name="Phillip Wolff" userId="c2521818cea951fe" providerId="LiveId" clId="{C5D51C20-2226-44B0-A39D-D1F703CDD58A}" dt="2025-08-19T14:26:01.184" v="870" actId="20577"/>
          <ac:spMkLst>
            <pc:docMk/>
            <pc:sldMk cId="3530676677" sldId="259"/>
            <ac:spMk id="50" creationId="{4A123B0B-9EFE-E91D-089B-13CDC542DEA8}"/>
          </ac:spMkLst>
        </pc:spChg>
        <pc:spChg chg="add mod">
          <ac:chgData name="Phillip Wolff" userId="c2521818cea951fe" providerId="LiveId" clId="{C5D51C20-2226-44B0-A39D-D1F703CDD58A}" dt="2025-08-19T14:34:30.643" v="1002" actId="1076"/>
          <ac:spMkLst>
            <pc:docMk/>
            <pc:sldMk cId="3530676677" sldId="259"/>
            <ac:spMk id="51" creationId="{8D545B6B-DC76-4BC5-DD20-1AACA351ACF4}"/>
          </ac:spMkLst>
        </pc:spChg>
        <pc:spChg chg="add mod">
          <ac:chgData name="Phillip Wolff" userId="c2521818cea951fe" providerId="LiveId" clId="{C5D51C20-2226-44B0-A39D-D1F703CDD58A}" dt="2025-08-20T20:13:02.683" v="1048" actId="1076"/>
          <ac:spMkLst>
            <pc:docMk/>
            <pc:sldMk cId="3530676677" sldId="259"/>
            <ac:spMk id="55" creationId="{2B37001B-E5C5-1168-10CE-7B3F5DD36BC2}"/>
          </ac:spMkLst>
        </pc:spChg>
        <pc:spChg chg="add mod">
          <ac:chgData name="Phillip Wolff" userId="c2521818cea951fe" providerId="LiveId" clId="{C5D51C20-2226-44B0-A39D-D1F703CDD58A}" dt="2025-08-19T14:34:35.606" v="1003" actId="164"/>
          <ac:spMkLst>
            <pc:docMk/>
            <pc:sldMk cId="3530676677" sldId="259"/>
            <ac:spMk id="56" creationId="{6B9ED2E6-745D-5311-3F24-CE10C4D4B4E8}"/>
          </ac:spMkLst>
        </pc:spChg>
        <pc:spChg chg="add mod">
          <ac:chgData name="Phillip Wolff" userId="c2521818cea951fe" providerId="LiveId" clId="{C5D51C20-2226-44B0-A39D-D1F703CDD58A}" dt="2025-08-19T14:34:35.606" v="1003" actId="164"/>
          <ac:spMkLst>
            <pc:docMk/>
            <pc:sldMk cId="3530676677" sldId="259"/>
            <ac:spMk id="57" creationId="{D7AB5F90-13E7-EC69-8E23-CB2A0096D3DF}"/>
          </ac:spMkLst>
        </pc:spChg>
        <pc:spChg chg="add mod">
          <ac:chgData name="Phillip Wolff" userId="c2521818cea951fe" providerId="LiveId" clId="{C5D51C20-2226-44B0-A39D-D1F703CDD58A}" dt="2025-08-19T14:29:32.130" v="935" actId="1076"/>
          <ac:spMkLst>
            <pc:docMk/>
            <pc:sldMk cId="3530676677" sldId="259"/>
            <ac:spMk id="58" creationId="{F3BCDBBB-68F1-2885-0303-46D0D325969D}"/>
          </ac:spMkLst>
        </pc:spChg>
        <pc:spChg chg="add mod">
          <ac:chgData name="Phillip Wolff" userId="c2521818cea951fe" providerId="LiveId" clId="{C5D51C20-2226-44B0-A39D-D1F703CDD58A}" dt="2025-08-19T14:34:35.606" v="1003" actId="164"/>
          <ac:spMkLst>
            <pc:docMk/>
            <pc:sldMk cId="3530676677" sldId="259"/>
            <ac:spMk id="59" creationId="{FAA6ED00-B365-212C-7A2E-B8E08B3FE28C}"/>
          </ac:spMkLst>
        </pc:spChg>
        <pc:spChg chg="add mod ord">
          <ac:chgData name="Phillip Wolff" userId="c2521818cea951fe" providerId="LiveId" clId="{C5D51C20-2226-44B0-A39D-D1F703CDD58A}" dt="2025-08-19T14:30:56.524" v="963" actId="1038"/>
          <ac:spMkLst>
            <pc:docMk/>
            <pc:sldMk cId="3530676677" sldId="259"/>
            <ac:spMk id="60" creationId="{C233F0B5-BD8F-D4B1-243B-EC6270977A5A}"/>
          </ac:spMkLst>
        </pc:spChg>
        <pc:spChg chg="add mod">
          <ac:chgData name="Phillip Wolff" userId="c2521818cea951fe" providerId="LiveId" clId="{C5D51C20-2226-44B0-A39D-D1F703CDD58A}" dt="2025-08-20T20:13:30.311" v="1054" actId="114"/>
          <ac:spMkLst>
            <pc:docMk/>
            <pc:sldMk cId="3530676677" sldId="259"/>
            <ac:spMk id="65" creationId="{CD99650D-2002-07D1-55EC-6C2D6823CDCB}"/>
          </ac:spMkLst>
        </pc:spChg>
        <pc:spChg chg="add mod">
          <ac:chgData name="Phillip Wolff" userId="c2521818cea951fe" providerId="LiveId" clId="{C5D51C20-2226-44B0-A39D-D1F703CDD58A}" dt="2025-08-19T14:33:28.480" v="989" actId="1076"/>
          <ac:spMkLst>
            <pc:docMk/>
            <pc:sldMk cId="3530676677" sldId="259"/>
            <ac:spMk id="67" creationId="{3A32E541-43F0-1473-47F4-F4FD8EBD64DA}"/>
          </ac:spMkLst>
        </pc:spChg>
        <pc:spChg chg="add mod">
          <ac:chgData name="Phillip Wolff" userId="c2521818cea951fe" providerId="LiveId" clId="{C5D51C20-2226-44B0-A39D-D1F703CDD58A}" dt="2025-08-19T14:34:35.606" v="1003" actId="164"/>
          <ac:spMkLst>
            <pc:docMk/>
            <pc:sldMk cId="3530676677" sldId="259"/>
            <ac:spMk id="68" creationId="{23A1972B-668B-DB49-0A85-D2FB67604401}"/>
          </ac:spMkLst>
        </pc:spChg>
        <pc:grpChg chg="mod">
          <ac:chgData name="Phillip Wolff" userId="c2521818cea951fe" providerId="LiveId" clId="{C5D51C20-2226-44B0-A39D-D1F703CDD58A}" dt="2025-08-19T14:34:39.576" v="1004" actId="1076"/>
          <ac:grpSpMkLst>
            <pc:docMk/>
            <pc:sldMk cId="3530676677" sldId="259"/>
            <ac:grpSpMk id="71" creationId="{9D2D1DBE-B1A8-40C9-5766-20C1E8111ED1}"/>
          </ac:grpSpMkLst>
        </pc:grpChg>
        <pc:cxnChg chg="add mod ord">
          <ac:chgData name="Phillip Wolff" userId="c2521818cea951fe" providerId="LiveId" clId="{C5D51C20-2226-44B0-A39D-D1F703CDD58A}" dt="2025-08-19T14:32:16.087" v="980" actId="14100"/>
          <ac:cxnSpMkLst>
            <pc:docMk/>
            <pc:sldMk cId="3530676677" sldId="259"/>
            <ac:cxnSpMk id="5" creationId="{ACF593AF-AFBF-0F00-9DF2-DA94C0462930}"/>
          </ac:cxnSpMkLst>
        </pc:cxnChg>
        <pc:cxnChg chg="add mod">
          <ac:chgData name="Phillip Wolff" userId="c2521818cea951fe" providerId="LiveId" clId="{C5D51C20-2226-44B0-A39D-D1F703CDD58A}" dt="2025-08-19T14:18:25.599" v="593" actId="692"/>
          <ac:cxnSpMkLst>
            <pc:docMk/>
            <pc:sldMk cId="3530676677" sldId="259"/>
            <ac:cxnSpMk id="8" creationId="{EC6EB462-2A96-A17B-8B27-E13E9A77565B}"/>
          </ac:cxnSpMkLst>
        </pc:cxnChg>
        <pc:cxnChg chg="add mod">
          <ac:chgData name="Phillip Wolff" userId="c2521818cea951fe" providerId="LiveId" clId="{C5D51C20-2226-44B0-A39D-D1F703CDD58A}" dt="2025-08-19T14:24:44.131" v="839" actId="14100"/>
          <ac:cxnSpMkLst>
            <pc:docMk/>
            <pc:sldMk cId="3530676677" sldId="259"/>
            <ac:cxnSpMk id="11" creationId="{934B652D-DBA5-4523-2778-C8A134E6CA94}"/>
          </ac:cxnSpMkLst>
        </pc:cxnChg>
        <pc:cxnChg chg="add mod ord">
          <ac:chgData name="Phillip Wolff" userId="c2521818cea951fe" providerId="LiveId" clId="{C5D51C20-2226-44B0-A39D-D1F703CDD58A}" dt="2025-08-19T14:31:13.721" v="964" actId="14100"/>
          <ac:cxnSpMkLst>
            <pc:docMk/>
            <pc:sldMk cId="3530676677" sldId="259"/>
            <ac:cxnSpMk id="14" creationId="{3F5B89DD-3048-93B4-B73B-A11C07D2C357}"/>
          </ac:cxnSpMkLst>
        </pc:cxnChg>
        <pc:cxnChg chg="add mod ord">
          <ac:chgData name="Phillip Wolff" userId="c2521818cea951fe" providerId="LiveId" clId="{C5D51C20-2226-44B0-A39D-D1F703CDD58A}" dt="2025-08-19T14:27:51.155" v="918" actId="166"/>
          <ac:cxnSpMkLst>
            <pc:docMk/>
            <pc:sldMk cId="3530676677" sldId="259"/>
            <ac:cxnSpMk id="17" creationId="{DF5D6866-EBB5-ACA5-C3D7-431A05FF78A8}"/>
          </ac:cxnSpMkLst>
        </pc:cxnChg>
        <pc:cxnChg chg="add mod">
          <ac:chgData name="Phillip Wolff" userId="c2521818cea951fe" providerId="LiveId" clId="{C5D51C20-2226-44B0-A39D-D1F703CDD58A}" dt="2025-08-19T14:19:47.867" v="615" actId="14100"/>
          <ac:cxnSpMkLst>
            <pc:docMk/>
            <pc:sldMk cId="3530676677" sldId="259"/>
            <ac:cxnSpMk id="21" creationId="{D0AEDB58-8072-3FE1-FBBF-471C1BA20CDA}"/>
          </ac:cxnSpMkLst>
        </pc:cxnChg>
        <pc:cxnChg chg="add mod">
          <ac:chgData name="Phillip Wolff" userId="c2521818cea951fe" providerId="LiveId" clId="{C5D51C20-2226-44B0-A39D-D1F703CDD58A}" dt="2025-08-19T14:19:59.299" v="619" actId="14100"/>
          <ac:cxnSpMkLst>
            <pc:docMk/>
            <pc:sldMk cId="3530676677" sldId="259"/>
            <ac:cxnSpMk id="24" creationId="{80ADFDFF-E553-18E2-44C9-31C157CB055E}"/>
          </ac:cxnSpMkLst>
        </pc:cxnChg>
        <pc:cxnChg chg="add mod">
          <ac:chgData name="Phillip Wolff" userId="c2521818cea951fe" providerId="LiveId" clId="{C5D51C20-2226-44B0-A39D-D1F703CDD58A}" dt="2025-08-19T14:34:30.643" v="1002" actId="1076"/>
          <ac:cxnSpMkLst>
            <pc:docMk/>
            <pc:sldMk cId="3530676677" sldId="259"/>
            <ac:cxnSpMk id="52" creationId="{A4CC14DD-DA64-1725-9941-B473C45C7510}"/>
          </ac:cxnSpMkLst>
        </pc:cxnChg>
        <pc:cxnChg chg="add mod">
          <ac:chgData name="Phillip Wolff" userId="c2521818cea951fe" providerId="LiveId" clId="{C5D51C20-2226-44B0-A39D-D1F703CDD58A}" dt="2025-08-19T14:31:32.467" v="968" actId="692"/>
          <ac:cxnSpMkLst>
            <pc:docMk/>
            <pc:sldMk cId="3530676677" sldId="259"/>
            <ac:cxnSpMk id="62" creationId="{7B59C146-540F-84D3-F223-3F4A612E5EBC}"/>
          </ac:cxnSpMkLst>
        </pc:cxnChg>
        <pc:cxnChg chg="add mod">
          <ac:chgData name="Phillip Wolff" userId="c2521818cea951fe" providerId="LiveId" clId="{C5D51C20-2226-44B0-A39D-D1F703CDD58A}" dt="2025-08-19T14:34:16.065" v="1001" actId="692"/>
          <ac:cxnSpMkLst>
            <pc:docMk/>
            <pc:sldMk cId="3530676677" sldId="259"/>
            <ac:cxnSpMk id="69" creationId="{7573C6AC-F908-1B6F-9076-13777AEB0F50}"/>
          </ac:cxnSpMkLst>
        </pc:cxnChg>
      </pc:sldChg>
      <pc:sldChg chg="delSp new mod">
        <pc:chgData name="Phillip Wolff" userId="c2521818cea951fe" providerId="LiveId" clId="{C5D51C20-2226-44B0-A39D-D1F703CDD58A}" dt="2025-08-19T14:34:44.466" v="1006" actId="478"/>
        <pc:sldMkLst>
          <pc:docMk/>
          <pc:sldMk cId="3750177164" sldId="260"/>
        </pc:sldMkLst>
        <pc:spChg chg="del">
          <ac:chgData name="Phillip Wolff" userId="c2521818cea951fe" providerId="LiveId" clId="{C5D51C20-2226-44B0-A39D-D1F703CDD58A}" dt="2025-08-19T14:34:44.466" v="1006" actId="478"/>
          <ac:spMkLst>
            <pc:docMk/>
            <pc:sldMk cId="3750177164" sldId="260"/>
            <ac:spMk id="2" creationId="{E46BB3E5-0FE2-5359-C0F4-6A8A42A7A3A2}"/>
          </ac:spMkLst>
        </pc:spChg>
        <pc:spChg chg="del">
          <ac:chgData name="Phillip Wolff" userId="c2521818cea951fe" providerId="LiveId" clId="{C5D51C20-2226-44B0-A39D-D1F703CDD58A}" dt="2025-08-19T14:34:44.466" v="1006" actId="478"/>
          <ac:spMkLst>
            <pc:docMk/>
            <pc:sldMk cId="3750177164" sldId="260"/>
            <ac:spMk id="3" creationId="{A74E4EA2-8800-EB82-CF04-725410F1BAE7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596C2D-C72C-406E-B79E-9BAC142DD20E}" type="datetimeFigureOut">
              <a:rPr lang="de-DE" smtClean="0"/>
              <a:t>26.01.2026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1885950" y="1143000"/>
            <a:ext cx="30861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AFB0C1-D602-4320-B0C3-F0F0C4F5EA6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908908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AFB0C1-D602-4320-B0C3-F0F0C4F5EA65}" type="slidenum">
              <a:rPr lang="de-DE" smtClean="0"/>
              <a:t>24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284916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0034" y="589241"/>
            <a:ext cx="3060383" cy="1253490"/>
          </a:xfrm>
        </p:spPr>
        <p:txBody>
          <a:bodyPr anchor="b"/>
          <a:lstStyle>
            <a:lvl1pPr algn="ctr">
              <a:defRPr sz="2363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0056" y="1891070"/>
            <a:ext cx="2700338" cy="869275"/>
          </a:xfrm>
        </p:spPr>
        <p:txBody>
          <a:bodyPr/>
          <a:lstStyle>
            <a:lvl1pPr marL="0" indent="0" algn="ctr">
              <a:buNone/>
              <a:defRPr sz="945"/>
            </a:lvl1pPr>
            <a:lvl2pPr marL="180045" indent="0" algn="ctr">
              <a:buNone/>
              <a:defRPr sz="788"/>
            </a:lvl2pPr>
            <a:lvl3pPr marL="360091" indent="0" algn="ctr">
              <a:buNone/>
              <a:defRPr sz="709"/>
            </a:lvl3pPr>
            <a:lvl4pPr marL="540136" indent="0" algn="ctr">
              <a:buNone/>
              <a:defRPr sz="630"/>
            </a:lvl4pPr>
            <a:lvl5pPr marL="720181" indent="0" algn="ctr">
              <a:buNone/>
              <a:defRPr sz="630"/>
            </a:lvl5pPr>
            <a:lvl6pPr marL="900227" indent="0" algn="ctr">
              <a:buNone/>
              <a:defRPr sz="630"/>
            </a:lvl6pPr>
            <a:lvl7pPr marL="1080272" indent="0" algn="ctr">
              <a:buNone/>
              <a:defRPr sz="630"/>
            </a:lvl7pPr>
            <a:lvl8pPr marL="1260318" indent="0" algn="ctr">
              <a:buNone/>
              <a:defRPr sz="630"/>
            </a:lvl8pPr>
            <a:lvl9pPr marL="1440363" indent="0" algn="ctr">
              <a:buNone/>
              <a:defRPr sz="63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E28AA-0912-4DA0-8B30-7F3CA3FE6671}" type="datetimeFigureOut">
              <a:rPr lang="de-DE" smtClean="0"/>
              <a:t>26.01.2026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99690-0833-44E8-AAF0-2E8DE25B928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910314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E28AA-0912-4DA0-8B30-7F3CA3FE6671}" type="datetimeFigureOut">
              <a:rPr lang="de-DE" smtClean="0"/>
              <a:t>26.01.2026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99690-0833-44E8-AAF0-2E8DE25B928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699414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5656" y="897613"/>
            <a:ext cx="3105388" cy="1497687"/>
          </a:xfrm>
        </p:spPr>
        <p:txBody>
          <a:bodyPr anchor="b"/>
          <a:lstStyle>
            <a:lvl1pPr>
              <a:defRPr sz="2363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5656" y="2409469"/>
            <a:ext cx="3105388" cy="787598"/>
          </a:xfrm>
        </p:spPr>
        <p:txBody>
          <a:bodyPr/>
          <a:lstStyle>
            <a:lvl1pPr marL="0" indent="0">
              <a:buNone/>
              <a:defRPr sz="945">
                <a:solidFill>
                  <a:schemeClr val="tx1">
                    <a:tint val="82000"/>
                  </a:schemeClr>
                </a:solidFill>
              </a:defRPr>
            </a:lvl1pPr>
            <a:lvl2pPr marL="180045" indent="0">
              <a:buNone/>
              <a:defRPr sz="788">
                <a:solidFill>
                  <a:schemeClr val="tx1">
                    <a:tint val="82000"/>
                  </a:schemeClr>
                </a:solidFill>
              </a:defRPr>
            </a:lvl2pPr>
            <a:lvl3pPr marL="360091" indent="0">
              <a:buNone/>
              <a:defRPr sz="709">
                <a:solidFill>
                  <a:schemeClr val="tx1">
                    <a:tint val="82000"/>
                  </a:schemeClr>
                </a:solidFill>
              </a:defRPr>
            </a:lvl3pPr>
            <a:lvl4pPr marL="540136" indent="0">
              <a:buNone/>
              <a:defRPr sz="630">
                <a:solidFill>
                  <a:schemeClr val="tx1">
                    <a:tint val="82000"/>
                  </a:schemeClr>
                </a:solidFill>
              </a:defRPr>
            </a:lvl4pPr>
            <a:lvl5pPr marL="720181" indent="0">
              <a:buNone/>
              <a:defRPr sz="630">
                <a:solidFill>
                  <a:schemeClr val="tx1">
                    <a:tint val="82000"/>
                  </a:schemeClr>
                </a:solidFill>
              </a:defRPr>
            </a:lvl5pPr>
            <a:lvl6pPr marL="900227" indent="0">
              <a:buNone/>
              <a:defRPr sz="630">
                <a:solidFill>
                  <a:schemeClr val="tx1">
                    <a:tint val="82000"/>
                  </a:schemeClr>
                </a:solidFill>
              </a:defRPr>
            </a:lvl6pPr>
            <a:lvl7pPr marL="1080272" indent="0">
              <a:buNone/>
              <a:defRPr sz="630">
                <a:solidFill>
                  <a:schemeClr val="tx1">
                    <a:tint val="82000"/>
                  </a:schemeClr>
                </a:solidFill>
              </a:defRPr>
            </a:lvl7pPr>
            <a:lvl8pPr marL="1260318" indent="0">
              <a:buNone/>
              <a:defRPr sz="630">
                <a:solidFill>
                  <a:schemeClr val="tx1">
                    <a:tint val="82000"/>
                  </a:schemeClr>
                </a:solidFill>
              </a:defRPr>
            </a:lvl8pPr>
            <a:lvl9pPr marL="1440363" indent="0">
              <a:buNone/>
              <a:defRPr sz="63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E28AA-0912-4DA0-8B30-7F3CA3FE6671}" type="datetimeFigureOut">
              <a:rPr lang="de-DE" smtClean="0"/>
              <a:t>26.01.2026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99690-0833-44E8-AAF0-2E8DE25B928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908252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47531" y="958453"/>
            <a:ext cx="1530191" cy="2284452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22728" y="958453"/>
            <a:ext cx="1530191" cy="2284452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E28AA-0912-4DA0-8B30-7F3CA3FE6671}" type="datetimeFigureOut">
              <a:rPr lang="de-DE" smtClean="0"/>
              <a:t>26.01.2026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99690-0833-44E8-AAF0-2E8DE25B928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326038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8000" y="191691"/>
            <a:ext cx="3105388" cy="695921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8000" y="882610"/>
            <a:ext cx="1523159" cy="432554"/>
          </a:xfrm>
        </p:spPr>
        <p:txBody>
          <a:bodyPr anchor="b"/>
          <a:lstStyle>
            <a:lvl1pPr marL="0" indent="0">
              <a:buNone/>
              <a:defRPr sz="945" b="1"/>
            </a:lvl1pPr>
            <a:lvl2pPr marL="180045" indent="0">
              <a:buNone/>
              <a:defRPr sz="788" b="1"/>
            </a:lvl2pPr>
            <a:lvl3pPr marL="360091" indent="0">
              <a:buNone/>
              <a:defRPr sz="709" b="1"/>
            </a:lvl3pPr>
            <a:lvl4pPr marL="540136" indent="0">
              <a:buNone/>
              <a:defRPr sz="630" b="1"/>
            </a:lvl4pPr>
            <a:lvl5pPr marL="720181" indent="0">
              <a:buNone/>
              <a:defRPr sz="630" b="1"/>
            </a:lvl5pPr>
            <a:lvl6pPr marL="900227" indent="0">
              <a:buNone/>
              <a:defRPr sz="630" b="1"/>
            </a:lvl6pPr>
            <a:lvl7pPr marL="1080272" indent="0">
              <a:buNone/>
              <a:defRPr sz="630" b="1"/>
            </a:lvl7pPr>
            <a:lvl8pPr marL="1260318" indent="0">
              <a:buNone/>
              <a:defRPr sz="630" b="1"/>
            </a:lvl8pPr>
            <a:lvl9pPr marL="1440363" indent="0">
              <a:buNone/>
              <a:defRPr sz="63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48000" y="1315164"/>
            <a:ext cx="1523159" cy="193440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822728" y="882610"/>
            <a:ext cx="1530660" cy="432554"/>
          </a:xfrm>
        </p:spPr>
        <p:txBody>
          <a:bodyPr anchor="b"/>
          <a:lstStyle>
            <a:lvl1pPr marL="0" indent="0">
              <a:buNone/>
              <a:defRPr sz="945" b="1"/>
            </a:lvl1pPr>
            <a:lvl2pPr marL="180045" indent="0">
              <a:buNone/>
              <a:defRPr sz="788" b="1"/>
            </a:lvl2pPr>
            <a:lvl3pPr marL="360091" indent="0">
              <a:buNone/>
              <a:defRPr sz="709" b="1"/>
            </a:lvl3pPr>
            <a:lvl4pPr marL="540136" indent="0">
              <a:buNone/>
              <a:defRPr sz="630" b="1"/>
            </a:lvl4pPr>
            <a:lvl5pPr marL="720181" indent="0">
              <a:buNone/>
              <a:defRPr sz="630" b="1"/>
            </a:lvl5pPr>
            <a:lvl6pPr marL="900227" indent="0">
              <a:buNone/>
              <a:defRPr sz="630" b="1"/>
            </a:lvl6pPr>
            <a:lvl7pPr marL="1080272" indent="0">
              <a:buNone/>
              <a:defRPr sz="630" b="1"/>
            </a:lvl7pPr>
            <a:lvl8pPr marL="1260318" indent="0">
              <a:buNone/>
              <a:defRPr sz="630" b="1"/>
            </a:lvl8pPr>
            <a:lvl9pPr marL="1440363" indent="0">
              <a:buNone/>
              <a:defRPr sz="63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822728" y="1315164"/>
            <a:ext cx="1530660" cy="193440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E28AA-0912-4DA0-8B30-7F3CA3FE6671}" type="datetimeFigureOut">
              <a:rPr lang="de-DE" smtClean="0"/>
              <a:t>26.01.2026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99690-0833-44E8-AAF0-2E8DE25B928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551241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E28AA-0912-4DA0-8B30-7F3CA3FE6671}" type="datetimeFigureOut">
              <a:rPr lang="de-DE" smtClean="0"/>
              <a:t>26.01.2026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99690-0833-44E8-AAF0-2E8DE25B928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777577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E28AA-0912-4DA0-8B30-7F3CA3FE6671}" type="datetimeFigureOut">
              <a:rPr lang="de-DE" smtClean="0"/>
              <a:t>26.01.2026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99690-0833-44E8-AAF0-2E8DE25B928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86841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8000" y="240030"/>
            <a:ext cx="1161239" cy="840105"/>
          </a:xfrm>
        </p:spPr>
        <p:txBody>
          <a:bodyPr anchor="b"/>
          <a:lstStyle>
            <a:lvl1pPr>
              <a:defRPr sz="126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30660" y="518399"/>
            <a:ext cx="1822728" cy="2558653"/>
          </a:xfrm>
        </p:spPr>
        <p:txBody>
          <a:bodyPr/>
          <a:lstStyle>
            <a:lvl1pPr>
              <a:defRPr sz="1260"/>
            </a:lvl1pPr>
            <a:lvl2pPr>
              <a:defRPr sz="1103"/>
            </a:lvl2pPr>
            <a:lvl3pPr>
              <a:defRPr sz="945"/>
            </a:lvl3pPr>
            <a:lvl4pPr>
              <a:defRPr sz="788"/>
            </a:lvl4pPr>
            <a:lvl5pPr>
              <a:defRPr sz="788"/>
            </a:lvl5pPr>
            <a:lvl6pPr>
              <a:defRPr sz="788"/>
            </a:lvl6pPr>
            <a:lvl7pPr>
              <a:defRPr sz="788"/>
            </a:lvl7pPr>
            <a:lvl8pPr>
              <a:defRPr sz="788"/>
            </a:lvl8pPr>
            <a:lvl9pPr>
              <a:defRPr sz="788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8000" y="1080135"/>
            <a:ext cx="1161239" cy="2001084"/>
          </a:xfrm>
        </p:spPr>
        <p:txBody>
          <a:bodyPr/>
          <a:lstStyle>
            <a:lvl1pPr marL="0" indent="0">
              <a:buNone/>
              <a:defRPr sz="630"/>
            </a:lvl1pPr>
            <a:lvl2pPr marL="180045" indent="0">
              <a:buNone/>
              <a:defRPr sz="551"/>
            </a:lvl2pPr>
            <a:lvl3pPr marL="360091" indent="0">
              <a:buNone/>
              <a:defRPr sz="473"/>
            </a:lvl3pPr>
            <a:lvl4pPr marL="540136" indent="0">
              <a:buNone/>
              <a:defRPr sz="394"/>
            </a:lvl4pPr>
            <a:lvl5pPr marL="720181" indent="0">
              <a:buNone/>
              <a:defRPr sz="394"/>
            </a:lvl5pPr>
            <a:lvl6pPr marL="900227" indent="0">
              <a:buNone/>
              <a:defRPr sz="394"/>
            </a:lvl6pPr>
            <a:lvl7pPr marL="1080272" indent="0">
              <a:buNone/>
              <a:defRPr sz="394"/>
            </a:lvl7pPr>
            <a:lvl8pPr marL="1260318" indent="0">
              <a:buNone/>
              <a:defRPr sz="394"/>
            </a:lvl8pPr>
            <a:lvl9pPr marL="1440363" indent="0">
              <a:buNone/>
              <a:defRPr sz="394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E28AA-0912-4DA0-8B30-7F3CA3FE6671}" type="datetimeFigureOut">
              <a:rPr lang="de-DE" smtClean="0"/>
              <a:t>26.01.2026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99690-0833-44E8-AAF0-2E8DE25B928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957410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8000" y="240030"/>
            <a:ext cx="1161239" cy="840105"/>
          </a:xfrm>
        </p:spPr>
        <p:txBody>
          <a:bodyPr anchor="b"/>
          <a:lstStyle>
            <a:lvl1pPr>
              <a:defRPr sz="126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30660" y="518399"/>
            <a:ext cx="1822728" cy="2558653"/>
          </a:xfrm>
        </p:spPr>
        <p:txBody>
          <a:bodyPr anchor="t"/>
          <a:lstStyle>
            <a:lvl1pPr marL="0" indent="0">
              <a:buNone/>
              <a:defRPr sz="1260"/>
            </a:lvl1pPr>
            <a:lvl2pPr marL="180045" indent="0">
              <a:buNone/>
              <a:defRPr sz="1103"/>
            </a:lvl2pPr>
            <a:lvl3pPr marL="360091" indent="0">
              <a:buNone/>
              <a:defRPr sz="945"/>
            </a:lvl3pPr>
            <a:lvl4pPr marL="540136" indent="0">
              <a:buNone/>
              <a:defRPr sz="788"/>
            </a:lvl4pPr>
            <a:lvl5pPr marL="720181" indent="0">
              <a:buNone/>
              <a:defRPr sz="788"/>
            </a:lvl5pPr>
            <a:lvl6pPr marL="900227" indent="0">
              <a:buNone/>
              <a:defRPr sz="788"/>
            </a:lvl6pPr>
            <a:lvl7pPr marL="1080272" indent="0">
              <a:buNone/>
              <a:defRPr sz="788"/>
            </a:lvl7pPr>
            <a:lvl8pPr marL="1260318" indent="0">
              <a:buNone/>
              <a:defRPr sz="788"/>
            </a:lvl8pPr>
            <a:lvl9pPr marL="1440363" indent="0">
              <a:buNone/>
              <a:defRPr sz="788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8000" y="1080135"/>
            <a:ext cx="1161239" cy="2001084"/>
          </a:xfrm>
        </p:spPr>
        <p:txBody>
          <a:bodyPr/>
          <a:lstStyle>
            <a:lvl1pPr marL="0" indent="0">
              <a:buNone/>
              <a:defRPr sz="630"/>
            </a:lvl1pPr>
            <a:lvl2pPr marL="180045" indent="0">
              <a:buNone/>
              <a:defRPr sz="551"/>
            </a:lvl2pPr>
            <a:lvl3pPr marL="360091" indent="0">
              <a:buNone/>
              <a:defRPr sz="473"/>
            </a:lvl3pPr>
            <a:lvl4pPr marL="540136" indent="0">
              <a:buNone/>
              <a:defRPr sz="394"/>
            </a:lvl4pPr>
            <a:lvl5pPr marL="720181" indent="0">
              <a:buNone/>
              <a:defRPr sz="394"/>
            </a:lvl5pPr>
            <a:lvl6pPr marL="900227" indent="0">
              <a:buNone/>
              <a:defRPr sz="394"/>
            </a:lvl6pPr>
            <a:lvl7pPr marL="1080272" indent="0">
              <a:buNone/>
              <a:defRPr sz="394"/>
            </a:lvl7pPr>
            <a:lvl8pPr marL="1260318" indent="0">
              <a:buNone/>
              <a:defRPr sz="394"/>
            </a:lvl8pPr>
            <a:lvl9pPr marL="1440363" indent="0">
              <a:buNone/>
              <a:defRPr sz="394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E28AA-0912-4DA0-8B30-7F3CA3FE6671}" type="datetimeFigureOut">
              <a:rPr lang="de-DE" smtClean="0"/>
              <a:t>26.01.2026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99690-0833-44E8-AAF0-2E8DE25B928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737421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E28AA-0912-4DA0-8B30-7F3CA3FE6671}" type="datetimeFigureOut">
              <a:rPr lang="de-DE" smtClean="0"/>
              <a:t>26.01.2026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99690-0833-44E8-AAF0-2E8DE25B928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846270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576572" y="191691"/>
            <a:ext cx="776347" cy="3051215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47531" y="191691"/>
            <a:ext cx="2284035" cy="3051215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E28AA-0912-4DA0-8B30-7F3CA3FE6671}" type="datetimeFigureOut">
              <a:rPr lang="de-DE" smtClean="0"/>
              <a:t>26.01.2026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99690-0833-44E8-AAF0-2E8DE25B928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564128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47531" y="191691"/>
            <a:ext cx="3105388" cy="6959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7531" y="958453"/>
            <a:ext cx="3105388" cy="22844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47531" y="3337084"/>
            <a:ext cx="810101" cy="19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7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EAE28AA-0912-4DA0-8B30-7F3CA3FE6671}" type="datetimeFigureOut">
              <a:rPr lang="de-DE" smtClean="0"/>
              <a:t>26.01.2026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92649" y="3337084"/>
            <a:ext cx="1215152" cy="19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7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542818" y="3337084"/>
            <a:ext cx="810101" cy="19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7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899690-0833-44E8-AAF0-2E8DE25B928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431904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360091" rtl="0" eaLnBrk="1" latinLnBrk="0" hangingPunct="1">
        <a:lnSpc>
          <a:spcPct val="90000"/>
        </a:lnSpc>
        <a:spcBef>
          <a:spcPct val="0"/>
        </a:spcBef>
        <a:buNone/>
        <a:defRPr sz="17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0023" indent="-90023" algn="l" defTabSz="360091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103" kern="1200">
          <a:solidFill>
            <a:schemeClr val="tx1"/>
          </a:solidFill>
          <a:latin typeface="+mn-lt"/>
          <a:ea typeface="+mn-ea"/>
          <a:cs typeface="+mn-cs"/>
        </a:defRPr>
      </a:lvl1pPr>
      <a:lvl2pPr marL="270068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2pPr>
      <a:lvl3pPr marL="450113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788" kern="1200">
          <a:solidFill>
            <a:schemeClr val="tx1"/>
          </a:solidFill>
          <a:latin typeface="+mn-lt"/>
          <a:ea typeface="+mn-ea"/>
          <a:cs typeface="+mn-cs"/>
        </a:defRPr>
      </a:lvl3pPr>
      <a:lvl4pPr marL="630159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709" kern="1200">
          <a:solidFill>
            <a:schemeClr val="tx1"/>
          </a:solidFill>
          <a:latin typeface="+mn-lt"/>
          <a:ea typeface="+mn-ea"/>
          <a:cs typeface="+mn-cs"/>
        </a:defRPr>
      </a:lvl4pPr>
      <a:lvl5pPr marL="810204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709" kern="1200">
          <a:solidFill>
            <a:schemeClr val="tx1"/>
          </a:solidFill>
          <a:latin typeface="+mn-lt"/>
          <a:ea typeface="+mn-ea"/>
          <a:cs typeface="+mn-cs"/>
        </a:defRPr>
      </a:lvl5pPr>
      <a:lvl6pPr marL="990249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709" kern="1200">
          <a:solidFill>
            <a:schemeClr val="tx1"/>
          </a:solidFill>
          <a:latin typeface="+mn-lt"/>
          <a:ea typeface="+mn-ea"/>
          <a:cs typeface="+mn-cs"/>
        </a:defRPr>
      </a:lvl6pPr>
      <a:lvl7pPr marL="1170295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709" kern="1200">
          <a:solidFill>
            <a:schemeClr val="tx1"/>
          </a:solidFill>
          <a:latin typeface="+mn-lt"/>
          <a:ea typeface="+mn-ea"/>
          <a:cs typeface="+mn-cs"/>
        </a:defRPr>
      </a:lvl7pPr>
      <a:lvl8pPr marL="1350340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709" kern="1200">
          <a:solidFill>
            <a:schemeClr val="tx1"/>
          </a:solidFill>
          <a:latin typeface="+mn-lt"/>
          <a:ea typeface="+mn-ea"/>
          <a:cs typeface="+mn-cs"/>
        </a:defRPr>
      </a:lvl8pPr>
      <a:lvl9pPr marL="1530386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70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1pPr>
      <a:lvl2pPr marL="180045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2pPr>
      <a:lvl3pPr marL="360091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3pPr>
      <a:lvl4pPr marL="540136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4pPr>
      <a:lvl5pPr marL="720181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5pPr>
      <a:lvl6pPr marL="900227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6pPr>
      <a:lvl7pPr marL="1080272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7pPr>
      <a:lvl8pPr marL="1260318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8pPr>
      <a:lvl9pPr marL="1440363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uppieren 23">
            <a:extLst>
              <a:ext uri="{FF2B5EF4-FFF2-40B4-BE49-F238E27FC236}">
                <a16:creationId xmlns:a16="http://schemas.microsoft.com/office/drawing/2014/main" id="{B6B33397-A4A9-28ED-2605-F60E723089FA}"/>
              </a:ext>
            </a:extLst>
          </p:cNvPr>
          <p:cNvGrpSpPr/>
          <p:nvPr/>
        </p:nvGrpSpPr>
        <p:grpSpPr>
          <a:xfrm>
            <a:off x="1018421" y="1099159"/>
            <a:ext cx="1552547" cy="1506255"/>
            <a:chOff x="1018421" y="1099159"/>
            <a:chExt cx="1552547" cy="1506255"/>
          </a:xfrm>
        </p:grpSpPr>
        <p:sp>
          <p:nvSpPr>
            <p:cNvPr id="9" name="Freihandform: Form 8">
              <a:extLst>
                <a:ext uri="{FF2B5EF4-FFF2-40B4-BE49-F238E27FC236}">
                  <a16:creationId xmlns:a16="http://schemas.microsoft.com/office/drawing/2014/main" id="{F1E56C6B-EB56-9C42-B3A0-905341591FAE}"/>
                </a:ext>
              </a:extLst>
            </p:cNvPr>
            <p:cNvSpPr/>
            <p:nvPr/>
          </p:nvSpPr>
          <p:spPr>
            <a:xfrm>
              <a:off x="1427968" y="1099159"/>
              <a:ext cx="1143000" cy="1143000"/>
            </a:xfrm>
            <a:custGeom>
              <a:avLst/>
              <a:gdLst>
                <a:gd name="connsiteX0" fmla="*/ 0 w 1143000"/>
                <a:gd name="connsiteY0" fmla="*/ 0 h 1143000"/>
                <a:gd name="connsiteX1" fmla="*/ 140918 w 1143000"/>
                <a:gd name="connsiteY1" fmla="*/ 378913 h 1143000"/>
                <a:gd name="connsiteX2" fmla="*/ 604381 w 1143000"/>
                <a:gd name="connsiteY2" fmla="*/ 820455 h 1143000"/>
                <a:gd name="connsiteX3" fmla="*/ 1143000 w 1143000"/>
                <a:gd name="connsiteY3" fmla="*/ 1143000 h 1143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43000" h="1143000">
                  <a:moveTo>
                    <a:pt x="0" y="0"/>
                  </a:moveTo>
                  <a:cubicBezTo>
                    <a:pt x="20094" y="121085"/>
                    <a:pt x="40188" y="242171"/>
                    <a:pt x="140918" y="378913"/>
                  </a:cubicBezTo>
                  <a:cubicBezTo>
                    <a:pt x="241648" y="515655"/>
                    <a:pt x="437367" y="693107"/>
                    <a:pt x="604381" y="820455"/>
                  </a:cubicBezTo>
                  <a:cubicBezTo>
                    <a:pt x="771395" y="947803"/>
                    <a:pt x="1031310" y="1123689"/>
                    <a:pt x="1143000" y="1143000"/>
                  </a:cubicBezTo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headEnd type="none"/>
              <a:tailEnd type="stealt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" name="Freihandform: Form 9">
              <a:extLst>
                <a:ext uri="{FF2B5EF4-FFF2-40B4-BE49-F238E27FC236}">
                  <a16:creationId xmlns:a16="http://schemas.microsoft.com/office/drawing/2014/main" id="{87B7AAAA-917B-5323-EE7E-6348AA4E3D2A}"/>
                </a:ext>
              </a:extLst>
            </p:cNvPr>
            <p:cNvSpPr/>
            <p:nvPr/>
          </p:nvSpPr>
          <p:spPr>
            <a:xfrm>
              <a:off x="1230682" y="1099159"/>
              <a:ext cx="958241" cy="1321496"/>
            </a:xfrm>
            <a:custGeom>
              <a:avLst/>
              <a:gdLst>
                <a:gd name="connsiteX0" fmla="*/ 0 w 958241"/>
                <a:gd name="connsiteY0" fmla="*/ 0 h 1321496"/>
                <a:gd name="connsiteX1" fmla="*/ 72025 w 958241"/>
                <a:gd name="connsiteY1" fmla="*/ 425885 h 1321496"/>
                <a:gd name="connsiteX2" fmla="*/ 388307 w 958241"/>
                <a:gd name="connsiteY2" fmla="*/ 845507 h 1321496"/>
                <a:gd name="connsiteX3" fmla="*/ 958241 w 958241"/>
                <a:gd name="connsiteY3" fmla="*/ 1321496 h 13214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8241" h="1321496">
                  <a:moveTo>
                    <a:pt x="0" y="0"/>
                  </a:moveTo>
                  <a:cubicBezTo>
                    <a:pt x="3653" y="142483"/>
                    <a:pt x="7307" y="284967"/>
                    <a:pt x="72025" y="425885"/>
                  </a:cubicBezTo>
                  <a:cubicBezTo>
                    <a:pt x="136743" y="566803"/>
                    <a:pt x="240604" y="696239"/>
                    <a:pt x="388307" y="845507"/>
                  </a:cubicBezTo>
                  <a:cubicBezTo>
                    <a:pt x="536010" y="994775"/>
                    <a:pt x="747125" y="1158135"/>
                    <a:pt x="958241" y="1321496"/>
                  </a:cubicBezTo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tailEnd type="stealt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1" name="Freihandform: Form 10">
              <a:extLst>
                <a:ext uri="{FF2B5EF4-FFF2-40B4-BE49-F238E27FC236}">
                  <a16:creationId xmlns:a16="http://schemas.microsoft.com/office/drawing/2014/main" id="{D0062190-E849-4AA9-6BF2-2A86A7E7C07C}"/>
                </a:ext>
              </a:extLst>
            </p:cNvPr>
            <p:cNvSpPr/>
            <p:nvPr/>
          </p:nvSpPr>
          <p:spPr>
            <a:xfrm>
              <a:off x="1018421" y="1102290"/>
              <a:ext cx="838563" cy="1503124"/>
            </a:xfrm>
            <a:custGeom>
              <a:avLst/>
              <a:gdLst>
                <a:gd name="connsiteX0" fmla="*/ 2450 w 838563"/>
                <a:gd name="connsiteY0" fmla="*/ 0 h 1503124"/>
                <a:gd name="connsiteX1" fmla="*/ 30634 w 838563"/>
                <a:gd name="connsiteY1" fmla="*/ 444674 h 1503124"/>
                <a:gd name="connsiteX2" fmla="*/ 218524 w 838563"/>
                <a:gd name="connsiteY2" fmla="*/ 876822 h 1503124"/>
                <a:gd name="connsiteX3" fmla="*/ 556727 w 838563"/>
                <a:gd name="connsiteY3" fmla="*/ 1265129 h 1503124"/>
                <a:gd name="connsiteX4" fmla="*/ 838563 w 838563"/>
                <a:gd name="connsiteY4" fmla="*/ 1503124 h 1503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38563" h="1503124">
                  <a:moveTo>
                    <a:pt x="2450" y="0"/>
                  </a:moveTo>
                  <a:cubicBezTo>
                    <a:pt x="-1464" y="149268"/>
                    <a:pt x="-5378" y="298537"/>
                    <a:pt x="30634" y="444674"/>
                  </a:cubicBezTo>
                  <a:cubicBezTo>
                    <a:pt x="66646" y="590811"/>
                    <a:pt x="130842" y="740080"/>
                    <a:pt x="218524" y="876822"/>
                  </a:cubicBezTo>
                  <a:cubicBezTo>
                    <a:pt x="306206" y="1013564"/>
                    <a:pt x="453387" y="1160745"/>
                    <a:pt x="556727" y="1265129"/>
                  </a:cubicBezTo>
                  <a:cubicBezTo>
                    <a:pt x="660067" y="1369513"/>
                    <a:pt x="792112" y="1459283"/>
                    <a:pt x="838563" y="1503124"/>
                  </a:cubicBezTo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tailEnd type="stealt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2" name="Ellipse 11">
              <a:extLst>
                <a:ext uri="{FF2B5EF4-FFF2-40B4-BE49-F238E27FC236}">
                  <a16:creationId xmlns:a16="http://schemas.microsoft.com/office/drawing/2014/main" id="{2F780F3F-511F-6074-4EFE-7B5CD92D4D2E}"/>
                </a:ext>
              </a:extLst>
            </p:cNvPr>
            <p:cNvSpPr/>
            <p:nvPr/>
          </p:nvSpPr>
          <p:spPr>
            <a:xfrm>
              <a:off x="1096029" y="1443990"/>
              <a:ext cx="146685" cy="146685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14" name="Gerade Verbindung mit Pfeil 13">
              <a:extLst>
                <a:ext uri="{FF2B5EF4-FFF2-40B4-BE49-F238E27FC236}">
                  <a16:creationId xmlns:a16="http://schemas.microsoft.com/office/drawing/2014/main" id="{1BC1B476-5969-2EDD-A2FC-5AA700410595}"/>
                </a:ext>
              </a:extLst>
            </p:cNvPr>
            <p:cNvCxnSpPr>
              <a:stCxn id="12" idx="3"/>
              <a:endCxn id="12" idx="7"/>
            </p:cNvCxnSpPr>
            <p:nvPr/>
          </p:nvCxnSpPr>
          <p:spPr>
            <a:xfrm flipV="1">
              <a:off x="1117511" y="1465472"/>
              <a:ext cx="103721" cy="103721"/>
            </a:xfrm>
            <a:prstGeom prst="straightConnector1">
              <a:avLst/>
            </a:prstGeom>
            <a:ln w="12700" cap="rnd">
              <a:solidFill>
                <a:schemeClr val="tx1"/>
              </a:solidFill>
              <a:round/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Ellipse 14">
              <a:extLst>
                <a:ext uri="{FF2B5EF4-FFF2-40B4-BE49-F238E27FC236}">
                  <a16:creationId xmlns:a16="http://schemas.microsoft.com/office/drawing/2014/main" id="{E84EF922-83BD-FBCC-1E01-7BC1C1CECDBF}"/>
                </a:ext>
              </a:extLst>
            </p:cNvPr>
            <p:cNvSpPr/>
            <p:nvPr/>
          </p:nvSpPr>
          <p:spPr>
            <a:xfrm>
              <a:off x="1281283" y="1826895"/>
              <a:ext cx="146685" cy="146685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16" name="Gerade Verbindung mit Pfeil 15">
              <a:extLst>
                <a:ext uri="{FF2B5EF4-FFF2-40B4-BE49-F238E27FC236}">
                  <a16:creationId xmlns:a16="http://schemas.microsoft.com/office/drawing/2014/main" id="{7BD21F4B-19A5-8898-A99A-F2DF1FA8042E}"/>
                </a:ext>
              </a:extLst>
            </p:cNvPr>
            <p:cNvCxnSpPr>
              <a:stCxn id="15" idx="3"/>
              <a:endCxn id="15" idx="7"/>
            </p:cNvCxnSpPr>
            <p:nvPr/>
          </p:nvCxnSpPr>
          <p:spPr>
            <a:xfrm flipV="1">
              <a:off x="1302765" y="1848377"/>
              <a:ext cx="103721" cy="103721"/>
            </a:xfrm>
            <a:prstGeom prst="straightConnector1">
              <a:avLst/>
            </a:prstGeom>
            <a:ln w="12700" cap="rnd">
              <a:solidFill>
                <a:schemeClr val="tx1"/>
              </a:solidFill>
              <a:round/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Ellipse 16">
              <a:extLst>
                <a:ext uri="{FF2B5EF4-FFF2-40B4-BE49-F238E27FC236}">
                  <a16:creationId xmlns:a16="http://schemas.microsoft.com/office/drawing/2014/main" id="{9666C1D5-7CFD-0F7E-3889-9C7B36BAC9DB}"/>
                </a:ext>
              </a:extLst>
            </p:cNvPr>
            <p:cNvSpPr/>
            <p:nvPr/>
          </p:nvSpPr>
          <p:spPr>
            <a:xfrm>
              <a:off x="1653540" y="2205990"/>
              <a:ext cx="146685" cy="146685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18" name="Gerade Verbindung mit Pfeil 17">
              <a:extLst>
                <a:ext uri="{FF2B5EF4-FFF2-40B4-BE49-F238E27FC236}">
                  <a16:creationId xmlns:a16="http://schemas.microsoft.com/office/drawing/2014/main" id="{CB22BB57-6036-6AD7-8CD8-E758313D7AD6}"/>
                </a:ext>
              </a:extLst>
            </p:cNvPr>
            <p:cNvCxnSpPr>
              <a:stCxn id="17" idx="3"/>
              <a:endCxn id="17" idx="7"/>
            </p:cNvCxnSpPr>
            <p:nvPr/>
          </p:nvCxnSpPr>
          <p:spPr>
            <a:xfrm flipV="1">
              <a:off x="1675022" y="2227472"/>
              <a:ext cx="103721" cy="103721"/>
            </a:xfrm>
            <a:prstGeom prst="straightConnector1">
              <a:avLst/>
            </a:prstGeom>
            <a:ln w="12700" cap="rnd">
              <a:solidFill>
                <a:schemeClr val="tx1"/>
              </a:solidFill>
              <a:round/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Ellipse 18">
              <a:extLst>
                <a:ext uri="{FF2B5EF4-FFF2-40B4-BE49-F238E27FC236}">
                  <a16:creationId xmlns:a16="http://schemas.microsoft.com/office/drawing/2014/main" id="{B969E1E0-4BFF-9419-7511-CF8F63D64563}"/>
                </a:ext>
              </a:extLst>
            </p:cNvPr>
            <p:cNvSpPr/>
            <p:nvPr/>
          </p:nvSpPr>
          <p:spPr>
            <a:xfrm>
              <a:off x="1427968" y="1517332"/>
              <a:ext cx="146685" cy="146685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20" name="Gerade Verbindung mit Pfeil 19">
              <a:extLst>
                <a:ext uri="{FF2B5EF4-FFF2-40B4-BE49-F238E27FC236}">
                  <a16:creationId xmlns:a16="http://schemas.microsoft.com/office/drawing/2014/main" id="{5AF7DEEF-73BE-786B-26E0-E65E5AEA3A29}"/>
                </a:ext>
              </a:extLst>
            </p:cNvPr>
            <p:cNvCxnSpPr>
              <a:stCxn id="19" idx="3"/>
              <a:endCxn id="19" idx="7"/>
            </p:cNvCxnSpPr>
            <p:nvPr/>
          </p:nvCxnSpPr>
          <p:spPr>
            <a:xfrm flipV="1">
              <a:off x="1449450" y="1538814"/>
              <a:ext cx="103721" cy="103721"/>
            </a:xfrm>
            <a:prstGeom prst="straightConnector1">
              <a:avLst/>
            </a:prstGeom>
            <a:ln w="12700" cap="rnd">
              <a:solidFill>
                <a:schemeClr val="tx1"/>
              </a:solidFill>
              <a:round/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Ellipse 20">
              <a:extLst>
                <a:ext uri="{FF2B5EF4-FFF2-40B4-BE49-F238E27FC236}">
                  <a16:creationId xmlns:a16="http://schemas.microsoft.com/office/drawing/2014/main" id="{3576C0FD-69D6-B856-057A-A2C1C4A91C68}"/>
                </a:ext>
              </a:extLst>
            </p:cNvPr>
            <p:cNvSpPr/>
            <p:nvPr/>
          </p:nvSpPr>
          <p:spPr>
            <a:xfrm>
              <a:off x="1731781" y="1848377"/>
              <a:ext cx="146685" cy="146685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22" name="Gerade Verbindung mit Pfeil 21">
              <a:extLst>
                <a:ext uri="{FF2B5EF4-FFF2-40B4-BE49-F238E27FC236}">
                  <a16:creationId xmlns:a16="http://schemas.microsoft.com/office/drawing/2014/main" id="{B7DD0D7A-169F-BBDF-81A6-4561C03047EB}"/>
                </a:ext>
              </a:extLst>
            </p:cNvPr>
            <p:cNvCxnSpPr>
              <a:cxnSpLocks/>
              <a:stCxn id="21" idx="3"/>
              <a:endCxn id="21" idx="7"/>
            </p:cNvCxnSpPr>
            <p:nvPr/>
          </p:nvCxnSpPr>
          <p:spPr>
            <a:xfrm flipV="1">
              <a:off x="1753263" y="1869859"/>
              <a:ext cx="103721" cy="103721"/>
            </a:xfrm>
            <a:prstGeom prst="straightConnector1">
              <a:avLst/>
            </a:prstGeom>
            <a:ln w="12700" cap="rnd">
              <a:solidFill>
                <a:schemeClr val="tx1"/>
              </a:solidFill>
              <a:round/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5593673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587946-6D98-D5A2-11BF-DED6D3E837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6" name="Gruppieren 335">
            <a:extLst>
              <a:ext uri="{FF2B5EF4-FFF2-40B4-BE49-F238E27FC236}">
                <a16:creationId xmlns:a16="http://schemas.microsoft.com/office/drawing/2014/main" id="{A941BFB3-C0C0-FAE2-66D7-347FCB192681}"/>
              </a:ext>
            </a:extLst>
          </p:cNvPr>
          <p:cNvGrpSpPr/>
          <p:nvPr/>
        </p:nvGrpSpPr>
        <p:grpSpPr>
          <a:xfrm>
            <a:off x="704425" y="703833"/>
            <a:ext cx="2188404" cy="2188404"/>
            <a:chOff x="133387" y="133388"/>
            <a:chExt cx="3333675" cy="3333675"/>
          </a:xfrm>
        </p:grpSpPr>
        <p:grpSp>
          <p:nvGrpSpPr>
            <p:cNvPr id="283" name="Gruppieren 282">
              <a:extLst>
                <a:ext uri="{FF2B5EF4-FFF2-40B4-BE49-F238E27FC236}">
                  <a16:creationId xmlns:a16="http://schemas.microsoft.com/office/drawing/2014/main" id="{FC0712A2-2095-E497-0D57-64F34078B705}"/>
                </a:ext>
              </a:extLst>
            </p:cNvPr>
            <p:cNvGrpSpPr/>
            <p:nvPr/>
          </p:nvGrpSpPr>
          <p:grpSpPr>
            <a:xfrm>
              <a:off x="133387" y="133388"/>
              <a:ext cx="3333675" cy="3333675"/>
              <a:chOff x="133387" y="133388"/>
              <a:chExt cx="3333675" cy="3333675"/>
            </a:xfrm>
          </p:grpSpPr>
          <p:grpSp>
            <p:nvGrpSpPr>
              <p:cNvPr id="184" name="Gruppieren 183">
                <a:extLst>
                  <a:ext uri="{FF2B5EF4-FFF2-40B4-BE49-F238E27FC236}">
                    <a16:creationId xmlns:a16="http://schemas.microsoft.com/office/drawing/2014/main" id="{532C45BC-B07D-4F43-173C-170047B50C71}"/>
                  </a:ext>
                </a:extLst>
              </p:cNvPr>
              <p:cNvGrpSpPr/>
              <p:nvPr/>
            </p:nvGrpSpPr>
            <p:grpSpPr>
              <a:xfrm>
                <a:off x="168668" y="166861"/>
                <a:ext cx="1878859" cy="1880666"/>
                <a:chOff x="168668" y="166861"/>
                <a:chExt cx="1878859" cy="1880666"/>
              </a:xfrm>
            </p:grpSpPr>
            <p:cxnSp>
              <p:nvCxnSpPr>
                <p:cNvPr id="11" name="Gerader Verbinder 10">
                  <a:extLst>
                    <a:ext uri="{FF2B5EF4-FFF2-40B4-BE49-F238E27FC236}">
                      <a16:creationId xmlns:a16="http://schemas.microsoft.com/office/drawing/2014/main" id="{C9530987-F09C-D5B6-6979-AF9EE50DA26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87118" y="383781"/>
                  <a:ext cx="590689" cy="590689"/>
                </a:xfrm>
                <a:prstGeom prst="line">
                  <a:avLst/>
                </a:prstGeom>
                <a:ln w="12700"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" name="Gerader Verbinder 12">
                  <a:extLst>
                    <a:ext uri="{FF2B5EF4-FFF2-40B4-BE49-F238E27FC236}">
                      <a16:creationId xmlns:a16="http://schemas.microsoft.com/office/drawing/2014/main" id="{256039E7-2D9F-3D53-1A9E-B0CF34A19D7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65865" y="280327"/>
                  <a:ext cx="939986" cy="939986"/>
                </a:xfrm>
                <a:prstGeom prst="line">
                  <a:avLst/>
                </a:prstGeom>
                <a:ln w="12700"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" name="Gerader Verbinder 18">
                  <a:extLst>
                    <a:ext uri="{FF2B5EF4-FFF2-40B4-BE49-F238E27FC236}">
                      <a16:creationId xmlns:a16="http://schemas.microsoft.com/office/drawing/2014/main" id="{3664D3E0-6C20-8ED7-F55A-ABADFC6C413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13582" y="213582"/>
                  <a:ext cx="1181379" cy="1181379"/>
                </a:xfrm>
                <a:prstGeom prst="line">
                  <a:avLst/>
                </a:prstGeom>
                <a:ln w="12700"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" name="Gerader Verbinder 20">
                  <a:extLst>
                    <a:ext uri="{FF2B5EF4-FFF2-40B4-BE49-F238E27FC236}">
                      <a16:creationId xmlns:a16="http://schemas.microsoft.com/office/drawing/2014/main" id="{6641B78F-F2D1-13EE-6102-7D99CE01D64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80210" y="183547"/>
                  <a:ext cx="1369376" cy="1369376"/>
                </a:xfrm>
                <a:prstGeom prst="line">
                  <a:avLst/>
                </a:prstGeom>
                <a:ln w="12700"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" name="Gerader Verbinder 31">
                  <a:extLst>
                    <a:ext uri="{FF2B5EF4-FFF2-40B4-BE49-F238E27FC236}">
                      <a16:creationId xmlns:a16="http://schemas.microsoft.com/office/drawing/2014/main" id="{B8599229-5C5F-008A-69AB-8C83F99CEFE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77567" y="170199"/>
                  <a:ext cx="1511763" cy="1511763"/>
                </a:xfrm>
                <a:prstGeom prst="line">
                  <a:avLst/>
                </a:prstGeom>
                <a:ln w="12700"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" name="Gerader Verbinder 33">
                  <a:extLst>
                    <a:ext uri="{FF2B5EF4-FFF2-40B4-BE49-F238E27FC236}">
                      <a16:creationId xmlns:a16="http://schemas.microsoft.com/office/drawing/2014/main" id="{37E3A05B-BC1D-2D67-567C-E53CDC460ED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8668" y="166861"/>
                  <a:ext cx="1648590" cy="1648590"/>
                </a:xfrm>
                <a:prstGeom prst="line">
                  <a:avLst/>
                </a:prstGeom>
                <a:ln w="12700"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" name="Gerader Verbinder 35">
                  <a:extLst>
                    <a:ext uri="{FF2B5EF4-FFF2-40B4-BE49-F238E27FC236}">
                      <a16:creationId xmlns:a16="http://schemas.microsoft.com/office/drawing/2014/main" id="{F4CDC36D-95D1-BD4B-33DC-12AE7263DFB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73536" y="173536"/>
                  <a:ext cx="1759412" cy="1759412"/>
                </a:xfrm>
                <a:prstGeom prst="line">
                  <a:avLst/>
                </a:prstGeom>
                <a:ln w="12700"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Gerader Verbinder 37">
                  <a:extLst>
                    <a:ext uri="{FF2B5EF4-FFF2-40B4-BE49-F238E27FC236}">
                      <a16:creationId xmlns:a16="http://schemas.microsoft.com/office/drawing/2014/main" id="{B39A8429-DF79-81AB-C854-69BAC9F30A3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83547" y="183547"/>
                  <a:ext cx="1863980" cy="1863980"/>
                </a:xfrm>
                <a:prstGeom prst="line">
                  <a:avLst/>
                </a:prstGeom>
                <a:ln w="12700"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85" name="Gruppieren 184">
                <a:extLst>
                  <a:ext uri="{FF2B5EF4-FFF2-40B4-BE49-F238E27FC236}">
                    <a16:creationId xmlns:a16="http://schemas.microsoft.com/office/drawing/2014/main" id="{4E8A2A66-5695-FB66-2EFB-45F65DCD1A57}"/>
                  </a:ext>
                </a:extLst>
              </p:cNvPr>
              <p:cNvGrpSpPr/>
              <p:nvPr/>
            </p:nvGrpSpPr>
            <p:grpSpPr>
              <a:xfrm rot="10800000">
                <a:off x="1558209" y="1560014"/>
                <a:ext cx="1878859" cy="1880666"/>
                <a:chOff x="168668" y="166861"/>
                <a:chExt cx="1878859" cy="1880666"/>
              </a:xfrm>
            </p:grpSpPr>
            <p:cxnSp>
              <p:nvCxnSpPr>
                <p:cNvPr id="186" name="Gerader Verbinder 185">
                  <a:extLst>
                    <a:ext uri="{FF2B5EF4-FFF2-40B4-BE49-F238E27FC236}">
                      <a16:creationId xmlns:a16="http://schemas.microsoft.com/office/drawing/2014/main" id="{7B8D3B21-B252-7E1D-9E4D-78B252A8416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87118" y="383781"/>
                  <a:ext cx="590689" cy="590689"/>
                </a:xfrm>
                <a:prstGeom prst="line">
                  <a:avLst/>
                </a:prstGeom>
                <a:ln w="12700"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8" name="Gerader Verbinder 187">
                  <a:extLst>
                    <a:ext uri="{FF2B5EF4-FFF2-40B4-BE49-F238E27FC236}">
                      <a16:creationId xmlns:a16="http://schemas.microsoft.com/office/drawing/2014/main" id="{34E9A274-F7A8-78C6-DEC8-634566D3F71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65865" y="280327"/>
                  <a:ext cx="939986" cy="939986"/>
                </a:xfrm>
                <a:prstGeom prst="line">
                  <a:avLst/>
                </a:prstGeom>
                <a:ln w="12700"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0" name="Gerader Verbinder 189">
                  <a:extLst>
                    <a:ext uri="{FF2B5EF4-FFF2-40B4-BE49-F238E27FC236}">
                      <a16:creationId xmlns:a16="http://schemas.microsoft.com/office/drawing/2014/main" id="{895078A9-D395-20AF-51A9-9D0CD28CC72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13582" y="213582"/>
                  <a:ext cx="1181379" cy="1181379"/>
                </a:xfrm>
                <a:prstGeom prst="line">
                  <a:avLst/>
                </a:prstGeom>
                <a:ln w="12700"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2" name="Gerader Verbinder 191">
                  <a:extLst>
                    <a:ext uri="{FF2B5EF4-FFF2-40B4-BE49-F238E27FC236}">
                      <a16:creationId xmlns:a16="http://schemas.microsoft.com/office/drawing/2014/main" id="{9FCBB24E-7C25-B3F3-1A2B-72FE055655E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80210" y="183547"/>
                  <a:ext cx="1369376" cy="1369376"/>
                </a:xfrm>
                <a:prstGeom prst="line">
                  <a:avLst/>
                </a:prstGeom>
                <a:ln w="12700"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4" name="Gerader Verbinder 193">
                  <a:extLst>
                    <a:ext uri="{FF2B5EF4-FFF2-40B4-BE49-F238E27FC236}">
                      <a16:creationId xmlns:a16="http://schemas.microsoft.com/office/drawing/2014/main" id="{F57CB25E-EB88-14DD-7E9F-AC891532F84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77567" y="170199"/>
                  <a:ext cx="1511763" cy="1511763"/>
                </a:xfrm>
                <a:prstGeom prst="line">
                  <a:avLst/>
                </a:prstGeom>
                <a:ln w="12700"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6" name="Gerader Verbinder 195">
                  <a:extLst>
                    <a:ext uri="{FF2B5EF4-FFF2-40B4-BE49-F238E27FC236}">
                      <a16:creationId xmlns:a16="http://schemas.microsoft.com/office/drawing/2014/main" id="{0FC32DCC-7F56-840F-D66C-027564E0F96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8668" y="166861"/>
                  <a:ext cx="1648590" cy="1648590"/>
                </a:xfrm>
                <a:prstGeom prst="line">
                  <a:avLst/>
                </a:prstGeom>
                <a:ln w="12700"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8" name="Gerader Verbinder 197">
                  <a:extLst>
                    <a:ext uri="{FF2B5EF4-FFF2-40B4-BE49-F238E27FC236}">
                      <a16:creationId xmlns:a16="http://schemas.microsoft.com/office/drawing/2014/main" id="{51CCB1EB-82E9-55A1-1A85-9726BF9AE79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73536" y="173536"/>
                  <a:ext cx="1759412" cy="1759412"/>
                </a:xfrm>
                <a:prstGeom prst="line">
                  <a:avLst/>
                </a:prstGeom>
                <a:ln w="12700"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0" name="Gerader Verbinder 199">
                  <a:extLst>
                    <a:ext uri="{FF2B5EF4-FFF2-40B4-BE49-F238E27FC236}">
                      <a16:creationId xmlns:a16="http://schemas.microsoft.com/office/drawing/2014/main" id="{71A3AA12-489C-AF9B-4C8A-2CC2159B207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83547" y="183547"/>
                  <a:ext cx="1863980" cy="1863980"/>
                </a:xfrm>
                <a:prstGeom prst="line">
                  <a:avLst/>
                </a:prstGeom>
                <a:ln w="12700"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60" name="Gruppieren 259">
                <a:extLst>
                  <a:ext uri="{FF2B5EF4-FFF2-40B4-BE49-F238E27FC236}">
                    <a16:creationId xmlns:a16="http://schemas.microsoft.com/office/drawing/2014/main" id="{5B3A41E3-83CD-521F-448D-8A779B723F43}"/>
                  </a:ext>
                </a:extLst>
              </p:cNvPr>
              <p:cNvGrpSpPr/>
              <p:nvPr/>
            </p:nvGrpSpPr>
            <p:grpSpPr>
              <a:xfrm>
                <a:off x="201210" y="213582"/>
                <a:ext cx="2696481" cy="2685949"/>
                <a:chOff x="201210" y="213582"/>
                <a:chExt cx="2696481" cy="2685949"/>
              </a:xfrm>
            </p:grpSpPr>
            <p:cxnSp>
              <p:nvCxnSpPr>
                <p:cNvPr id="202" name="Gerader Verbinder 201">
                  <a:extLst>
                    <a:ext uri="{FF2B5EF4-FFF2-40B4-BE49-F238E27FC236}">
                      <a16:creationId xmlns:a16="http://schemas.microsoft.com/office/drawing/2014/main" id="{45CC7140-75FE-AF67-C2E6-A3C0C5B58C9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01210" y="213582"/>
                  <a:ext cx="1944282" cy="1944282"/>
                </a:xfrm>
                <a:prstGeom prst="line">
                  <a:avLst/>
                </a:prstGeom>
                <a:ln w="12700"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4" name="Gerader Verbinder 203">
                  <a:extLst>
                    <a:ext uri="{FF2B5EF4-FFF2-40B4-BE49-F238E27FC236}">
                      <a16:creationId xmlns:a16="http://schemas.microsoft.com/office/drawing/2014/main" id="{5DFFA6DB-40F2-94B9-3A67-656FEE4085C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25474" y="233606"/>
                  <a:ext cx="2024584" cy="2024584"/>
                </a:xfrm>
                <a:prstGeom prst="line">
                  <a:avLst/>
                </a:prstGeom>
                <a:ln w="12700"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6" name="Gerader Verbinder 205">
                  <a:extLst>
                    <a:ext uri="{FF2B5EF4-FFF2-40B4-BE49-F238E27FC236}">
                      <a16:creationId xmlns:a16="http://schemas.microsoft.com/office/drawing/2014/main" id="{88A1C986-761C-1FD8-3115-73F41947587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59191" y="260304"/>
                  <a:ext cx="2086534" cy="2086534"/>
                </a:xfrm>
                <a:prstGeom prst="line">
                  <a:avLst/>
                </a:prstGeom>
                <a:ln w="12700"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8" name="Gerader Verbinder 207">
                  <a:extLst>
                    <a:ext uri="{FF2B5EF4-FFF2-40B4-BE49-F238E27FC236}">
                      <a16:creationId xmlns:a16="http://schemas.microsoft.com/office/drawing/2014/main" id="{777116AB-BF4A-1207-DFD0-B0CA02E9B1D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98125" y="293676"/>
                  <a:ext cx="2138818" cy="2138818"/>
                </a:xfrm>
                <a:prstGeom prst="line">
                  <a:avLst/>
                </a:prstGeom>
                <a:ln w="12700"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0" name="Gerader Verbinder 209">
                  <a:extLst>
                    <a:ext uri="{FF2B5EF4-FFF2-40B4-BE49-F238E27FC236}">
                      <a16:creationId xmlns:a16="http://schemas.microsoft.com/office/drawing/2014/main" id="{EB097527-58FC-6FD4-2154-CF5739F9953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37409" y="337060"/>
                  <a:ext cx="2182546" cy="2182546"/>
                </a:xfrm>
                <a:prstGeom prst="line">
                  <a:avLst/>
                </a:prstGeom>
                <a:ln w="12700"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2" name="Gerader Verbinder 211">
                  <a:extLst>
                    <a:ext uri="{FF2B5EF4-FFF2-40B4-BE49-F238E27FC236}">
                      <a16:creationId xmlns:a16="http://schemas.microsoft.com/office/drawing/2014/main" id="{F88447E7-CC06-65A2-365C-735D63B3F58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80444" y="373769"/>
                  <a:ext cx="2227392" cy="2227392"/>
                </a:xfrm>
                <a:prstGeom prst="line">
                  <a:avLst/>
                </a:prstGeom>
                <a:ln w="12700"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4" name="Gerader Verbinder 213">
                  <a:extLst>
                    <a:ext uri="{FF2B5EF4-FFF2-40B4-BE49-F238E27FC236}">
                      <a16:creationId xmlns:a16="http://schemas.microsoft.com/office/drawing/2014/main" id="{0C58EBAD-545E-7B39-16A4-EB646265CC9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23828" y="423828"/>
                  <a:ext cx="2256314" cy="2256314"/>
                </a:xfrm>
                <a:prstGeom prst="line">
                  <a:avLst/>
                </a:prstGeom>
                <a:ln w="12700"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6" name="Gerader Verbinder 215">
                  <a:extLst>
                    <a:ext uri="{FF2B5EF4-FFF2-40B4-BE49-F238E27FC236}">
                      <a16:creationId xmlns:a16="http://schemas.microsoft.com/office/drawing/2014/main" id="{E7B21514-840C-2C63-FD64-2F0334868C5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77223" y="473886"/>
                  <a:ext cx="2277451" cy="2277451"/>
                </a:xfrm>
                <a:prstGeom prst="line">
                  <a:avLst/>
                </a:prstGeom>
                <a:ln w="12700"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1" name="Gerader Verbinder 250">
                  <a:extLst>
                    <a:ext uri="{FF2B5EF4-FFF2-40B4-BE49-F238E27FC236}">
                      <a16:creationId xmlns:a16="http://schemas.microsoft.com/office/drawing/2014/main" id="{45F66315-9095-E5BF-74C0-AC47118A60B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32117" y="533956"/>
                  <a:ext cx="2294380" cy="2294380"/>
                </a:xfrm>
                <a:prstGeom prst="line">
                  <a:avLst/>
                </a:prstGeom>
                <a:ln w="12700"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3" name="Gerader Verbinder 252">
                  <a:extLst>
                    <a:ext uri="{FF2B5EF4-FFF2-40B4-BE49-F238E27FC236}">
                      <a16:creationId xmlns:a16="http://schemas.microsoft.com/office/drawing/2014/main" id="{895D6847-A559-4598-4F88-B82B7A21C07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85512" y="587352"/>
                  <a:ext cx="2312179" cy="2312179"/>
                </a:xfrm>
                <a:prstGeom prst="line">
                  <a:avLst/>
                </a:prstGeom>
                <a:ln w="12700"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61" name="Gruppieren 260">
                <a:extLst>
                  <a:ext uri="{FF2B5EF4-FFF2-40B4-BE49-F238E27FC236}">
                    <a16:creationId xmlns:a16="http://schemas.microsoft.com/office/drawing/2014/main" id="{8F055702-98DC-B504-5F40-2B1CA4283B3F}"/>
                  </a:ext>
                </a:extLst>
              </p:cNvPr>
              <p:cNvGrpSpPr/>
              <p:nvPr/>
            </p:nvGrpSpPr>
            <p:grpSpPr>
              <a:xfrm rot="10800000">
                <a:off x="708221" y="711348"/>
                <a:ext cx="2696481" cy="2685949"/>
                <a:chOff x="201210" y="213582"/>
                <a:chExt cx="2696481" cy="2685949"/>
              </a:xfrm>
            </p:grpSpPr>
            <p:cxnSp>
              <p:nvCxnSpPr>
                <p:cNvPr id="262" name="Gerader Verbinder 261">
                  <a:extLst>
                    <a:ext uri="{FF2B5EF4-FFF2-40B4-BE49-F238E27FC236}">
                      <a16:creationId xmlns:a16="http://schemas.microsoft.com/office/drawing/2014/main" id="{2394CD2D-ABCB-3401-CDEE-D6A1FC7EBA0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01210" y="213582"/>
                  <a:ext cx="1944282" cy="1944282"/>
                </a:xfrm>
                <a:prstGeom prst="line">
                  <a:avLst/>
                </a:prstGeom>
                <a:ln w="12700"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4" name="Gerader Verbinder 263">
                  <a:extLst>
                    <a:ext uri="{FF2B5EF4-FFF2-40B4-BE49-F238E27FC236}">
                      <a16:creationId xmlns:a16="http://schemas.microsoft.com/office/drawing/2014/main" id="{E15EEC9B-B03C-5E24-FF86-834292CB07B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25474" y="233606"/>
                  <a:ext cx="2024584" cy="2024584"/>
                </a:xfrm>
                <a:prstGeom prst="line">
                  <a:avLst/>
                </a:prstGeom>
                <a:ln w="12700"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6" name="Gerader Verbinder 265">
                  <a:extLst>
                    <a:ext uri="{FF2B5EF4-FFF2-40B4-BE49-F238E27FC236}">
                      <a16:creationId xmlns:a16="http://schemas.microsoft.com/office/drawing/2014/main" id="{149FC8B8-7EF7-35A4-E7FB-B2A32A68962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59191" y="260304"/>
                  <a:ext cx="2086534" cy="2086534"/>
                </a:xfrm>
                <a:prstGeom prst="line">
                  <a:avLst/>
                </a:prstGeom>
                <a:ln w="12700"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8" name="Gerader Verbinder 267">
                  <a:extLst>
                    <a:ext uri="{FF2B5EF4-FFF2-40B4-BE49-F238E27FC236}">
                      <a16:creationId xmlns:a16="http://schemas.microsoft.com/office/drawing/2014/main" id="{E7DF51CA-2EB8-FBE0-EC2C-E7250FF348D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98125" y="293676"/>
                  <a:ext cx="2138818" cy="2138818"/>
                </a:xfrm>
                <a:prstGeom prst="line">
                  <a:avLst/>
                </a:prstGeom>
                <a:ln w="12700"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0" name="Gerader Verbinder 269">
                  <a:extLst>
                    <a:ext uri="{FF2B5EF4-FFF2-40B4-BE49-F238E27FC236}">
                      <a16:creationId xmlns:a16="http://schemas.microsoft.com/office/drawing/2014/main" id="{65AAE17C-9032-0549-160D-98A0EF8D3F9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37409" y="337060"/>
                  <a:ext cx="2182546" cy="2182546"/>
                </a:xfrm>
                <a:prstGeom prst="line">
                  <a:avLst/>
                </a:prstGeom>
                <a:ln w="12700"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2" name="Gerader Verbinder 271">
                  <a:extLst>
                    <a:ext uri="{FF2B5EF4-FFF2-40B4-BE49-F238E27FC236}">
                      <a16:creationId xmlns:a16="http://schemas.microsoft.com/office/drawing/2014/main" id="{C88CF1C3-86C7-C589-C81F-464D77F3623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80444" y="373769"/>
                  <a:ext cx="2227392" cy="2227392"/>
                </a:xfrm>
                <a:prstGeom prst="line">
                  <a:avLst/>
                </a:prstGeom>
                <a:ln w="12700"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4" name="Gerader Verbinder 273">
                  <a:extLst>
                    <a:ext uri="{FF2B5EF4-FFF2-40B4-BE49-F238E27FC236}">
                      <a16:creationId xmlns:a16="http://schemas.microsoft.com/office/drawing/2014/main" id="{1AF6AC49-5719-401C-6D72-F28B13F25E3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23828" y="423828"/>
                  <a:ext cx="2256314" cy="2256314"/>
                </a:xfrm>
                <a:prstGeom prst="line">
                  <a:avLst/>
                </a:prstGeom>
                <a:ln w="12700"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6" name="Gerader Verbinder 275">
                  <a:extLst>
                    <a:ext uri="{FF2B5EF4-FFF2-40B4-BE49-F238E27FC236}">
                      <a16:creationId xmlns:a16="http://schemas.microsoft.com/office/drawing/2014/main" id="{EC653359-5BE3-5024-472B-F77AD022956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77223" y="473886"/>
                  <a:ext cx="2277451" cy="2277451"/>
                </a:xfrm>
                <a:prstGeom prst="line">
                  <a:avLst/>
                </a:prstGeom>
                <a:ln w="12700"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8" name="Gerader Verbinder 277">
                  <a:extLst>
                    <a:ext uri="{FF2B5EF4-FFF2-40B4-BE49-F238E27FC236}">
                      <a16:creationId xmlns:a16="http://schemas.microsoft.com/office/drawing/2014/main" id="{4654AEA8-C6C8-A6EF-166A-89251D3E211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32117" y="533956"/>
                  <a:ext cx="2294380" cy="2294380"/>
                </a:xfrm>
                <a:prstGeom prst="line">
                  <a:avLst/>
                </a:prstGeom>
                <a:ln w="12700"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0" name="Gerader Verbinder 279">
                  <a:extLst>
                    <a:ext uri="{FF2B5EF4-FFF2-40B4-BE49-F238E27FC236}">
                      <a16:creationId xmlns:a16="http://schemas.microsoft.com/office/drawing/2014/main" id="{DE83C5EB-76A5-A8E8-3F43-B88DC939ABE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85512" y="587352"/>
                  <a:ext cx="2312179" cy="2312179"/>
                </a:xfrm>
                <a:prstGeom prst="line">
                  <a:avLst/>
                </a:prstGeom>
                <a:ln w="12700"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82" name="Gerader Verbinder 281">
                <a:extLst>
                  <a:ext uri="{FF2B5EF4-FFF2-40B4-BE49-F238E27FC236}">
                    <a16:creationId xmlns:a16="http://schemas.microsoft.com/office/drawing/2014/main" id="{5350B7BF-8C97-DA08-D41A-ADEFB1F1560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46307" y="652910"/>
                <a:ext cx="2304778" cy="2304778"/>
              </a:xfrm>
              <a:prstGeom prst="line">
                <a:avLst/>
              </a:prstGeom>
              <a:ln w="12700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" name="Ellipse 1">
                <a:extLst>
                  <a:ext uri="{FF2B5EF4-FFF2-40B4-BE49-F238E27FC236}">
                    <a16:creationId xmlns:a16="http://schemas.microsoft.com/office/drawing/2014/main" id="{E0725325-6020-0D43-B1D5-F55243786145}"/>
                  </a:ext>
                </a:extLst>
              </p:cNvPr>
              <p:cNvSpPr/>
              <p:nvPr/>
            </p:nvSpPr>
            <p:spPr>
              <a:xfrm>
                <a:off x="133387" y="133388"/>
                <a:ext cx="3333675" cy="3333675"/>
              </a:xfrm>
              <a:prstGeom prst="ellipse">
                <a:avLst/>
              </a:prstGeom>
              <a:noFill/>
              <a:ln w="635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</p:grpSp>
        <p:sp>
          <p:nvSpPr>
            <p:cNvPr id="284" name="Ellipse 283">
              <a:extLst>
                <a:ext uri="{FF2B5EF4-FFF2-40B4-BE49-F238E27FC236}">
                  <a16:creationId xmlns:a16="http://schemas.microsoft.com/office/drawing/2014/main" id="{575C544E-D61A-12F8-4215-79BD84FA3E44}"/>
                </a:ext>
              </a:extLst>
            </p:cNvPr>
            <p:cNvSpPr/>
            <p:nvPr/>
          </p:nvSpPr>
          <p:spPr>
            <a:xfrm>
              <a:off x="487436" y="486153"/>
              <a:ext cx="2635792" cy="263579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85" name="Ellipse 284">
              <a:extLst>
                <a:ext uri="{FF2B5EF4-FFF2-40B4-BE49-F238E27FC236}">
                  <a16:creationId xmlns:a16="http://schemas.microsoft.com/office/drawing/2014/main" id="{B9B47148-D90A-4306-6462-03822AABCB8F}"/>
                </a:ext>
              </a:extLst>
            </p:cNvPr>
            <p:cNvSpPr/>
            <p:nvPr/>
          </p:nvSpPr>
          <p:spPr>
            <a:xfrm>
              <a:off x="678602" y="690805"/>
              <a:ext cx="2244147" cy="2244145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86" name="Ellipse 285">
              <a:extLst>
                <a:ext uri="{FF2B5EF4-FFF2-40B4-BE49-F238E27FC236}">
                  <a16:creationId xmlns:a16="http://schemas.microsoft.com/office/drawing/2014/main" id="{7361B08C-7FAD-2E6F-E8DF-372D29D84B00}"/>
                </a:ext>
              </a:extLst>
            </p:cNvPr>
            <p:cNvSpPr/>
            <p:nvPr/>
          </p:nvSpPr>
          <p:spPr>
            <a:xfrm>
              <a:off x="1015282" y="1027865"/>
              <a:ext cx="1567662" cy="1567659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87" name="Ellipse 286">
              <a:extLst>
                <a:ext uri="{FF2B5EF4-FFF2-40B4-BE49-F238E27FC236}">
                  <a16:creationId xmlns:a16="http://schemas.microsoft.com/office/drawing/2014/main" id="{1408334E-18B3-B709-05F8-5F27DAB0EB07}"/>
                </a:ext>
              </a:extLst>
            </p:cNvPr>
            <p:cNvSpPr/>
            <p:nvPr/>
          </p:nvSpPr>
          <p:spPr>
            <a:xfrm>
              <a:off x="1377511" y="1388455"/>
              <a:ext cx="841744" cy="84174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289" name="Gerade Verbindung mit Pfeil 288">
              <a:extLst>
                <a:ext uri="{FF2B5EF4-FFF2-40B4-BE49-F238E27FC236}">
                  <a16:creationId xmlns:a16="http://schemas.microsoft.com/office/drawing/2014/main" id="{93F52C75-DC60-EE97-434C-6EDA39B183E1}"/>
                </a:ext>
              </a:extLst>
            </p:cNvPr>
            <p:cNvCxnSpPr>
              <a:cxnSpLocks/>
            </p:cNvCxnSpPr>
            <p:nvPr/>
          </p:nvCxnSpPr>
          <p:spPr>
            <a:xfrm>
              <a:off x="1800225" y="690805"/>
              <a:ext cx="70082" cy="0"/>
            </a:xfrm>
            <a:prstGeom prst="straightConnector1">
              <a:avLst/>
            </a:prstGeom>
            <a:ln w="12700" cap="rnd">
              <a:round/>
              <a:tailEnd type="stealth" w="lg" len="lg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91" name="Gerade Verbindung mit Pfeil 290">
              <a:extLst>
                <a:ext uri="{FF2B5EF4-FFF2-40B4-BE49-F238E27FC236}">
                  <a16:creationId xmlns:a16="http://schemas.microsoft.com/office/drawing/2014/main" id="{F52DE7D0-EC02-6386-F8B4-8E68E50CB0F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33129" y="1999027"/>
              <a:ext cx="30267" cy="70849"/>
            </a:xfrm>
            <a:prstGeom prst="straightConnector1">
              <a:avLst/>
            </a:prstGeom>
            <a:ln w="12700" cap="rnd">
              <a:round/>
              <a:tailEnd type="stealth" w="lg" len="lg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93" name="Gerade Verbindung mit Pfeil 292">
              <a:extLst>
                <a:ext uri="{FF2B5EF4-FFF2-40B4-BE49-F238E27FC236}">
                  <a16:creationId xmlns:a16="http://schemas.microsoft.com/office/drawing/2014/main" id="{5A2FB92D-CA59-4A56-ABA6-4188C018D69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33436" y="2013142"/>
              <a:ext cx="31912" cy="56733"/>
            </a:xfrm>
            <a:prstGeom prst="straightConnector1">
              <a:avLst/>
            </a:prstGeom>
            <a:ln cap="rnd">
              <a:round/>
              <a:tailEnd type="stealth" w="lg" len="lg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96" name="Ellipse 295">
              <a:extLst>
                <a:ext uri="{FF2B5EF4-FFF2-40B4-BE49-F238E27FC236}">
                  <a16:creationId xmlns:a16="http://schemas.microsoft.com/office/drawing/2014/main" id="{6A0103CB-69AA-4E78-38ED-BDA2A8499BA4}"/>
                </a:ext>
              </a:extLst>
            </p:cNvPr>
            <p:cNvSpPr/>
            <p:nvPr/>
          </p:nvSpPr>
          <p:spPr>
            <a:xfrm>
              <a:off x="1780983" y="1780983"/>
              <a:ext cx="45718" cy="4571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98" name="Ellipse 297">
              <a:extLst>
                <a:ext uri="{FF2B5EF4-FFF2-40B4-BE49-F238E27FC236}">
                  <a16:creationId xmlns:a16="http://schemas.microsoft.com/office/drawing/2014/main" id="{075504ED-55D1-A492-FB42-AA983B4FA339}"/>
                </a:ext>
              </a:extLst>
            </p:cNvPr>
            <p:cNvSpPr/>
            <p:nvPr/>
          </p:nvSpPr>
          <p:spPr>
            <a:xfrm>
              <a:off x="2342125" y="1005128"/>
              <a:ext cx="240817" cy="240817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299" name="Gerade Verbindung mit Pfeil 298">
              <a:extLst>
                <a:ext uri="{FF2B5EF4-FFF2-40B4-BE49-F238E27FC236}">
                  <a16:creationId xmlns:a16="http://schemas.microsoft.com/office/drawing/2014/main" id="{19805171-EB84-F693-103D-9D9939AB27E1}"/>
                </a:ext>
              </a:extLst>
            </p:cNvPr>
            <p:cNvCxnSpPr>
              <a:cxnSpLocks/>
              <a:stCxn id="298" idx="3"/>
              <a:endCxn id="298" idx="7"/>
            </p:cNvCxnSpPr>
            <p:nvPr/>
          </p:nvCxnSpPr>
          <p:spPr>
            <a:xfrm flipV="1">
              <a:off x="2377392" y="1040395"/>
              <a:ext cx="170283" cy="170283"/>
            </a:xfrm>
            <a:prstGeom prst="straightConnector1">
              <a:avLst/>
            </a:prstGeom>
            <a:ln w="12700" cap="rnd">
              <a:solidFill>
                <a:schemeClr val="tx1"/>
              </a:solidFill>
              <a:round/>
              <a:tailEnd type="stealth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1" name="Ellipse 300">
              <a:extLst>
                <a:ext uri="{FF2B5EF4-FFF2-40B4-BE49-F238E27FC236}">
                  <a16:creationId xmlns:a16="http://schemas.microsoft.com/office/drawing/2014/main" id="{3C62A445-B2A2-E6AB-2D07-36620899B2BF}"/>
                </a:ext>
              </a:extLst>
            </p:cNvPr>
            <p:cNvSpPr/>
            <p:nvPr/>
          </p:nvSpPr>
          <p:spPr>
            <a:xfrm rot="5400000">
              <a:off x="959673" y="2316428"/>
              <a:ext cx="240817" cy="240817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302" name="Gerade Verbindung mit Pfeil 301">
              <a:extLst>
                <a:ext uri="{FF2B5EF4-FFF2-40B4-BE49-F238E27FC236}">
                  <a16:creationId xmlns:a16="http://schemas.microsoft.com/office/drawing/2014/main" id="{8AC8105E-C528-4B0C-647E-0F889A1EE041}"/>
                </a:ext>
              </a:extLst>
            </p:cNvPr>
            <p:cNvCxnSpPr>
              <a:cxnSpLocks/>
              <a:stCxn id="301" idx="1"/>
              <a:endCxn id="301" idx="5"/>
            </p:cNvCxnSpPr>
            <p:nvPr/>
          </p:nvCxnSpPr>
          <p:spPr>
            <a:xfrm flipH="1">
              <a:off x="994940" y="2351695"/>
              <a:ext cx="170283" cy="170283"/>
            </a:xfrm>
            <a:prstGeom prst="straightConnector1">
              <a:avLst/>
            </a:prstGeom>
            <a:ln w="12700" cap="rnd">
              <a:solidFill>
                <a:schemeClr val="tx1"/>
              </a:solidFill>
              <a:round/>
              <a:tailEnd type="stealth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9" name="Ellipse 308">
              <a:extLst>
                <a:ext uri="{FF2B5EF4-FFF2-40B4-BE49-F238E27FC236}">
                  <a16:creationId xmlns:a16="http://schemas.microsoft.com/office/drawing/2014/main" id="{7AE8F2E2-482D-3472-F6B9-E4E40A653AEE}"/>
                </a:ext>
              </a:extLst>
            </p:cNvPr>
            <p:cNvSpPr/>
            <p:nvPr/>
          </p:nvSpPr>
          <p:spPr>
            <a:xfrm>
              <a:off x="2391620" y="2321058"/>
              <a:ext cx="240817" cy="240817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310" name="Gerade Verbindung mit Pfeil 309">
              <a:extLst>
                <a:ext uri="{FF2B5EF4-FFF2-40B4-BE49-F238E27FC236}">
                  <a16:creationId xmlns:a16="http://schemas.microsoft.com/office/drawing/2014/main" id="{DBC16781-C999-5EA3-190C-A7E5D071D581}"/>
                </a:ext>
              </a:extLst>
            </p:cNvPr>
            <p:cNvCxnSpPr>
              <a:cxnSpLocks/>
            </p:cNvCxnSpPr>
            <p:nvPr/>
          </p:nvCxnSpPr>
          <p:spPr>
            <a:xfrm>
              <a:off x="2431383" y="2351763"/>
              <a:ext cx="158455" cy="181341"/>
            </a:xfrm>
            <a:prstGeom prst="straightConnector1">
              <a:avLst/>
            </a:prstGeom>
            <a:ln w="12700" cap="rnd">
              <a:solidFill>
                <a:schemeClr val="tx1"/>
              </a:solidFill>
              <a:round/>
              <a:tailEnd type="stealth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28" name="Ellipse 327">
              <a:extLst>
                <a:ext uri="{FF2B5EF4-FFF2-40B4-BE49-F238E27FC236}">
                  <a16:creationId xmlns:a16="http://schemas.microsoft.com/office/drawing/2014/main" id="{05BF9F5C-AE94-6AE3-D82D-F1CD106383E8}"/>
                </a:ext>
              </a:extLst>
            </p:cNvPr>
            <p:cNvSpPr/>
            <p:nvPr/>
          </p:nvSpPr>
          <p:spPr>
            <a:xfrm rot="21166774">
              <a:off x="997211" y="1025688"/>
              <a:ext cx="240817" cy="240817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329" name="Gerade Verbindung mit Pfeil 328">
              <a:extLst>
                <a:ext uri="{FF2B5EF4-FFF2-40B4-BE49-F238E27FC236}">
                  <a16:creationId xmlns:a16="http://schemas.microsoft.com/office/drawing/2014/main" id="{FE914271-66AE-4AA9-DD85-F24251633D02}"/>
                </a:ext>
              </a:extLst>
            </p:cNvPr>
            <p:cNvCxnSpPr>
              <a:cxnSpLocks/>
            </p:cNvCxnSpPr>
            <p:nvPr/>
          </p:nvCxnSpPr>
          <p:spPr>
            <a:xfrm rot="21166774" flipH="1" flipV="1">
              <a:off x="1044583" y="1050369"/>
              <a:ext cx="146073" cy="191455"/>
            </a:xfrm>
            <a:prstGeom prst="straightConnector1">
              <a:avLst/>
            </a:prstGeom>
            <a:ln w="12700" cap="rnd">
              <a:solidFill>
                <a:schemeClr val="tx1"/>
              </a:solidFill>
              <a:round/>
              <a:tailEnd type="stealth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3479734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uppieren 22">
            <a:extLst>
              <a:ext uri="{FF2B5EF4-FFF2-40B4-BE49-F238E27FC236}">
                <a16:creationId xmlns:a16="http://schemas.microsoft.com/office/drawing/2014/main" id="{DC75CBC1-F5D0-A3D0-624E-1FADDA5104AB}"/>
              </a:ext>
            </a:extLst>
          </p:cNvPr>
          <p:cNvGrpSpPr/>
          <p:nvPr/>
        </p:nvGrpSpPr>
        <p:grpSpPr>
          <a:xfrm>
            <a:off x="900149" y="778730"/>
            <a:ext cx="3933108" cy="5056656"/>
            <a:chOff x="788521" y="479472"/>
            <a:chExt cx="3933108" cy="5056656"/>
          </a:xfrm>
        </p:grpSpPr>
        <p:sp>
          <p:nvSpPr>
            <p:cNvPr id="3" name="Bogen 2">
              <a:extLst>
                <a:ext uri="{FF2B5EF4-FFF2-40B4-BE49-F238E27FC236}">
                  <a16:creationId xmlns:a16="http://schemas.microsoft.com/office/drawing/2014/main" id="{070AA3D1-94F8-D800-96C6-B8D768F1EE57}"/>
                </a:ext>
              </a:extLst>
            </p:cNvPr>
            <p:cNvSpPr/>
            <p:nvPr/>
          </p:nvSpPr>
          <p:spPr>
            <a:xfrm rot="2249820">
              <a:off x="1063261" y="2289881"/>
              <a:ext cx="388919" cy="228007"/>
            </a:xfrm>
            <a:prstGeom prst="arc">
              <a:avLst>
                <a:gd name="adj1" fmla="val 18093131"/>
                <a:gd name="adj2" fmla="val 15205398"/>
              </a:avLst>
            </a:prstGeom>
            <a:ln w="19050" cap="rnd">
              <a:solidFill>
                <a:schemeClr val="accent6">
                  <a:lumMod val="75000"/>
                </a:schemeClr>
              </a:solidFill>
              <a:round/>
              <a:headEnd type="none" w="med" len="med"/>
              <a:tailEnd type="stealth" w="lg" len="lg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" name="Bogen 1">
              <a:extLst>
                <a:ext uri="{FF2B5EF4-FFF2-40B4-BE49-F238E27FC236}">
                  <a16:creationId xmlns:a16="http://schemas.microsoft.com/office/drawing/2014/main" id="{E8E18FD6-BA51-0A0D-A3C1-F9B9C839639C}"/>
                </a:ext>
              </a:extLst>
            </p:cNvPr>
            <p:cNvSpPr/>
            <p:nvPr/>
          </p:nvSpPr>
          <p:spPr>
            <a:xfrm>
              <a:off x="847898" y="1664772"/>
              <a:ext cx="3873731" cy="3871356"/>
            </a:xfrm>
            <a:prstGeom prst="arc">
              <a:avLst>
                <a:gd name="adj1" fmla="val 12652692"/>
                <a:gd name="adj2" fmla="val 15831241"/>
              </a:avLst>
            </a:prstGeom>
            <a:ln w="19050" cap="rnd">
              <a:round/>
              <a:headEnd type="none" w="med" len="med"/>
              <a:tailEnd type="stealth" w="lg" len="lg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" name="Textfeld 3">
              <a:extLst>
                <a:ext uri="{FF2B5EF4-FFF2-40B4-BE49-F238E27FC236}">
                  <a16:creationId xmlns:a16="http://schemas.microsoft.com/office/drawing/2014/main" id="{75F92ED8-617A-4B3B-041B-170BAC094EA6}"/>
                </a:ext>
              </a:extLst>
            </p:cNvPr>
            <p:cNvSpPr txBox="1"/>
            <p:nvPr/>
          </p:nvSpPr>
          <p:spPr>
            <a:xfrm>
              <a:off x="788521" y="2037040"/>
              <a:ext cx="38713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600" dirty="0">
                  <a:solidFill>
                    <a:schemeClr val="accent6">
                      <a:lumMod val="75000"/>
                    </a:schemeClr>
                  </a:solidFill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Γ</a:t>
              </a:r>
            </a:p>
          </p:txBody>
        </p:sp>
        <p:sp>
          <p:nvSpPr>
            <p:cNvPr id="9" name="Textfeld 8">
              <a:extLst>
                <a:ext uri="{FF2B5EF4-FFF2-40B4-BE49-F238E27FC236}">
                  <a16:creationId xmlns:a16="http://schemas.microsoft.com/office/drawing/2014/main" id="{7302AE30-E9C1-AAE3-5E93-00AF6ED5BAB7}"/>
                </a:ext>
              </a:extLst>
            </p:cNvPr>
            <p:cNvSpPr txBox="1"/>
            <p:nvPr/>
          </p:nvSpPr>
          <p:spPr>
            <a:xfrm>
              <a:off x="1728943" y="1396820"/>
              <a:ext cx="48411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600" dirty="0">
                  <a:solidFill>
                    <a:schemeClr val="accent2">
                      <a:lumMod val="75000"/>
                    </a:schemeClr>
                  </a:solidFill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d</a:t>
              </a:r>
              <a:r>
                <a:rPr lang="de-DE" sz="1600" i="1" u="sng" dirty="0">
                  <a:solidFill>
                    <a:schemeClr val="accent2">
                      <a:lumMod val="75000"/>
                    </a:schemeClr>
                  </a:solidFill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s</a:t>
              </a:r>
            </a:p>
          </p:txBody>
        </p:sp>
        <p:sp>
          <p:nvSpPr>
            <p:cNvPr id="10" name="Textfeld 9">
              <a:extLst>
                <a:ext uri="{FF2B5EF4-FFF2-40B4-BE49-F238E27FC236}">
                  <a16:creationId xmlns:a16="http://schemas.microsoft.com/office/drawing/2014/main" id="{1D0C1F62-BCC0-F963-2548-005587520CA5}"/>
                </a:ext>
              </a:extLst>
            </p:cNvPr>
            <p:cNvSpPr txBox="1"/>
            <p:nvPr/>
          </p:nvSpPr>
          <p:spPr>
            <a:xfrm>
              <a:off x="1582981" y="479472"/>
              <a:ext cx="48411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600" i="1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A</a:t>
              </a:r>
              <a:endParaRPr lang="de-DE" sz="1600" i="1" u="sng" dirty="0">
                <a:solidFill>
                  <a:schemeClr val="tx2">
                    <a:lumMod val="75000"/>
                    <a:lumOff val="25000"/>
                  </a:schemeClr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endParaRPr>
            </a:p>
          </p:txBody>
        </p:sp>
        <p:cxnSp>
          <p:nvCxnSpPr>
            <p:cNvPr id="11" name="Gerade Verbindung mit Pfeil 10">
              <a:extLst>
                <a:ext uri="{FF2B5EF4-FFF2-40B4-BE49-F238E27FC236}">
                  <a16:creationId xmlns:a16="http://schemas.microsoft.com/office/drawing/2014/main" id="{F6C42F02-1599-4945-ECF9-165E69134B0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10542" y="681644"/>
              <a:ext cx="144878" cy="1463040"/>
            </a:xfrm>
            <a:prstGeom prst="straightConnector1">
              <a:avLst/>
            </a:prstGeom>
            <a:ln w="19050" cap="rnd">
              <a:solidFill>
                <a:schemeClr val="tx2">
                  <a:lumMod val="75000"/>
                  <a:lumOff val="25000"/>
                </a:schemeClr>
              </a:solidFill>
              <a:round/>
              <a:tailEnd type="stealth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Gerade Verbindung mit Pfeil 5">
              <a:extLst>
                <a:ext uri="{FF2B5EF4-FFF2-40B4-BE49-F238E27FC236}">
                  <a16:creationId xmlns:a16="http://schemas.microsoft.com/office/drawing/2014/main" id="{C3928491-EBD8-1315-BF1E-462ABFFA9EC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10542" y="1711325"/>
              <a:ext cx="462638" cy="433359"/>
            </a:xfrm>
            <a:prstGeom prst="straightConnector1">
              <a:avLst/>
            </a:prstGeom>
            <a:ln w="19050" cap="rnd">
              <a:solidFill>
                <a:schemeClr val="accent2">
                  <a:lumMod val="75000"/>
                </a:schemeClr>
              </a:solidFill>
              <a:round/>
              <a:tailEnd type="stealth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Gerade Verbindung mit Pfeil 13">
              <a:extLst>
                <a:ext uri="{FF2B5EF4-FFF2-40B4-BE49-F238E27FC236}">
                  <a16:creationId xmlns:a16="http://schemas.microsoft.com/office/drawing/2014/main" id="{3B3794F6-8BA2-6792-6B44-CD26B47C8B8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68134" y="590877"/>
              <a:ext cx="487286" cy="90767"/>
            </a:xfrm>
            <a:prstGeom prst="straightConnector1">
              <a:avLst/>
            </a:prstGeom>
            <a:ln w="19050" cap="rnd">
              <a:solidFill>
                <a:schemeClr val="tx2">
                  <a:lumMod val="75000"/>
                  <a:lumOff val="25000"/>
                </a:schemeClr>
              </a:solidFill>
              <a:round/>
              <a:tailEnd type="stealth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feld 15">
              <a:extLst>
                <a:ext uri="{FF2B5EF4-FFF2-40B4-BE49-F238E27FC236}">
                  <a16:creationId xmlns:a16="http://schemas.microsoft.com/office/drawing/2014/main" id="{96055D17-9CF9-DD8F-36C7-05127A89F6B6}"/>
                </a:ext>
              </a:extLst>
            </p:cNvPr>
            <p:cNvSpPr txBox="1"/>
            <p:nvPr/>
          </p:nvSpPr>
          <p:spPr>
            <a:xfrm>
              <a:off x="1199591" y="1193829"/>
              <a:ext cx="48411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600" i="1" u="sng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a</a:t>
              </a:r>
            </a:p>
          </p:txBody>
        </p:sp>
        <p:sp>
          <p:nvSpPr>
            <p:cNvPr id="17" name="Ellipse 16">
              <a:extLst>
                <a:ext uri="{FF2B5EF4-FFF2-40B4-BE49-F238E27FC236}">
                  <a16:creationId xmlns:a16="http://schemas.microsoft.com/office/drawing/2014/main" id="{ED68F813-4C67-69A3-F0F3-F532E58F8FC1}"/>
                </a:ext>
              </a:extLst>
            </p:cNvPr>
            <p:cNvSpPr/>
            <p:nvPr/>
          </p:nvSpPr>
          <p:spPr>
            <a:xfrm>
              <a:off x="1627130" y="653354"/>
              <a:ext cx="56580" cy="5658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8" name="Textfeld 17">
              <a:extLst>
                <a:ext uri="{FF2B5EF4-FFF2-40B4-BE49-F238E27FC236}">
                  <a16:creationId xmlns:a16="http://schemas.microsoft.com/office/drawing/2014/main" id="{65DDAC83-5E00-5DAD-FC93-3740821C6A9C}"/>
                </a:ext>
              </a:extLst>
            </p:cNvPr>
            <p:cNvSpPr txBox="1"/>
            <p:nvPr/>
          </p:nvSpPr>
          <p:spPr>
            <a:xfrm>
              <a:off x="990203" y="655461"/>
              <a:ext cx="48411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60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d</a:t>
              </a:r>
              <a:r>
                <a:rPr lang="de-DE" sz="1600" i="1" u="sng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v</a:t>
              </a:r>
            </a:p>
          </p:txBody>
        </p:sp>
        <p:sp>
          <p:nvSpPr>
            <p:cNvPr id="19" name="Textfeld 18">
              <a:extLst>
                <a:ext uri="{FF2B5EF4-FFF2-40B4-BE49-F238E27FC236}">
                  <a16:creationId xmlns:a16="http://schemas.microsoft.com/office/drawing/2014/main" id="{8F3E0520-9ECB-D0DB-0335-852D02831D76}"/>
                </a:ext>
              </a:extLst>
            </p:cNvPr>
            <p:cNvSpPr txBox="1"/>
            <p:nvPr/>
          </p:nvSpPr>
          <p:spPr>
            <a:xfrm>
              <a:off x="2453874" y="1473562"/>
              <a:ext cx="48411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600" i="1" u="sng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s</a:t>
              </a:r>
            </a:p>
          </p:txBody>
        </p:sp>
        <p:sp>
          <p:nvSpPr>
            <p:cNvPr id="20" name="Bogen 19">
              <a:extLst>
                <a:ext uri="{FF2B5EF4-FFF2-40B4-BE49-F238E27FC236}">
                  <a16:creationId xmlns:a16="http://schemas.microsoft.com/office/drawing/2014/main" id="{E870EC11-EEDD-71D2-7886-33AEA86FA174}"/>
                </a:ext>
              </a:extLst>
            </p:cNvPr>
            <p:cNvSpPr/>
            <p:nvPr/>
          </p:nvSpPr>
          <p:spPr>
            <a:xfrm>
              <a:off x="1291995" y="1723102"/>
              <a:ext cx="533045" cy="433358"/>
            </a:xfrm>
            <a:prstGeom prst="arc">
              <a:avLst>
                <a:gd name="adj1" fmla="val 16218406"/>
                <a:gd name="adj2" fmla="val 20484856"/>
              </a:avLst>
            </a:prstGeom>
            <a:ln w="6350" cap="rnd">
              <a:solidFill>
                <a:schemeClr val="accent5">
                  <a:lumMod val="75000"/>
                </a:schemeClr>
              </a:solidFill>
              <a:round/>
              <a:headEnd type="stealth" w="sm" len="sm"/>
              <a:tailEnd type="stealth" w="sm" len="sm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2" name="Textfeld 21">
              <a:extLst>
                <a:ext uri="{FF2B5EF4-FFF2-40B4-BE49-F238E27FC236}">
                  <a16:creationId xmlns:a16="http://schemas.microsoft.com/office/drawing/2014/main" id="{50692128-0D9E-F8ED-3A30-66D7A877ED44}"/>
                </a:ext>
              </a:extLst>
            </p:cNvPr>
            <p:cNvSpPr txBox="1"/>
            <p:nvPr/>
          </p:nvSpPr>
          <p:spPr>
            <a:xfrm>
              <a:off x="1383897" y="1738909"/>
              <a:ext cx="48411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600" i="1" dirty="0">
                  <a:solidFill>
                    <a:schemeClr val="accent5">
                      <a:lumMod val="75000"/>
                    </a:schemeClr>
                  </a:solidFill>
                  <a:latin typeface="Latin Modern Math" panose="02000503000000000000" pitchFamily="50" charset="0"/>
                  <a:ea typeface="Latin Modern Math" panose="02000503000000000000" pitchFamily="50" charset="0"/>
                  <a:cs typeface="CMU Serif" panose="02000603000000000000" pitchFamily="2" charset="0"/>
                </a:rPr>
                <a:t>α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323964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" name="Gruppieren 70">
            <a:extLst>
              <a:ext uri="{FF2B5EF4-FFF2-40B4-BE49-F238E27FC236}">
                <a16:creationId xmlns:a16="http://schemas.microsoft.com/office/drawing/2014/main" id="{9D2D1DBE-B1A8-40C9-5766-20C1E8111ED1}"/>
              </a:ext>
            </a:extLst>
          </p:cNvPr>
          <p:cNvGrpSpPr/>
          <p:nvPr/>
        </p:nvGrpSpPr>
        <p:grpSpPr>
          <a:xfrm>
            <a:off x="122207" y="360807"/>
            <a:ext cx="3250513" cy="2805985"/>
            <a:chOff x="74582" y="348107"/>
            <a:chExt cx="3250513" cy="2805985"/>
          </a:xfrm>
        </p:grpSpPr>
        <p:sp>
          <p:nvSpPr>
            <p:cNvPr id="60" name="Bogen 59">
              <a:extLst>
                <a:ext uri="{FF2B5EF4-FFF2-40B4-BE49-F238E27FC236}">
                  <a16:creationId xmlns:a16="http://schemas.microsoft.com/office/drawing/2014/main" id="{C233F0B5-BD8F-D4B1-243B-EC6270977A5A}"/>
                </a:ext>
              </a:extLst>
            </p:cNvPr>
            <p:cNvSpPr/>
            <p:nvPr/>
          </p:nvSpPr>
          <p:spPr>
            <a:xfrm rot="1270463">
              <a:off x="1758734" y="348107"/>
              <a:ext cx="1163688" cy="1163688"/>
            </a:xfrm>
            <a:prstGeom prst="arc">
              <a:avLst>
                <a:gd name="adj1" fmla="val 6218401"/>
                <a:gd name="adj2" fmla="val 6749218"/>
              </a:avLst>
            </a:prstGeom>
            <a:ln w="12700" cap="rnd">
              <a:solidFill>
                <a:schemeClr val="tx1">
                  <a:lumMod val="50000"/>
                  <a:lumOff val="50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8" name="Gerader Verbinder 7">
              <a:extLst>
                <a:ext uri="{FF2B5EF4-FFF2-40B4-BE49-F238E27FC236}">
                  <a16:creationId xmlns:a16="http://schemas.microsoft.com/office/drawing/2014/main" id="{EC6EB462-2A96-A17B-8B27-E13E9A77565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3543" y="916776"/>
              <a:ext cx="1688275" cy="954702"/>
            </a:xfrm>
            <a:prstGeom prst="line">
              <a:avLst/>
            </a:prstGeom>
            <a:ln w="12700" cap="rnd">
              <a:prstDash val="dashDot"/>
              <a:round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Gerader Verbinder 10">
              <a:extLst>
                <a:ext uri="{FF2B5EF4-FFF2-40B4-BE49-F238E27FC236}">
                  <a16:creationId xmlns:a16="http://schemas.microsoft.com/office/drawing/2014/main" id="{934B652D-DBA5-4523-2778-C8A134E6CA9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341818" y="916776"/>
              <a:ext cx="513014" cy="1831101"/>
            </a:xfrm>
            <a:prstGeom prst="line">
              <a:avLst/>
            </a:prstGeom>
            <a:ln w="12700" cap="rnd">
              <a:prstDash val="dashDot"/>
              <a:round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Gerader Verbinder 20">
              <a:extLst>
                <a:ext uri="{FF2B5EF4-FFF2-40B4-BE49-F238E27FC236}">
                  <a16:creationId xmlns:a16="http://schemas.microsoft.com/office/drawing/2014/main" id="{D0AEDB58-8072-3FE1-FBBF-471C1BA20CD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99412" y="2094808"/>
              <a:ext cx="470263" cy="303811"/>
            </a:xfrm>
            <a:prstGeom prst="line">
              <a:avLst/>
            </a:prstGeom>
            <a:ln w="12700" cap="rnd">
              <a:solidFill>
                <a:schemeClr val="tx1">
                  <a:lumMod val="50000"/>
                  <a:lumOff val="50000"/>
                </a:schemeClr>
              </a:solidFill>
              <a:prstDash val="solid"/>
              <a:round/>
              <a:headEnd type="none"/>
              <a:tailEnd type="none" w="lg" len="lg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Gerader Verbinder 23">
              <a:extLst>
                <a:ext uri="{FF2B5EF4-FFF2-40B4-BE49-F238E27FC236}">
                  <a16:creationId xmlns:a16="http://schemas.microsoft.com/office/drawing/2014/main" id="{80ADFDFF-E553-18E2-44C9-31C157CB055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80115" y="916776"/>
              <a:ext cx="561703" cy="1407226"/>
            </a:xfrm>
            <a:prstGeom prst="line">
              <a:avLst/>
            </a:prstGeom>
            <a:ln w="12700" cap="rnd">
              <a:solidFill>
                <a:schemeClr val="tx1">
                  <a:lumMod val="50000"/>
                  <a:lumOff val="50000"/>
                </a:schemeClr>
              </a:solidFill>
              <a:prstDash val="solid"/>
              <a:round/>
              <a:headEnd type="none"/>
              <a:tailEnd type="none" w="lg" len="lg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9" name="Bogen 28">
              <a:extLst>
                <a:ext uri="{FF2B5EF4-FFF2-40B4-BE49-F238E27FC236}">
                  <a16:creationId xmlns:a16="http://schemas.microsoft.com/office/drawing/2014/main" id="{3D2EB4EC-6EAB-7A35-BD5C-3AADD9871A06}"/>
                </a:ext>
              </a:extLst>
            </p:cNvPr>
            <p:cNvSpPr/>
            <p:nvPr/>
          </p:nvSpPr>
          <p:spPr>
            <a:xfrm rot="7407129">
              <a:off x="1318145" y="2122102"/>
              <a:ext cx="277079" cy="277079"/>
            </a:xfrm>
            <a:prstGeom prst="arc">
              <a:avLst/>
            </a:prstGeom>
            <a:ln w="12700" cap="rnd">
              <a:solidFill>
                <a:schemeClr val="tx1">
                  <a:lumMod val="50000"/>
                  <a:lumOff val="50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0" name="Bogen 29">
              <a:extLst>
                <a:ext uri="{FF2B5EF4-FFF2-40B4-BE49-F238E27FC236}">
                  <a16:creationId xmlns:a16="http://schemas.microsoft.com/office/drawing/2014/main" id="{4A944172-9D4C-FC83-B048-EE01F9B43FB4}"/>
                </a:ext>
              </a:extLst>
            </p:cNvPr>
            <p:cNvSpPr/>
            <p:nvPr/>
          </p:nvSpPr>
          <p:spPr>
            <a:xfrm rot="1270463">
              <a:off x="1649889" y="2189114"/>
              <a:ext cx="277079" cy="277079"/>
            </a:xfrm>
            <a:prstGeom prst="arc">
              <a:avLst/>
            </a:prstGeom>
            <a:ln w="12700" cap="rnd">
              <a:solidFill>
                <a:schemeClr val="tx1">
                  <a:lumMod val="50000"/>
                  <a:lumOff val="50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2" name="Ellipse 31">
              <a:extLst>
                <a:ext uri="{FF2B5EF4-FFF2-40B4-BE49-F238E27FC236}">
                  <a16:creationId xmlns:a16="http://schemas.microsoft.com/office/drawing/2014/main" id="{45DDC412-6D99-AADA-EFA6-13F068EE99DF}"/>
                </a:ext>
              </a:extLst>
            </p:cNvPr>
            <p:cNvSpPr/>
            <p:nvPr/>
          </p:nvSpPr>
          <p:spPr>
            <a:xfrm>
              <a:off x="1838332" y="2267888"/>
              <a:ext cx="45719" cy="45719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3" name="Ellipse 32">
              <a:extLst>
                <a:ext uri="{FF2B5EF4-FFF2-40B4-BE49-F238E27FC236}">
                  <a16:creationId xmlns:a16="http://schemas.microsoft.com/office/drawing/2014/main" id="{00727298-47B3-50B7-510F-E97FDD1CFCCE}"/>
                </a:ext>
              </a:extLst>
            </p:cNvPr>
            <p:cNvSpPr/>
            <p:nvPr/>
          </p:nvSpPr>
          <p:spPr>
            <a:xfrm>
              <a:off x="1448388" y="2318047"/>
              <a:ext cx="45719" cy="45719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4" name="Bogen 33">
              <a:extLst>
                <a:ext uri="{FF2B5EF4-FFF2-40B4-BE49-F238E27FC236}">
                  <a16:creationId xmlns:a16="http://schemas.microsoft.com/office/drawing/2014/main" id="{B4D1A23F-8A0B-37CA-E5C1-AD02C0F5E00C}"/>
                </a:ext>
              </a:extLst>
            </p:cNvPr>
            <p:cNvSpPr/>
            <p:nvPr/>
          </p:nvSpPr>
          <p:spPr>
            <a:xfrm rot="1293498">
              <a:off x="248671" y="1476223"/>
              <a:ext cx="812430" cy="812430"/>
            </a:xfrm>
            <a:prstGeom prst="arc">
              <a:avLst>
                <a:gd name="adj1" fmla="val 18555665"/>
                <a:gd name="adj2" fmla="val 0"/>
              </a:avLst>
            </a:prstGeom>
            <a:ln w="12700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7" name="Textfeld 36">
              <a:extLst>
                <a:ext uri="{FF2B5EF4-FFF2-40B4-BE49-F238E27FC236}">
                  <a16:creationId xmlns:a16="http://schemas.microsoft.com/office/drawing/2014/main" id="{3C9535AF-5E3C-4AB0-0E71-5BC06584F778}"/>
                </a:ext>
              </a:extLst>
            </p:cNvPr>
            <p:cNvSpPr txBox="1"/>
            <p:nvPr/>
          </p:nvSpPr>
          <p:spPr>
            <a:xfrm>
              <a:off x="663652" y="1713161"/>
              <a:ext cx="48411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600" i="1" dirty="0">
                  <a:latin typeface="Latin Modern Math" panose="02000503000000000000" pitchFamily="50" charset="0"/>
                  <a:ea typeface="Latin Modern Math" panose="02000503000000000000" pitchFamily="50" charset="0"/>
                  <a:cs typeface="CMU Serif" panose="02000603000000000000" pitchFamily="2" charset="0"/>
                </a:rPr>
                <a:t>α</a:t>
              </a:r>
              <a:r>
                <a:rPr lang="de-DE" sz="1600" baseline="-25000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1</a:t>
              </a:r>
            </a:p>
          </p:txBody>
        </p:sp>
        <p:sp>
          <p:nvSpPr>
            <p:cNvPr id="45" name="Bogen 44">
              <a:extLst>
                <a:ext uri="{FF2B5EF4-FFF2-40B4-BE49-F238E27FC236}">
                  <a16:creationId xmlns:a16="http://schemas.microsoft.com/office/drawing/2014/main" id="{3EEFA8F8-B1F2-B3E3-A0F5-590630921113}"/>
                </a:ext>
              </a:extLst>
            </p:cNvPr>
            <p:cNvSpPr/>
            <p:nvPr/>
          </p:nvSpPr>
          <p:spPr>
            <a:xfrm rot="1293498">
              <a:off x="2447039" y="2341662"/>
              <a:ext cx="812430" cy="812430"/>
            </a:xfrm>
            <a:prstGeom prst="arc">
              <a:avLst>
                <a:gd name="adj1" fmla="val 14106317"/>
                <a:gd name="adj2" fmla="val 21578192"/>
              </a:avLst>
            </a:prstGeom>
            <a:ln w="12700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6" name="Textfeld 45">
              <a:extLst>
                <a:ext uri="{FF2B5EF4-FFF2-40B4-BE49-F238E27FC236}">
                  <a16:creationId xmlns:a16="http://schemas.microsoft.com/office/drawing/2014/main" id="{6C730A27-34FA-0A6D-E3C9-E1701DB719D7}"/>
                </a:ext>
              </a:extLst>
            </p:cNvPr>
            <p:cNvSpPr txBox="1"/>
            <p:nvPr/>
          </p:nvSpPr>
          <p:spPr>
            <a:xfrm>
              <a:off x="2769131" y="2452601"/>
              <a:ext cx="48411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600" i="1" dirty="0">
                  <a:latin typeface="Latin Modern Math" panose="02000503000000000000" pitchFamily="50" charset="0"/>
                  <a:ea typeface="Latin Modern Math" panose="02000503000000000000" pitchFamily="50" charset="0"/>
                  <a:cs typeface="CMU Serif" panose="02000603000000000000" pitchFamily="2" charset="0"/>
                </a:rPr>
                <a:t>α</a:t>
              </a:r>
              <a:r>
                <a:rPr lang="de-DE" sz="1600" baseline="-25000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2</a:t>
              </a:r>
            </a:p>
          </p:txBody>
        </p:sp>
        <p:sp>
          <p:nvSpPr>
            <p:cNvPr id="49" name="Textfeld 48">
              <a:extLst>
                <a:ext uri="{FF2B5EF4-FFF2-40B4-BE49-F238E27FC236}">
                  <a16:creationId xmlns:a16="http://schemas.microsoft.com/office/drawing/2014/main" id="{AB075F10-BEF7-D887-BC9B-A5128139DDF3}"/>
                </a:ext>
              </a:extLst>
            </p:cNvPr>
            <p:cNvSpPr txBox="1"/>
            <p:nvPr/>
          </p:nvSpPr>
          <p:spPr>
            <a:xfrm>
              <a:off x="345470" y="1929334"/>
              <a:ext cx="48411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600" i="1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P</a:t>
              </a:r>
              <a:r>
                <a:rPr lang="de-DE" sz="1600" baseline="-25000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1</a:t>
              </a:r>
            </a:p>
          </p:txBody>
        </p:sp>
        <p:sp>
          <p:nvSpPr>
            <p:cNvPr id="50" name="Textfeld 49">
              <a:extLst>
                <a:ext uri="{FF2B5EF4-FFF2-40B4-BE49-F238E27FC236}">
                  <a16:creationId xmlns:a16="http://schemas.microsoft.com/office/drawing/2014/main" id="{4A123B0B-9EFE-E91D-089B-13CDC542DEA8}"/>
                </a:ext>
              </a:extLst>
            </p:cNvPr>
            <p:cNvSpPr txBox="1"/>
            <p:nvPr/>
          </p:nvSpPr>
          <p:spPr>
            <a:xfrm>
              <a:off x="2582389" y="2807868"/>
              <a:ext cx="48411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600" i="1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P</a:t>
              </a:r>
              <a:r>
                <a:rPr lang="de-DE" sz="1600" baseline="-25000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2</a:t>
              </a:r>
            </a:p>
          </p:txBody>
        </p:sp>
        <p:sp>
          <p:nvSpPr>
            <p:cNvPr id="51" name="Textfeld 50">
              <a:extLst>
                <a:ext uri="{FF2B5EF4-FFF2-40B4-BE49-F238E27FC236}">
                  <a16:creationId xmlns:a16="http://schemas.microsoft.com/office/drawing/2014/main" id="{8D545B6B-DC76-4BC5-DD20-1AACA351ACF4}"/>
                </a:ext>
              </a:extLst>
            </p:cNvPr>
            <p:cNvSpPr txBox="1"/>
            <p:nvPr/>
          </p:nvSpPr>
          <p:spPr>
            <a:xfrm>
              <a:off x="1589606" y="2584667"/>
              <a:ext cx="48411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600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d</a:t>
              </a:r>
              <a:r>
                <a:rPr lang="de-DE" sz="1600" i="1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s</a:t>
              </a:r>
              <a:endParaRPr lang="de-DE" sz="16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endParaRPr>
            </a:p>
          </p:txBody>
        </p:sp>
        <p:cxnSp>
          <p:nvCxnSpPr>
            <p:cNvPr id="52" name="Gerader Verbinder 51">
              <a:extLst>
                <a:ext uri="{FF2B5EF4-FFF2-40B4-BE49-F238E27FC236}">
                  <a16:creationId xmlns:a16="http://schemas.microsoft.com/office/drawing/2014/main" id="{A4CC14DD-DA64-1725-9941-B473C45C751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37049" y="2506218"/>
              <a:ext cx="192244" cy="144020"/>
            </a:xfrm>
            <a:prstGeom prst="line">
              <a:avLst/>
            </a:prstGeom>
            <a:ln w="6350" cap="rnd">
              <a:prstDash val="solid"/>
              <a:round/>
              <a:headEnd type="none"/>
              <a:tailEnd type="none" w="lg" len="lg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55" name="Textfeld 54">
              <a:extLst>
                <a:ext uri="{FF2B5EF4-FFF2-40B4-BE49-F238E27FC236}">
                  <a16:creationId xmlns:a16="http://schemas.microsoft.com/office/drawing/2014/main" id="{2B37001B-E5C5-1168-10CE-7B3F5DD36BC2}"/>
                </a:ext>
              </a:extLst>
            </p:cNvPr>
            <p:cNvSpPr txBox="1"/>
            <p:nvPr/>
          </p:nvSpPr>
          <p:spPr>
            <a:xfrm>
              <a:off x="1103093" y="1924493"/>
              <a:ext cx="48411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600" i="1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Latin Modern Math" panose="02000503000000000000" pitchFamily="50" charset="0"/>
                  <a:ea typeface="Latin Modern Math" panose="02000503000000000000" pitchFamily="50" charset="0"/>
                  <a:cs typeface="CMU Serif" panose="02000603000000000000" pitchFamily="2" charset="0"/>
                </a:rPr>
                <a:t>α</a:t>
              </a:r>
              <a:endParaRPr lang="de-DE" sz="1600" i="1" baseline="-25000" dirty="0">
                <a:solidFill>
                  <a:schemeClr val="tx2">
                    <a:lumMod val="75000"/>
                    <a:lumOff val="25000"/>
                  </a:schemeClr>
                </a:solidFill>
                <a:latin typeface="Latin Modern Math" panose="02000503000000000000" pitchFamily="50" charset="0"/>
                <a:ea typeface="Latin Modern Math" panose="02000503000000000000" pitchFamily="50" charset="0"/>
                <a:cs typeface="CMU Serif" panose="02000603000000000000" pitchFamily="2" charset="0"/>
              </a:endParaRPr>
            </a:p>
          </p:txBody>
        </p:sp>
        <p:sp>
          <p:nvSpPr>
            <p:cNvPr id="56" name="Bogen 55">
              <a:extLst>
                <a:ext uri="{FF2B5EF4-FFF2-40B4-BE49-F238E27FC236}">
                  <a16:creationId xmlns:a16="http://schemas.microsoft.com/office/drawing/2014/main" id="{6B9ED2E6-745D-5311-3F24-CE10C4D4B4E8}"/>
                </a:ext>
              </a:extLst>
            </p:cNvPr>
            <p:cNvSpPr/>
            <p:nvPr/>
          </p:nvSpPr>
          <p:spPr>
            <a:xfrm rot="1293498">
              <a:off x="937613" y="1822905"/>
              <a:ext cx="532474" cy="532474"/>
            </a:xfrm>
            <a:prstGeom prst="arc">
              <a:avLst>
                <a:gd name="adj1" fmla="val 17620408"/>
                <a:gd name="adj2" fmla="val 0"/>
              </a:avLst>
            </a:prstGeom>
            <a:ln w="12700" cap="rnd">
              <a:solidFill>
                <a:schemeClr val="tx2">
                  <a:lumMod val="75000"/>
                  <a:lumOff val="2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5" name="Gerader Verbinder 4">
              <a:extLst>
                <a:ext uri="{FF2B5EF4-FFF2-40B4-BE49-F238E27FC236}">
                  <a16:creationId xmlns:a16="http://schemas.microsoft.com/office/drawing/2014/main" id="{ACF593AF-AFBF-0F00-9DF2-DA94C0462930}"/>
                </a:ext>
              </a:extLst>
            </p:cNvPr>
            <p:cNvCxnSpPr>
              <a:cxnSpLocks/>
            </p:cNvCxnSpPr>
            <p:nvPr/>
          </p:nvCxnSpPr>
          <p:spPr>
            <a:xfrm>
              <a:off x="194755" y="1702919"/>
              <a:ext cx="3130340" cy="1226347"/>
            </a:xfrm>
            <a:prstGeom prst="line">
              <a:avLst/>
            </a:prstGeom>
            <a:ln cap="rnd">
              <a:round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Gerader Verbinder 16">
              <a:extLst>
                <a:ext uri="{FF2B5EF4-FFF2-40B4-BE49-F238E27FC236}">
                  <a16:creationId xmlns:a16="http://schemas.microsoft.com/office/drawing/2014/main" id="{DF5D6866-EBB5-ACA5-C3D7-431A05FF78A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22916" y="916776"/>
              <a:ext cx="1018902" cy="1543792"/>
            </a:xfrm>
            <a:prstGeom prst="line">
              <a:avLst/>
            </a:prstGeom>
            <a:ln w="12700" cap="rnd">
              <a:solidFill>
                <a:schemeClr val="tx1">
                  <a:lumMod val="50000"/>
                  <a:lumOff val="50000"/>
                </a:schemeClr>
              </a:solidFill>
              <a:prstDash val="solid"/>
              <a:round/>
              <a:headEnd type="none"/>
              <a:tailEnd type="none" w="lg" len="lg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Gerader Verbinder 13">
              <a:extLst>
                <a:ext uri="{FF2B5EF4-FFF2-40B4-BE49-F238E27FC236}">
                  <a16:creationId xmlns:a16="http://schemas.microsoft.com/office/drawing/2014/main" id="{3F5B89DD-3048-93B4-B73B-A11C07D2C35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99412" y="929966"/>
              <a:ext cx="1129615" cy="1164842"/>
            </a:xfrm>
            <a:prstGeom prst="line">
              <a:avLst/>
            </a:prstGeom>
            <a:ln w="19050" cap="rnd">
              <a:solidFill>
                <a:schemeClr val="tx2">
                  <a:lumMod val="75000"/>
                  <a:lumOff val="25000"/>
                </a:schemeClr>
              </a:solidFill>
              <a:prstDash val="solid"/>
              <a:round/>
              <a:headEnd type="none"/>
              <a:tailEnd type="stealth" w="lg" len="lg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31" name="Ellipse 30">
              <a:extLst>
                <a:ext uri="{FF2B5EF4-FFF2-40B4-BE49-F238E27FC236}">
                  <a16:creationId xmlns:a16="http://schemas.microsoft.com/office/drawing/2014/main" id="{D4896872-56A1-BF13-787F-15110FA31C00}"/>
                </a:ext>
              </a:extLst>
            </p:cNvPr>
            <p:cNvSpPr/>
            <p:nvPr/>
          </p:nvSpPr>
          <p:spPr>
            <a:xfrm>
              <a:off x="2310905" y="888127"/>
              <a:ext cx="61826" cy="61826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7" name="Ellipse 46">
              <a:extLst>
                <a:ext uri="{FF2B5EF4-FFF2-40B4-BE49-F238E27FC236}">
                  <a16:creationId xmlns:a16="http://schemas.microsoft.com/office/drawing/2014/main" id="{8C5692DF-1B06-93C4-E2FC-6D4C598EFAF4}"/>
                </a:ext>
              </a:extLst>
            </p:cNvPr>
            <p:cNvSpPr/>
            <p:nvPr/>
          </p:nvSpPr>
          <p:spPr>
            <a:xfrm>
              <a:off x="612443" y="1847690"/>
              <a:ext cx="61826" cy="61826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8" name="Ellipse 47">
              <a:extLst>
                <a:ext uri="{FF2B5EF4-FFF2-40B4-BE49-F238E27FC236}">
                  <a16:creationId xmlns:a16="http://schemas.microsoft.com/office/drawing/2014/main" id="{9365D41F-303F-01FF-DF75-090BDC9B7137}"/>
                </a:ext>
              </a:extLst>
            </p:cNvPr>
            <p:cNvSpPr/>
            <p:nvPr/>
          </p:nvSpPr>
          <p:spPr>
            <a:xfrm>
              <a:off x="2824718" y="2714700"/>
              <a:ext cx="61826" cy="61826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7" name="Textfeld 56">
              <a:extLst>
                <a:ext uri="{FF2B5EF4-FFF2-40B4-BE49-F238E27FC236}">
                  <a16:creationId xmlns:a16="http://schemas.microsoft.com/office/drawing/2014/main" id="{D7AB5F90-13E7-EC69-8E23-CB2A0096D3DF}"/>
                </a:ext>
              </a:extLst>
            </p:cNvPr>
            <p:cNvSpPr txBox="1"/>
            <p:nvPr/>
          </p:nvSpPr>
          <p:spPr>
            <a:xfrm>
              <a:off x="2257355" y="755812"/>
              <a:ext cx="48411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600" i="1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A</a:t>
              </a:r>
              <a:endParaRPr lang="de-DE" sz="1600" baseline="-25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endParaRPr>
            </a:p>
          </p:txBody>
        </p:sp>
        <p:sp>
          <p:nvSpPr>
            <p:cNvPr id="58" name="Textfeld 57">
              <a:extLst>
                <a:ext uri="{FF2B5EF4-FFF2-40B4-BE49-F238E27FC236}">
                  <a16:creationId xmlns:a16="http://schemas.microsoft.com/office/drawing/2014/main" id="{F3BCDBBB-68F1-2885-0303-46D0D325969D}"/>
                </a:ext>
              </a:extLst>
            </p:cNvPr>
            <p:cNvSpPr txBox="1"/>
            <p:nvPr/>
          </p:nvSpPr>
          <p:spPr>
            <a:xfrm>
              <a:off x="1309456" y="1357293"/>
              <a:ext cx="48411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600" i="1" u="sng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a</a:t>
              </a:r>
            </a:p>
          </p:txBody>
        </p:sp>
        <p:sp>
          <p:nvSpPr>
            <p:cNvPr id="59" name="Textfeld 58">
              <a:extLst>
                <a:ext uri="{FF2B5EF4-FFF2-40B4-BE49-F238E27FC236}">
                  <a16:creationId xmlns:a16="http://schemas.microsoft.com/office/drawing/2014/main" id="{FAA6ED00-B365-212C-7A2E-B8E08B3FE28C}"/>
                </a:ext>
              </a:extLst>
            </p:cNvPr>
            <p:cNvSpPr txBox="1"/>
            <p:nvPr/>
          </p:nvSpPr>
          <p:spPr>
            <a:xfrm>
              <a:off x="1824488" y="1664455"/>
              <a:ext cx="48411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600" i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r</a:t>
              </a:r>
              <a:endParaRPr lang="de-DE" sz="1600" i="1" baseline="-25000" dirty="0">
                <a:solidFill>
                  <a:schemeClr val="tx1">
                    <a:lumMod val="50000"/>
                    <a:lumOff val="50000"/>
                  </a:schemeClr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endParaRPr>
            </a:p>
          </p:txBody>
        </p:sp>
        <p:cxnSp>
          <p:nvCxnSpPr>
            <p:cNvPr id="62" name="Gerader Verbinder 61">
              <a:extLst>
                <a:ext uri="{FF2B5EF4-FFF2-40B4-BE49-F238E27FC236}">
                  <a16:creationId xmlns:a16="http://schemas.microsoft.com/office/drawing/2014/main" id="{7B59C146-540F-84D3-F223-3F4A612E5EBC}"/>
                </a:ext>
              </a:extLst>
            </p:cNvPr>
            <p:cNvCxnSpPr>
              <a:cxnSpLocks/>
            </p:cNvCxnSpPr>
            <p:nvPr/>
          </p:nvCxnSpPr>
          <p:spPr>
            <a:xfrm>
              <a:off x="1811040" y="1002747"/>
              <a:ext cx="223853" cy="287309"/>
            </a:xfrm>
            <a:prstGeom prst="line">
              <a:avLst/>
            </a:prstGeom>
            <a:ln w="6350" cap="rnd">
              <a:solidFill>
                <a:schemeClr val="tx1">
                  <a:lumMod val="50000"/>
                  <a:lumOff val="50000"/>
                </a:schemeClr>
              </a:solidFill>
              <a:prstDash val="solid"/>
              <a:round/>
              <a:headEnd type="none"/>
              <a:tailEnd type="none" w="lg" len="lg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65" name="Textfeld 64">
              <a:extLst>
                <a:ext uri="{FF2B5EF4-FFF2-40B4-BE49-F238E27FC236}">
                  <a16:creationId xmlns:a16="http://schemas.microsoft.com/office/drawing/2014/main" id="{CD99650D-2002-07D1-55EC-6C2D6823CDCB}"/>
                </a:ext>
              </a:extLst>
            </p:cNvPr>
            <p:cNvSpPr txBox="1"/>
            <p:nvPr/>
          </p:nvSpPr>
          <p:spPr>
            <a:xfrm>
              <a:off x="1448236" y="755812"/>
              <a:ext cx="48411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6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d</a:t>
              </a:r>
              <a:r>
                <a:rPr lang="de-DE" sz="1600" i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Latin Modern Math" panose="02000503000000000000" pitchFamily="50" charset="0"/>
                  <a:ea typeface="Latin Modern Math" panose="02000503000000000000" pitchFamily="50" charset="0"/>
                  <a:cs typeface="CMU Serif" panose="02000603000000000000" pitchFamily="2" charset="0"/>
                </a:rPr>
                <a:t>α</a:t>
              </a:r>
              <a:endParaRPr lang="de-DE" sz="1600" i="1" baseline="-25000" dirty="0">
                <a:solidFill>
                  <a:schemeClr val="tx1">
                    <a:lumMod val="50000"/>
                    <a:lumOff val="50000"/>
                  </a:schemeClr>
                </a:solidFill>
                <a:latin typeface="Latin Modern Math" panose="02000503000000000000" pitchFamily="50" charset="0"/>
                <a:ea typeface="Latin Modern Math" panose="02000503000000000000" pitchFamily="50" charset="0"/>
                <a:cs typeface="CMU Serif" panose="02000603000000000000" pitchFamily="2" charset="0"/>
              </a:endParaRPr>
            </a:p>
          </p:txBody>
        </p:sp>
        <p:sp>
          <p:nvSpPr>
            <p:cNvPr id="67" name="Bogen 66">
              <a:extLst>
                <a:ext uri="{FF2B5EF4-FFF2-40B4-BE49-F238E27FC236}">
                  <a16:creationId xmlns:a16="http://schemas.microsoft.com/office/drawing/2014/main" id="{3A32E541-43F0-1473-47F4-F4FD8EBD64DA}"/>
                </a:ext>
              </a:extLst>
            </p:cNvPr>
            <p:cNvSpPr/>
            <p:nvPr/>
          </p:nvSpPr>
          <p:spPr>
            <a:xfrm rot="6699530" flipH="1">
              <a:off x="183339" y="1666595"/>
              <a:ext cx="385541" cy="228007"/>
            </a:xfrm>
            <a:prstGeom prst="arc">
              <a:avLst>
                <a:gd name="adj1" fmla="val 18093131"/>
                <a:gd name="adj2" fmla="val 15205398"/>
              </a:avLst>
            </a:prstGeom>
            <a:ln w="19050" cap="rnd">
              <a:solidFill>
                <a:schemeClr val="accent6">
                  <a:lumMod val="75000"/>
                </a:schemeClr>
              </a:solidFill>
              <a:round/>
              <a:headEnd type="none" w="med" len="med"/>
              <a:tailEnd type="stealth" w="lg" len="lg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8" name="Textfeld 67">
              <a:extLst>
                <a:ext uri="{FF2B5EF4-FFF2-40B4-BE49-F238E27FC236}">
                  <a16:creationId xmlns:a16="http://schemas.microsoft.com/office/drawing/2014/main" id="{23A1972B-668B-DB49-0A85-D2FB67604401}"/>
                </a:ext>
              </a:extLst>
            </p:cNvPr>
            <p:cNvSpPr txBox="1"/>
            <p:nvPr/>
          </p:nvSpPr>
          <p:spPr>
            <a:xfrm>
              <a:off x="74582" y="1332562"/>
              <a:ext cx="38713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600" dirty="0">
                  <a:solidFill>
                    <a:schemeClr val="accent6">
                      <a:lumMod val="75000"/>
                    </a:schemeClr>
                  </a:solidFill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Γ</a:t>
              </a:r>
            </a:p>
          </p:txBody>
        </p:sp>
        <p:cxnSp>
          <p:nvCxnSpPr>
            <p:cNvPr id="69" name="Gerader Verbinder 68">
              <a:extLst>
                <a:ext uri="{FF2B5EF4-FFF2-40B4-BE49-F238E27FC236}">
                  <a16:creationId xmlns:a16="http://schemas.microsoft.com/office/drawing/2014/main" id="{7573C6AC-F908-1B6F-9076-13777AEB0F50}"/>
                </a:ext>
              </a:extLst>
            </p:cNvPr>
            <p:cNvCxnSpPr>
              <a:cxnSpLocks/>
            </p:cNvCxnSpPr>
            <p:nvPr/>
          </p:nvCxnSpPr>
          <p:spPr>
            <a:xfrm>
              <a:off x="2432601" y="2579938"/>
              <a:ext cx="59620" cy="23357"/>
            </a:xfrm>
            <a:prstGeom prst="line">
              <a:avLst/>
            </a:prstGeom>
            <a:ln cap="rnd">
              <a:round/>
              <a:tailEnd type="stealth" w="lg" len="lg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5306766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Freihandform: Form 61">
            <a:extLst>
              <a:ext uri="{FF2B5EF4-FFF2-40B4-BE49-F238E27FC236}">
                <a16:creationId xmlns:a16="http://schemas.microsoft.com/office/drawing/2014/main" id="{CABBB3D2-BB6A-928D-92C7-5EF994014874}"/>
              </a:ext>
            </a:extLst>
          </p:cNvPr>
          <p:cNvSpPr/>
          <p:nvPr/>
        </p:nvSpPr>
        <p:spPr>
          <a:xfrm>
            <a:off x="1287780" y="1748255"/>
            <a:ext cx="1424658" cy="572989"/>
          </a:xfrm>
          <a:custGeom>
            <a:avLst/>
            <a:gdLst>
              <a:gd name="connsiteX0" fmla="*/ 0 w 1501140"/>
              <a:gd name="connsiteY0" fmla="*/ 695960 h 695960"/>
              <a:gd name="connsiteX1" fmla="*/ 523240 w 1501140"/>
              <a:gd name="connsiteY1" fmla="*/ 149860 h 695960"/>
              <a:gd name="connsiteX2" fmla="*/ 1501140 w 1501140"/>
              <a:gd name="connsiteY2" fmla="*/ 0 h 695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01140" h="695960">
                <a:moveTo>
                  <a:pt x="0" y="695960"/>
                </a:moveTo>
                <a:cubicBezTo>
                  <a:pt x="136525" y="480906"/>
                  <a:pt x="273050" y="265853"/>
                  <a:pt x="523240" y="149860"/>
                </a:cubicBezTo>
                <a:cubicBezTo>
                  <a:pt x="773430" y="33867"/>
                  <a:pt x="1137285" y="16933"/>
                  <a:pt x="1501140" y="0"/>
                </a:cubicBezTo>
              </a:path>
            </a:pathLst>
          </a:custGeom>
          <a:noFill/>
          <a:ln cap="rnd">
            <a:solidFill>
              <a:schemeClr val="accent1"/>
            </a:solidFill>
            <a:round/>
            <a:headEnd type="none"/>
            <a:tailEnd type="stealth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3" name="Freihandform: Form 62">
            <a:extLst>
              <a:ext uri="{FF2B5EF4-FFF2-40B4-BE49-F238E27FC236}">
                <a16:creationId xmlns:a16="http://schemas.microsoft.com/office/drawing/2014/main" id="{A6366F78-B509-658F-BC13-72EE1EB7EC7E}"/>
              </a:ext>
            </a:extLst>
          </p:cNvPr>
          <p:cNvSpPr/>
          <p:nvPr/>
        </p:nvSpPr>
        <p:spPr>
          <a:xfrm>
            <a:off x="944880" y="1490980"/>
            <a:ext cx="1785620" cy="807720"/>
          </a:xfrm>
          <a:custGeom>
            <a:avLst/>
            <a:gdLst>
              <a:gd name="connsiteX0" fmla="*/ 0 w 1785620"/>
              <a:gd name="connsiteY0" fmla="*/ 807720 h 807720"/>
              <a:gd name="connsiteX1" fmla="*/ 685800 w 1785620"/>
              <a:gd name="connsiteY1" fmla="*/ 170180 h 807720"/>
              <a:gd name="connsiteX2" fmla="*/ 1785620 w 1785620"/>
              <a:gd name="connsiteY2" fmla="*/ 0 h 807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785620" h="807720">
                <a:moveTo>
                  <a:pt x="0" y="807720"/>
                </a:moveTo>
                <a:cubicBezTo>
                  <a:pt x="194098" y="556260"/>
                  <a:pt x="388197" y="304800"/>
                  <a:pt x="685800" y="170180"/>
                </a:cubicBezTo>
                <a:cubicBezTo>
                  <a:pt x="983403" y="35560"/>
                  <a:pt x="1384511" y="17780"/>
                  <a:pt x="1785620" y="0"/>
                </a:cubicBezTo>
              </a:path>
            </a:pathLst>
          </a:custGeom>
          <a:noFill/>
          <a:ln cap="rnd">
            <a:solidFill>
              <a:schemeClr val="accent1"/>
            </a:solidFill>
            <a:round/>
            <a:tailEnd type="stealth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4" name="Freihandform: Form 63">
            <a:extLst>
              <a:ext uri="{FF2B5EF4-FFF2-40B4-BE49-F238E27FC236}">
                <a16:creationId xmlns:a16="http://schemas.microsoft.com/office/drawing/2014/main" id="{D3A132ED-FABB-961B-8B86-2585C51723D2}"/>
              </a:ext>
            </a:extLst>
          </p:cNvPr>
          <p:cNvSpPr/>
          <p:nvPr/>
        </p:nvSpPr>
        <p:spPr>
          <a:xfrm>
            <a:off x="574040" y="1193800"/>
            <a:ext cx="2258060" cy="1145540"/>
          </a:xfrm>
          <a:custGeom>
            <a:avLst/>
            <a:gdLst>
              <a:gd name="connsiteX0" fmla="*/ 0 w 2258060"/>
              <a:gd name="connsiteY0" fmla="*/ 1145540 h 1145540"/>
              <a:gd name="connsiteX1" fmla="*/ 871220 w 2258060"/>
              <a:gd name="connsiteY1" fmla="*/ 228600 h 1145540"/>
              <a:gd name="connsiteX2" fmla="*/ 2258060 w 2258060"/>
              <a:gd name="connsiteY2" fmla="*/ 0 h 1145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258060" h="1145540">
                <a:moveTo>
                  <a:pt x="0" y="1145540"/>
                </a:moveTo>
                <a:cubicBezTo>
                  <a:pt x="247438" y="782531"/>
                  <a:pt x="494877" y="419523"/>
                  <a:pt x="871220" y="228600"/>
                </a:cubicBezTo>
                <a:cubicBezTo>
                  <a:pt x="1247563" y="37677"/>
                  <a:pt x="1752811" y="18838"/>
                  <a:pt x="2258060" y="0"/>
                </a:cubicBezTo>
              </a:path>
            </a:pathLst>
          </a:custGeom>
          <a:noFill/>
          <a:ln cap="rnd">
            <a:solidFill>
              <a:schemeClr val="accent1"/>
            </a:solidFill>
            <a:round/>
            <a:tailEnd type="stealth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57" name="Gerader Verbinder 56">
            <a:extLst>
              <a:ext uri="{FF2B5EF4-FFF2-40B4-BE49-F238E27FC236}">
                <a16:creationId xmlns:a16="http://schemas.microsoft.com/office/drawing/2014/main" id="{7F903956-2BA9-AB30-CEA8-99626C79FC36}"/>
              </a:ext>
            </a:extLst>
          </p:cNvPr>
          <p:cNvCxnSpPr>
            <a:cxnSpLocks/>
          </p:cNvCxnSpPr>
          <p:nvPr/>
        </p:nvCxnSpPr>
        <p:spPr>
          <a:xfrm flipH="1">
            <a:off x="823490" y="2167467"/>
            <a:ext cx="946749" cy="0"/>
          </a:xfrm>
          <a:prstGeom prst="line">
            <a:avLst/>
          </a:prstGeom>
          <a:ln w="12700" cap="rnd">
            <a:solidFill>
              <a:schemeClr val="tx1">
                <a:lumMod val="65000"/>
                <a:lumOff val="35000"/>
              </a:schemeClr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F2E89055-4D1A-2F6C-31B1-FECBD3DC0968}"/>
              </a:ext>
            </a:extLst>
          </p:cNvPr>
          <p:cNvCxnSpPr>
            <a:cxnSpLocks/>
          </p:cNvCxnSpPr>
          <p:nvPr/>
        </p:nvCxnSpPr>
        <p:spPr>
          <a:xfrm flipV="1">
            <a:off x="948846" y="2170135"/>
            <a:ext cx="817324" cy="886216"/>
          </a:xfrm>
          <a:prstGeom prst="line">
            <a:avLst/>
          </a:prstGeom>
          <a:ln cap="rnd">
            <a:round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Gerader Verbinder 6">
            <a:extLst>
              <a:ext uri="{FF2B5EF4-FFF2-40B4-BE49-F238E27FC236}">
                <a16:creationId xmlns:a16="http://schemas.microsoft.com/office/drawing/2014/main" id="{B5E42FA9-98AF-3D9B-D42D-B02EB86AF59F}"/>
              </a:ext>
            </a:extLst>
          </p:cNvPr>
          <p:cNvCxnSpPr>
            <a:cxnSpLocks/>
          </p:cNvCxnSpPr>
          <p:nvPr/>
        </p:nvCxnSpPr>
        <p:spPr>
          <a:xfrm flipH="1">
            <a:off x="1766170" y="2170135"/>
            <a:ext cx="1334022" cy="0"/>
          </a:xfrm>
          <a:prstGeom prst="line">
            <a:avLst/>
          </a:prstGeom>
          <a:ln cap="rnd">
            <a:round/>
            <a:headEnd type="stealth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Textfeld 10">
            <a:extLst>
              <a:ext uri="{FF2B5EF4-FFF2-40B4-BE49-F238E27FC236}">
                <a16:creationId xmlns:a16="http://schemas.microsoft.com/office/drawing/2014/main" id="{A4B2E884-DBEE-E6E9-539F-28BF2BEA40F4}"/>
              </a:ext>
            </a:extLst>
          </p:cNvPr>
          <p:cNvSpPr txBox="1"/>
          <p:nvPr/>
        </p:nvSpPr>
        <p:spPr>
          <a:xfrm>
            <a:off x="3029185" y="1966571"/>
            <a:ext cx="4841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0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x</a:t>
            </a:r>
          </a:p>
        </p:txBody>
      </p:sp>
      <p:cxnSp>
        <p:nvCxnSpPr>
          <p:cNvPr id="12" name="Gerader Verbinder 11">
            <a:extLst>
              <a:ext uri="{FF2B5EF4-FFF2-40B4-BE49-F238E27FC236}">
                <a16:creationId xmlns:a16="http://schemas.microsoft.com/office/drawing/2014/main" id="{868AE15E-BD9C-9B16-6053-C4D9A99B2185}"/>
              </a:ext>
            </a:extLst>
          </p:cNvPr>
          <p:cNvCxnSpPr>
            <a:cxnSpLocks/>
          </p:cNvCxnSpPr>
          <p:nvPr/>
        </p:nvCxnSpPr>
        <p:spPr>
          <a:xfrm>
            <a:off x="980816" y="3023107"/>
            <a:ext cx="278050" cy="199214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Gerader Verbinder 14">
            <a:extLst>
              <a:ext uri="{FF2B5EF4-FFF2-40B4-BE49-F238E27FC236}">
                <a16:creationId xmlns:a16="http://schemas.microsoft.com/office/drawing/2014/main" id="{27B0AF63-FE9C-7CE1-1C9D-FD10BCB769AB}"/>
              </a:ext>
            </a:extLst>
          </p:cNvPr>
          <p:cNvCxnSpPr>
            <a:cxnSpLocks/>
          </p:cNvCxnSpPr>
          <p:nvPr/>
        </p:nvCxnSpPr>
        <p:spPr>
          <a:xfrm>
            <a:off x="1028026" y="2969767"/>
            <a:ext cx="278050" cy="199214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Gerader Verbinder 15">
            <a:extLst>
              <a:ext uri="{FF2B5EF4-FFF2-40B4-BE49-F238E27FC236}">
                <a16:creationId xmlns:a16="http://schemas.microsoft.com/office/drawing/2014/main" id="{52F29A8A-0AD5-7EBD-AA38-70E32FA0617B}"/>
              </a:ext>
            </a:extLst>
          </p:cNvPr>
          <p:cNvCxnSpPr>
            <a:cxnSpLocks/>
          </p:cNvCxnSpPr>
          <p:nvPr/>
        </p:nvCxnSpPr>
        <p:spPr>
          <a:xfrm>
            <a:off x="1078292" y="2919690"/>
            <a:ext cx="278050" cy="199214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Gerader Verbinder 16">
            <a:extLst>
              <a:ext uri="{FF2B5EF4-FFF2-40B4-BE49-F238E27FC236}">
                <a16:creationId xmlns:a16="http://schemas.microsoft.com/office/drawing/2014/main" id="{DCF61642-C1E5-D5CC-6793-3D34362F49A6}"/>
              </a:ext>
            </a:extLst>
          </p:cNvPr>
          <p:cNvCxnSpPr>
            <a:cxnSpLocks/>
          </p:cNvCxnSpPr>
          <p:nvPr/>
        </p:nvCxnSpPr>
        <p:spPr>
          <a:xfrm>
            <a:off x="1125502" y="2866350"/>
            <a:ext cx="278050" cy="199214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Gerader Verbinder 17">
            <a:extLst>
              <a:ext uri="{FF2B5EF4-FFF2-40B4-BE49-F238E27FC236}">
                <a16:creationId xmlns:a16="http://schemas.microsoft.com/office/drawing/2014/main" id="{829460C3-3090-B4BA-6DC3-9862D9273098}"/>
              </a:ext>
            </a:extLst>
          </p:cNvPr>
          <p:cNvCxnSpPr>
            <a:cxnSpLocks/>
          </p:cNvCxnSpPr>
          <p:nvPr/>
        </p:nvCxnSpPr>
        <p:spPr>
          <a:xfrm>
            <a:off x="1170861" y="2814680"/>
            <a:ext cx="278050" cy="199214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Gerader Verbinder 18">
            <a:extLst>
              <a:ext uri="{FF2B5EF4-FFF2-40B4-BE49-F238E27FC236}">
                <a16:creationId xmlns:a16="http://schemas.microsoft.com/office/drawing/2014/main" id="{B64268B7-A883-3082-BBB2-14FC74862C62}"/>
              </a:ext>
            </a:extLst>
          </p:cNvPr>
          <p:cNvCxnSpPr>
            <a:cxnSpLocks/>
          </p:cNvCxnSpPr>
          <p:nvPr/>
        </p:nvCxnSpPr>
        <p:spPr>
          <a:xfrm>
            <a:off x="1218071" y="2761340"/>
            <a:ext cx="278050" cy="199214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Gerader Verbinder 19">
            <a:extLst>
              <a:ext uri="{FF2B5EF4-FFF2-40B4-BE49-F238E27FC236}">
                <a16:creationId xmlns:a16="http://schemas.microsoft.com/office/drawing/2014/main" id="{8450D58A-F644-0756-F19E-5695461DD018}"/>
              </a:ext>
            </a:extLst>
          </p:cNvPr>
          <p:cNvCxnSpPr>
            <a:cxnSpLocks/>
          </p:cNvCxnSpPr>
          <p:nvPr/>
        </p:nvCxnSpPr>
        <p:spPr>
          <a:xfrm>
            <a:off x="1268337" y="2711263"/>
            <a:ext cx="278050" cy="199214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Gerader Verbinder 20">
            <a:extLst>
              <a:ext uri="{FF2B5EF4-FFF2-40B4-BE49-F238E27FC236}">
                <a16:creationId xmlns:a16="http://schemas.microsoft.com/office/drawing/2014/main" id="{13759FF5-BE4A-C0A5-DEEC-215E1DF05356}"/>
              </a:ext>
            </a:extLst>
          </p:cNvPr>
          <p:cNvCxnSpPr>
            <a:cxnSpLocks/>
          </p:cNvCxnSpPr>
          <p:nvPr/>
        </p:nvCxnSpPr>
        <p:spPr>
          <a:xfrm>
            <a:off x="1315547" y="2657923"/>
            <a:ext cx="278050" cy="199214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Gerader Verbinder 21">
            <a:extLst>
              <a:ext uri="{FF2B5EF4-FFF2-40B4-BE49-F238E27FC236}">
                <a16:creationId xmlns:a16="http://schemas.microsoft.com/office/drawing/2014/main" id="{F370862E-FBA7-88B1-F3A2-437D1D310BCD}"/>
              </a:ext>
            </a:extLst>
          </p:cNvPr>
          <p:cNvCxnSpPr>
            <a:cxnSpLocks/>
          </p:cNvCxnSpPr>
          <p:nvPr/>
        </p:nvCxnSpPr>
        <p:spPr>
          <a:xfrm>
            <a:off x="1364336" y="2606922"/>
            <a:ext cx="278050" cy="199214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Gerader Verbinder 22">
            <a:extLst>
              <a:ext uri="{FF2B5EF4-FFF2-40B4-BE49-F238E27FC236}">
                <a16:creationId xmlns:a16="http://schemas.microsoft.com/office/drawing/2014/main" id="{86CA2DCC-E532-48CC-86DA-D7764A150DA1}"/>
              </a:ext>
            </a:extLst>
          </p:cNvPr>
          <p:cNvCxnSpPr>
            <a:cxnSpLocks/>
          </p:cNvCxnSpPr>
          <p:nvPr/>
        </p:nvCxnSpPr>
        <p:spPr>
          <a:xfrm>
            <a:off x="1411546" y="2553582"/>
            <a:ext cx="278050" cy="199214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Gerader Verbinder 23">
            <a:extLst>
              <a:ext uri="{FF2B5EF4-FFF2-40B4-BE49-F238E27FC236}">
                <a16:creationId xmlns:a16="http://schemas.microsoft.com/office/drawing/2014/main" id="{73F48E41-4741-BB3F-D003-21D850BB376E}"/>
              </a:ext>
            </a:extLst>
          </p:cNvPr>
          <p:cNvCxnSpPr>
            <a:cxnSpLocks/>
          </p:cNvCxnSpPr>
          <p:nvPr/>
        </p:nvCxnSpPr>
        <p:spPr>
          <a:xfrm>
            <a:off x="1461812" y="2503505"/>
            <a:ext cx="278050" cy="199214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Gerader Verbinder 24">
            <a:extLst>
              <a:ext uri="{FF2B5EF4-FFF2-40B4-BE49-F238E27FC236}">
                <a16:creationId xmlns:a16="http://schemas.microsoft.com/office/drawing/2014/main" id="{69873550-7820-77A9-0562-12B6EE277FC9}"/>
              </a:ext>
            </a:extLst>
          </p:cNvPr>
          <p:cNvCxnSpPr>
            <a:cxnSpLocks/>
          </p:cNvCxnSpPr>
          <p:nvPr/>
        </p:nvCxnSpPr>
        <p:spPr>
          <a:xfrm>
            <a:off x="1509022" y="2450165"/>
            <a:ext cx="278050" cy="199214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Gerader Verbinder 25">
            <a:extLst>
              <a:ext uri="{FF2B5EF4-FFF2-40B4-BE49-F238E27FC236}">
                <a16:creationId xmlns:a16="http://schemas.microsoft.com/office/drawing/2014/main" id="{B86AABB8-35DA-A154-5496-930DC0F546DE}"/>
              </a:ext>
            </a:extLst>
          </p:cNvPr>
          <p:cNvCxnSpPr>
            <a:cxnSpLocks/>
          </p:cNvCxnSpPr>
          <p:nvPr/>
        </p:nvCxnSpPr>
        <p:spPr>
          <a:xfrm>
            <a:off x="1554381" y="2398495"/>
            <a:ext cx="278050" cy="199214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Gerader Verbinder 26">
            <a:extLst>
              <a:ext uri="{FF2B5EF4-FFF2-40B4-BE49-F238E27FC236}">
                <a16:creationId xmlns:a16="http://schemas.microsoft.com/office/drawing/2014/main" id="{578A22F3-44DB-BAFE-BC32-91BACE2C2BF6}"/>
              </a:ext>
            </a:extLst>
          </p:cNvPr>
          <p:cNvCxnSpPr>
            <a:cxnSpLocks/>
          </p:cNvCxnSpPr>
          <p:nvPr/>
        </p:nvCxnSpPr>
        <p:spPr>
          <a:xfrm>
            <a:off x="1601591" y="2345155"/>
            <a:ext cx="278050" cy="199214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Gerader Verbinder 27">
            <a:extLst>
              <a:ext uri="{FF2B5EF4-FFF2-40B4-BE49-F238E27FC236}">
                <a16:creationId xmlns:a16="http://schemas.microsoft.com/office/drawing/2014/main" id="{01C22D54-27A6-F120-0C06-74C011F08FB2}"/>
              </a:ext>
            </a:extLst>
          </p:cNvPr>
          <p:cNvCxnSpPr>
            <a:cxnSpLocks/>
          </p:cNvCxnSpPr>
          <p:nvPr/>
        </p:nvCxnSpPr>
        <p:spPr>
          <a:xfrm>
            <a:off x="1651857" y="2295078"/>
            <a:ext cx="278050" cy="199214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Gerader Verbinder 28">
            <a:extLst>
              <a:ext uri="{FF2B5EF4-FFF2-40B4-BE49-F238E27FC236}">
                <a16:creationId xmlns:a16="http://schemas.microsoft.com/office/drawing/2014/main" id="{B8FAC99C-48C0-B735-01A3-64E2C0C112C6}"/>
              </a:ext>
            </a:extLst>
          </p:cNvPr>
          <p:cNvCxnSpPr>
            <a:cxnSpLocks/>
          </p:cNvCxnSpPr>
          <p:nvPr/>
        </p:nvCxnSpPr>
        <p:spPr>
          <a:xfrm>
            <a:off x="1699067" y="2241738"/>
            <a:ext cx="278050" cy="199214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Gerader Verbinder 29">
            <a:extLst>
              <a:ext uri="{FF2B5EF4-FFF2-40B4-BE49-F238E27FC236}">
                <a16:creationId xmlns:a16="http://schemas.microsoft.com/office/drawing/2014/main" id="{E325192B-9DA6-AA30-1B5E-A3B863ABC605}"/>
              </a:ext>
            </a:extLst>
          </p:cNvPr>
          <p:cNvCxnSpPr>
            <a:cxnSpLocks/>
          </p:cNvCxnSpPr>
          <p:nvPr/>
        </p:nvCxnSpPr>
        <p:spPr>
          <a:xfrm>
            <a:off x="1749025" y="2191682"/>
            <a:ext cx="278050" cy="199214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Gerader Verbinder 30">
            <a:extLst>
              <a:ext uri="{FF2B5EF4-FFF2-40B4-BE49-F238E27FC236}">
                <a16:creationId xmlns:a16="http://schemas.microsoft.com/office/drawing/2014/main" id="{00006976-F795-421A-75CF-E4D7E0ED843E}"/>
              </a:ext>
            </a:extLst>
          </p:cNvPr>
          <p:cNvCxnSpPr>
            <a:cxnSpLocks/>
          </p:cNvCxnSpPr>
          <p:nvPr/>
        </p:nvCxnSpPr>
        <p:spPr>
          <a:xfrm>
            <a:off x="1834478" y="2168801"/>
            <a:ext cx="278050" cy="199214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Gerader Verbinder 46">
            <a:extLst>
              <a:ext uri="{FF2B5EF4-FFF2-40B4-BE49-F238E27FC236}">
                <a16:creationId xmlns:a16="http://schemas.microsoft.com/office/drawing/2014/main" id="{A8FBD7A1-968A-4045-B8DF-174484F1C4E8}"/>
              </a:ext>
            </a:extLst>
          </p:cNvPr>
          <p:cNvCxnSpPr>
            <a:cxnSpLocks/>
          </p:cNvCxnSpPr>
          <p:nvPr/>
        </p:nvCxnSpPr>
        <p:spPr>
          <a:xfrm>
            <a:off x="1943723" y="2168801"/>
            <a:ext cx="278050" cy="199214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Gerader Verbinder 47">
            <a:extLst>
              <a:ext uri="{FF2B5EF4-FFF2-40B4-BE49-F238E27FC236}">
                <a16:creationId xmlns:a16="http://schemas.microsoft.com/office/drawing/2014/main" id="{B0B93C1B-852B-6CC8-1389-FF7C0892D392}"/>
              </a:ext>
            </a:extLst>
          </p:cNvPr>
          <p:cNvCxnSpPr>
            <a:cxnSpLocks/>
          </p:cNvCxnSpPr>
          <p:nvPr/>
        </p:nvCxnSpPr>
        <p:spPr>
          <a:xfrm>
            <a:off x="2052968" y="2168134"/>
            <a:ext cx="278050" cy="199214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Gerader Verbinder 50">
            <a:extLst>
              <a:ext uri="{FF2B5EF4-FFF2-40B4-BE49-F238E27FC236}">
                <a16:creationId xmlns:a16="http://schemas.microsoft.com/office/drawing/2014/main" id="{D393CFDD-06A0-D600-7FAE-85F5141A7DC2}"/>
              </a:ext>
            </a:extLst>
          </p:cNvPr>
          <p:cNvCxnSpPr>
            <a:cxnSpLocks/>
          </p:cNvCxnSpPr>
          <p:nvPr/>
        </p:nvCxnSpPr>
        <p:spPr>
          <a:xfrm>
            <a:off x="2162213" y="2168134"/>
            <a:ext cx="278050" cy="199214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Gerader Verbinder 51">
            <a:extLst>
              <a:ext uri="{FF2B5EF4-FFF2-40B4-BE49-F238E27FC236}">
                <a16:creationId xmlns:a16="http://schemas.microsoft.com/office/drawing/2014/main" id="{AAD2B9CE-6C81-3DF8-E0D0-4441ED00060A}"/>
              </a:ext>
            </a:extLst>
          </p:cNvPr>
          <p:cNvCxnSpPr>
            <a:cxnSpLocks/>
          </p:cNvCxnSpPr>
          <p:nvPr/>
        </p:nvCxnSpPr>
        <p:spPr>
          <a:xfrm>
            <a:off x="2271458" y="2168134"/>
            <a:ext cx="278050" cy="199214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Gerader Verbinder 52">
            <a:extLst>
              <a:ext uri="{FF2B5EF4-FFF2-40B4-BE49-F238E27FC236}">
                <a16:creationId xmlns:a16="http://schemas.microsoft.com/office/drawing/2014/main" id="{474065C6-5325-801B-05FA-11366508D324}"/>
              </a:ext>
            </a:extLst>
          </p:cNvPr>
          <p:cNvCxnSpPr>
            <a:cxnSpLocks/>
          </p:cNvCxnSpPr>
          <p:nvPr/>
        </p:nvCxnSpPr>
        <p:spPr>
          <a:xfrm>
            <a:off x="2380703" y="2167467"/>
            <a:ext cx="278050" cy="199214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Gerader Verbinder 53">
            <a:extLst>
              <a:ext uri="{FF2B5EF4-FFF2-40B4-BE49-F238E27FC236}">
                <a16:creationId xmlns:a16="http://schemas.microsoft.com/office/drawing/2014/main" id="{328FC295-287C-DD65-D6D4-AE0CAA0233F5}"/>
              </a:ext>
            </a:extLst>
          </p:cNvPr>
          <p:cNvCxnSpPr>
            <a:cxnSpLocks/>
          </p:cNvCxnSpPr>
          <p:nvPr/>
        </p:nvCxnSpPr>
        <p:spPr>
          <a:xfrm>
            <a:off x="2491151" y="2168134"/>
            <a:ext cx="278050" cy="199214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Gerader Verbinder 54">
            <a:extLst>
              <a:ext uri="{FF2B5EF4-FFF2-40B4-BE49-F238E27FC236}">
                <a16:creationId xmlns:a16="http://schemas.microsoft.com/office/drawing/2014/main" id="{5CC176D8-CA86-B33E-60DF-7C3208F89D34}"/>
              </a:ext>
            </a:extLst>
          </p:cNvPr>
          <p:cNvCxnSpPr>
            <a:cxnSpLocks/>
          </p:cNvCxnSpPr>
          <p:nvPr/>
        </p:nvCxnSpPr>
        <p:spPr>
          <a:xfrm>
            <a:off x="2600396" y="2168134"/>
            <a:ext cx="278050" cy="199214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Gerader Verbinder 55">
            <a:extLst>
              <a:ext uri="{FF2B5EF4-FFF2-40B4-BE49-F238E27FC236}">
                <a16:creationId xmlns:a16="http://schemas.microsoft.com/office/drawing/2014/main" id="{DF3DF946-D591-0922-B999-F45D494541EF}"/>
              </a:ext>
            </a:extLst>
          </p:cNvPr>
          <p:cNvCxnSpPr>
            <a:cxnSpLocks/>
          </p:cNvCxnSpPr>
          <p:nvPr/>
        </p:nvCxnSpPr>
        <p:spPr>
          <a:xfrm>
            <a:off x="2709641" y="2167467"/>
            <a:ext cx="278050" cy="199214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Bogen 59">
            <a:extLst>
              <a:ext uri="{FF2B5EF4-FFF2-40B4-BE49-F238E27FC236}">
                <a16:creationId xmlns:a16="http://schemas.microsoft.com/office/drawing/2014/main" id="{196EA84B-1479-8CCD-AEA0-BE3060955053}"/>
              </a:ext>
            </a:extLst>
          </p:cNvPr>
          <p:cNvSpPr/>
          <p:nvPr/>
        </p:nvSpPr>
        <p:spPr>
          <a:xfrm>
            <a:off x="1104641" y="1513524"/>
            <a:ext cx="1323612" cy="1301516"/>
          </a:xfrm>
          <a:prstGeom prst="arc">
            <a:avLst>
              <a:gd name="adj1" fmla="val 7977708"/>
              <a:gd name="adj2" fmla="val 10758104"/>
            </a:avLst>
          </a:prstGeom>
          <a:noFill/>
          <a:ln w="12700" cap="rnd">
            <a:solidFill>
              <a:schemeClr val="tx1">
                <a:lumMod val="65000"/>
                <a:lumOff val="35000"/>
              </a:schemeClr>
            </a:solidFill>
            <a:round/>
            <a:headEnd type="stealth" w="med" len="med"/>
            <a:tailEnd type="stealth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1" name="Textfeld 60">
            <a:extLst>
              <a:ext uri="{FF2B5EF4-FFF2-40B4-BE49-F238E27FC236}">
                <a16:creationId xmlns:a16="http://schemas.microsoft.com/office/drawing/2014/main" id="{A6EA1B3D-F715-4B27-F53F-4D04732722CE}"/>
              </a:ext>
            </a:extLst>
          </p:cNvPr>
          <p:cNvSpPr txBox="1"/>
          <p:nvPr/>
        </p:nvSpPr>
        <p:spPr>
          <a:xfrm>
            <a:off x="114896" y="2403057"/>
            <a:ext cx="11493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sz="20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CMU Serif Extra" panose="02000603000000000000" pitchFamily="2" charset="0"/>
                <a:ea typeface="CMU Serif Extra" panose="02000603000000000000" pitchFamily="2" charset="0"/>
                <a:cs typeface="CMU Serif Extra" panose="02000603000000000000" pitchFamily="2" charset="0"/>
              </a:rPr>
              <a:t>ϑ</a:t>
            </a:r>
            <a:r>
              <a:rPr lang="de-DE" sz="20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</a:t>
            </a:r>
            <a:r>
              <a:rPr lang="de-DE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&lt; 0</a:t>
            </a:r>
            <a:r>
              <a:rPr lang="el-GR" sz="2000" i="1" u="sng" dirty="0">
                <a:solidFill>
                  <a:schemeClr val="tx1">
                    <a:lumMod val="65000"/>
                    <a:lumOff val="35000"/>
                  </a:schemeClr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</a:t>
            </a:r>
            <a:endParaRPr lang="de-DE" sz="2000" i="1" u="sng" dirty="0">
              <a:solidFill>
                <a:schemeClr val="tx1">
                  <a:lumMod val="65000"/>
                  <a:lumOff val="35000"/>
                </a:schemeClr>
              </a:solidFill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01771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6A9EAC-7E50-FE97-A673-D7CD8416B7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feld 7">
            <a:extLst>
              <a:ext uri="{FF2B5EF4-FFF2-40B4-BE49-F238E27FC236}">
                <a16:creationId xmlns:a16="http://schemas.microsoft.com/office/drawing/2014/main" id="{1D6DE521-0553-AAB4-F883-62F133E29B83}"/>
              </a:ext>
            </a:extLst>
          </p:cNvPr>
          <p:cNvSpPr txBox="1"/>
          <p:nvPr/>
        </p:nvSpPr>
        <p:spPr>
          <a:xfrm>
            <a:off x="3029185" y="1966571"/>
            <a:ext cx="4841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0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x</a:t>
            </a:r>
          </a:p>
        </p:txBody>
      </p:sp>
      <p:cxnSp>
        <p:nvCxnSpPr>
          <p:cNvPr id="34" name="Gerader Verbinder 33">
            <a:extLst>
              <a:ext uri="{FF2B5EF4-FFF2-40B4-BE49-F238E27FC236}">
                <a16:creationId xmlns:a16="http://schemas.microsoft.com/office/drawing/2014/main" id="{5E4DB443-C607-6A94-961F-D206B86219F2}"/>
              </a:ext>
            </a:extLst>
          </p:cNvPr>
          <p:cNvCxnSpPr>
            <a:cxnSpLocks/>
          </p:cNvCxnSpPr>
          <p:nvPr/>
        </p:nvCxnSpPr>
        <p:spPr>
          <a:xfrm flipH="1">
            <a:off x="2709404" y="2168993"/>
            <a:ext cx="143020" cy="276648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feld 35">
            <a:extLst>
              <a:ext uri="{FF2B5EF4-FFF2-40B4-BE49-F238E27FC236}">
                <a16:creationId xmlns:a16="http://schemas.microsoft.com/office/drawing/2014/main" id="{59753D60-5574-235B-C2DE-089D4941A05B}"/>
              </a:ext>
            </a:extLst>
          </p:cNvPr>
          <p:cNvSpPr txBox="1"/>
          <p:nvPr/>
        </p:nvSpPr>
        <p:spPr>
          <a:xfrm>
            <a:off x="44205" y="1730680"/>
            <a:ext cx="11493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sz="20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CMU Serif Extra" panose="02000603000000000000" pitchFamily="2" charset="0"/>
                <a:ea typeface="CMU Serif Extra" panose="02000603000000000000" pitchFamily="2" charset="0"/>
                <a:cs typeface="CMU Serif Extra" panose="02000603000000000000" pitchFamily="2" charset="0"/>
              </a:rPr>
              <a:t>ϑ</a:t>
            </a:r>
            <a:r>
              <a:rPr lang="de-DE" sz="20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</a:t>
            </a:r>
            <a:r>
              <a:rPr lang="de-DE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&gt; 0</a:t>
            </a:r>
            <a:r>
              <a:rPr lang="el-GR" sz="2000" i="1" u="sng" dirty="0">
                <a:solidFill>
                  <a:schemeClr val="tx1">
                    <a:lumMod val="65000"/>
                    <a:lumOff val="35000"/>
                  </a:schemeClr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</a:t>
            </a:r>
            <a:endParaRPr lang="de-DE" sz="2000" i="1" u="sng" dirty="0">
              <a:solidFill>
                <a:schemeClr val="tx1">
                  <a:lumMod val="65000"/>
                  <a:lumOff val="35000"/>
                </a:schemeClr>
              </a:solidFill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cxnSp>
        <p:nvCxnSpPr>
          <p:cNvPr id="39" name="Gerader Verbinder 38">
            <a:extLst>
              <a:ext uri="{FF2B5EF4-FFF2-40B4-BE49-F238E27FC236}">
                <a16:creationId xmlns:a16="http://schemas.microsoft.com/office/drawing/2014/main" id="{ED3CC024-5092-83C5-1A66-4ED7ECAC08C7}"/>
              </a:ext>
            </a:extLst>
          </p:cNvPr>
          <p:cNvCxnSpPr>
            <a:cxnSpLocks/>
          </p:cNvCxnSpPr>
          <p:nvPr/>
        </p:nvCxnSpPr>
        <p:spPr>
          <a:xfrm flipH="1">
            <a:off x="2637894" y="2168993"/>
            <a:ext cx="143020" cy="276648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Gerader Verbinder 39">
            <a:extLst>
              <a:ext uri="{FF2B5EF4-FFF2-40B4-BE49-F238E27FC236}">
                <a16:creationId xmlns:a16="http://schemas.microsoft.com/office/drawing/2014/main" id="{A5DD013B-9BB7-3892-38AE-206AF003ED95}"/>
              </a:ext>
            </a:extLst>
          </p:cNvPr>
          <p:cNvCxnSpPr>
            <a:cxnSpLocks/>
          </p:cNvCxnSpPr>
          <p:nvPr/>
        </p:nvCxnSpPr>
        <p:spPr>
          <a:xfrm flipH="1">
            <a:off x="2566384" y="2168993"/>
            <a:ext cx="143020" cy="276648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Gerader Verbinder 40">
            <a:extLst>
              <a:ext uri="{FF2B5EF4-FFF2-40B4-BE49-F238E27FC236}">
                <a16:creationId xmlns:a16="http://schemas.microsoft.com/office/drawing/2014/main" id="{4334977A-3285-2F72-6343-1D39004F2B96}"/>
              </a:ext>
            </a:extLst>
          </p:cNvPr>
          <p:cNvCxnSpPr>
            <a:cxnSpLocks/>
          </p:cNvCxnSpPr>
          <p:nvPr/>
        </p:nvCxnSpPr>
        <p:spPr>
          <a:xfrm flipH="1">
            <a:off x="2494874" y="2168993"/>
            <a:ext cx="143020" cy="276648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Gerader Verbinder 41">
            <a:extLst>
              <a:ext uri="{FF2B5EF4-FFF2-40B4-BE49-F238E27FC236}">
                <a16:creationId xmlns:a16="http://schemas.microsoft.com/office/drawing/2014/main" id="{EDC5AE40-E27F-0414-7AD3-44D60C5C4331}"/>
              </a:ext>
            </a:extLst>
          </p:cNvPr>
          <p:cNvCxnSpPr>
            <a:cxnSpLocks/>
          </p:cNvCxnSpPr>
          <p:nvPr/>
        </p:nvCxnSpPr>
        <p:spPr>
          <a:xfrm flipH="1">
            <a:off x="2423364" y="2168993"/>
            <a:ext cx="143020" cy="276648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Gerader Verbinder 42">
            <a:extLst>
              <a:ext uri="{FF2B5EF4-FFF2-40B4-BE49-F238E27FC236}">
                <a16:creationId xmlns:a16="http://schemas.microsoft.com/office/drawing/2014/main" id="{3EB3FC5F-E130-DCFE-E513-7D4C47B514F5}"/>
              </a:ext>
            </a:extLst>
          </p:cNvPr>
          <p:cNvCxnSpPr>
            <a:cxnSpLocks/>
          </p:cNvCxnSpPr>
          <p:nvPr/>
        </p:nvCxnSpPr>
        <p:spPr>
          <a:xfrm flipH="1">
            <a:off x="2351854" y="2168993"/>
            <a:ext cx="143020" cy="276648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Gerader Verbinder 43">
            <a:extLst>
              <a:ext uri="{FF2B5EF4-FFF2-40B4-BE49-F238E27FC236}">
                <a16:creationId xmlns:a16="http://schemas.microsoft.com/office/drawing/2014/main" id="{74F35938-CBBC-9AD3-54D7-4C5AF96B5D38}"/>
              </a:ext>
            </a:extLst>
          </p:cNvPr>
          <p:cNvCxnSpPr>
            <a:cxnSpLocks/>
          </p:cNvCxnSpPr>
          <p:nvPr/>
        </p:nvCxnSpPr>
        <p:spPr>
          <a:xfrm flipH="1">
            <a:off x="2280446" y="2168993"/>
            <a:ext cx="143020" cy="276648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Gerader Verbinder 44">
            <a:extLst>
              <a:ext uri="{FF2B5EF4-FFF2-40B4-BE49-F238E27FC236}">
                <a16:creationId xmlns:a16="http://schemas.microsoft.com/office/drawing/2014/main" id="{EF830875-2876-DC6D-C37C-2D31547D4185}"/>
              </a:ext>
            </a:extLst>
          </p:cNvPr>
          <p:cNvCxnSpPr>
            <a:cxnSpLocks/>
          </p:cNvCxnSpPr>
          <p:nvPr/>
        </p:nvCxnSpPr>
        <p:spPr>
          <a:xfrm flipH="1">
            <a:off x="2208936" y="2168993"/>
            <a:ext cx="143020" cy="276648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Gerader Verbinder 45">
            <a:extLst>
              <a:ext uri="{FF2B5EF4-FFF2-40B4-BE49-F238E27FC236}">
                <a16:creationId xmlns:a16="http://schemas.microsoft.com/office/drawing/2014/main" id="{E21C8FA1-28BC-4110-36D3-457E5CBB95B5}"/>
              </a:ext>
            </a:extLst>
          </p:cNvPr>
          <p:cNvCxnSpPr>
            <a:cxnSpLocks/>
          </p:cNvCxnSpPr>
          <p:nvPr/>
        </p:nvCxnSpPr>
        <p:spPr>
          <a:xfrm flipH="1">
            <a:off x="2137426" y="2168993"/>
            <a:ext cx="143020" cy="276648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Gerader Verbinder 46">
            <a:extLst>
              <a:ext uri="{FF2B5EF4-FFF2-40B4-BE49-F238E27FC236}">
                <a16:creationId xmlns:a16="http://schemas.microsoft.com/office/drawing/2014/main" id="{832B6A67-A8BF-698A-D4A4-543CBB4AADF4}"/>
              </a:ext>
            </a:extLst>
          </p:cNvPr>
          <p:cNvCxnSpPr>
            <a:cxnSpLocks/>
          </p:cNvCxnSpPr>
          <p:nvPr/>
        </p:nvCxnSpPr>
        <p:spPr>
          <a:xfrm flipH="1">
            <a:off x="2065916" y="2168993"/>
            <a:ext cx="143020" cy="276648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Gerader Verbinder 47">
            <a:extLst>
              <a:ext uri="{FF2B5EF4-FFF2-40B4-BE49-F238E27FC236}">
                <a16:creationId xmlns:a16="http://schemas.microsoft.com/office/drawing/2014/main" id="{62076BB8-60D6-E9AB-7C0E-1D47528E4969}"/>
              </a:ext>
            </a:extLst>
          </p:cNvPr>
          <p:cNvCxnSpPr>
            <a:cxnSpLocks/>
          </p:cNvCxnSpPr>
          <p:nvPr/>
        </p:nvCxnSpPr>
        <p:spPr>
          <a:xfrm flipH="1">
            <a:off x="1994406" y="2168993"/>
            <a:ext cx="143020" cy="276648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Gerader Verbinder 48">
            <a:extLst>
              <a:ext uri="{FF2B5EF4-FFF2-40B4-BE49-F238E27FC236}">
                <a16:creationId xmlns:a16="http://schemas.microsoft.com/office/drawing/2014/main" id="{63CA063F-AB59-387A-9E6B-209896DF7127}"/>
              </a:ext>
            </a:extLst>
          </p:cNvPr>
          <p:cNvCxnSpPr>
            <a:cxnSpLocks/>
          </p:cNvCxnSpPr>
          <p:nvPr/>
        </p:nvCxnSpPr>
        <p:spPr>
          <a:xfrm flipH="1">
            <a:off x="1922896" y="2168993"/>
            <a:ext cx="143020" cy="276648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Gerader Verbinder 49">
            <a:extLst>
              <a:ext uri="{FF2B5EF4-FFF2-40B4-BE49-F238E27FC236}">
                <a16:creationId xmlns:a16="http://schemas.microsoft.com/office/drawing/2014/main" id="{9E64E616-490C-359D-35E5-E4CC8053FD99}"/>
              </a:ext>
            </a:extLst>
          </p:cNvPr>
          <p:cNvCxnSpPr>
            <a:cxnSpLocks/>
          </p:cNvCxnSpPr>
          <p:nvPr/>
        </p:nvCxnSpPr>
        <p:spPr>
          <a:xfrm flipH="1">
            <a:off x="1854235" y="2168993"/>
            <a:ext cx="143020" cy="276648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Gerader Verbinder 50">
            <a:extLst>
              <a:ext uri="{FF2B5EF4-FFF2-40B4-BE49-F238E27FC236}">
                <a16:creationId xmlns:a16="http://schemas.microsoft.com/office/drawing/2014/main" id="{D360FB82-521B-E806-9D15-F3AAF6C4FAF3}"/>
              </a:ext>
            </a:extLst>
          </p:cNvPr>
          <p:cNvCxnSpPr>
            <a:cxnSpLocks/>
          </p:cNvCxnSpPr>
          <p:nvPr/>
        </p:nvCxnSpPr>
        <p:spPr>
          <a:xfrm flipH="1">
            <a:off x="1782725" y="2168993"/>
            <a:ext cx="143020" cy="276648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Gerader Verbinder 51">
            <a:extLst>
              <a:ext uri="{FF2B5EF4-FFF2-40B4-BE49-F238E27FC236}">
                <a16:creationId xmlns:a16="http://schemas.microsoft.com/office/drawing/2014/main" id="{800BE9CB-2B9A-C4C6-7132-4923FB0C965C}"/>
              </a:ext>
            </a:extLst>
          </p:cNvPr>
          <p:cNvCxnSpPr>
            <a:cxnSpLocks/>
          </p:cNvCxnSpPr>
          <p:nvPr/>
        </p:nvCxnSpPr>
        <p:spPr>
          <a:xfrm flipH="1">
            <a:off x="1711215" y="2168993"/>
            <a:ext cx="143020" cy="276648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Gerader Verbinder 52">
            <a:extLst>
              <a:ext uri="{FF2B5EF4-FFF2-40B4-BE49-F238E27FC236}">
                <a16:creationId xmlns:a16="http://schemas.microsoft.com/office/drawing/2014/main" id="{1117B205-58EA-FC92-0F12-EA3EFA67427F}"/>
              </a:ext>
            </a:extLst>
          </p:cNvPr>
          <p:cNvCxnSpPr>
            <a:cxnSpLocks/>
          </p:cNvCxnSpPr>
          <p:nvPr/>
        </p:nvCxnSpPr>
        <p:spPr>
          <a:xfrm flipH="1">
            <a:off x="1639705" y="2168993"/>
            <a:ext cx="143020" cy="276648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Gerader Verbinder 53">
            <a:extLst>
              <a:ext uri="{FF2B5EF4-FFF2-40B4-BE49-F238E27FC236}">
                <a16:creationId xmlns:a16="http://schemas.microsoft.com/office/drawing/2014/main" id="{58758D22-74A3-FA20-3F81-9E94415BFE72}"/>
              </a:ext>
            </a:extLst>
          </p:cNvPr>
          <p:cNvCxnSpPr>
            <a:cxnSpLocks/>
          </p:cNvCxnSpPr>
          <p:nvPr/>
        </p:nvCxnSpPr>
        <p:spPr>
          <a:xfrm flipH="1">
            <a:off x="1591055" y="2130893"/>
            <a:ext cx="143020" cy="276648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Gerader Verbinder 54">
            <a:extLst>
              <a:ext uri="{FF2B5EF4-FFF2-40B4-BE49-F238E27FC236}">
                <a16:creationId xmlns:a16="http://schemas.microsoft.com/office/drawing/2014/main" id="{FBE81373-8290-E91D-9C1D-9DBFE2722DAF}"/>
              </a:ext>
            </a:extLst>
          </p:cNvPr>
          <p:cNvCxnSpPr>
            <a:cxnSpLocks/>
          </p:cNvCxnSpPr>
          <p:nvPr/>
        </p:nvCxnSpPr>
        <p:spPr>
          <a:xfrm flipH="1">
            <a:off x="1549965" y="2082413"/>
            <a:ext cx="143020" cy="276648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Gerader Verbinder 55">
            <a:extLst>
              <a:ext uri="{FF2B5EF4-FFF2-40B4-BE49-F238E27FC236}">
                <a16:creationId xmlns:a16="http://schemas.microsoft.com/office/drawing/2014/main" id="{84446165-86DE-B565-585C-FE8B40D259C5}"/>
              </a:ext>
            </a:extLst>
          </p:cNvPr>
          <p:cNvCxnSpPr>
            <a:cxnSpLocks/>
          </p:cNvCxnSpPr>
          <p:nvPr/>
        </p:nvCxnSpPr>
        <p:spPr>
          <a:xfrm flipH="1">
            <a:off x="1512441" y="2032936"/>
            <a:ext cx="143020" cy="276648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Gerader Verbinder 61">
            <a:extLst>
              <a:ext uri="{FF2B5EF4-FFF2-40B4-BE49-F238E27FC236}">
                <a16:creationId xmlns:a16="http://schemas.microsoft.com/office/drawing/2014/main" id="{D54A4BE4-3BBF-6774-6665-48C61D80228F}"/>
              </a:ext>
            </a:extLst>
          </p:cNvPr>
          <p:cNvCxnSpPr>
            <a:cxnSpLocks/>
          </p:cNvCxnSpPr>
          <p:nvPr/>
        </p:nvCxnSpPr>
        <p:spPr>
          <a:xfrm flipH="1">
            <a:off x="1476639" y="1982654"/>
            <a:ext cx="143020" cy="276648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Gerader Verbinder 62">
            <a:extLst>
              <a:ext uri="{FF2B5EF4-FFF2-40B4-BE49-F238E27FC236}">
                <a16:creationId xmlns:a16="http://schemas.microsoft.com/office/drawing/2014/main" id="{2F6825AF-F06C-CF41-2E7D-09F1C0F64D93}"/>
              </a:ext>
            </a:extLst>
          </p:cNvPr>
          <p:cNvCxnSpPr>
            <a:cxnSpLocks/>
          </p:cNvCxnSpPr>
          <p:nvPr/>
        </p:nvCxnSpPr>
        <p:spPr>
          <a:xfrm flipH="1">
            <a:off x="1435549" y="1934174"/>
            <a:ext cx="143020" cy="276648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Gerader Verbinder 63">
            <a:extLst>
              <a:ext uri="{FF2B5EF4-FFF2-40B4-BE49-F238E27FC236}">
                <a16:creationId xmlns:a16="http://schemas.microsoft.com/office/drawing/2014/main" id="{237EC290-7C53-D1BF-E90B-30B3FF3C9B19}"/>
              </a:ext>
            </a:extLst>
          </p:cNvPr>
          <p:cNvCxnSpPr>
            <a:cxnSpLocks/>
          </p:cNvCxnSpPr>
          <p:nvPr/>
        </p:nvCxnSpPr>
        <p:spPr>
          <a:xfrm flipH="1">
            <a:off x="1398025" y="1888507"/>
            <a:ext cx="143020" cy="276648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Gerader Verbinder 64">
            <a:extLst>
              <a:ext uri="{FF2B5EF4-FFF2-40B4-BE49-F238E27FC236}">
                <a16:creationId xmlns:a16="http://schemas.microsoft.com/office/drawing/2014/main" id="{C3A56E34-C50E-810D-34C7-562E82D5C2AA}"/>
              </a:ext>
            </a:extLst>
          </p:cNvPr>
          <p:cNvCxnSpPr>
            <a:cxnSpLocks/>
          </p:cNvCxnSpPr>
          <p:nvPr/>
        </p:nvCxnSpPr>
        <p:spPr>
          <a:xfrm flipH="1">
            <a:off x="1357668" y="1842105"/>
            <a:ext cx="143020" cy="276648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Gerader Verbinder 65">
            <a:extLst>
              <a:ext uri="{FF2B5EF4-FFF2-40B4-BE49-F238E27FC236}">
                <a16:creationId xmlns:a16="http://schemas.microsoft.com/office/drawing/2014/main" id="{BB30A3F5-1E54-6F30-7736-5C2B3D8628DA}"/>
              </a:ext>
            </a:extLst>
          </p:cNvPr>
          <p:cNvCxnSpPr>
            <a:cxnSpLocks/>
          </p:cNvCxnSpPr>
          <p:nvPr/>
        </p:nvCxnSpPr>
        <p:spPr>
          <a:xfrm flipH="1">
            <a:off x="1316578" y="1793625"/>
            <a:ext cx="143020" cy="276648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Gerader Verbinder 66">
            <a:extLst>
              <a:ext uri="{FF2B5EF4-FFF2-40B4-BE49-F238E27FC236}">
                <a16:creationId xmlns:a16="http://schemas.microsoft.com/office/drawing/2014/main" id="{AF702780-0195-EA05-7044-E99D2F280BE7}"/>
              </a:ext>
            </a:extLst>
          </p:cNvPr>
          <p:cNvCxnSpPr>
            <a:cxnSpLocks/>
          </p:cNvCxnSpPr>
          <p:nvPr/>
        </p:nvCxnSpPr>
        <p:spPr>
          <a:xfrm flipH="1">
            <a:off x="1279054" y="1744148"/>
            <a:ext cx="143020" cy="276648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Gerader Verbinder 67">
            <a:extLst>
              <a:ext uri="{FF2B5EF4-FFF2-40B4-BE49-F238E27FC236}">
                <a16:creationId xmlns:a16="http://schemas.microsoft.com/office/drawing/2014/main" id="{24491709-9180-7F0D-8CC1-9AEEEAE295D7}"/>
              </a:ext>
            </a:extLst>
          </p:cNvPr>
          <p:cNvCxnSpPr>
            <a:cxnSpLocks/>
          </p:cNvCxnSpPr>
          <p:nvPr/>
        </p:nvCxnSpPr>
        <p:spPr>
          <a:xfrm flipH="1">
            <a:off x="1239698" y="1699094"/>
            <a:ext cx="143020" cy="276648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Gerader Verbinder 70">
            <a:extLst>
              <a:ext uri="{FF2B5EF4-FFF2-40B4-BE49-F238E27FC236}">
                <a16:creationId xmlns:a16="http://schemas.microsoft.com/office/drawing/2014/main" id="{70890787-3524-CAAF-0B16-29B6691488F0}"/>
              </a:ext>
            </a:extLst>
          </p:cNvPr>
          <p:cNvCxnSpPr>
            <a:cxnSpLocks/>
          </p:cNvCxnSpPr>
          <p:nvPr/>
        </p:nvCxnSpPr>
        <p:spPr>
          <a:xfrm flipH="1">
            <a:off x="1119552" y="1552669"/>
            <a:ext cx="143020" cy="276648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Gerader Verbinder 71">
            <a:extLst>
              <a:ext uri="{FF2B5EF4-FFF2-40B4-BE49-F238E27FC236}">
                <a16:creationId xmlns:a16="http://schemas.microsoft.com/office/drawing/2014/main" id="{E722E9E9-F859-8030-B042-E0C3D7834BE1}"/>
              </a:ext>
            </a:extLst>
          </p:cNvPr>
          <p:cNvCxnSpPr>
            <a:cxnSpLocks/>
          </p:cNvCxnSpPr>
          <p:nvPr/>
        </p:nvCxnSpPr>
        <p:spPr>
          <a:xfrm flipH="1">
            <a:off x="1078462" y="1504189"/>
            <a:ext cx="143020" cy="276648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Gerader Verbinder 72">
            <a:extLst>
              <a:ext uri="{FF2B5EF4-FFF2-40B4-BE49-F238E27FC236}">
                <a16:creationId xmlns:a16="http://schemas.microsoft.com/office/drawing/2014/main" id="{89D75CBE-1861-8CE5-D5D7-C1F8E1A4EEFB}"/>
              </a:ext>
            </a:extLst>
          </p:cNvPr>
          <p:cNvCxnSpPr>
            <a:cxnSpLocks/>
          </p:cNvCxnSpPr>
          <p:nvPr/>
        </p:nvCxnSpPr>
        <p:spPr>
          <a:xfrm flipH="1">
            <a:off x="1040938" y="1454712"/>
            <a:ext cx="143020" cy="276648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Gerader Verbinder 79">
            <a:extLst>
              <a:ext uri="{FF2B5EF4-FFF2-40B4-BE49-F238E27FC236}">
                <a16:creationId xmlns:a16="http://schemas.microsoft.com/office/drawing/2014/main" id="{6D1D990E-D077-E6C5-830B-17365EA9008F}"/>
              </a:ext>
            </a:extLst>
          </p:cNvPr>
          <p:cNvCxnSpPr>
            <a:cxnSpLocks/>
          </p:cNvCxnSpPr>
          <p:nvPr/>
        </p:nvCxnSpPr>
        <p:spPr>
          <a:xfrm flipH="1">
            <a:off x="1002709" y="1403244"/>
            <a:ext cx="143020" cy="276648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Gerader Verbinder 80">
            <a:extLst>
              <a:ext uri="{FF2B5EF4-FFF2-40B4-BE49-F238E27FC236}">
                <a16:creationId xmlns:a16="http://schemas.microsoft.com/office/drawing/2014/main" id="{771F6BC0-62FE-33E6-75AD-B6C74336BCA3}"/>
              </a:ext>
            </a:extLst>
          </p:cNvPr>
          <p:cNvCxnSpPr>
            <a:cxnSpLocks/>
          </p:cNvCxnSpPr>
          <p:nvPr/>
        </p:nvCxnSpPr>
        <p:spPr>
          <a:xfrm flipH="1">
            <a:off x="961619" y="1354764"/>
            <a:ext cx="143020" cy="276648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Gerader Verbinder 81">
            <a:extLst>
              <a:ext uri="{FF2B5EF4-FFF2-40B4-BE49-F238E27FC236}">
                <a16:creationId xmlns:a16="http://schemas.microsoft.com/office/drawing/2014/main" id="{01975A9C-39CA-9FBC-ADA4-0CC95B203498}"/>
              </a:ext>
            </a:extLst>
          </p:cNvPr>
          <p:cNvCxnSpPr>
            <a:cxnSpLocks/>
          </p:cNvCxnSpPr>
          <p:nvPr/>
        </p:nvCxnSpPr>
        <p:spPr>
          <a:xfrm flipH="1">
            <a:off x="924095" y="1305287"/>
            <a:ext cx="143020" cy="276648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Gerader Verbinder 82">
            <a:extLst>
              <a:ext uri="{FF2B5EF4-FFF2-40B4-BE49-F238E27FC236}">
                <a16:creationId xmlns:a16="http://schemas.microsoft.com/office/drawing/2014/main" id="{C2CFB42F-46FD-65A9-5696-005EF4FE41F9}"/>
              </a:ext>
            </a:extLst>
          </p:cNvPr>
          <p:cNvCxnSpPr>
            <a:cxnSpLocks/>
          </p:cNvCxnSpPr>
          <p:nvPr/>
        </p:nvCxnSpPr>
        <p:spPr>
          <a:xfrm flipH="1">
            <a:off x="886388" y="1256910"/>
            <a:ext cx="143020" cy="276648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Gerader Verbinder 83">
            <a:extLst>
              <a:ext uri="{FF2B5EF4-FFF2-40B4-BE49-F238E27FC236}">
                <a16:creationId xmlns:a16="http://schemas.microsoft.com/office/drawing/2014/main" id="{84F0E4BA-6F83-3564-3580-69DA856B7890}"/>
              </a:ext>
            </a:extLst>
          </p:cNvPr>
          <p:cNvCxnSpPr>
            <a:cxnSpLocks/>
          </p:cNvCxnSpPr>
          <p:nvPr/>
        </p:nvCxnSpPr>
        <p:spPr>
          <a:xfrm flipH="1">
            <a:off x="847203" y="1206525"/>
            <a:ext cx="143020" cy="276648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B51F4434-DA81-1019-DC0F-C9288AAC7D14}"/>
              </a:ext>
            </a:extLst>
          </p:cNvPr>
          <p:cNvCxnSpPr>
            <a:cxnSpLocks/>
          </p:cNvCxnSpPr>
          <p:nvPr/>
        </p:nvCxnSpPr>
        <p:spPr>
          <a:xfrm flipH="1">
            <a:off x="823490" y="2167467"/>
            <a:ext cx="946749" cy="0"/>
          </a:xfrm>
          <a:prstGeom prst="line">
            <a:avLst/>
          </a:prstGeom>
          <a:ln w="12700" cap="rnd">
            <a:solidFill>
              <a:schemeClr val="tx1">
                <a:lumMod val="65000"/>
                <a:lumOff val="35000"/>
              </a:schemeClr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Bogen 34">
            <a:extLst>
              <a:ext uri="{FF2B5EF4-FFF2-40B4-BE49-F238E27FC236}">
                <a16:creationId xmlns:a16="http://schemas.microsoft.com/office/drawing/2014/main" id="{FA5D321B-AAD3-4490-94BD-1219DDABE779}"/>
              </a:ext>
            </a:extLst>
          </p:cNvPr>
          <p:cNvSpPr/>
          <p:nvPr/>
        </p:nvSpPr>
        <p:spPr>
          <a:xfrm>
            <a:off x="1104641" y="1513524"/>
            <a:ext cx="1323612" cy="1301516"/>
          </a:xfrm>
          <a:prstGeom prst="arc">
            <a:avLst>
              <a:gd name="adj1" fmla="val 10800594"/>
              <a:gd name="adj2" fmla="val 13835421"/>
            </a:avLst>
          </a:prstGeom>
          <a:noFill/>
          <a:ln w="12700" cap="rnd">
            <a:solidFill>
              <a:schemeClr val="tx1">
                <a:lumMod val="65000"/>
                <a:lumOff val="35000"/>
              </a:schemeClr>
            </a:solidFill>
            <a:round/>
            <a:headEnd type="stealth" w="med" len="med"/>
            <a:tailEnd type="stealth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6" name="Gerader Verbinder 5">
            <a:extLst>
              <a:ext uri="{FF2B5EF4-FFF2-40B4-BE49-F238E27FC236}">
                <a16:creationId xmlns:a16="http://schemas.microsoft.com/office/drawing/2014/main" id="{14CBF9EE-300D-2C26-6C6D-9EE5771AB842}"/>
              </a:ext>
            </a:extLst>
          </p:cNvPr>
          <p:cNvCxnSpPr>
            <a:cxnSpLocks/>
          </p:cNvCxnSpPr>
          <p:nvPr/>
        </p:nvCxnSpPr>
        <p:spPr>
          <a:xfrm>
            <a:off x="966273" y="1177487"/>
            <a:ext cx="799897" cy="992648"/>
          </a:xfrm>
          <a:prstGeom prst="line">
            <a:avLst/>
          </a:prstGeom>
          <a:ln cap="rnd">
            <a:round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Gerader Verbinder 6">
            <a:extLst>
              <a:ext uri="{FF2B5EF4-FFF2-40B4-BE49-F238E27FC236}">
                <a16:creationId xmlns:a16="http://schemas.microsoft.com/office/drawing/2014/main" id="{ADD477E6-F40A-8E82-B836-1A728D1507D0}"/>
              </a:ext>
            </a:extLst>
          </p:cNvPr>
          <p:cNvCxnSpPr>
            <a:cxnSpLocks/>
          </p:cNvCxnSpPr>
          <p:nvPr/>
        </p:nvCxnSpPr>
        <p:spPr>
          <a:xfrm flipH="1">
            <a:off x="1766170" y="2170135"/>
            <a:ext cx="1334022" cy="0"/>
          </a:xfrm>
          <a:prstGeom prst="line">
            <a:avLst/>
          </a:prstGeom>
          <a:ln cap="rnd">
            <a:round/>
            <a:headEnd type="stealth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6" name="Freihandform: Form 85">
            <a:extLst>
              <a:ext uri="{FF2B5EF4-FFF2-40B4-BE49-F238E27FC236}">
                <a16:creationId xmlns:a16="http://schemas.microsoft.com/office/drawing/2014/main" id="{279FC591-87D5-E9A0-C441-4A4F29603920}"/>
              </a:ext>
            </a:extLst>
          </p:cNvPr>
          <p:cNvSpPr/>
          <p:nvPr/>
        </p:nvSpPr>
        <p:spPr>
          <a:xfrm>
            <a:off x="1257173" y="1205554"/>
            <a:ext cx="1559560" cy="731520"/>
          </a:xfrm>
          <a:custGeom>
            <a:avLst/>
            <a:gdLst>
              <a:gd name="connsiteX0" fmla="*/ 0 w 1559560"/>
              <a:gd name="connsiteY0" fmla="*/ 0 h 731520"/>
              <a:gd name="connsiteX1" fmla="*/ 617220 w 1559560"/>
              <a:gd name="connsiteY1" fmla="*/ 571500 h 731520"/>
              <a:gd name="connsiteX2" fmla="*/ 1559560 w 1559560"/>
              <a:gd name="connsiteY2" fmla="*/ 731520 h 731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59560" h="731520">
                <a:moveTo>
                  <a:pt x="0" y="0"/>
                </a:moveTo>
                <a:cubicBezTo>
                  <a:pt x="178646" y="224790"/>
                  <a:pt x="357293" y="449580"/>
                  <a:pt x="617220" y="571500"/>
                </a:cubicBezTo>
                <a:cubicBezTo>
                  <a:pt x="877147" y="693420"/>
                  <a:pt x="1218353" y="712470"/>
                  <a:pt x="1559560" y="731520"/>
                </a:cubicBezTo>
              </a:path>
            </a:pathLst>
          </a:custGeom>
          <a:noFill/>
          <a:ln cap="rnd">
            <a:solidFill>
              <a:schemeClr val="accent1"/>
            </a:solidFill>
            <a:round/>
            <a:tailEnd type="stealth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7" name="Freihandform: Form 86">
            <a:extLst>
              <a:ext uri="{FF2B5EF4-FFF2-40B4-BE49-F238E27FC236}">
                <a16:creationId xmlns:a16="http://schemas.microsoft.com/office/drawing/2014/main" id="{0B29727F-08B5-3612-8711-49E498C16FE1}"/>
              </a:ext>
            </a:extLst>
          </p:cNvPr>
          <p:cNvSpPr/>
          <p:nvPr/>
        </p:nvSpPr>
        <p:spPr>
          <a:xfrm>
            <a:off x="1386510" y="993189"/>
            <a:ext cx="1341120" cy="635000"/>
          </a:xfrm>
          <a:custGeom>
            <a:avLst/>
            <a:gdLst>
              <a:gd name="connsiteX0" fmla="*/ 0 w 1341120"/>
              <a:gd name="connsiteY0" fmla="*/ 0 h 635000"/>
              <a:gd name="connsiteX1" fmla="*/ 632460 w 1341120"/>
              <a:gd name="connsiteY1" fmla="*/ 480060 h 635000"/>
              <a:gd name="connsiteX2" fmla="*/ 1341120 w 1341120"/>
              <a:gd name="connsiteY2" fmla="*/ 635000 h 63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41120" h="635000">
                <a:moveTo>
                  <a:pt x="0" y="0"/>
                </a:moveTo>
                <a:cubicBezTo>
                  <a:pt x="204470" y="187113"/>
                  <a:pt x="408940" y="374227"/>
                  <a:pt x="632460" y="480060"/>
                </a:cubicBezTo>
                <a:cubicBezTo>
                  <a:pt x="855980" y="585893"/>
                  <a:pt x="1098550" y="610446"/>
                  <a:pt x="1341120" y="635000"/>
                </a:cubicBezTo>
              </a:path>
            </a:pathLst>
          </a:custGeom>
          <a:noFill/>
          <a:ln cap="rnd">
            <a:solidFill>
              <a:schemeClr val="accent1"/>
            </a:solidFill>
            <a:round/>
            <a:tailEnd type="stealth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8" name="Freihandform: Form 87">
            <a:extLst>
              <a:ext uri="{FF2B5EF4-FFF2-40B4-BE49-F238E27FC236}">
                <a16:creationId xmlns:a16="http://schemas.microsoft.com/office/drawing/2014/main" id="{C6C23C96-9683-E2A0-E43F-A07DB5912054}"/>
              </a:ext>
            </a:extLst>
          </p:cNvPr>
          <p:cNvSpPr/>
          <p:nvPr/>
        </p:nvSpPr>
        <p:spPr>
          <a:xfrm>
            <a:off x="1511764" y="767422"/>
            <a:ext cx="1323340" cy="650240"/>
          </a:xfrm>
          <a:custGeom>
            <a:avLst/>
            <a:gdLst>
              <a:gd name="connsiteX0" fmla="*/ 0 w 1323340"/>
              <a:gd name="connsiteY0" fmla="*/ 0 h 650240"/>
              <a:gd name="connsiteX1" fmla="*/ 647700 w 1323340"/>
              <a:gd name="connsiteY1" fmla="*/ 464820 h 650240"/>
              <a:gd name="connsiteX2" fmla="*/ 1323340 w 1323340"/>
              <a:gd name="connsiteY2" fmla="*/ 650240 h 650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23340" h="650240">
                <a:moveTo>
                  <a:pt x="0" y="0"/>
                </a:moveTo>
                <a:cubicBezTo>
                  <a:pt x="213571" y="178223"/>
                  <a:pt x="427143" y="356447"/>
                  <a:pt x="647700" y="464820"/>
                </a:cubicBezTo>
                <a:cubicBezTo>
                  <a:pt x="868257" y="573193"/>
                  <a:pt x="1095798" y="611716"/>
                  <a:pt x="1323340" y="650240"/>
                </a:cubicBezTo>
              </a:path>
            </a:pathLst>
          </a:custGeom>
          <a:noFill/>
          <a:ln cap="rnd">
            <a:solidFill>
              <a:schemeClr val="accent1"/>
            </a:solidFill>
            <a:round/>
            <a:tailEnd type="stealth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065663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D42841-1AF1-9EA1-1BAA-B00A6B8E06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feld 7">
            <a:extLst>
              <a:ext uri="{FF2B5EF4-FFF2-40B4-BE49-F238E27FC236}">
                <a16:creationId xmlns:a16="http://schemas.microsoft.com/office/drawing/2014/main" id="{A571117E-A7C6-A7C6-6F39-7C89F4F53678}"/>
              </a:ext>
            </a:extLst>
          </p:cNvPr>
          <p:cNvSpPr txBox="1"/>
          <p:nvPr/>
        </p:nvSpPr>
        <p:spPr>
          <a:xfrm>
            <a:off x="2791800" y="2091580"/>
            <a:ext cx="4841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x</a:t>
            </a:r>
          </a:p>
        </p:txBody>
      </p:sp>
      <p:sp>
        <p:nvSpPr>
          <p:cNvPr id="36" name="Textfeld 35">
            <a:extLst>
              <a:ext uri="{FF2B5EF4-FFF2-40B4-BE49-F238E27FC236}">
                <a16:creationId xmlns:a16="http://schemas.microsoft.com/office/drawing/2014/main" id="{F1E1E5CA-3D6B-71D3-B083-F7C2808B7863}"/>
              </a:ext>
            </a:extLst>
          </p:cNvPr>
          <p:cNvSpPr txBox="1"/>
          <p:nvPr/>
        </p:nvSpPr>
        <p:spPr>
          <a:xfrm>
            <a:off x="734724" y="1912227"/>
            <a:ext cx="3530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i="1" dirty="0">
                <a:solidFill>
                  <a:schemeClr val="tx1">
                    <a:lumMod val="65000"/>
                    <a:lumOff val="35000"/>
                  </a:schemeClr>
                </a:solidFill>
                <a:latin typeface="CMU Serif Extra" panose="02000603000000000000" pitchFamily="2" charset="0"/>
                <a:ea typeface="CMU Serif Extra" panose="02000603000000000000" pitchFamily="2" charset="0"/>
                <a:cs typeface="CMU Serif Extra" panose="02000603000000000000" pitchFamily="2" charset="0"/>
              </a:rPr>
              <a:t>ϑ</a:t>
            </a:r>
            <a:endParaRPr lang="de-DE" i="1" u="sng" dirty="0">
              <a:solidFill>
                <a:schemeClr val="tx1">
                  <a:lumMod val="65000"/>
                  <a:lumOff val="35000"/>
                </a:schemeClr>
              </a:solidFill>
              <a:latin typeface="CMU Serif Extra" panose="02000603000000000000" pitchFamily="2" charset="0"/>
              <a:ea typeface="CMU Serif Extra" panose="02000603000000000000" pitchFamily="2" charset="0"/>
              <a:cs typeface="CMU Serif Extra" panose="02000603000000000000" pitchFamily="2" charset="0"/>
            </a:endParaRPr>
          </a:p>
        </p:txBody>
      </p:sp>
      <p:cxnSp>
        <p:nvCxnSpPr>
          <p:cNvPr id="55" name="Gerader Verbinder 54">
            <a:extLst>
              <a:ext uri="{FF2B5EF4-FFF2-40B4-BE49-F238E27FC236}">
                <a16:creationId xmlns:a16="http://schemas.microsoft.com/office/drawing/2014/main" id="{A3A7E3FB-1441-FFCB-59F0-AF8C9CBBD68C}"/>
              </a:ext>
            </a:extLst>
          </p:cNvPr>
          <p:cNvCxnSpPr>
            <a:cxnSpLocks/>
          </p:cNvCxnSpPr>
          <p:nvPr/>
        </p:nvCxnSpPr>
        <p:spPr>
          <a:xfrm>
            <a:off x="1133632" y="2282248"/>
            <a:ext cx="127820" cy="195448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B0C2C4EB-812A-90F4-8AD9-A127A9632895}"/>
              </a:ext>
            </a:extLst>
          </p:cNvPr>
          <p:cNvCxnSpPr>
            <a:cxnSpLocks/>
          </p:cNvCxnSpPr>
          <p:nvPr/>
        </p:nvCxnSpPr>
        <p:spPr>
          <a:xfrm flipH="1">
            <a:off x="329391" y="2280826"/>
            <a:ext cx="804241" cy="0"/>
          </a:xfrm>
          <a:prstGeom prst="line">
            <a:avLst/>
          </a:prstGeom>
          <a:ln w="12700" cap="rnd">
            <a:solidFill>
              <a:schemeClr val="tx1">
                <a:lumMod val="65000"/>
                <a:lumOff val="35000"/>
              </a:schemeClr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Bogen 34">
            <a:extLst>
              <a:ext uri="{FF2B5EF4-FFF2-40B4-BE49-F238E27FC236}">
                <a16:creationId xmlns:a16="http://schemas.microsoft.com/office/drawing/2014/main" id="{A7FB58F3-80D4-2913-F3FD-49E3CD46E0B2}"/>
              </a:ext>
            </a:extLst>
          </p:cNvPr>
          <p:cNvSpPr/>
          <p:nvPr/>
        </p:nvSpPr>
        <p:spPr>
          <a:xfrm>
            <a:off x="669513" y="1849946"/>
            <a:ext cx="876546" cy="861914"/>
          </a:xfrm>
          <a:prstGeom prst="arc">
            <a:avLst>
              <a:gd name="adj1" fmla="val 10800594"/>
              <a:gd name="adj2" fmla="val 17776719"/>
            </a:avLst>
          </a:prstGeom>
          <a:noFill/>
          <a:ln w="12700" cap="rnd">
            <a:solidFill>
              <a:schemeClr val="tx1">
                <a:lumMod val="65000"/>
                <a:lumOff val="35000"/>
              </a:schemeClr>
            </a:solidFill>
            <a:round/>
            <a:headEnd type="stealth" w="med" len="med"/>
            <a:tailEnd type="stealth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6" name="Gerader Verbinder 5">
            <a:extLst>
              <a:ext uri="{FF2B5EF4-FFF2-40B4-BE49-F238E27FC236}">
                <a16:creationId xmlns:a16="http://schemas.microsoft.com/office/drawing/2014/main" id="{C68A3746-682B-EEB3-446B-8169FA97A567}"/>
              </a:ext>
            </a:extLst>
          </p:cNvPr>
          <p:cNvCxnSpPr>
            <a:cxnSpLocks/>
          </p:cNvCxnSpPr>
          <p:nvPr/>
        </p:nvCxnSpPr>
        <p:spPr>
          <a:xfrm flipH="1">
            <a:off x="1102711" y="1029717"/>
            <a:ext cx="655761" cy="1250447"/>
          </a:xfrm>
          <a:prstGeom prst="line">
            <a:avLst/>
          </a:prstGeom>
          <a:ln cap="rnd">
            <a:round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Gerader Verbinder 6">
            <a:extLst>
              <a:ext uri="{FF2B5EF4-FFF2-40B4-BE49-F238E27FC236}">
                <a16:creationId xmlns:a16="http://schemas.microsoft.com/office/drawing/2014/main" id="{3CA28803-7D69-49C5-4131-67F574D73EC5}"/>
              </a:ext>
            </a:extLst>
          </p:cNvPr>
          <p:cNvCxnSpPr>
            <a:cxnSpLocks/>
          </p:cNvCxnSpPr>
          <p:nvPr/>
        </p:nvCxnSpPr>
        <p:spPr>
          <a:xfrm flipH="1">
            <a:off x="1102711" y="2281642"/>
            <a:ext cx="1803328" cy="0"/>
          </a:xfrm>
          <a:prstGeom prst="line">
            <a:avLst/>
          </a:prstGeom>
          <a:ln cap="rnd">
            <a:round/>
            <a:headEnd type="stealth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Bogen 10">
            <a:extLst>
              <a:ext uri="{FF2B5EF4-FFF2-40B4-BE49-F238E27FC236}">
                <a16:creationId xmlns:a16="http://schemas.microsoft.com/office/drawing/2014/main" id="{353DCCA2-EAF4-F3A1-164B-6DD68A85A52C}"/>
              </a:ext>
            </a:extLst>
          </p:cNvPr>
          <p:cNvSpPr/>
          <p:nvPr/>
        </p:nvSpPr>
        <p:spPr>
          <a:xfrm>
            <a:off x="669513" y="1849946"/>
            <a:ext cx="876546" cy="861914"/>
          </a:xfrm>
          <a:prstGeom prst="arc">
            <a:avLst>
              <a:gd name="adj1" fmla="val 17842812"/>
              <a:gd name="adj2" fmla="val 21551453"/>
            </a:avLst>
          </a:prstGeom>
          <a:noFill/>
          <a:ln w="12700" cap="rnd">
            <a:solidFill>
              <a:schemeClr val="tx1">
                <a:lumMod val="65000"/>
                <a:lumOff val="35000"/>
              </a:schemeClr>
            </a:solidFill>
            <a:round/>
            <a:headEnd type="stealth" w="med" len="med"/>
            <a:tailEnd type="stealth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1944F6FE-5F88-6505-4B9F-2F24F08A76C7}"/>
              </a:ext>
            </a:extLst>
          </p:cNvPr>
          <p:cNvCxnSpPr>
            <a:cxnSpLocks/>
          </p:cNvCxnSpPr>
          <p:nvPr/>
        </p:nvCxnSpPr>
        <p:spPr>
          <a:xfrm>
            <a:off x="1197542" y="2280835"/>
            <a:ext cx="127820" cy="195448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Gerader Verbinder 14">
            <a:extLst>
              <a:ext uri="{FF2B5EF4-FFF2-40B4-BE49-F238E27FC236}">
                <a16:creationId xmlns:a16="http://schemas.microsoft.com/office/drawing/2014/main" id="{84958F9E-6EEF-C3DF-1142-1C411B33276A}"/>
              </a:ext>
            </a:extLst>
          </p:cNvPr>
          <p:cNvCxnSpPr>
            <a:cxnSpLocks/>
          </p:cNvCxnSpPr>
          <p:nvPr/>
        </p:nvCxnSpPr>
        <p:spPr>
          <a:xfrm>
            <a:off x="1261452" y="2281844"/>
            <a:ext cx="127820" cy="195448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Gerader Verbinder 15">
            <a:extLst>
              <a:ext uri="{FF2B5EF4-FFF2-40B4-BE49-F238E27FC236}">
                <a16:creationId xmlns:a16="http://schemas.microsoft.com/office/drawing/2014/main" id="{345FCB7A-290F-B84D-FE87-3D9BA91732BD}"/>
              </a:ext>
            </a:extLst>
          </p:cNvPr>
          <p:cNvCxnSpPr>
            <a:cxnSpLocks/>
          </p:cNvCxnSpPr>
          <p:nvPr/>
        </p:nvCxnSpPr>
        <p:spPr>
          <a:xfrm>
            <a:off x="1325362" y="2280431"/>
            <a:ext cx="127820" cy="195448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Gerader Verbinder 16">
            <a:extLst>
              <a:ext uri="{FF2B5EF4-FFF2-40B4-BE49-F238E27FC236}">
                <a16:creationId xmlns:a16="http://schemas.microsoft.com/office/drawing/2014/main" id="{04EB07F2-97EA-2AD5-4251-048E5A7179BB}"/>
              </a:ext>
            </a:extLst>
          </p:cNvPr>
          <p:cNvCxnSpPr>
            <a:cxnSpLocks/>
          </p:cNvCxnSpPr>
          <p:nvPr/>
        </p:nvCxnSpPr>
        <p:spPr>
          <a:xfrm>
            <a:off x="1390979" y="2279511"/>
            <a:ext cx="127820" cy="195448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Gerader Verbinder 17">
            <a:extLst>
              <a:ext uri="{FF2B5EF4-FFF2-40B4-BE49-F238E27FC236}">
                <a16:creationId xmlns:a16="http://schemas.microsoft.com/office/drawing/2014/main" id="{DA94BD58-1502-42C9-25BC-738079F85600}"/>
              </a:ext>
            </a:extLst>
          </p:cNvPr>
          <p:cNvCxnSpPr>
            <a:cxnSpLocks/>
          </p:cNvCxnSpPr>
          <p:nvPr/>
        </p:nvCxnSpPr>
        <p:spPr>
          <a:xfrm>
            <a:off x="1454889" y="2281230"/>
            <a:ext cx="127820" cy="195448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Gerader Verbinder 18">
            <a:extLst>
              <a:ext uri="{FF2B5EF4-FFF2-40B4-BE49-F238E27FC236}">
                <a16:creationId xmlns:a16="http://schemas.microsoft.com/office/drawing/2014/main" id="{0C6AF491-D1B6-25D2-F82F-8A83200BE55E}"/>
              </a:ext>
            </a:extLst>
          </p:cNvPr>
          <p:cNvCxnSpPr>
            <a:cxnSpLocks/>
          </p:cNvCxnSpPr>
          <p:nvPr/>
        </p:nvCxnSpPr>
        <p:spPr>
          <a:xfrm>
            <a:off x="1518799" y="2279107"/>
            <a:ext cx="127820" cy="195448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Gerader Verbinder 19">
            <a:extLst>
              <a:ext uri="{FF2B5EF4-FFF2-40B4-BE49-F238E27FC236}">
                <a16:creationId xmlns:a16="http://schemas.microsoft.com/office/drawing/2014/main" id="{9386175E-DD22-37EA-F5B1-047947F646F3}"/>
              </a:ext>
            </a:extLst>
          </p:cNvPr>
          <p:cNvCxnSpPr>
            <a:cxnSpLocks/>
          </p:cNvCxnSpPr>
          <p:nvPr/>
        </p:nvCxnSpPr>
        <p:spPr>
          <a:xfrm>
            <a:off x="1582709" y="2280826"/>
            <a:ext cx="127820" cy="195448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Gerader Verbinder 20">
            <a:extLst>
              <a:ext uri="{FF2B5EF4-FFF2-40B4-BE49-F238E27FC236}">
                <a16:creationId xmlns:a16="http://schemas.microsoft.com/office/drawing/2014/main" id="{E109B9D9-D053-6AC2-4537-A098D19F1065}"/>
              </a:ext>
            </a:extLst>
          </p:cNvPr>
          <p:cNvCxnSpPr>
            <a:cxnSpLocks/>
          </p:cNvCxnSpPr>
          <p:nvPr/>
        </p:nvCxnSpPr>
        <p:spPr>
          <a:xfrm>
            <a:off x="1647041" y="2281504"/>
            <a:ext cx="127820" cy="195448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Gerader Verbinder 21">
            <a:extLst>
              <a:ext uri="{FF2B5EF4-FFF2-40B4-BE49-F238E27FC236}">
                <a16:creationId xmlns:a16="http://schemas.microsoft.com/office/drawing/2014/main" id="{7A32A71E-1B8B-DC5C-E4F8-73A830C867A6}"/>
              </a:ext>
            </a:extLst>
          </p:cNvPr>
          <p:cNvCxnSpPr>
            <a:cxnSpLocks/>
          </p:cNvCxnSpPr>
          <p:nvPr/>
        </p:nvCxnSpPr>
        <p:spPr>
          <a:xfrm>
            <a:off x="1710951" y="2280091"/>
            <a:ext cx="127820" cy="195448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Gerader Verbinder 22">
            <a:extLst>
              <a:ext uri="{FF2B5EF4-FFF2-40B4-BE49-F238E27FC236}">
                <a16:creationId xmlns:a16="http://schemas.microsoft.com/office/drawing/2014/main" id="{E5EBE5CC-63BD-120A-4744-68928B25133D}"/>
              </a:ext>
            </a:extLst>
          </p:cNvPr>
          <p:cNvCxnSpPr>
            <a:cxnSpLocks/>
          </p:cNvCxnSpPr>
          <p:nvPr/>
        </p:nvCxnSpPr>
        <p:spPr>
          <a:xfrm>
            <a:off x="1774861" y="2281100"/>
            <a:ext cx="127820" cy="195448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Gerader Verbinder 23">
            <a:extLst>
              <a:ext uri="{FF2B5EF4-FFF2-40B4-BE49-F238E27FC236}">
                <a16:creationId xmlns:a16="http://schemas.microsoft.com/office/drawing/2014/main" id="{B7EBB11C-1CCE-1DC8-59FF-804CB4653D4E}"/>
              </a:ext>
            </a:extLst>
          </p:cNvPr>
          <p:cNvCxnSpPr>
            <a:cxnSpLocks/>
          </p:cNvCxnSpPr>
          <p:nvPr/>
        </p:nvCxnSpPr>
        <p:spPr>
          <a:xfrm>
            <a:off x="1838771" y="2279687"/>
            <a:ext cx="127820" cy="195448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Gerader Verbinder 24">
            <a:extLst>
              <a:ext uri="{FF2B5EF4-FFF2-40B4-BE49-F238E27FC236}">
                <a16:creationId xmlns:a16="http://schemas.microsoft.com/office/drawing/2014/main" id="{C8D6B262-6FC2-F747-880F-C024301B1265}"/>
              </a:ext>
            </a:extLst>
          </p:cNvPr>
          <p:cNvCxnSpPr>
            <a:cxnSpLocks/>
          </p:cNvCxnSpPr>
          <p:nvPr/>
        </p:nvCxnSpPr>
        <p:spPr>
          <a:xfrm>
            <a:off x="1903988" y="2282248"/>
            <a:ext cx="127820" cy="195448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Gerader Verbinder 25">
            <a:extLst>
              <a:ext uri="{FF2B5EF4-FFF2-40B4-BE49-F238E27FC236}">
                <a16:creationId xmlns:a16="http://schemas.microsoft.com/office/drawing/2014/main" id="{669D9F79-5475-6756-E4D6-4358B24922E8}"/>
              </a:ext>
            </a:extLst>
          </p:cNvPr>
          <p:cNvCxnSpPr>
            <a:cxnSpLocks/>
          </p:cNvCxnSpPr>
          <p:nvPr/>
        </p:nvCxnSpPr>
        <p:spPr>
          <a:xfrm>
            <a:off x="1967898" y="2280835"/>
            <a:ext cx="127820" cy="195448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Gerader Verbinder 26">
            <a:extLst>
              <a:ext uri="{FF2B5EF4-FFF2-40B4-BE49-F238E27FC236}">
                <a16:creationId xmlns:a16="http://schemas.microsoft.com/office/drawing/2014/main" id="{F5E3C8A6-A1C1-C783-2A4B-30FAF2B83268}"/>
              </a:ext>
            </a:extLst>
          </p:cNvPr>
          <p:cNvCxnSpPr>
            <a:cxnSpLocks/>
          </p:cNvCxnSpPr>
          <p:nvPr/>
        </p:nvCxnSpPr>
        <p:spPr>
          <a:xfrm>
            <a:off x="2031808" y="2281844"/>
            <a:ext cx="127820" cy="195448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Gerader Verbinder 27">
            <a:extLst>
              <a:ext uri="{FF2B5EF4-FFF2-40B4-BE49-F238E27FC236}">
                <a16:creationId xmlns:a16="http://schemas.microsoft.com/office/drawing/2014/main" id="{D8C1FE2B-552E-A6F6-6845-E28C6DE1D0CF}"/>
              </a:ext>
            </a:extLst>
          </p:cNvPr>
          <p:cNvCxnSpPr>
            <a:cxnSpLocks/>
          </p:cNvCxnSpPr>
          <p:nvPr/>
        </p:nvCxnSpPr>
        <p:spPr>
          <a:xfrm>
            <a:off x="2095718" y="2280431"/>
            <a:ext cx="127820" cy="195448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Gerader Verbinder 28">
            <a:extLst>
              <a:ext uri="{FF2B5EF4-FFF2-40B4-BE49-F238E27FC236}">
                <a16:creationId xmlns:a16="http://schemas.microsoft.com/office/drawing/2014/main" id="{B4866CDB-B46C-6DAE-BA52-F9DB4CA3D611}"/>
              </a:ext>
            </a:extLst>
          </p:cNvPr>
          <p:cNvCxnSpPr>
            <a:cxnSpLocks/>
          </p:cNvCxnSpPr>
          <p:nvPr/>
        </p:nvCxnSpPr>
        <p:spPr>
          <a:xfrm>
            <a:off x="2159628" y="2281542"/>
            <a:ext cx="127820" cy="195448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Gerader Verbinder 29">
            <a:extLst>
              <a:ext uri="{FF2B5EF4-FFF2-40B4-BE49-F238E27FC236}">
                <a16:creationId xmlns:a16="http://schemas.microsoft.com/office/drawing/2014/main" id="{2BA26B25-E09B-56FB-80E5-42D17C71F69B}"/>
              </a:ext>
            </a:extLst>
          </p:cNvPr>
          <p:cNvCxnSpPr>
            <a:cxnSpLocks/>
          </p:cNvCxnSpPr>
          <p:nvPr/>
        </p:nvCxnSpPr>
        <p:spPr>
          <a:xfrm>
            <a:off x="2223538" y="2280129"/>
            <a:ext cx="127820" cy="195448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Gerader Verbinder 30">
            <a:extLst>
              <a:ext uri="{FF2B5EF4-FFF2-40B4-BE49-F238E27FC236}">
                <a16:creationId xmlns:a16="http://schemas.microsoft.com/office/drawing/2014/main" id="{EC88E4D0-F749-085E-85C1-C65A4685EE1B}"/>
              </a:ext>
            </a:extLst>
          </p:cNvPr>
          <p:cNvCxnSpPr>
            <a:cxnSpLocks/>
          </p:cNvCxnSpPr>
          <p:nvPr/>
        </p:nvCxnSpPr>
        <p:spPr>
          <a:xfrm>
            <a:off x="2287448" y="2281138"/>
            <a:ext cx="127820" cy="195448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Gerader Verbinder 31">
            <a:extLst>
              <a:ext uri="{FF2B5EF4-FFF2-40B4-BE49-F238E27FC236}">
                <a16:creationId xmlns:a16="http://schemas.microsoft.com/office/drawing/2014/main" id="{D080EB0C-C238-E2EE-FAD2-36AC3C0EAA05}"/>
              </a:ext>
            </a:extLst>
          </p:cNvPr>
          <p:cNvCxnSpPr>
            <a:cxnSpLocks/>
          </p:cNvCxnSpPr>
          <p:nvPr/>
        </p:nvCxnSpPr>
        <p:spPr>
          <a:xfrm>
            <a:off x="2351358" y="2279725"/>
            <a:ext cx="127820" cy="195448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Gerader Verbinder 32">
            <a:extLst>
              <a:ext uri="{FF2B5EF4-FFF2-40B4-BE49-F238E27FC236}">
                <a16:creationId xmlns:a16="http://schemas.microsoft.com/office/drawing/2014/main" id="{C2DFB181-4D24-B0F2-CDDF-741E3DA171CD}"/>
              </a:ext>
            </a:extLst>
          </p:cNvPr>
          <p:cNvCxnSpPr>
            <a:cxnSpLocks/>
          </p:cNvCxnSpPr>
          <p:nvPr/>
        </p:nvCxnSpPr>
        <p:spPr>
          <a:xfrm>
            <a:off x="2415268" y="2279511"/>
            <a:ext cx="127820" cy="195448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Gerader Verbinder 36">
            <a:extLst>
              <a:ext uri="{FF2B5EF4-FFF2-40B4-BE49-F238E27FC236}">
                <a16:creationId xmlns:a16="http://schemas.microsoft.com/office/drawing/2014/main" id="{26818B5B-BA27-A418-E06F-079152E0A8CF}"/>
              </a:ext>
            </a:extLst>
          </p:cNvPr>
          <p:cNvCxnSpPr>
            <a:cxnSpLocks/>
          </p:cNvCxnSpPr>
          <p:nvPr/>
        </p:nvCxnSpPr>
        <p:spPr>
          <a:xfrm>
            <a:off x="2479178" y="2281230"/>
            <a:ext cx="127820" cy="195448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Gerader Verbinder 37">
            <a:extLst>
              <a:ext uri="{FF2B5EF4-FFF2-40B4-BE49-F238E27FC236}">
                <a16:creationId xmlns:a16="http://schemas.microsoft.com/office/drawing/2014/main" id="{2B137F74-F0EB-6AA4-3D28-A250FD348284}"/>
              </a:ext>
            </a:extLst>
          </p:cNvPr>
          <p:cNvCxnSpPr>
            <a:cxnSpLocks/>
          </p:cNvCxnSpPr>
          <p:nvPr/>
        </p:nvCxnSpPr>
        <p:spPr>
          <a:xfrm>
            <a:off x="2543088" y="2279107"/>
            <a:ext cx="127820" cy="195448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Gerader Verbinder 56">
            <a:extLst>
              <a:ext uri="{FF2B5EF4-FFF2-40B4-BE49-F238E27FC236}">
                <a16:creationId xmlns:a16="http://schemas.microsoft.com/office/drawing/2014/main" id="{EEECA183-4DD5-6C0F-2BA4-19E19B4365B4}"/>
              </a:ext>
            </a:extLst>
          </p:cNvPr>
          <p:cNvCxnSpPr>
            <a:cxnSpLocks/>
          </p:cNvCxnSpPr>
          <p:nvPr/>
        </p:nvCxnSpPr>
        <p:spPr>
          <a:xfrm>
            <a:off x="2606998" y="2280826"/>
            <a:ext cx="127820" cy="195448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Gerader Verbinder 57">
            <a:extLst>
              <a:ext uri="{FF2B5EF4-FFF2-40B4-BE49-F238E27FC236}">
                <a16:creationId xmlns:a16="http://schemas.microsoft.com/office/drawing/2014/main" id="{99D03819-1D77-95C9-0420-279C4B17583A}"/>
              </a:ext>
            </a:extLst>
          </p:cNvPr>
          <p:cNvCxnSpPr>
            <a:cxnSpLocks/>
          </p:cNvCxnSpPr>
          <p:nvPr/>
        </p:nvCxnSpPr>
        <p:spPr>
          <a:xfrm>
            <a:off x="1196584" y="1656315"/>
            <a:ext cx="127820" cy="195448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Gerader Verbinder 58">
            <a:extLst>
              <a:ext uri="{FF2B5EF4-FFF2-40B4-BE49-F238E27FC236}">
                <a16:creationId xmlns:a16="http://schemas.microsoft.com/office/drawing/2014/main" id="{A23E2C8B-1826-F69C-50EC-8172C0DF4B91}"/>
              </a:ext>
            </a:extLst>
          </p:cNvPr>
          <p:cNvCxnSpPr>
            <a:cxnSpLocks/>
          </p:cNvCxnSpPr>
          <p:nvPr/>
        </p:nvCxnSpPr>
        <p:spPr>
          <a:xfrm>
            <a:off x="1225260" y="1603467"/>
            <a:ext cx="127820" cy="195448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Gerader Verbinder 59">
            <a:extLst>
              <a:ext uri="{FF2B5EF4-FFF2-40B4-BE49-F238E27FC236}">
                <a16:creationId xmlns:a16="http://schemas.microsoft.com/office/drawing/2014/main" id="{79EBC6B8-BDBD-6B8E-E254-A7CC38B977BD}"/>
              </a:ext>
            </a:extLst>
          </p:cNvPr>
          <p:cNvCxnSpPr>
            <a:cxnSpLocks/>
          </p:cNvCxnSpPr>
          <p:nvPr/>
        </p:nvCxnSpPr>
        <p:spPr>
          <a:xfrm>
            <a:off x="1253843" y="1551764"/>
            <a:ext cx="127820" cy="195448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Gerader Verbinder 60">
            <a:extLst>
              <a:ext uri="{FF2B5EF4-FFF2-40B4-BE49-F238E27FC236}">
                <a16:creationId xmlns:a16="http://schemas.microsoft.com/office/drawing/2014/main" id="{42D29C0A-219E-F318-C70B-265CB8B37434}"/>
              </a:ext>
            </a:extLst>
          </p:cNvPr>
          <p:cNvCxnSpPr>
            <a:cxnSpLocks/>
          </p:cNvCxnSpPr>
          <p:nvPr/>
        </p:nvCxnSpPr>
        <p:spPr>
          <a:xfrm>
            <a:off x="1282426" y="1500061"/>
            <a:ext cx="127820" cy="195448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Gerader Verbinder 68">
            <a:extLst>
              <a:ext uri="{FF2B5EF4-FFF2-40B4-BE49-F238E27FC236}">
                <a16:creationId xmlns:a16="http://schemas.microsoft.com/office/drawing/2014/main" id="{D01692FF-1BAD-799A-A58F-AF8C1B3832D3}"/>
              </a:ext>
            </a:extLst>
          </p:cNvPr>
          <p:cNvCxnSpPr>
            <a:cxnSpLocks/>
          </p:cNvCxnSpPr>
          <p:nvPr/>
        </p:nvCxnSpPr>
        <p:spPr>
          <a:xfrm>
            <a:off x="1037374" y="2233783"/>
            <a:ext cx="159515" cy="243913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Gerader Verbinder 73">
            <a:extLst>
              <a:ext uri="{FF2B5EF4-FFF2-40B4-BE49-F238E27FC236}">
                <a16:creationId xmlns:a16="http://schemas.microsoft.com/office/drawing/2014/main" id="{477B70E3-4779-8CD2-9320-C3922DDD30D9}"/>
              </a:ext>
            </a:extLst>
          </p:cNvPr>
          <p:cNvCxnSpPr>
            <a:cxnSpLocks/>
          </p:cNvCxnSpPr>
          <p:nvPr/>
        </p:nvCxnSpPr>
        <p:spPr>
          <a:xfrm>
            <a:off x="974891" y="2238575"/>
            <a:ext cx="156381" cy="239121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Gerader Verbinder 76">
            <a:extLst>
              <a:ext uri="{FF2B5EF4-FFF2-40B4-BE49-F238E27FC236}">
                <a16:creationId xmlns:a16="http://schemas.microsoft.com/office/drawing/2014/main" id="{473C7F89-3AE6-5507-1FA8-A7CF37FF7CA3}"/>
              </a:ext>
            </a:extLst>
          </p:cNvPr>
          <p:cNvCxnSpPr>
            <a:cxnSpLocks/>
          </p:cNvCxnSpPr>
          <p:nvPr/>
        </p:nvCxnSpPr>
        <p:spPr>
          <a:xfrm>
            <a:off x="909141" y="2238575"/>
            <a:ext cx="156381" cy="239121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Gerader Verbinder 84">
            <a:extLst>
              <a:ext uri="{FF2B5EF4-FFF2-40B4-BE49-F238E27FC236}">
                <a16:creationId xmlns:a16="http://schemas.microsoft.com/office/drawing/2014/main" id="{65B14C8F-3F77-D3A1-5EE2-ED7EA7BEE2CA}"/>
              </a:ext>
            </a:extLst>
          </p:cNvPr>
          <p:cNvCxnSpPr>
            <a:cxnSpLocks/>
          </p:cNvCxnSpPr>
          <p:nvPr/>
        </p:nvCxnSpPr>
        <p:spPr>
          <a:xfrm>
            <a:off x="870877" y="2283207"/>
            <a:ext cx="127192" cy="194489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Gerader Verbinder 90">
            <a:extLst>
              <a:ext uri="{FF2B5EF4-FFF2-40B4-BE49-F238E27FC236}">
                <a16:creationId xmlns:a16="http://schemas.microsoft.com/office/drawing/2014/main" id="{76E50349-030E-5D55-04AF-BE81CB908616}"/>
              </a:ext>
            </a:extLst>
          </p:cNvPr>
          <p:cNvCxnSpPr>
            <a:cxnSpLocks/>
          </p:cNvCxnSpPr>
          <p:nvPr/>
        </p:nvCxnSpPr>
        <p:spPr>
          <a:xfrm>
            <a:off x="841688" y="2337050"/>
            <a:ext cx="89967" cy="137568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Gerader Verbinder 92">
            <a:extLst>
              <a:ext uri="{FF2B5EF4-FFF2-40B4-BE49-F238E27FC236}">
                <a16:creationId xmlns:a16="http://schemas.microsoft.com/office/drawing/2014/main" id="{0FF937FE-542B-0AF5-EDFB-D9A07DDC58B8}"/>
              </a:ext>
            </a:extLst>
          </p:cNvPr>
          <p:cNvCxnSpPr>
            <a:cxnSpLocks/>
          </p:cNvCxnSpPr>
          <p:nvPr/>
        </p:nvCxnSpPr>
        <p:spPr>
          <a:xfrm>
            <a:off x="813592" y="2393811"/>
            <a:ext cx="52846" cy="80807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Gerader Verbinder 94">
            <a:extLst>
              <a:ext uri="{FF2B5EF4-FFF2-40B4-BE49-F238E27FC236}">
                <a16:creationId xmlns:a16="http://schemas.microsoft.com/office/drawing/2014/main" id="{F668BF2D-AD45-00BF-B15D-3994E110C1B7}"/>
              </a:ext>
            </a:extLst>
          </p:cNvPr>
          <p:cNvCxnSpPr>
            <a:cxnSpLocks/>
          </p:cNvCxnSpPr>
          <p:nvPr/>
        </p:nvCxnSpPr>
        <p:spPr>
          <a:xfrm>
            <a:off x="1168256" y="1713635"/>
            <a:ext cx="54378" cy="83150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Gerader Verbinder 96">
            <a:extLst>
              <a:ext uri="{FF2B5EF4-FFF2-40B4-BE49-F238E27FC236}">
                <a16:creationId xmlns:a16="http://schemas.microsoft.com/office/drawing/2014/main" id="{EEC47DF1-801B-EB6D-0757-2354E9674287}"/>
              </a:ext>
            </a:extLst>
          </p:cNvPr>
          <p:cNvCxnSpPr>
            <a:cxnSpLocks/>
          </p:cNvCxnSpPr>
          <p:nvPr/>
        </p:nvCxnSpPr>
        <p:spPr>
          <a:xfrm>
            <a:off x="1084514" y="2206600"/>
            <a:ext cx="31693" cy="48462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Gerader Verbinder 99">
            <a:extLst>
              <a:ext uri="{FF2B5EF4-FFF2-40B4-BE49-F238E27FC236}">
                <a16:creationId xmlns:a16="http://schemas.microsoft.com/office/drawing/2014/main" id="{C8BE03CC-18E1-5B8F-2ADA-DED3C8A51DDA}"/>
              </a:ext>
            </a:extLst>
          </p:cNvPr>
          <p:cNvCxnSpPr>
            <a:cxnSpLocks/>
          </p:cNvCxnSpPr>
          <p:nvPr/>
        </p:nvCxnSpPr>
        <p:spPr>
          <a:xfrm>
            <a:off x="1112823" y="2151859"/>
            <a:ext cx="31693" cy="48462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Gerader Verbinder 100">
            <a:extLst>
              <a:ext uri="{FF2B5EF4-FFF2-40B4-BE49-F238E27FC236}">
                <a16:creationId xmlns:a16="http://schemas.microsoft.com/office/drawing/2014/main" id="{4A65D8BD-DC28-81FD-F090-8A9F49B355E7}"/>
              </a:ext>
            </a:extLst>
          </p:cNvPr>
          <p:cNvCxnSpPr>
            <a:cxnSpLocks/>
          </p:cNvCxnSpPr>
          <p:nvPr/>
        </p:nvCxnSpPr>
        <p:spPr>
          <a:xfrm>
            <a:off x="1138781" y="2099023"/>
            <a:ext cx="31693" cy="48462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Gerader Verbinder 101">
            <a:extLst>
              <a:ext uri="{FF2B5EF4-FFF2-40B4-BE49-F238E27FC236}">
                <a16:creationId xmlns:a16="http://schemas.microsoft.com/office/drawing/2014/main" id="{9B529AC9-7A0C-4924-AD00-CBFD3280473C}"/>
              </a:ext>
            </a:extLst>
          </p:cNvPr>
          <p:cNvCxnSpPr>
            <a:cxnSpLocks/>
          </p:cNvCxnSpPr>
          <p:nvPr/>
        </p:nvCxnSpPr>
        <p:spPr>
          <a:xfrm>
            <a:off x="1168460" y="2040379"/>
            <a:ext cx="31693" cy="48462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Gerader Verbinder 102">
            <a:extLst>
              <a:ext uri="{FF2B5EF4-FFF2-40B4-BE49-F238E27FC236}">
                <a16:creationId xmlns:a16="http://schemas.microsoft.com/office/drawing/2014/main" id="{2194F1F0-570E-7F9C-2EF9-31F4C1A0F596}"/>
              </a:ext>
            </a:extLst>
          </p:cNvPr>
          <p:cNvCxnSpPr>
            <a:cxnSpLocks/>
          </p:cNvCxnSpPr>
          <p:nvPr/>
        </p:nvCxnSpPr>
        <p:spPr>
          <a:xfrm>
            <a:off x="1196788" y="1987953"/>
            <a:ext cx="31693" cy="48462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Gerader Verbinder 103">
            <a:extLst>
              <a:ext uri="{FF2B5EF4-FFF2-40B4-BE49-F238E27FC236}">
                <a16:creationId xmlns:a16="http://schemas.microsoft.com/office/drawing/2014/main" id="{0E60EA62-D4F1-93D2-410B-53817F770D69}"/>
              </a:ext>
            </a:extLst>
          </p:cNvPr>
          <p:cNvCxnSpPr>
            <a:cxnSpLocks/>
          </p:cNvCxnSpPr>
          <p:nvPr/>
        </p:nvCxnSpPr>
        <p:spPr>
          <a:xfrm>
            <a:off x="1240282" y="1957950"/>
            <a:ext cx="16606" cy="25392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Gerader Verbinder 105">
            <a:extLst>
              <a:ext uri="{FF2B5EF4-FFF2-40B4-BE49-F238E27FC236}">
                <a16:creationId xmlns:a16="http://schemas.microsoft.com/office/drawing/2014/main" id="{E4D5367B-47C2-5AF7-3D35-3DDB763AA01B}"/>
              </a:ext>
            </a:extLst>
          </p:cNvPr>
          <p:cNvCxnSpPr>
            <a:cxnSpLocks/>
          </p:cNvCxnSpPr>
          <p:nvPr/>
        </p:nvCxnSpPr>
        <p:spPr>
          <a:xfrm>
            <a:off x="1308947" y="1440768"/>
            <a:ext cx="127820" cy="195448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Gerader Verbinder 106">
            <a:extLst>
              <a:ext uri="{FF2B5EF4-FFF2-40B4-BE49-F238E27FC236}">
                <a16:creationId xmlns:a16="http://schemas.microsoft.com/office/drawing/2014/main" id="{1FFAD302-A4AF-4B03-FFDA-BAB01E22481F}"/>
              </a:ext>
            </a:extLst>
          </p:cNvPr>
          <p:cNvCxnSpPr>
            <a:cxnSpLocks/>
          </p:cNvCxnSpPr>
          <p:nvPr/>
        </p:nvCxnSpPr>
        <p:spPr>
          <a:xfrm>
            <a:off x="1337623" y="1387920"/>
            <a:ext cx="127820" cy="195448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Gerader Verbinder 107">
            <a:extLst>
              <a:ext uri="{FF2B5EF4-FFF2-40B4-BE49-F238E27FC236}">
                <a16:creationId xmlns:a16="http://schemas.microsoft.com/office/drawing/2014/main" id="{2C52E869-C238-5B80-BD28-B188FFD5E0AA}"/>
              </a:ext>
            </a:extLst>
          </p:cNvPr>
          <p:cNvCxnSpPr>
            <a:cxnSpLocks/>
          </p:cNvCxnSpPr>
          <p:nvPr/>
        </p:nvCxnSpPr>
        <p:spPr>
          <a:xfrm>
            <a:off x="1366206" y="1336217"/>
            <a:ext cx="127820" cy="195448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Gerader Verbinder 108">
            <a:extLst>
              <a:ext uri="{FF2B5EF4-FFF2-40B4-BE49-F238E27FC236}">
                <a16:creationId xmlns:a16="http://schemas.microsoft.com/office/drawing/2014/main" id="{440FFADC-B04F-521E-8DAF-076A84A60947}"/>
              </a:ext>
            </a:extLst>
          </p:cNvPr>
          <p:cNvCxnSpPr>
            <a:cxnSpLocks/>
          </p:cNvCxnSpPr>
          <p:nvPr/>
        </p:nvCxnSpPr>
        <p:spPr>
          <a:xfrm>
            <a:off x="1394789" y="1284514"/>
            <a:ext cx="127820" cy="195448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Gerader Verbinder 109">
            <a:extLst>
              <a:ext uri="{FF2B5EF4-FFF2-40B4-BE49-F238E27FC236}">
                <a16:creationId xmlns:a16="http://schemas.microsoft.com/office/drawing/2014/main" id="{FC01FF9F-5BEF-E6DD-70C1-1A6DF87AB1C4}"/>
              </a:ext>
            </a:extLst>
          </p:cNvPr>
          <p:cNvCxnSpPr>
            <a:cxnSpLocks/>
          </p:cNvCxnSpPr>
          <p:nvPr/>
        </p:nvCxnSpPr>
        <p:spPr>
          <a:xfrm>
            <a:off x="1419284" y="1226632"/>
            <a:ext cx="127820" cy="195448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Gerader Verbinder 110">
            <a:extLst>
              <a:ext uri="{FF2B5EF4-FFF2-40B4-BE49-F238E27FC236}">
                <a16:creationId xmlns:a16="http://schemas.microsoft.com/office/drawing/2014/main" id="{492FA843-3286-8CBD-F942-164480549A06}"/>
              </a:ext>
            </a:extLst>
          </p:cNvPr>
          <p:cNvCxnSpPr>
            <a:cxnSpLocks/>
          </p:cNvCxnSpPr>
          <p:nvPr/>
        </p:nvCxnSpPr>
        <p:spPr>
          <a:xfrm>
            <a:off x="1447960" y="1173784"/>
            <a:ext cx="127820" cy="195448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Gerader Verbinder 111">
            <a:extLst>
              <a:ext uri="{FF2B5EF4-FFF2-40B4-BE49-F238E27FC236}">
                <a16:creationId xmlns:a16="http://schemas.microsoft.com/office/drawing/2014/main" id="{E4FDF65D-5BA3-4FC0-E9EF-2FD5C580EE9A}"/>
              </a:ext>
            </a:extLst>
          </p:cNvPr>
          <p:cNvCxnSpPr>
            <a:cxnSpLocks/>
          </p:cNvCxnSpPr>
          <p:nvPr/>
        </p:nvCxnSpPr>
        <p:spPr>
          <a:xfrm>
            <a:off x="1476543" y="1122081"/>
            <a:ext cx="127820" cy="195448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Gerader Verbinder 112">
            <a:extLst>
              <a:ext uri="{FF2B5EF4-FFF2-40B4-BE49-F238E27FC236}">
                <a16:creationId xmlns:a16="http://schemas.microsoft.com/office/drawing/2014/main" id="{BE7613EC-3FF0-AC7F-3920-478CBB445C62}"/>
              </a:ext>
            </a:extLst>
          </p:cNvPr>
          <p:cNvCxnSpPr>
            <a:cxnSpLocks/>
          </p:cNvCxnSpPr>
          <p:nvPr/>
        </p:nvCxnSpPr>
        <p:spPr>
          <a:xfrm>
            <a:off x="1505126" y="1070378"/>
            <a:ext cx="127820" cy="195448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Gerader Verbinder 113">
            <a:extLst>
              <a:ext uri="{FF2B5EF4-FFF2-40B4-BE49-F238E27FC236}">
                <a16:creationId xmlns:a16="http://schemas.microsoft.com/office/drawing/2014/main" id="{E68BABE3-CC48-6179-D625-520AEDE495E5}"/>
              </a:ext>
            </a:extLst>
          </p:cNvPr>
          <p:cNvCxnSpPr>
            <a:cxnSpLocks/>
          </p:cNvCxnSpPr>
          <p:nvPr/>
        </p:nvCxnSpPr>
        <p:spPr>
          <a:xfrm>
            <a:off x="1532227" y="1014664"/>
            <a:ext cx="127820" cy="195448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Gerader Verbinder 114">
            <a:extLst>
              <a:ext uri="{FF2B5EF4-FFF2-40B4-BE49-F238E27FC236}">
                <a16:creationId xmlns:a16="http://schemas.microsoft.com/office/drawing/2014/main" id="{FB62CC2F-13C7-D515-AF6C-81AE80064417}"/>
              </a:ext>
            </a:extLst>
          </p:cNvPr>
          <p:cNvCxnSpPr>
            <a:cxnSpLocks/>
          </p:cNvCxnSpPr>
          <p:nvPr/>
        </p:nvCxnSpPr>
        <p:spPr>
          <a:xfrm>
            <a:off x="1560903" y="961816"/>
            <a:ext cx="127820" cy="195448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Gerader Verbinder 115">
            <a:extLst>
              <a:ext uri="{FF2B5EF4-FFF2-40B4-BE49-F238E27FC236}">
                <a16:creationId xmlns:a16="http://schemas.microsoft.com/office/drawing/2014/main" id="{A8391B36-28D5-C34F-D5A0-95DDD14A388B}"/>
              </a:ext>
            </a:extLst>
          </p:cNvPr>
          <p:cNvCxnSpPr>
            <a:cxnSpLocks/>
          </p:cNvCxnSpPr>
          <p:nvPr/>
        </p:nvCxnSpPr>
        <p:spPr>
          <a:xfrm>
            <a:off x="1589486" y="910113"/>
            <a:ext cx="127820" cy="195448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Textfeld 117">
            <a:extLst>
              <a:ext uri="{FF2B5EF4-FFF2-40B4-BE49-F238E27FC236}">
                <a16:creationId xmlns:a16="http://schemas.microsoft.com/office/drawing/2014/main" id="{4A030151-91D2-127A-726F-6C77837075EC}"/>
              </a:ext>
            </a:extLst>
          </p:cNvPr>
          <p:cNvSpPr txBox="1"/>
          <p:nvPr/>
        </p:nvSpPr>
        <p:spPr>
          <a:xfrm>
            <a:off x="1159719" y="1909239"/>
            <a:ext cx="3530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i="1" dirty="0">
                <a:solidFill>
                  <a:schemeClr val="tx1">
                    <a:lumMod val="65000"/>
                    <a:lumOff val="35000"/>
                  </a:schemeClr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ε</a:t>
            </a:r>
            <a:endParaRPr lang="de-DE" i="1" u="sng" dirty="0">
              <a:solidFill>
                <a:schemeClr val="tx1">
                  <a:lumMod val="65000"/>
                  <a:lumOff val="35000"/>
                </a:schemeClr>
              </a:solidFill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cxnSp>
        <p:nvCxnSpPr>
          <p:cNvPr id="119" name="Gerader Verbinder 118">
            <a:extLst>
              <a:ext uri="{FF2B5EF4-FFF2-40B4-BE49-F238E27FC236}">
                <a16:creationId xmlns:a16="http://schemas.microsoft.com/office/drawing/2014/main" id="{2CD7C9C7-C2F8-E517-7950-93A7DF75B856}"/>
              </a:ext>
            </a:extLst>
          </p:cNvPr>
          <p:cNvCxnSpPr>
            <a:cxnSpLocks/>
          </p:cNvCxnSpPr>
          <p:nvPr/>
        </p:nvCxnSpPr>
        <p:spPr>
          <a:xfrm>
            <a:off x="1102711" y="910113"/>
            <a:ext cx="0" cy="1368994"/>
          </a:xfrm>
          <a:prstGeom prst="line">
            <a:avLst/>
          </a:prstGeom>
          <a:ln cap="rnd">
            <a:round/>
            <a:headEnd type="stealth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4" name="Textfeld 123">
            <a:extLst>
              <a:ext uri="{FF2B5EF4-FFF2-40B4-BE49-F238E27FC236}">
                <a16:creationId xmlns:a16="http://schemas.microsoft.com/office/drawing/2014/main" id="{92985835-64DD-8636-181C-26DE247A5F75}"/>
              </a:ext>
            </a:extLst>
          </p:cNvPr>
          <p:cNvSpPr txBox="1"/>
          <p:nvPr/>
        </p:nvSpPr>
        <p:spPr>
          <a:xfrm>
            <a:off x="662047" y="726928"/>
            <a:ext cx="4841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y</a:t>
            </a:r>
          </a:p>
        </p:txBody>
      </p:sp>
      <p:sp>
        <p:nvSpPr>
          <p:cNvPr id="125" name="Freihandform: Form 124">
            <a:extLst>
              <a:ext uri="{FF2B5EF4-FFF2-40B4-BE49-F238E27FC236}">
                <a16:creationId xmlns:a16="http://schemas.microsoft.com/office/drawing/2014/main" id="{49ED1080-FF97-6182-EEA9-1865DCB3C75C}"/>
              </a:ext>
            </a:extLst>
          </p:cNvPr>
          <p:cNvSpPr/>
          <p:nvPr/>
        </p:nvSpPr>
        <p:spPr>
          <a:xfrm>
            <a:off x="1642766" y="1114816"/>
            <a:ext cx="909413" cy="1055318"/>
          </a:xfrm>
          <a:custGeom>
            <a:avLst/>
            <a:gdLst>
              <a:gd name="connsiteX0" fmla="*/ 345741 w 909413"/>
              <a:gd name="connsiteY0" fmla="*/ 0 h 1055318"/>
              <a:gd name="connsiteX1" fmla="*/ 23196 w 909413"/>
              <a:gd name="connsiteY1" fmla="*/ 876822 h 1055318"/>
              <a:gd name="connsiteX2" fmla="*/ 909413 w 909413"/>
              <a:gd name="connsiteY2" fmla="*/ 1055318 h 10553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09413" h="1055318">
                <a:moveTo>
                  <a:pt x="345741" y="0"/>
                </a:moveTo>
                <a:cubicBezTo>
                  <a:pt x="137496" y="350468"/>
                  <a:pt x="-70749" y="700936"/>
                  <a:pt x="23196" y="876822"/>
                </a:cubicBezTo>
                <a:cubicBezTo>
                  <a:pt x="117141" y="1052708"/>
                  <a:pt x="513277" y="1054013"/>
                  <a:pt x="909413" y="1055318"/>
                </a:cubicBezTo>
              </a:path>
            </a:pathLst>
          </a:custGeom>
          <a:noFill/>
          <a:ln cap="rnd">
            <a:solidFill>
              <a:schemeClr val="accent1"/>
            </a:solidFill>
            <a:round/>
            <a:tailEnd type="stealth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6" name="Freihandform: Form 125">
            <a:extLst>
              <a:ext uri="{FF2B5EF4-FFF2-40B4-BE49-F238E27FC236}">
                <a16:creationId xmlns:a16="http://schemas.microsoft.com/office/drawing/2014/main" id="{FADE99E2-CD3E-190D-EC3C-30CE0EC4AC21}"/>
              </a:ext>
            </a:extLst>
          </p:cNvPr>
          <p:cNvSpPr/>
          <p:nvPr/>
        </p:nvSpPr>
        <p:spPr>
          <a:xfrm>
            <a:off x="1949747" y="1042787"/>
            <a:ext cx="661932" cy="958241"/>
          </a:xfrm>
          <a:custGeom>
            <a:avLst/>
            <a:gdLst>
              <a:gd name="connsiteX0" fmla="*/ 283019 w 661932"/>
              <a:gd name="connsiteY0" fmla="*/ 0 h 958241"/>
              <a:gd name="connsiteX1" fmla="*/ 13710 w 661932"/>
              <a:gd name="connsiteY1" fmla="*/ 795403 h 958241"/>
              <a:gd name="connsiteX2" fmla="*/ 661932 w 661932"/>
              <a:gd name="connsiteY2" fmla="*/ 958241 h 958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61932" h="958241">
                <a:moveTo>
                  <a:pt x="283019" y="0"/>
                </a:moveTo>
                <a:cubicBezTo>
                  <a:pt x="116788" y="317848"/>
                  <a:pt x="-49442" y="635696"/>
                  <a:pt x="13710" y="795403"/>
                </a:cubicBezTo>
                <a:cubicBezTo>
                  <a:pt x="76862" y="955110"/>
                  <a:pt x="524146" y="958241"/>
                  <a:pt x="661932" y="958241"/>
                </a:cubicBezTo>
              </a:path>
            </a:pathLst>
          </a:custGeom>
          <a:noFill/>
          <a:ln cap="rnd">
            <a:solidFill>
              <a:schemeClr val="accent1"/>
            </a:solidFill>
            <a:round/>
            <a:tailEnd type="stealth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7" name="Freihandform: Form 126">
            <a:extLst>
              <a:ext uri="{FF2B5EF4-FFF2-40B4-BE49-F238E27FC236}">
                <a16:creationId xmlns:a16="http://schemas.microsoft.com/office/drawing/2014/main" id="{B173488B-A780-50C3-CF65-B20F5F8D73AA}"/>
              </a:ext>
            </a:extLst>
          </p:cNvPr>
          <p:cNvSpPr/>
          <p:nvPr/>
        </p:nvSpPr>
        <p:spPr>
          <a:xfrm>
            <a:off x="2241778" y="948289"/>
            <a:ext cx="422617" cy="877513"/>
          </a:xfrm>
          <a:custGeom>
            <a:avLst/>
            <a:gdLst>
              <a:gd name="connsiteX0" fmla="*/ 212806 w 422617"/>
              <a:gd name="connsiteY0" fmla="*/ 0 h 877513"/>
              <a:gd name="connsiteX1" fmla="*/ 6127 w 422617"/>
              <a:gd name="connsiteY1" fmla="*/ 735904 h 877513"/>
              <a:gd name="connsiteX2" fmla="*/ 422617 w 422617"/>
              <a:gd name="connsiteY2" fmla="*/ 876822 h 87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22617" h="877513">
                <a:moveTo>
                  <a:pt x="212806" y="0"/>
                </a:moveTo>
                <a:cubicBezTo>
                  <a:pt x="91982" y="294883"/>
                  <a:pt x="-28842" y="589767"/>
                  <a:pt x="6127" y="735904"/>
                </a:cubicBezTo>
                <a:cubicBezTo>
                  <a:pt x="41096" y="882041"/>
                  <a:pt x="231856" y="879431"/>
                  <a:pt x="422617" y="876822"/>
                </a:cubicBezTo>
              </a:path>
            </a:pathLst>
          </a:custGeom>
          <a:noFill/>
          <a:ln cap="rnd">
            <a:solidFill>
              <a:schemeClr val="accent1"/>
            </a:solidFill>
            <a:round/>
            <a:tailEnd type="stealth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29" name="Gerade Verbindung mit Pfeil 128">
            <a:extLst>
              <a:ext uri="{FF2B5EF4-FFF2-40B4-BE49-F238E27FC236}">
                <a16:creationId xmlns:a16="http://schemas.microsoft.com/office/drawing/2014/main" id="{EDD09EDA-BA1C-F483-0391-35781A13A50D}"/>
              </a:ext>
            </a:extLst>
          </p:cNvPr>
          <p:cNvCxnSpPr>
            <a:cxnSpLocks/>
          </p:cNvCxnSpPr>
          <p:nvPr/>
        </p:nvCxnSpPr>
        <p:spPr>
          <a:xfrm>
            <a:off x="866438" y="1420994"/>
            <a:ext cx="415330" cy="0"/>
          </a:xfrm>
          <a:prstGeom prst="straightConnector1">
            <a:avLst/>
          </a:prstGeom>
          <a:ln cap="rnd">
            <a:solidFill>
              <a:schemeClr val="accent2">
                <a:lumMod val="75000"/>
              </a:schemeClr>
            </a:solidFill>
            <a:round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Gerade Verbindung mit Pfeil 130">
            <a:extLst>
              <a:ext uri="{FF2B5EF4-FFF2-40B4-BE49-F238E27FC236}">
                <a16:creationId xmlns:a16="http://schemas.microsoft.com/office/drawing/2014/main" id="{E8ED8D4E-BF72-01FE-4250-29958BD8AE87}"/>
              </a:ext>
            </a:extLst>
          </p:cNvPr>
          <p:cNvCxnSpPr>
            <a:cxnSpLocks/>
          </p:cNvCxnSpPr>
          <p:nvPr/>
        </p:nvCxnSpPr>
        <p:spPr>
          <a:xfrm flipH="1">
            <a:off x="1627877" y="1420994"/>
            <a:ext cx="787391" cy="0"/>
          </a:xfrm>
          <a:prstGeom prst="straightConnector1">
            <a:avLst/>
          </a:prstGeom>
          <a:ln cap="rnd">
            <a:solidFill>
              <a:schemeClr val="accent2">
                <a:lumMod val="75000"/>
              </a:schemeClr>
            </a:solidFill>
            <a:round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4" name="Textfeld 133">
            <a:extLst>
              <a:ext uri="{FF2B5EF4-FFF2-40B4-BE49-F238E27FC236}">
                <a16:creationId xmlns:a16="http://schemas.microsoft.com/office/drawing/2014/main" id="{BBAB9F5C-1A2A-CE72-4D48-3579BEBFADD8}"/>
              </a:ext>
            </a:extLst>
          </p:cNvPr>
          <p:cNvSpPr txBox="1"/>
          <p:nvPr/>
        </p:nvSpPr>
        <p:spPr>
          <a:xfrm>
            <a:off x="122057" y="1264663"/>
            <a:ext cx="7359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i="1" dirty="0">
                <a:solidFill>
                  <a:schemeClr val="accent2">
                    <a:lumMod val="75000"/>
                  </a:schemeClr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C </a:t>
            </a:r>
            <a:r>
              <a:rPr lang="de-DE" sz="1600" dirty="0">
                <a:solidFill>
                  <a:schemeClr val="accent2">
                    <a:lumMod val="75000"/>
                  </a:schemeClr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= 0</a:t>
            </a:r>
          </a:p>
        </p:txBody>
      </p:sp>
      <p:sp>
        <p:nvSpPr>
          <p:cNvPr id="135" name="Textfeld 134">
            <a:extLst>
              <a:ext uri="{FF2B5EF4-FFF2-40B4-BE49-F238E27FC236}">
                <a16:creationId xmlns:a16="http://schemas.microsoft.com/office/drawing/2014/main" id="{EA48DE66-D511-9545-3756-AF20756EDFC0}"/>
              </a:ext>
            </a:extLst>
          </p:cNvPr>
          <p:cNvSpPr txBox="1"/>
          <p:nvPr/>
        </p:nvSpPr>
        <p:spPr>
          <a:xfrm>
            <a:off x="2382052" y="1264663"/>
            <a:ext cx="7656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i="1" dirty="0">
                <a:solidFill>
                  <a:schemeClr val="accent2">
                    <a:lumMod val="75000"/>
                  </a:schemeClr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C </a:t>
            </a:r>
            <a:r>
              <a:rPr lang="de-DE" sz="1600" dirty="0">
                <a:solidFill>
                  <a:schemeClr val="accent2">
                    <a:lumMod val="75000"/>
                  </a:schemeClr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= 0</a:t>
            </a:r>
          </a:p>
        </p:txBody>
      </p:sp>
      <p:sp>
        <p:nvSpPr>
          <p:cNvPr id="142" name="Textfeld 141">
            <a:extLst>
              <a:ext uri="{FF2B5EF4-FFF2-40B4-BE49-F238E27FC236}">
                <a16:creationId xmlns:a16="http://schemas.microsoft.com/office/drawing/2014/main" id="{0F1B12ED-595B-6422-8ADD-5C9A63193E47}"/>
              </a:ext>
            </a:extLst>
          </p:cNvPr>
          <p:cNvSpPr txBox="1"/>
          <p:nvPr/>
        </p:nvSpPr>
        <p:spPr>
          <a:xfrm>
            <a:off x="817261" y="2706660"/>
            <a:ext cx="18824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k </a:t>
            </a:r>
            <a:r>
              <a:rPr lang="de-DE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= 0, </a:t>
            </a:r>
            <a:r>
              <a:rPr lang="el-GR" i="1" dirty="0">
                <a:latin typeface="Latin Modern Math" panose="02000503000000000000" pitchFamily="50" charset="0"/>
                <a:ea typeface="Latin Modern Math" panose="02000503000000000000" pitchFamily="50" charset="0"/>
                <a:cs typeface="CMU Serif Extra" panose="02000603000000000000" pitchFamily="2" charset="0"/>
              </a:rPr>
              <a:t>φ</a:t>
            </a:r>
            <a:r>
              <a:rPr lang="de-DE" baseline="-25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0,n</a:t>
            </a:r>
            <a:r>
              <a:rPr lang="de-DE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= 0</a:t>
            </a:r>
          </a:p>
        </p:txBody>
      </p:sp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C5DC7E56-8A57-9524-9CE6-2A2B7CC20542}"/>
              </a:ext>
            </a:extLst>
          </p:cNvPr>
          <p:cNvGrpSpPr/>
          <p:nvPr/>
        </p:nvGrpSpPr>
        <p:grpSpPr>
          <a:xfrm>
            <a:off x="1430116" y="339852"/>
            <a:ext cx="1644514" cy="617699"/>
            <a:chOff x="1466944" y="356911"/>
            <a:chExt cx="1644514" cy="617699"/>
          </a:xfrm>
        </p:grpSpPr>
        <p:sp>
          <p:nvSpPr>
            <p:cNvPr id="143" name="Textfeld 142">
              <a:extLst>
                <a:ext uri="{FF2B5EF4-FFF2-40B4-BE49-F238E27FC236}">
                  <a16:creationId xmlns:a16="http://schemas.microsoft.com/office/drawing/2014/main" id="{98BB9CA9-BCBD-F1BA-3305-C2BD79630F0A}"/>
                </a:ext>
              </a:extLst>
            </p:cNvPr>
            <p:cNvSpPr txBox="1"/>
            <p:nvPr/>
          </p:nvSpPr>
          <p:spPr>
            <a:xfrm>
              <a:off x="1466944" y="509604"/>
              <a:ext cx="149636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i="1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k </a:t>
              </a:r>
              <a:r>
                <a:rPr lang="de-DE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= 1, </a:t>
              </a:r>
              <a:r>
                <a:rPr lang="el-GR" i="1" dirty="0">
                  <a:latin typeface="Latin Modern Math" panose="02000503000000000000" pitchFamily="50" charset="0"/>
                  <a:ea typeface="Latin Modern Math" panose="02000503000000000000" pitchFamily="50" charset="0"/>
                  <a:cs typeface="CMU Serif Extra" panose="02000603000000000000" pitchFamily="2" charset="0"/>
                </a:rPr>
                <a:t>φ</a:t>
              </a:r>
              <a:r>
                <a:rPr lang="de-DE" baseline="-25000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1,n</a:t>
              </a:r>
              <a:r>
                <a:rPr lang="de-DE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 =</a:t>
              </a:r>
            </a:p>
          </p:txBody>
        </p:sp>
        <p:sp>
          <p:nvSpPr>
            <p:cNvPr id="144" name="Textfeld 143">
              <a:extLst>
                <a:ext uri="{FF2B5EF4-FFF2-40B4-BE49-F238E27FC236}">
                  <a16:creationId xmlns:a16="http://schemas.microsoft.com/office/drawing/2014/main" id="{03E0CE5B-A924-5FF2-5236-3E085A74B926}"/>
                </a:ext>
              </a:extLst>
            </p:cNvPr>
            <p:cNvSpPr txBox="1"/>
            <p:nvPr/>
          </p:nvSpPr>
          <p:spPr>
            <a:xfrm>
              <a:off x="2894256" y="356911"/>
              <a:ext cx="2054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i="1" dirty="0">
                  <a:latin typeface="CMU Serif Extra" panose="02000603000000000000" pitchFamily="2" charset="0"/>
                  <a:ea typeface="CMU Serif Extra" panose="02000603000000000000" pitchFamily="2" charset="0"/>
                  <a:cs typeface="CMU Serif Extra" panose="02000603000000000000" pitchFamily="2" charset="0"/>
                </a:rPr>
                <a:t>π</a:t>
              </a:r>
            </a:p>
          </p:txBody>
        </p:sp>
        <p:sp>
          <p:nvSpPr>
            <p:cNvPr id="145" name="Textfeld 144">
              <a:extLst>
                <a:ext uri="{FF2B5EF4-FFF2-40B4-BE49-F238E27FC236}">
                  <a16:creationId xmlns:a16="http://schemas.microsoft.com/office/drawing/2014/main" id="{F2B686E0-2112-A933-24A4-59884C994244}"/>
                </a:ext>
              </a:extLst>
            </p:cNvPr>
            <p:cNvSpPr txBox="1"/>
            <p:nvPr/>
          </p:nvSpPr>
          <p:spPr>
            <a:xfrm>
              <a:off x="2897388" y="605278"/>
              <a:ext cx="2054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i="1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n</a:t>
              </a:r>
            </a:p>
          </p:txBody>
        </p:sp>
        <p:sp>
          <p:nvSpPr>
            <p:cNvPr id="146" name="Textfeld 145">
              <a:extLst>
                <a:ext uri="{FF2B5EF4-FFF2-40B4-BE49-F238E27FC236}">
                  <a16:creationId xmlns:a16="http://schemas.microsoft.com/office/drawing/2014/main" id="{1EBEDA95-30F9-C29D-CBDE-6AA5E52596FA}"/>
                </a:ext>
              </a:extLst>
            </p:cNvPr>
            <p:cNvSpPr txBox="1"/>
            <p:nvPr/>
          </p:nvSpPr>
          <p:spPr>
            <a:xfrm>
              <a:off x="2906039" y="366992"/>
              <a:ext cx="2054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_</a:t>
              </a:r>
            </a:p>
          </p:txBody>
        </p:sp>
      </p:grpSp>
      <p:cxnSp>
        <p:nvCxnSpPr>
          <p:cNvPr id="148" name="Gerader Verbinder 147">
            <a:extLst>
              <a:ext uri="{FF2B5EF4-FFF2-40B4-BE49-F238E27FC236}">
                <a16:creationId xmlns:a16="http://schemas.microsoft.com/office/drawing/2014/main" id="{FDB225A3-50AC-282E-67C4-DADF31B4D95C}"/>
              </a:ext>
            </a:extLst>
          </p:cNvPr>
          <p:cNvCxnSpPr>
            <a:cxnSpLocks/>
          </p:cNvCxnSpPr>
          <p:nvPr/>
        </p:nvCxnSpPr>
        <p:spPr>
          <a:xfrm flipH="1">
            <a:off x="1734593" y="810685"/>
            <a:ext cx="311515" cy="279133"/>
          </a:xfrm>
          <a:prstGeom prst="line">
            <a:avLst/>
          </a:prstGeom>
          <a:ln w="635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Gerader Verbinder 153">
            <a:extLst>
              <a:ext uri="{FF2B5EF4-FFF2-40B4-BE49-F238E27FC236}">
                <a16:creationId xmlns:a16="http://schemas.microsoft.com/office/drawing/2014/main" id="{043C8EDD-8FC3-E30A-3810-D39E668A897F}"/>
              </a:ext>
            </a:extLst>
          </p:cNvPr>
          <p:cNvCxnSpPr>
            <a:cxnSpLocks/>
          </p:cNvCxnSpPr>
          <p:nvPr/>
        </p:nvCxnSpPr>
        <p:spPr>
          <a:xfrm flipH="1">
            <a:off x="1544267" y="2282854"/>
            <a:ext cx="130669" cy="403979"/>
          </a:xfrm>
          <a:prstGeom prst="line">
            <a:avLst/>
          </a:prstGeom>
          <a:ln w="635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Gerader Verbinder 2">
            <a:extLst>
              <a:ext uri="{FF2B5EF4-FFF2-40B4-BE49-F238E27FC236}">
                <a16:creationId xmlns:a16="http://schemas.microsoft.com/office/drawing/2014/main" id="{565D1162-3079-B260-E2F6-23F519A1944E}"/>
              </a:ext>
            </a:extLst>
          </p:cNvPr>
          <p:cNvCxnSpPr>
            <a:cxnSpLocks/>
          </p:cNvCxnSpPr>
          <p:nvPr/>
        </p:nvCxnSpPr>
        <p:spPr>
          <a:xfrm flipH="1">
            <a:off x="2740616" y="1363980"/>
            <a:ext cx="94024" cy="141785"/>
          </a:xfrm>
          <a:prstGeom prst="line">
            <a:avLst/>
          </a:prstGeom>
          <a:ln w="6350" cap="rnd">
            <a:solidFill>
              <a:schemeClr val="accent2">
                <a:lumMod val="75000"/>
              </a:schemeClr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49335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uppieren 28">
            <a:extLst>
              <a:ext uri="{FF2B5EF4-FFF2-40B4-BE49-F238E27FC236}">
                <a16:creationId xmlns:a16="http://schemas.microsoft.com/office/drawing/2014/main" id="{C4EECDEA-03D7-6215-D7A0-819894CE5672}"/>
              </a:ext>
            </a:extLst>
          </p:cNvPr>
          <p:cNvGrpSpPr/>
          <p:nvPr/>
        </p:nvGrpSpPr>
        <p:grpSpPr>
          <a:xfrm>
            <a:off x="477520" y="1298817"/>
            <a:ext cx="1028700" cy="791754"/>
            <a:chOff x="477520" y="1298817"/>
            <a:chExt cx="1028700" cy="791754"/>
          </a:xfrm>
        </p:grpSpPr>
        <p:cxnSp>
          <p:nvCxnSpPr>
            <p:cNvPr id="5" name="Gerade Verbindung mit Pfeil 4">
              <a:extLst>
                <a:ext uri="{FF2B5EF4-FFF2-40B4-BE49-F238E27FC236}">
                  <a16:creationId xmlns:a16="http://schemas.microsoft.com/office/drawing/2014/main" id="{19C53E40-6DF3-172B-FAEF-011E20AC738D}"/>
                </a:ext>
              </a:extLst>
            </p:cNvPr>
            <p:cNvCxnSpPr/>
            <p:nvPr/>
          </p:nvCxnSpPr>
          <p:spPr>
            <a:xfrm>
              <a:off x="732807" y="1959766"/>
              <a:ext cx="551146" cy="0"/>
            </a:xfrm>
            <a:prstGeom prst="straightConnector1">
              <a:avLst/>
            </a:prstGeom>
            <a:ln w="12700" cap="rnd">
              <a:solidFill>
                <a:schemeClr val="tx1"/>
              </a:solidFill>
              <a:round/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Gerade Verbindung mit Pfeil 5">
              <a:extLst>
                <a:ext uri="{FF2B5EF4-FFF2-40B4-BE49-F238E27FC236}">
                  <a16:creationId xmlns:a16="http://schemas.microsoft.com/office/drawing/2014/main" id="{BD51C553-652A-8FDB-5A5C-56D6669212C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2807" y="1399618"/>
              <a:ext cx="0" cy="560148"/>
            </a:xfrm>
            <a:prstGeom prst="straightConnector1">
              <a:avLst/>
            </a:prstGeom>
            <a:ln w="12700" cap="rnd">
              <a:solidFill>
                <a:schemeClr val="tx1"/>
              </a:solidFill>
              <a:round/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feld 8">
              <a:extLst>
                <a:ext uri="{FF2B5EF4-FFF2-40B4-BE49-F238E27FC236}">
                  <a16:creationId xmlns:a16="http://schemas.microsoft.com/office/drawing/2014/main" id="{B8C6E286-DF21-CF8C-FCF0-90FC69FCAF71}"/>
                </a:ext>
              </a:extLst>
            </p:cNvPr>
            <p:cNvSpPr txBox="1"/>
            <p:nvPr/>
          </p:nvSpPr>
          <p:spPr>
            <a:xfrm>
              <a:off x="477520" y="1298817"/>
              <a:ext cx="289560" cy="26161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de-DE" sz="1100" i="1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y</a:t>
              </a:r>
            </a:p>
          </p:txBody>
        </p:sp>
        <p:sp>
          <p:nvSpPr>
            <p:cNvPr id="10" name="Textfeld 9">
              <a:extLst>
                <a:ext uri="{FF2B5EF4-FFF2-40B4-BE49-F238E27FC236}">
                  <a16:creationId xmlns:a16="http://schemas.microsoft.com/office/drawing/2014/main" id="{49E17DF3-8810-671E-3B1B-43D2D2C6567C}"/>
                </a:ext>
              </a:extLst>
            </p:cNvPr>
            <p:cNvSpPr txBox="1"/>
            <p:nvPr/>
          </p:nvSpPr>
          <p:spPr>
            <a:xfrm>
              <a:off x="1216660" y="1828961"/>
              <a:ext cx="289560" cy="26161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de-DE" sz="1100" i="1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x</a:t>
              </a:r>
            </a:p>
          </p:txBody>
        </p:sp>
      </p:grpSp>
      <p:grpSp>
        <p:nvGrpSpPr>
          <p:cNvPr id="30" name="Gruppieren 29">
            <a:extLst>
              <a:ext uri="{FF2B5EF4-FFF2-40B4-BE49-F238E27FC236}">
                <a16:creationId xmlns:a16="http://schemas.microsoft.com/office/drawing/2014/main" id="{7E0F4244-FC3F-19B0-1914-33B46129A9AD}"/>
              </a:ext>
            </a:extLst>
          </p:cNvPr>
          <p:cNvGrpSpPr/>
          <p:nvPr/>
        </p:nvGrpSpPr>
        <p:grpSpPr>
          <a:xfrm>
            <a:off x="2316497" y="1298817"/>
            <a:ext cx="1028700" cy="791754"/>
            <a:chOff x="2316497" y="1298817"/>
            <a:chExt cx="1028700" cy="791754"/>
          </a:xfrm>
        </p:grpSpPr>
        <p:cxnSp>
          <p:nvCxnSpPr>
            <p:cNvPr id="11" name="Gerade Verbindung mit Pfeil 10">
              <a:extLst>
                <a:ext uri="{FF2B5EF4-FFF2-40B4-BE49-F238E27FC236}">
                  <a16:creationId xmlns:a16="http://schemas.microsoft.com/office/drawing/2014/main" id="{CE77EC5D-E089-D20B-7054-A3FAB8E689AC}"/>
                </a:ext>
              </a:extLst>
            </p:cNvPr>
            <p:cNvCxnSpPr/>
            <p:nvPr/>
          </p:nvCxnSpPr>
          <p:spPr>
            <a:xfrm>
              <a:off x="2571784" y="1959766"/>
              <a:ext cx="551146" cy="0"/>
            </a:xfrm>
            <a:prstGeom prst="straightConnector1">
              <a:avLst/>
            </a:prstGeom>
            <a:ln w="12700" cap="rnd">
              <a:solidFill>
                <a:schemeClr val="tx1"/>
              </a:solidFill>
              <a:round/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Gerade Verbindung mit Pfeil 11">
              <a:extLst>
                <a:ext uri="{FF2B5EF4-FFF2-40B4-BE49-F238E27FC236}">
                  <a16:creationId xmlns:a16="http://schemas.microsoft.com/office/drawing/2014/main" id="{AC044EB0-A099-8D03-82BE-C6775D90EE3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71784" y="1399618"/>
              <a:ext cx="0" cy="560148"/>
            </a:xfrm>
            <a:prstGeom prst="straightConnector1">
              <a:avLst/>
            </a:prstGeom>
            <a:ln w="12700" cap="rnd">
              <a:solidFill>
                <a:schemeClr val="tx1"/>
              </a:solidFill>
              <a:round/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feld 12">
              <a:extLst>
                <a:ext uri="{FF2B5EF4-FFF2-40B4-BE49-F238E27FC236}">
                  <a16:creationId xmlns:a16="http://schemas.microsoft.com/office/drawing/2014/main" id="{B4F47C8C-B3D4-29EA-F8A5-A986C08E57AF}"/>
                </a:ext>
              </a:extLst>
            </p:cNvPr>
            <p:cNvSpPr txBox="1"/>
            <p:nvPr/>
          </p:nvSpPr>
          <p:spPr>
            <a:xfrm>
              <a:off x="2316497" y="1298817"/>
              <a:ext cx="289560" cy="26161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de-DE" sz="1100" i="1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y</a:t>
              </a:r>
            </a:p>
          </p:txBody>
        </p:sp>
        <p:sp>
          <p:nvSpPr>
            <p:cNvPr id="14" name="Textfeld 13">
              <a:extLst>
                <a:ext uri="{FF2B5EF4-FFF2-40B4-BE49-F238E27FC236}">
                  <a16:creationId xmlns:a16="http://schemas.microsoft.com/office/drawing/2014/main" id="{4F956893-0A6E-AC88-87C5-B4E694E218FC}"/>
                </a:ext>
              </a:extLst>
            </p:cNvPr>
            <p:cNvSpPr txBox="1"/>
            <p:nvPr/>
          </p:nvSpPr>
          <p:spPr>
            <a:xfrm>
              <a:off x="3055637" y="1828961"/>
              <a:ext cx="289560" cy="26161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de-DE" sz="1100" i="1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x</a:t>
              </a:r>
            </a:p>
          </p:txBody>
        </p:sp>
      </p:grpSp>
      <p:sp>
        <p:nvSpPr>
          <p:cNvPr id="15" name="Textfeld 14">
            <a:extLst>
              <a:ext uri="{FF2B5EF4-FFF2-40B4-BE49-F238E27FC236}">
                <a16:creationId xmlns:a16="http://schemas.microsoft.com/office/drawing/2014/main" id="{8AF54646-F4D4-491F-DA33-ED2F6A0A18FE}"/>
              </a:ext>
            </a:extLst>
          </p:cNvPr>
          <p:cNvSpPr txBox="1"/>
          <p:nvPr/>
        </p:nvSpPr>
        <p:spPr>
          <a:xfrm>
            <a:off x="431800" y="1007204"/>
            <a:ext cx="1036319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11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a</a:t>
            </a:r>
            <a:r>
              <a:rPr lang="de-DE" sz="11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= reell: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51FB3A4B-E563-90EE-654C-3774D9BB58CD}"/>
              </a:ext>
            </a:extLst>
          </p:cNvPr>
          <p:cNvSpPr txBox="1"/>
          <p:nvPr/>
        </p:nvSpPr>
        <p:spPr>
          <a:xfrm>
            <a:off x="2048535" y="1004157"/>
            <a:ext cx="1221723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11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a</a:t>
            </a:r>
            <a:r>
              <a:rPr lang="de-DE" sz="11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= imaginär:</a:t>
            </a:r>
          </a:p>
        </p:txBody>
      </p:sp>
      <p:grpSp>
        <p:nvGrpSpPr>
          <p:cNvPr id="24" name="Gruppieren 23">
            <a:extLst>
              <a:ext uri="{FF2B5EF4-FFF2-40B4-BE49-F238E27FC236}">
                <a16:creationId xmlns:a16="http://schemas.microsoft.com/office/drawing/2014/main" id="{709AE26E-6BA9-1592-78E6-76BD3AAA5118}"/>
              </a:ext>
            </a:extLst>
          </p:cNvPr>
          <p:cNvGrpSpPr/>
          <p:nvPr/>
        </p:nvGrpSpPr>
        <p:grpSpPr>
          <a:xfrm>
            <a:off x="496586" y="1553366"/>
            <a:ext cx="685800" cy="802640"/>
            <a:chOff x="480060" y="1551940"/>
            <a:chExt cx="685800" cy="802640"/>
          </a:xfrm>
        </p:grpSpPr>
        <p:sp>
          <p:nvSpPr>
            <p:cNvPr id="21" name="Freihandform: Form 20">
              <a:extLst>
                <a:ext uri="{FF2B5EF4-FFF2-40B4-BE49-F238E27FC236}">
                  <a16:creationId xmlns:a16="http://schemas.microsoft.com/office/drawing/2014/main" id="{2C04EA83-7C2B-4F70-CCE8-8F27006C1A41}"/>
                </a:ext>
              </a:extLst>
            </p:cNvPr>
            <p:cNvSpPr/>
            <p:nvPr/>
          </p:nvSpPr>
          <p:spPr>
            <a:xfrm>
              <a:off x="629920" y="1826417"/>
              <a:ext cx="535940" cy="266700"/>
            </a:xfrm>
            <a:custGeom>
              <a:avLst/>
              <a:gdLst>
                <a:gd name="connsiteX0" fmla="*/ 533400 w 535940"/>
                <a:gd name="connsiteY0" fmla="*/ 266700 h 266700"/>
                <a:gd name="connsiteX1" fmla="*/ 0 w 535940"/>
                <a:gd name="connsiteY1" fmla="*/ 132080 h 266700"/>
                <a:gd name="connsiteX2" fmla="*/ 535940 w 535940"/>
                <a:gd name="connsiteY2" fmla="*/ 0 h 266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35940" h="266700">
                  <a:moveTo>
                    <a:pt x="533400" y="266700"/>
                  </a:moveTo>
                  <a:cubicBezTo>
                    <a:pt x="266488" y="221615"/>
                    <a:pt x="-423" y="176530"/>
                    <a:pt x="0" y="132080"/>
                  </a:cubicBezTo>
                  <a:cubicBezTo>
                    <a:pt x="423" y="87630"/>
                    <a:pt x="268181" y="43815"/>
                    <a:pt x="535940" y="0"/>
                  </a:cubicBezTo>
                </a:path>
              </a:pathLst>
            </a:custGeom>
            <a:noFill/>
            <a:ln w="6350" cap="rnd">
              <a:solidFill>
                <a:schemeClr val="accent1"/>
              </a:solidFill>
              <a:round/>
              <a:tailEnd type="stealt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2" name="Freihandform: Form 21">
              <a:extLst>
                <a:ext uri="{FF2B5EF4-FFF2-40B4-BE49-F238E27FC236}">
                  <a16:creationId xmlns:a16="http://schemas.microsoft.com/office/drawing/2014/main" id="{C0F28A1D-8967-07D5-7E6F-8BA667652E3B}"/>
                </a:ext>
              </a:extLst>
            </p:cNvPr>
            <p:cNvSpPr/>
            <p:nvPr/>
          </p:nvSpPr>
          <p:spPr>
            <a:xfrm>
              <a:off x="553719" y="1679692"/>
              <a:ext cx="584201" cy="553720"/>
            </a:xfrm>
            <a:custGeom>
              <a:avLst/>
              <a:gdLst>
                <a:gd name="connsiteX0" fmla="*/ 584201 w 589281"/>
                <a:gd name="connsiteY0" fmla="*/ 553720 h 553720"/>
                <a:gd name="connsiteX1" fmla="*/ 1 w 589281"/>
                <a:gd name="connsiteY1" fmla="*/ 279400 h 553720"/>
                <a:gd name="connsiteX2" fmla="*/ 589281 w 589281"/>
                <a:gd name="connsiteY2" fmla="*/ 0 h 553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89281" h="553720">
                  <a:moveTo>
                    <a:pt x="584201" y="553720"/>
                  </a:moveTo>
                  <a:cubicBezTo>
                    <a:pt x="291677" y="462703"/>
                    <a:pt x="-846" y="371687"/>
                    <a:pt x="1" y="279400"/>
                  </a:cubicBezTo>
                  <a:cubicBezTo>
                    <a:pt x="848" y="187113"/>
                    <a:pt x="295064" y="93556"/>
                    <a:pt x="589281" y="0"/>
                  </a:cubicBezTo>
                </a:path>
              </a:pathLst>
            </a:custGeom>
            <a:noFill/>
            <a:ln w="6350">
              <a:solidFill>
                <a:schemeClr val="accent1"/>
              </a:solidFill>
              <a:tailEnd type="stealt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3" name="Freihandform: Form 22">
              <a:extLst>
                <a:ext uri="{FF2B5EF4-FFF2-40B4-BE49-F238E27FC236}">
                  <a16:creationId xmlns:a16="http://schemas.microsoft.com/office/drawing/2014/main" id="{162E1C3E-5CB0-FE88-0CDB-AC4514A695B8}"/>
                </a:ext>
              </a:extLst>
            </p:cNvPr>
            <p:cNvSpPr/>
            <p:nvPr/>
          </p:nvSpPr>
          <p:spPr>
            <a:xfrm>
              <a:off x="480060" y="1551940"/>
              <a:ext cx="586740" cy="802640"/>
            </a:xfrm>
            <a:custGeom>
              <a:avLst/>
              <a:gdLst>
                <a:gd name="connsiteX0" fmla="*/ 586740 w 586740"/>
                <a:gd name="connsiteY0" fmla="*/ 802640 h 802640"/>
                <a:gd name="connsiteX1" fmla="*/ 0 w 586740"/>
                <a:gd name="connsiteY1" fmla="*/ 411480 h 802640"/>
                <a:gd name="connsiteX2" fmla="*/ 584200 w 586740"/>
                <a:gd name="connsiteY2" fmla="*/ 0 h 8026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86740" h="802640">
                  <a:moveTo>
                    <a:pt x="586740" y="802640"/>
                  </a:moveTo>
                  <a:cubicBezTo>
                    <a:pt x="293581" y="673946"/>
                    <a:pt x="423" y="545253"/>
                    <a:pt x="0" y="411480"/>
                  </a:cubicBezTo>
                  <a:cubicBezTo>
                    <a:pt x="-423" y="277707"/>
                    <a:pt x="291888" y="138853"/>
                    <a:pt x="584200" y="0"/>
                  </a:cubicBezTo>
                </a:path>
              </a:pathLst>
            </a:custGeom>
            <a:noFill/>
            <a:ln w="6350" cap="rnd">
              <a:solidFill>
                <a:schemeClr val="accent1"/>
              </a:solidFill>
              <a:round/>
              <a:tailEnd type="stealt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25" name="Gruppieren 24">
            <a:extLst>
              <a:ext uri="{FF2B5EF4-FFF2-40B4-BE49-F238E27FC236}">
                <a16:creationId xmlns:a16="http://schemas.microsoft.com/office/drawing/2014/main" id="{E66D8574-2B01-8BB3-AEAB-F354152FBDC9}"/>
              </a:ext>
            </a:extLst>
          </p:cNvPr>
          <p:cNvGrpSpPr/>
          <p:nvPr/>
        </p:nvGrpSpPr>
        <p:grpSpPr>
          <a:xfrm flipH="1">
            <a:off x="2123457" y="1553366"/>
            <a:ext cx="685800" cy="802640"/>
            <a:chOff x="480060" y="1551940"/>
            <a:chExt cx="685800" cy="802640"/>
          </a:xfrm>
        </p:grpSpPr>
        <p:sp>
          <p:nvSpPr>
            <p:cNvPr id="26" name="Freihandform: Form 25">
              <a:extLst>
                <a:ext uri="{FF2B5EF4-FFF2-40B4-BE49-F238E27FC236}">
                  <a16:creationId xmlns:a16="http://schemas.microsoft.com/office/drawing/2014/main" id="{808D38E9-9A51-96B8-BB3A-D4B6C8BAADFB}"/>
                </a:ext>
              </a:extLst>
            </p:cNvPr>
            <p:cNvSpPr/>
            <p:nvPr/>
          </p:nvSpPr>
          <p:spPr>
            <a:xfrm>
              <a:off x="629920" y="1826417"/>
              <a:ext cx="535940" cy="266700"/>
            </a:xfrm>
            <a:custGeom>
              <a:avLst/>
              <a:gdLst>
                <a:gd name="connsiteX0" fmla="*/ 533400 w 535940"/>
                <a:gd name="connsiteY0" fmla="*/ 266700 h 266700"/>
                <a:gd name="connsiteX1" fmla="*/ 0 w 535940"/>
                <a:gd name="connsiteY1" fmla="*/ 132080 h 266700"/>
                <a:gd name="connsiteX2" fmla="*/ 535940 w 535940"/>
                <a:gd name="connsiteY2" fmla="*/ 0 h 266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35940" h="266700">
                  <a:moveTo>
                    <a:pt x="533400" y="266700"/>
                  </a:moveTo>
                  <a:cubicBezTo>
                    <a:pt x="266488" y="221615"/>
                    <a:pt x="-423" y="176530"/>
                    <a:pt x="0" y="132080"/>
                  </a:cubicBezTo>
                  <a:cubicBezTo>
                    <a:pt x="423" y="87630"/>
                    <a:pt x="268181" y="43815"/>
                    <a:pt x="535940" y="0"/>
                  </a:cubicBezTo>
                </a:path>
              </a:pathLst>
            </a:custGeom>
            <a:noFill/>
            <a:ln w="6350" cap="rnd">
              <a:solidFill>
                <a:schemeClr val="accent1"/>
              </a:solidFill>
              <a:round/>
              <a:tailEnd type="stealt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7" name="Freihandform: Form 26">
              <a:extLst>
                <a:ext uri="{FF2B5EF4-FFF2-40B4-BE49-F238E27FC236}">
                  <a16:creationId xmlns:a16="http://schemas.microsoft.com/office/drawing/2014/main" id="{67C79C51-58F6-223B-1464-A7DB8446A187}"/>
                </a:ext>
              </a:extLst>
            </p:cNvPr>
            <p:cNvSpPr/>
            <p:nvPr/>
          </p:nvSpPr>
          <p:spPr>
            <a:xfrm>
              <a:off x="553719" y="1679692"/>
              <a:ext cx="584201" cy="553720"/>
            </a:xfrm>
            <a:custGeom>
              <a:avLst/>
              <a:gdLst>
                <a:gd name="connsiteX0" fmla="*/ 584201 w 589281"/>
                <a:gd name="connsiteY0" fmla="*/ 553720 h 553720"/>
                <a:gd name="connsiteX1" fmla="*/ 1 w 589281"/>
                <a:gd name="connsiteY1" fmla="*/ 279400 h 553720"/>
                <a:gd name="connsiteX2" fmla="*/ 589281 w 589281"/>
                <a:gd name="connsiteY2" fmla="*/ 0 h 553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89281" h="553720">
                  <a:moveTo>
                    <a:pt x="584201" y="553720"/>
                  </a:moveTo>
                  <a:cubicBezTo>
                    <a:pt x="291677" y="462703"/>
                    <a:pt x="-846" y="371687"/>
                    <a:pt x="1" y="279400"/>
                  </a:cubicBezTo>
                  <a:cubicBezTo>
                    <a:pt x="848" y="187113"/>
                    <a:pt x="295064" y="93556"/>
                    <a:pt x="589281" y="0"/>
                  </a:cubicBezTo>
                </a:path>
              </a:pathLst>
            </a:custGeom>
            <a:noFill/>
            <a:ln w="6350">
              <a:solidFill>
                <a:schemeClr val="accent1"/>
              </a:solidFill>
              <a:tailEnd type="stealt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8" name="Freihandform: Form 27">
              <a:extLst>
                <a:ext uri="{FF2B5EF4-FFF2-40B4-BE49-F238E27FC236}">
                  <a16:creationId xmlns:a16="http://schemas.microsoft.com/office/drawing/2014/main" id="{F33B5713-1459-1DF9-EF7A-D9C93BC3BFCD}"/>
                </a:ext>
              </a:extLst>
            </p:cNvPr>
            <p:cNvSpPr/>
            <p:nvPr/>
          </p:nvSpPr>
          <p:spPr>
            <a:xfrm>
              <a:off x="480060" y="1551940"/>
              <a:ext cx="586740" cy="802640"/>
            </a:xfrm>
            <a:custGeom>
              <a:avLst/>
              <a:gdLst>
                <a:gd name="connsiteX0" fmla="*/ 586740 w 586740"/>
                <a:gd name="connsiteY0" fmla="*/ 802640 h 802640"/>
                <a:gd name="connsiteX1" fmla="*/ 0 w 586740"/>
                <a:gd name="connsiteY1" fmla="*/ 411480 h 802640"/>
                <a:gd name="connsiteX2" fmla="*/ 584200 w 586740"/>
                <a:gd name="connsiteY2" fmla="*/ 0 h 8026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86740" h="802640">
                  <a:moveTo>
                    <a:pt x="586740" y="802640"/>
                  </a:moveTo>
                  <a:cubicBezTo>
                    <a:pt x="293581" y="673946"/>
                    <a:pt x="423" y="545253"/>
                    <a:pt x="0" y="411480"/>
                  </a:cubicBezTo>
                  <a:cubicBezTo>
                    <a:pt x="-423" y="277707"/>
                    <a:pt x="291888" y="138853"/>
                    <a:pt x="584200" y="0"/>
                  </a:cubicBezTo>
                </a:path>
              </a:pathLst>
            </a:custGeom>
            <a:noFill/>
            <a:ln w="6350" cap="rnd">
              <a:solidFill>
                <a:schemeClr val="accent1"/>
              </a:solidFill>
              <a:round/>
              <a:tailEnd type="stealt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9830199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1E7131-23CD-AB25-7228-8B68EFD5EE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feld 14">
            <a:extLst>
              <a:ext uri="{FF2B5EF4-FFF2-40B4-BE49-F238E27FC236}">
                <a16:creationId xmlns:a16="http://schemas.microsoft.com/office/drawing/2014/main" id="{F66DB576-982D-C43E-87B3-6B02565D8D52}"/>
              </a:ext>
            </a:extLst>
          </p:cNvPr>
          <p:cNvSpPr txBox="1"/>
          <p:nvPr/>
        </p:nvSpPr>
        <p:spPr>
          <a:xfrm>
            <a:off x="715687" y="1058150"/>
            <a:ext cx="1036319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11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a</a:t>
            </a:r>
            <a:r>
              <a:rPr lang="de-DE" sz="11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= reell: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7220F8A9-0D6A-6F5C-3D5A-036AABCD7E4E}"/>
              </a:ext>
            </a:extLst>
          </p:cNvPr>
          <p:cNvSpPr txBox="1"/>
          <p:nvPr/>
        </p:nvSpPr>
        <p:spPr>
          <a:xfrm>
            <a:off x="1724991" y="1058150"/>
            <a:ext cx="1221723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11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a</a:t>
            </a:r>
            <a:r>
              <a:rPr lang="de-DE" sz="11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= imaginär:</a:t>
            </a:r>
          </a:p>
        </p:txBody>
      </p:sp>
      <p:grpSp>
        <p:nvGrpSpPr>
          <p:cNvPr id="39" name="Gruppieren 38">
            <a:extLst>
              <a:ext uri="{FF2B5EF4-FFF2-40B4-BE49-F238E27FC236}">
                <a16:creationId xmlns:a16="http://schemas.microsoft.com/office/drawing/2014/main" id="{83528D01-1456-428D-3120-2ADCD7DE6708}"/>
              </a:ext>
            </a:extLst>
          </p:cNvPr>
          <p:cNvGrpSpPr/>
          <p:nvPr/>
        </p:nvGrpSpPr>
        <p:grpSpPr>
          <a:xfrm>
            <a:off x="872789" y="1588314"/>
            <a:ext cx="588662" cy="827993"/>
            <a:chOff x="431800" y="2205498"/>
            <a:chExt cx="588662" cy="827993"/>
          </a:xfrm>
        </p:grpSpPr>
        <p:cxnSp>
          <p:nvCxnSpPr>
            <p:cNvPr id="3" name="Gerader Verbinder 2">
              <a:extLst>
                <a:ext uri="{FF2B5EF4-FFF2-40B4-BE49-F238E27FC236}">
                  <a16:creationId xmlns:a16="http://schemas.microsoft.com/office/drawing/2014/main" id="{261D88D8-ECAC-AD64-17BE-5054EDB0223E}"/>
                </a:ext>
              </a:extLst>
            </p:cNvPr>
            <p:cNvCxnSpPr/>
            <p:nvPr/>
          </p:nvCxnSpPr>
          <p:spPr>
            <a:xfrm flipV="1">
              <a:off x="726130" y="2205498"/>
              <a:ext cx="0" cy="827993"/>
            </a:xfrm>
            <a:prstGeom prst="line">
              <a:avLst/>
            </a:prstGeom>
            <a:ln w="6350" cap="rnd">
              <a:solidFill>
                <a:schemeClr val="accent1"/>
              </a:solidFill>
              <a:prstDash val="dash"/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Gerader Verbinder 3">
              <a:extLst>
                <a:ext uri="{FF2B5EF4-FFF2-40B4-BE49-F238E27FC236}">
                  <a16:creationId xmlns:a16="http://schemas.microsoft.com/office/drawing/2014/main" id="{361616AA-4395-E093-CB6E-F6092E67DF24}"/>
                </a:ext>
              </a:extLst>
            </p:cNvPr>
            <p:cNvCxnSpPr/>
            <p:nvPr/>
          </p:nvCxnSpPr>
          <p:spPr>
            <a:xfrm flipV="1">
              <a:off x="922350" y="2205498"/>
              <a:ext cx="0" cy="827993"/>
            </a:xfrm>
            <a:prstGeom prst="line">
              <a:avLst/>
            </a:prstGeom>
            <a:ln w="6350" cap="rnd">
              <a:solidFill>
                <a:schemeClr val="accent1"/>
              </a:solidFill>
              <a:prstDash val="dash"/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Gerader Verbinder 6">
              <a:extLst>
                <a:ext uri="{FF2B5EF4-FFF2-40B4-BE49-F238E27FC236}">
                  <a16:creationId xmlns:a16="http://schemas.microsoft.com/office/drawing/2014/main" id="{6F42522D-A0E2-CB4F-426C-E7B0C0BC75CB}"/>
                </a:ext>
              </a:extLst>
            </p:cNvPr>
            <p:cNvCxnSpPr/>
            <p:nvPr/>
          </p:nvCxnSpPr>
          <p:spPr>
            <a:xfrm flipV="1">
              <a:off x="824240" y="2205498"/>
              <a:ext cx="0" cy="827993"/>
            </a:xfrm>
            <a:prstGeom prst="line">
              <a:avLst/>
            </a:prstGeom>
            <a:ln w="6350" cap="rnd">
              <a:solidFill>
                <a:schemeClr val="accent1"/>
              </a:solidFill>
              <a:prstDash val="dash"/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Gerader Verbinder 7">
              <a:extLst>
                <a:ext uri="{FF2B5EF4-FFF2-40B4-BE49-F238E27FC236}">
                  <a16:creationId xmlns:a16="http://schemas.microsoft.com/office/drawing/2014/main" id="{3A0289E2-64F0-A8E8-2A0F-7449ADDBF8F8}"/>
                </a:ext>
              </a:extLst>
            </p:cNvPr>
            <p:cNvCxnSpPr/>
            <p:nvPr/>
          </p:nvCxnSpPr>
          <p:spPr>
            <a:xfrm flipV="1">
              <a:off x="1020462" y="2205498"/>
              <a:ext cx="0" cy="827993"/>
            </a:xfrm>
            <a:prstGeom prst="line">
              <a:avLst/>
            </a:prstGeom>
            <a:ln w="6350" cap="rnd">
              <a:solidFill>
                <a:schemeClr val="accent1"/>
              </a:solidFill>
              <a:prstDash val="dash"/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Gerader Verbinder 16">
              <a:extLst>
                <a:ext uri="{FF2B5EF4-FFF2-40B4-BE49-F238E27FC236}">
                  <a16:creationId xmlns:a16="http://schemas.microsoft.com/office/drawing/2014/main" id="{B1C9D1AF-DBEC-3547-BF02-FAABE4ACA5A7}"/>
                </a:ext>
              </a:extLst>
            </p:cNvPr>
            <p:cNvCxnSpPr/>
            <p:nvPr/>
          </p:nvCxnSpPr>
          <p:spPr>
            <a:xfrm flipV="1">
              <a:off x="628020" y="2205498"/>
              <a:ext cx="0" cy="827993"/>
            </a:xfrm>
            <a:prstGeom prst="line">
              <a:avLst/>
            </a:prstGeom>
            <a:ln w="6350" cap="rnd">
              <a:solidFill>
                <a:schemeClr val="accent1"/>
              </a:solidFill>
              <a:prstDash val="dash"/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Gerader Verbinder 17">
              <a:extLst>
                <a:ext uri="{FF2B5EF4-FFF2-40B4-BE49-F238E27FC236}">
                  <a16:creationId xmlns:a16="http://schemas.microsoft.com/office/drawing/2014/main" id="{E6C8D854-E574-3865-085B-8A342D7FACEA}"/>
                </a:ext>
              </a:extLst>
            </p:cNvPr>
            <p:cNvCxnSpPr/>
            <p:nvPr/>
          </p:nvCxnSpPr>
          <p:spPr>
            <a:xfrm flipV="1">
              <a:off x="529910" y="2205498"/>
              <a:ext cx="0" cy="827993"/>
            </a:xfrm>
            <a:prstGeom prst="line">
              <a:avLst/>
            </a:prstGeom>
            <a:ln w="6350" cap="rnd">
              <a:solidFill>
                <a:schemeClr val="accent1"/>
              </a:solidFill>
              <a:prstDash val="dash"/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Gerader Verbinder 18">
              <a:extLst>
                <a:ext uri="{FF2B5EF4-FFF2-40B4-BE49-F238E27FC236}">
                  <a16:creationId xmlns:a16="http://schemas.microsoft.com/office/drawing/2014/main" id="{846EFE70-E0F2-8606-48B1-08E9E737BD04}"/>
                </a:ext>
              </a:extLst>
            </p:cNvPr>
            <p:cNvCxnSpPr/>
            <p:nvPr/>
          </p:nvCxnSpPr>
          <p:spPr>
            <a:xfrm flipV="1">
              <a:off x="431800" y="2205498"/>
              <a:ext cx="0" cy="827993"/>
            </a:xfrm>
            <a:prstGeom prst="line">
              <a:avLst/>
            </a:prstGeom>
            <a:ln w="6350" cap="rnd">
              <a:solidFill>
                <a:schemeClr val="accent1"/>
              </a:solidFill>
              <a:prstDash val="dash"/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" name="Gruppieren 39">
            <a:extLst>
              <a:ext uri="{FF2B5EF4-FFF2-40B4-BE49-F238E27FC236}">
                <a16:creationId xmlns:a16="http://schemas.microsoft.com/office/drawing/2014/main" id="{D8288909-C23E-3CFC-2E21-5C3B55873E89}"/>
              </a:ext>
            </a:extLst>
          </p:cNvPr>
          <p:cNvGrpSpPr/>
          <p:nvPr/>
        </p:nvGrpSpPr>
        <p:grpSpPr>
          <a:xfrm>
            <a:off x="753121" y="1714454"/>
            <a:ext cx="852201" cy="588662"/>
            <a:chOff x="312132" y="2331638"/>
            <a:chExt cx="827993" cy="588662"/>
          </a:xfrm>
        </p:grpSpPr>
        <p:cxnSp>
          <p:nvCxnSpPr>
            <p:cNvPr id="20" name="Gerader Verbinder 19">
              <a:extLst>
                <a:ext uri="{FF2B5EF4-FFF2-40B4-BE49-F238E27FC236}">
                  <a16:creationId xmlns:a16="http://schemas.microsoft.com/office/drawing/2014/main" id="{36A5EA37-D808-17BA-0629-6CEB79764192}"/>
                </a:ext>
              </a:extLst>
            </p:cNvPr>
            <p:cNvCxnSpPr/>
            <p:nvPr/>
          </p:nvCxnSpPr>
          <p:spPr>
            <a:xfrm rot="5400000" flipV="1">
              <a:off x="726129" y="2211971"/>
              <a:ext cx="0" cy="827993"/>
            </a:xfrm>
            <a:prstGeom prst="line">
              <a:avLst/>
            </a:prstGeom>
            <a:ln w="6350" cap="rnd">
              <a:solidFill>
                <a:schemeClr val="accent1"/>
              </a:solidFill>
              <a:prstDash val="solid"/>
              <a:round/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Gerader Verbinder 30">
              <a:extLst>
                <a:ext uri="{FF2B5EF4-FFF2-40B4-BE49-F238E27FC236}">
                  <a16:creationId xmlns:a16="http://schemas.microsoft.com/office/drawing/2014/main" id="{5ED1B3B5-DE1D-DBD4-C9CA-1BC416161124}"/>
                </a:ext>
              </a:extLst>
            </p:cNvPr>
            <p:cNvCxnSpPr/>
            <p:nvPr/>
          </p:nvCxnSpPr>
          <p:spPr>
            <a:xfrm rot="5400000" flipV="1">
              <a:off x="726129" y="2408191"/>
              <a:ext cx="0" cy="827993"/>
            </a:xfrm>
            <a:prstGeom prst="line">
              <a:avLst/>
            </a:prstGeom>
            <a:ln w="6350" cap="rnd">
              <a:solidFill>
                <a:schemeClr val="accent1"/>
              </a:solidFill>
              <a:prstDash val="solid"/>
              <a:round/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Gerader Verbinder 31">
              <a:extLst>
                <a:ext uri="{FF2B5EF4-FFF2-40B4-BE49-F238E27FC236}">
                  <a16:creationId xmlns:a16="http://schemas.microsoft.com/office/drawing/2014/main" id="{E26C188D-5AE1-1005-B802-D00B37CBA22F}"/>
                </a:ext>
              </a:extLst>
            </p:cNvPr>
            <p:cNvCxnSpPr/>
            <p:nvPr/>
          </p:nvCxnSpPr>
          <p:spPr>
            <a:xfrm rot="5400000" flipV="1">
              <a:off x="726129" y="2310081"/>
              <a:ext cx="0" cy="827993"/>
            </a:xfrm>
            <a:prstGeom prst="line">
              <a:avLst/>
            </a:prstGeom>
            <a:ln w="6350" cap="rnd">
              <a:solidFill>
                <a:schemeClr val="accent1"/>
              </a:solidFill>
              <a:prstDash val="solid"/>
              <a:round/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Gerader Verbinder 32">
              <a:extLst>
                <a:ext uri="{FF2B5EF4-FFF2-40B4-BE49-F238E27FC236}">
                  <a16:creationId xmlns:a16="http://schemas.microsoft.com/office/drawing/2014/main" id="{CF8E3E07-C7E8-9019-174A-0A0061456D09}"/>
                </a:ext>
              </a:extLst>
            </p:cNvPr>
            <p:cNvCxnSpPr/>
            <p:nvPr/>
          </p:nvCxnSpPr>
          <p:spPr>
            <a:xfrm rot="5400000" flipV="1">
              <a:off x="726129" y="2506303"/>
              <a:ext cx="0" cy="827993"/>
            </a:xfrm>
            <a:prstGeom prst="line">
              <a:avLst/>
            </a:prstGeom>
            <a:ln w="6350" cap="rnd">
              <a:solidFill>
                <a:schemeClr val="accent1"/>
              </a:solidFill>
              <a:prstDash val="solid"/>
              <a:round/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Gerader Verbinder 33">
              <a:extLst>
                <a:ext uri="{FF2B5EF4-FFF2-40B4-BE49-F238E27FC236}">
                  <a16:creationId xmlns:a16="http://schemas.microsoft.com/office/drawing/2014/main" id="{3E84ACD5-4A8F-3E44-F816-4B2D24DEEF11}"/>
                </a:ext>
              </a:extLst>
            </p:cNvPr>
            <p:cNvCxnSpPr/>
            <p:nvPr/>
          </p:nvCxnSpPr>
          <p:spPr>
            <a:xfrm rot="5400000" flipV="1">
              <a:off x="726129" y="2113861"/>
              <a:ext cx="0" cy="827993"/>
            </a:xfrm>
            <a:prstGeom prst="line">
              <a:avLst/>
            </a:prstGeom>
            <a:ln w="6350" cap="rnd">
              <a:solidFill>
                <a:schemeClr val="accent1"/>
              </a:solidFill>
              <a:prstDash val="solid"/>
              <a:round/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Gerader Verbinder 34">
              <a:extLst>
                <a:ext uri="{FF2B5EF4-FFF2-40B4-BE49-F238E27FC236}">
                  <a16:creationId xmlns:a16="http://schemas.microsoft.com/office/drawing/2014/main" id="{48CF4986-BE7C-6544-350A-D747183B26DE}"/>
                </a:ext>
              </a:extLst>
            </p:cNvPr>
            <p:cNvCxnSpPr/>
            <p:nvPr/>
          </p:nvCxnSpPr>
          <p:spPr>
            <a:xfrm rot="5400000" flipV="1">
              <a:off x="726129" y="2015751"/>
              <a:ext cx="0" cy="827993"/>
            </a:xfrm>
            <a:prstGeom prst="line">
              <a:avLst/>
            </a:prstGeom>
            <a:ln w="6350" cap="rnd">
              <a:solidFill>
                <a:schemeClr val="accent1"/>
              </a:solidFill>
              <a:prstDash val="solid"/>
              <a:round/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Gerader Verbinder 35">
              <a:extLst>
                <a:ext uri="{FF2B5EF4-FFF2-40B4-BE49-F238E27FC236}">
                  <a16:creationId xmlns:a16="http://schemas.microsoft.com/office/drawing/2014/main" id="{B008E19B-7602-0A89-B27B-DDD508BCDC04}"/>
                </a:ext>
              </a:extLst>
            </p:cNvPr>
            <p:cNvCxnSpPr/>
            <p:nvPr/>
          </p:nvCxnSpPr>
          <p:spPr>
            <a:xfrm rot="5400000" flipV="1">
              <a:off x="726129" y="1917641"/>
              <a:ext cx="0" cy="827993"/>
            </a:xfrm>
            <a:prstGeom prst="line">
              <a:avLst/>
            </a:prstGeom>
            <a:ln w="6350" cap="rnd">
              <a:solidFill>
                <a:schemeClr val="accent1"/>
              </a:solidFill>
              <a:prstDash val="solid"/>
              <a:round/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5" name="Gruppieren 74">
            <a:extLst>
              <a:ext uri="{FF2B5EF4-FFF2-40B4-BE49-F238E27FC236}">
                <a16:creationId xmlns:a16="http://schemas.microsoft.com/office/drawing/2014/main" id="{649BF2C4-C45C-58F0-FF11-B71F7D37A586}"/>
              </a:ext>
            </a:extLst>
          </p:cNvPr>
          <p:cNvGrpSpPr/>
          <p:nvPr/>
        </p:nvGrpSpPr>
        <p:grpSpPr>
          <a:xfrm rot="16200000">
            <a:off x="2050592" y="1643848"/>
            <a:ext cx="490550" cy="827993"/>
            <a:chOff x="431800" y="2205498"/>
            <a:chExt cx="490550" cy="827993"/>
          </a:xfrm>
        </p:grpSpPr>
        <p:cxnSp>
          <p:nvCxnSpPr>
            <p:cNvPr id="84" name="Gerader Verbinder 83">
              <a:extLst>
                <a:ext uri="{FF2B5EF4-FFF2-40B4-BE49-F238E27FC236}">
                  <a16:creationId xmlns:a16="http://schemas.microsoft.com/office/drawing/2014/main" id="{A84E92B4-08B8-AD1E-880E-48C4D9E07394}"/>
                </a:ext>
              </a:extLst>
            </p:cNvPr>
            <p:cNvCxnSpPr/>
            <p:nvPr/>
          </p:nvCxnSpPr>
          <p:spPr>
            <a:xfrm flipV="1">
              <a:off x="726130" y="2205498"/>
              <a:ext cx="0" cy="827993"/>
            </a:xfrm>
            <a:prstGeom prst="line">
              <a:avLst/>
            </a:prstGeom>
            <a:ln w="6350" cap="rnd">
              <a:solidFill>
                <a:schemeClr val="accent1"/>
              </a:solidFill>
              <a:prstDash val="dash"/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Gerader Verbinder 84">
              <a:extLst>
                <a:ext uri="{FF2B5EF4-FFF2-40B4-BE49-F238E27FC236}">
                  <a16:creationId xmlns:a16="http://schemas.microsoft.com/office/drawing/2014/main" id="{0647A97A-9052-FBB9-BA52-45DD0CB601DF}"/>
                </a:ext>
              </a:extLst>
            </p:cNvPr>
            <p:cNvCxnSpPr/>
            <p:nvPr/>
          </p:nvCxnSpPr>
          <p:spPr>
            <a:xfrm flipV="1">
              <a:off x="922350" y="2205498"/>
              <a:ext cx="0" cy="827993"/>
            </a:xfrm>
            <a:prstGeom prst="line">
              <a:avLst/>
            </a:prstGeom>
            <a:ln w="6350" cap="rnd">
              <a:solidFill>
                <a:schemeClr val="accent1"/>
              </a:solidFill>
              <a:prstDash val="dash"/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Gerader Verbinder 85">
              <a:extLst>
                <a:ext uri="{FF2B5EF4-FFF2-40B4-BE49-F238E27FC236}">
                  <a16:creationId xmlns:a16="http://schemas.microsoft.com/office/drawing/2014/main" id="{B976346A-BFEF-DED1-284C-BC2C923CFA91}"/>
                </a:ext>
              </a:extLst>
            </p:cNvPr>
            <p:cNvCxnSpPr/>
            <p:nvPr/>
          </p:nvCxnSpPr>
          <p:spPr>
            <a:xfrm flipV="1">
              <a:off x="824240" y="2205498"/>
              <a:ext cx="0" cy="827993"/>
            </a:xfrm>
            <a:prstGeom prst="line">
              <a:avLst/>
            </a:prstGeom>
            <a:ln w="6350" cap="rnd">
              <a:solidFill>
                <a:schemeClr val="accent1"/>
              </a:solidFill>
              <a:prstDash val="dash"/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Gerader Verbinder 87">
              <a:extLst>
                <a:ext uri="{FF2B5EF4-FFF2-40B4-BE49-F238E27FC236}">
                  <a16:creationId xmlns:a16="http://schemas.microsoft.com/office/drawing/2014/main" id="{D0F69D00-B684-A2C9-AA1C-0ED5A3F13661}"/>
                </a:ext>
              </a:extLst>
            </p:cNvPr>
            <p:cNvCxnSpPr/>
            <p:nvPr/>
          </p:nvCxnSpPr>
          <p:spPr>
            <a:xfrm flipV="1">
              <a:off x="628020" y="2205498"/>
              <a:ext cx="0" cy="827993"/>
            </a:xfrm>
            <a:prstGeom prst="line">
              <a:avLst/>
            </a:prstGeom>
            <a:ln w="6350" cap="rnd">
              <a:solidFill>
                <a:schemeClr val="accent1"/>
              </a:solidFill>
              <a:prstDash val="dash"/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Gerader Verbinder 88">
              <a:extLst>
                <a:ext uri="{FF2B5EF4-FFF2-40B4-BE49-F238E27FC236}">
                  <a16:creationId xmlns:a16="http://schemas.microsoft.com/office/drawing/2014/main" id="{FD41B36C-5B8C-30C5-9B16-B2FEDCDA7D2F}"/>
                </a:ext>
              </a:extLst>
            </p:cNvPr>
            <p:cNvCxnSpPr/>
            <p:nvPr/>
          </p:nvCxnSpPr>
          <p:spPr>
            <a:xfrm flipV="1">
              <a:off x="529910" y="2205498"/>
              <a:ext cx="0" cy="827993"/>
            </a:xfrm>
            <a:prstGeom prst="line">
              <a:avLst/>
            </a:prstGeom>
            <a:ln w="6350" cap="rnd">
              <a:solidFill>
                <a:schemeClr val="accent1"/>
              </a:solidFill>
              <a:prstDash val="dash"/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Gerader Verbinder 89">
              <a:extLst>
                <a:ext uri="{FF2B5EF4-FFF2-40B4-BE49-F238E27FC236}">
                  <a16:creationId xmlns:a16="http://schemas.microsoft.com/office/drawing/2014/main" id="{65FBA1DC-F98E-EBB3-6657-87D1A53091A3}"/>
                </a:ext>
              </a:extLst>
            </p:cNvPr>
            <p:cNvCxnSpPr/>
            <p:nvPr/>
          </p:nvCxnSpPr>
          <p:spPr>
            <a:xfrm flipV="1">
              <a:off x="431800" y="2205498"/>
              <a:ext cx="0" cy="827993"/>
            </a:xfrm>
            <a:prstGeom prst="line">
              <a:avLst/>
            </a:prstGeom>
            <a:ln w="6350" cap="rnd">
              <a:solidFill>
                <a:schemeClr val="accent1"/>
              </a:solidFill>
              <a:prstDash val="dash"/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6" name="Gruppieren 75">
            <a:extLst>
              <a:ext uri="{FF2B5EF4-FFF2-40B4-BE49-F238E27FC236}">
                <a16:creationId xmlns:a16="http://schemas.microsoft.com/office/drawing/2014/main" id="{97D45B21-08D0-F266-431B-765BE0FA04D3}"/>
              </a:ext>
            </a:extLst>
          </p:cNvPr>
          <p:cNvGrpSpPr/>
          <p:nvPr/>
        </p:nvGrpSpPr>
        <p:grpSpPr>
          <a:xfrm rot="16200000">
            <a:off x="1911368" y="1739388"/>
            <a:ext cx="778137" cy="588662"/>
            <a:chOff x="312132" y="2331638"/>
            <a:chExt cx="827993" cy="588662"/>
          </a:xfrm>
        </p:grpSpPr>
        <p:cxnSp>
          <p:nvCxnSpPr>
            <p:cNvPr id="77" name="Gerader Verbinder 76">
              <a:extLst>
                <a:ext uri="{FF2B5EF4-FFF2-40B4-BE49-F238E27FC236}">
                  <a16:creationId xmlns:a16="http://schemas.microsoft.com/office/drawing/2014/main" id="{8819780C-0A98-CC79-CB8E-6E66AB7FDA2D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726129" y="2211971"/>
              <a:ext cx="0" cy="827993"/>
            </a:xfrm>
            <a:prstGeom prst="line">
              <a:avLst/>
            </a:prstGeom>
            <a:ln w="6350" cap="rnd">
              <a:solidFill>
                <a:schemeClr val="accent1"/>
              </a:solidFill>
              <a:prstDash val="solid"/>
              <a:round/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Gerader Verbinder 77">
              <a:extLst>
                <a:ext uri="{FF2B5EF4-FFF2-40B4-BE49-F238E27FC236}">
                  <a16:creationId xmlns:a16="http://schemas.microsoft.com/office/drawing/2014/main" id="{9066B10F-07AB-809D-021C-2FB0E1B46EEF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726129" y="2408191"/>
              <a:ext cx="0" cy="827993"/>
            </a:xfrm>
            <a:prstGeom prst="line">
              <a:avLst/>
            </a:prstGeom>
            <a:ln w="6350" cap="rnd">
              <a:solidFill>
                <a:schemeClr val="accent1"/>
              </a:solidFill>
              <a:prstDash val="solid"/>
              <a:round/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Gerader Verbinder 78">
              <a:extLst>
                <a:ext uri="{FF2B5EF4-FFF2-40B4-BE49-F238E27FC236}">
                  <a16:creationId xmlns:a16="http://schemas.microsoft.com/office/drawing/2014/main" id="{E6CADAA6-4236-FDE6-1FDB-09675F072C3C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726129" y="2310081"/>
              <a:ext cx="0" cy="827993"/>
            </a:xfrm>
            <a:prstGeom prst="line">
              <a:avLst/>
            </a:prstGeom>
            <a:ln w="6350" cap="rnd">
              <a:solidFill>
                <a:schemeClr val="accent1"/>
              </a:solidFill>
              <a:prstDash val="solid"/>
              <a:round/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Gerader Verbinder 79">
              <a:extLst>
                <a:ext uri="{FF2B5EF4-FFF2-40B4-BE49-F238E27FC236}">
                  <a16:creationId xmlns:a16="http://schemas.microsoft.com/office/drawing/2014/main" id="{E28A1084-2D1C-B3F1-0FD8-FEF602EFA759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726129" y="2506303"/>
              <a:ext cx="0" cy="827993"/>
            </a:xfrm>
            <a:prstGeom prst="line">
              <a:avLst/>
            </a:prstGeom>
            <a:ln w="6350" cap="rnd">
              <a:solidFill>
                <a:schemeClr val="accent1"/>
              </a:solidFill>
              <a:prstDash val="solid"/>
              <a:round/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Gerader Verbinder 80">
              <a:extLst>
                <a:ext uri="{FF2B5EF4-FFF2-40B4-BE49-F238E27FC236}">
                  <a16:creationId xmlns:a16="http://schemas.microsoft.com/office/drawing/2014/main" id="{AB002695-3F18-1573-0AEB-CCD41E5CFE11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726129" y="2113861"/>
              <a:ext cx="0" cy="827993"/>
            </a:xfrm>
            <a:prstGeom prst="line">
              <a:avLst/>
            </a:prstGeom>
            <a:ln w="6350" cap="rnd">
              <a:solidFill>
                <a:schemeClr val="accent1"/>
              </a:solidFill>
              <a:prstDash val="solid"/>
              <a:round/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Gerader Verbinder 81">
              <a:extLst>
                <a:ext uri="{FF2B5EF4-FFF2-40B4-BE49-F238E27FC236}">
                  <a16:creationId xmlns:a16="http://schemas.microsoft.com/office/drawing/2014/main" id="{0A536EBA-8783-771D-6385-B558CD3B14DC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726129" y="2015751"/>
              <a:ext cx="0" cy="827993"/>
            </a:xfrm>
            <a:prstGeom prst="line">
              <a:avLst/>
            </a:prstGeom>
            <a:ln w="6350" cap="rnd">
              <a:solidFill>
                <a:schemeClr val="accent1"/>
              </a:solidFill>
              <a:prstDash val="solid"/>
              <a:round/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Gerader Verbinder 82">
              <a:extLst>
                <a:ext uri="{FF2B5EF4-FFF2-40B4-BE49-F238E27FC236}">
                  <a16:creationId xmlns:a16="http://schemas.microsoft.com/office/drawing/2014/main" id="{8262FF37-0606-D47A-59D3-5C8C689684C9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726129" y="1917641"/>
              <a:ext cx="0" cy="827993"/>
            </a:xfrm>
            <a:prstGeom prst="line">
              <a:avLst/>
            </a:prstGeom>
            <a:ln w="6350" cap="rnd">
              <a:solidFill>
                <a:schemeClr val="accent1"/>
              </a:solidFill>
              <a:prstDash val="solid"/>
              <a:round/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Gruppieren 28">
            <a:extLst>
              <a:ext uri="{FF2B5EF4-FFF2-40B4-BE49-F238E27FC236}">
                <a16:creationId xmlns:a16="http://schemas.microsoft.com/office/drawing/2014/main" id="{E8CAC7A6-9CF2-B9C4-8DB3-9605B41AF620}"/>
              </a:ext>
            </a:extLst>
          </p:cNvPr>
          <p:cNvGrpSpPr/>
          <p:nvPr/>
        </p:nvGrpSpPr>
        <p:grpSpPr>
          <a:xfrm>
            <a:off x="911267" y="1347077"/>
            <a:ext cx="947244" cy="906983"/>
            <a:chOff x="477520" y="1298817"/>
            <a:chExt cx="947244" cy="906983"/>
          </a:xfrm>
        </p:grpSpPr>
        <p:cxnSp>
          <p:nvCxnSpPr>
            <p:cNvPr id="5" name="Gerade Verbindung mit Pfeil 4">
              <a:extLst>
                <a:ext uri="{FF2B5EF4-FFF2-40B4-BE49-F238E27FC236}">
                  <a16:creationId xmlns:a16="http://schemas.microsoft.com/office/drawing/2014/main" id="{65742D37-0337-F904-8211-80A05EE7EDA3}"/>
                </a:ext>
              </a:extLst>
            </p:cNvPr>
            <p:cNvCxnSpPr/>
            <p:nvPr/>
          </p:nvCxnSpPr>
          <p:spPr>
            <a:xfrm>
              <a:off x="732807" y="1959766"/>
              <a:ext cx="551146" cy="0"/>
            </a:xfrm>
            <a:prstGeom prst="straightConnector1">
              <a:avLst/>
            </a:prstGeom>
            <a:ln w="12700" cap="rnd">
              <a:solidFill>
                <a:schemeClr val="tx1"/>
              </a:solidFill>
              <a:round/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Gerade Verbindung mit Pfeil 5">
              <a:extLst>
                <a:ext uri="{FF2B5EF4-FFF2-40B4-BE49-F238E27FC236}">
                  <a16:creationId xmlns:a16="http://schemas.microsoft.com/office/drawing/2014/main" id="{0C58706B-688C-8A93-ABC7-C3DB0312CB5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2807" y="1399618"/>
              <a:ext cx="0" cy="560148"/>
            </a:xfrm>
            <a:prstGeom prst="straightConnector1">
              <a:avLst/>
            </a:prstGeom>
            <a:ln w="12700" cap="rnd">
              <a:solidFill>
                <a:schemeClr val="tx1"/>
              </a:solidFill>
              <a:round/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feld 8">
              <a:extLst>
                <a:ext uri="{FF2B5EF4-FFF2-40B4-BE49-F238E27FC236}">
                  <a16:creationId xmlns:a16="http://schemas.microsoft.com/office/drawing/2014/main" id="{038CB3B0-8BCB-7AA7-9DBB-C17E3EF09AD1}"/>
                </a:ext>
              </a:extLst>
            </p:cNvPr>
            <p:cNvSpPr txBox="1"/>
            <p:nvPr/>
          </p:nvSpPr>
          <p:spPr>
            <a:xfrm>
              <a:off x="477520" y="1298817"/>
              <a:ext cx="289560" cy="26161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de-DE" sz="1100" i="1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y</a:t>
              </a:r>
            </a:p>
          </p:txBody>
        </p:sp>
        <p:sp>
          <p:nvSpPr>
            <p:cNvPr id="10" name="Textfeld 9">
              <a:extLst>
                <a:ext uri="{FF2B5EF4-FFF2-40B4-BE49-F238E27FC236}">
                  <a16:creationId xmlns:a16="http://schemas.microsoft.com/office/drawing/2014/main" id="{2242BBA0-B200-3A57-214A-77DFBB476033}"/>
                </a:ext>
              </a:extLst>
            </p:cNvPr>
            <p:cNvSpPr txBox="1"/>
            <p:nvPr/>
          </p:nvSpPr>
          <p:spPr>
            <a:xfrm>
              <a:off x="1135204" y="1944190"/>
              <a:ext cx="289560" cy="26161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de-DE" sz="1100" i="1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x</a:t>
              </a:r>
            </a:p>
          </p:txBody>
        </p:sp>
      </p:grpSp>
      <p:grpSp>
        <p:nvGrpSpPr>
          <p:cNvPr id="30" name="Gruppieren 29">
            <a:extLst>
              <a:ext uri="{FF2B5EF4-FFF2-40B4-BE49-F238E27FC236}">
                <a16:creationId xmlns:a16="http://schemas.microsoft.com/office/drawing/2014/main" id="{9D4CF200-4EC2-31AD-EE1C-99143AC7EA7C}"/>
              </a:ext>
            </a:extLst>
          </p:cNvPr>
          <p:cNvGrpSpPr/>
          <p:nvPr/>
        </p:nvGrpSpPr>
        <p:grpSpPr>
          <a:xfrm>
            <a:off x="2046293" y="1347077"/>
            <a:ext cx="958189" cy="906983"/>
            <a:chOff x="2316497" y="1298817"/>
            <a:chExt cx="958189" cy="906983"/>
          </a:xfrm>
        </p:grpSpPr>
        <p:cxnSp>
          <p:nvCxnSpPr>
            <p:cNvPr id="11" name="Gerade Verbindung mit Pfeil 10">
              <a:extLst>
                <a:ext uri="{FF2B5EF4-FFF2-40B4-BE49-F238E27FC236}">
                  <a16:creationId xmlns:a16="http://schemas.microsoft.com/office/drawing/2014/main" id="{2B122E88-7AE6-9618-0DB6-C02BC6F73CF1}"/>
                </a:ext>
              </a:extLst>
            </p:cNvPr>
            <p:cNvCxnSpPr/>
            <p:nvPr/>
          </p:nvCxnSpPr>
          <p:spPr>
            <a:xfrm>
              <a:off x="2571784" y="1959766"/>
              <a:ext cx="551146" cy="0"/>
            </a:xfrm>
            <a:prstGeom prst="straightConnector1">
              <a:avLst/>
            </a:prstGeom>
            <a:ln w="12700" cap="rnd">
              <a:solidFill>
                <a:schemeClr val="tx1"/>
              </a:solidFill>
              <a:round/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Gerade Verbindung mit Pfeil 11">
              <a:extLst>
                <a:ext uri="{FF2B5EF4-FFF2-40B4-BE49-F238E27FC236}">
                  <a16:creationId xmlns:a16="http://schemas.microsoft.com/office/drawing/2014/main" id="{F70BB46E-44F0-5057-6BD8-E1E1F9F5EF2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71784" y="1399618"/>
              <a:ext cx="0" cy="560148"/>
            </a:xfrm>
            <a:prstGeom prst="straightConnector1">
              <a:avLst/>
            </a:prstGeom>
            <a:ln w="12700" cap="rnd">
              <a:solidFill>
                <a:schemeClr val="tx1"/>
              </a:solidFill>
              <a:round/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feld 12">
              <a:extLst>
                <a:ext uri="{FF2B5EF4-FFF2-40B4-BE49-F238E27FC236}">
                  <a16:creationId xmlns:a16="http://schemas.microsoft.com/office/drawing/2014/main" id="{D76148AE-01D9-1CD4-C238-FF53B5B373FC}"/>
                </a:ext>
              </a:extLst>
            </p:cNvPr>
            <p:cNvSpPr txBox="1"/>
            <p:nvPr/>
          </p:nvSpPr>
          <p:spPr>
            <a:xfrm>
              <a:off x="2316497" y="1298817"/>
              <a:ext cx="289560" cy="26161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de-DE" sz="1100" i="1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y</a:t>
              </a:r>
            </a:p>
          </p:txBody>
        </p:sp>
        <p:sp>
          <p:nvSpPr>
            <p:cNvPr id="14" name="Textfeld 13">
              <a:extLst>
                <a:ext uri="{FF2B5EF4-FFF2-40B4-BE49-F238E27FC236}">
                  <a16:creationId xmlns:a16="http://schemas.microsoft.com/office/drawing/2014/main" id="{4F9E8BBD-4ABD-61E7-FCA0-5E756BA8228E}"/>
                </a:ext>
              </a:extLst>
            </p:cNvPr>
            <p:cNvSpPr txBox="1"/>
            <p:nvPr/>
          </p:nvSpPr>
          <p:spPr>
            <a:xfrm>
              <a:off x="2985126" y="1944190"/>
              <a:ext cx="289560" cy="26161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de-DE" sz="1100" i="1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x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319654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EF0438-F8AB-D161-5E76-C8543456B3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feld 14">
            <a:extLst>
              <a:ext uri="{FF2B5EF4-FFF2-40B4-BE49-F238E27FC236}">
                <a16:creationId xmlns:a16="http://schemas.microsoft.com/office/drawing/2014/main" id="{B2B288DE-A894-9D40-0A23-103C24CAB0EB}"/>
              </a:ext>
            </a:extLst>
          </p:cNvPr>
          <p:cNvSpPr txBox="1"/>
          <p:nvPr/>
        </p:nvSpPr>
        <p:spPr>
          <a:xfrm>
            <a:off x="715687" y="1058150"/>
            <a:ext cx="1036319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11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a</a:t>
            </a:r>
            <a:r>
              <a:rPr lang="de-DE" sz="11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= reell: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795C13D1-C0D9-38C7-F36D-8CF6E7A1B04E}"/>
              </a:ext>
            </a:extLst>
          </p:cNvPr>
          <p:cNvSpPr txBox="1"/>
          <p:nvPr/>
        </p:nvSpPr>
        <p:spPr>
          <a:xfrm>
            <a:off x="1724991" y="1058150"/>
            <a:ext cx="1221723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11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a</a:t>
            </a:r>
            <a:r>
              <a:rPr lang="de-DE" sz="11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= imaginär:</a:t>
            </a:r>
          </a:p>
        </p:txBody>
      </p:sp>
      <p:grpSp>
        <p:nvGrpSpPr>
          <p:cNvPr id="29" name="Gruppieren 28">
            <a:extLst>
              <a:ext uri="{FF2B5EF4-FFF2-40B4-BE49-F238E27FC236}">
                <a16:creationId xmlns:a16="http://schemas.microsoft.com/office/drawing/2014/main" id="{C65CE8CE-76E9-1EF3-85D2-5CA6AB303E34}"/>
              </a:ext>
            </a:extLst>
          </p:cNvPr>
          <p:cNvGrpSpPr/>
          <p:nvPr/>
        </p:nvGrpSpPr>
        <p:grpSpPr>
          <a:xfrm>
            <a:off x="911267" y="1347077"/>
            <a:ext cx="947244" cy="906983"/>
            <a:chOff x="477520" y="1298817"/>
            <a:chExt cx="947244" cy="906983"/>
          </a:xfrm>
        </p:grpSpPr>
        <p:cxnSp>
          <p:nvCxnSpPr>
            <p:cNvPr id="5" name="Gerade Verbindung mit Pfeil 4">
              <a:extLst>
                <a:ext uri="{FF2B5EF4-FFF2-40B4-BE49-F238E27FC236}">
                  <a16:creationId xmlns:a16="http://schemas.microsoft.com/office/drawing/2014/main" id="{2443ABA1-CC2E-A42E-51A4-E7CBD2976017}"/>
                </a:ext>
              </a:extLst>
            </p:cNvPr>
            <p:cNvCxnSpPr/>
            <p:nvPr/>
          </p:nvCxnSpPr>
          <p:spPr>
            <a:xfrm>
              <a:off x="732807" y="1959766"/>
              <a:ext cx="551146" cy="0"/>
            </a:xfrm>
            <a:prstGeom prst="straightConnector1">
              <a:avLst/>
            </a:prstGeom>
            <a:ln w="12700" cap="rnd">
              <a:solidFill>
                <a:schemeClr val="tx1"/>
              </a:solidFill>
              <a:round/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Gerade Verbindung mit Pfeil 5">
              <a:extLst>
                <a:ext uri="{FF2B5EF4-FFF2-40B4-BE49-F238E27FC236}">
                  <a16:creationId xmlns:a16="http://schemas.microsoft.com/office/drawing/2014/main" id="{D5A3E87A-4C91-880E-DB85-347CE722AEC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2807" y="1399618"/>
              <a:ext cx="0" cy="560148"/>
            </a:xfrm>
            <a:prstGeom prst="straightConnector1">
              <a:avLst/>
            </a:prstGeom>
            <a:ln w="12700" cap="rnd">
              <a:solidFill>
                <a:schemeClr val="tx1"/>
              </a:solidFill>
              <a:round/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feld 8">
              <a:extLst>
                <a:ext uri="{FF2B5EF4-FFF2-40B4-BE49-F238E27FC236}">
                  <a16:creationId xmlns:a16="http://schemas.microsoft.com/office/drawing/2014/main" id="{0802E71E-1C24-68A3-D6CF-187864337C12}"/>
                </a:ext>
              </a:extLst>
            </p:cNvPr>
            <p:cNvSpPr txBox="1"/>
            <p:nvPr/>
          </p:nvSpPr>
          <p:spPr>
            <a:xfrm>
              <a:off x="477520" y="1298817"/>
              <a:ext cx="289560" cy="26161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de-DE" sz="1100" i="1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y</a:t>
              </a:r>
            </a:p>
          </p:txBody>
        </p:sp>
        <p:sp>
          <p:nvSpPr>
            <p:cNvPr id="10" name="Textfeld 9">
              <a:extLst>
                <a:ext uri="{FF2B5EF4-FFF2-40B4-BE49-F238E27FC236}">
                  <a16:creationId xmlns:a16="http://schemas.microsoft.com/office/drawing/2014/main" id="{9A54EC41-9D28-2C93-F56A-B555D277BFDD}"/>
                </a:ext>
              </a:extLst>
            </p:cNvPr>
            <p:cNvSpPr txBox="1"/>
            <p:nvPr/>
          </p:nvSpPr>
          <p:spPr>
            <a:xfrm>
              <a:off x="1135204" y="1944190"/>
              <a:ext cx="289560" cy="26161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de-DE" sz="1100" i="1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x</a:t>
              </a:r>
            </a:p>
          </p:txBody>
        </p:sp>
      </p:grpSp>
      <p:grpSp>
        <p:nvGrpSpPr>
          <p:cNvPr id="30" name="Gruppieren 29">
            <a:extLst>
              <a:ext uri="{FF2B5EF4-FFF2-40B4-BE49-F238E27FC236}">
                <a16:creationId xmlns:a16="http://schemas.microsoft.com/office/drawing/2014/main" id="{61002784-7C94-5F97-0EE7-1E29C55BDDA1}"/>
              </a:ext>
            </a:extLst>
          </p:cNvPr>
          <p:cNvGrpSpPr/>
          <p:nvPr/>
        </p:nvGrpSpPr>
        <p:grpSpPr>
          <a:xfrm>
            <a:off x="2046293" y="1347077"/>
            <a:ext cx="958189" cy="906983"/>
            <a:chOff x="2316497" y="1298817"/>
            <a:chExt cx="958189" cy="906983"/>
          </a:xfrm>
        </p:grpSpPr>
        <p:cxnSp>
          <p:nvCxnSpPr>
            <p:cNvPr id="11" name="Gerade Verbindung mit Pfeil 10">
              <a:extLst>
                <a:ext uri="{FF2B5EF4-FFF2-40B4-BE49-F238E27FC236}">
                  <a16:creationId xmlns:a16="http://schemas.microsoft.com/office/drawing/2014/main" id="{22A58A51-10F0-DEA9-2F84-E665B9570EE4}"/>
                </a:ext>
              </a:extLst>
            </p:cNvPr>
            <p:cNvCxnSpPr/>
            <p:nvPr/>
          </p:nvCxnSpPr>
          <p:spPr>
            <a:xfrm>
              <a:off x="2571784" y="1959766"/>
              <a:ext cx="551146" cy="0"/>
            </a:xfrm>
            <a:prstGeom prst="straightConnector1">
              <a:avLst/>
            </a:prstGeom>
            <a:ln w="12700" cap="rnd">
              <a:solidFill>
                <a:schemeClr val="tx1"/>
              </a:solidFill>
              <a:round/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Gerade Verbindung mit Pfeil 11">
              <a:extLst>
                <a:ext uri="{FF2B5EF4-FFF2-40B4-BE49-F238E27FC236}">
                  <a16:creationId xmlns:a16="http://schemas.microsoft.com/office/drawing/2014/main" id="{935ADA3E-4C5B-AF5C-A966-88356B1861D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71784" y="1399618"/>
              <a:ext cx="0" cy="560148"/>
            </a:xfrm>
            <a:prstGeom prst="straightConnector1">
              <a:avLst/>
            </a:prstGeom>
            <a:ln w="12700" cap="rnd">
              <a:solidFill>
                <a:schemeClr val="tx1"/>
              </a:solidFill>
              <a:round/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feld 12">
              <a:extLst>
                <a:ext uri="{FF2B5EF4-FFF2-40B4-BE49-F238E27FC236}">
                  <a16:creationId xmlns:a16="http://schemas.microsoft.com/office/drawing/2014/main" id="{682D7BD2-2BC1-DD4D-5692-464D5E3CD691}"/>
                </a:ext>
              </a:extLst>
            </p:cNvPr>
            <p:cNvSpPr txBox="1"/>
            <p:nvPr/>
          </p:nvSpPr>
          <p:spPr>
            <a:xfrm>
              <a:off x="2316497" y="1298817"/>
              <a:ext cx="289560" cy="26161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de-DE" sz="1100" i="1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y</a:t>
              </a:r>
            </a:p>
          </p:txBody>
        </p:sp>
        <p:sp>
          <p:nvSpPr>
            <p:cNvPr id="14" name="Textfeld 13">
              <a:extLst>
                <a:ext uri="{FF2B5EF4-FFF2-40B4-BE49-F238E27FC236}">
                  <a16:creationId xmlns:a16="http://schemas.microsoft.com/office/drawing/2014/main" id="{2CA9F0A4-4B19-8947-51CB-9CE0D0D6455E}"/>
                </a:ext>
              </a:extLst>
            </p:cNvPr>
            <p:cNvSpPr txBox="1"/>
            <p:nvPr/>
          </p:nvSpPr>
          <p:spPr>
            <a:xfrm>
              <a:off x="2985126" y="1944190"/>
              <a:ext cx="289560" cy="26161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de-DE" sz="1100" i="1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x</a:t>
              </a:r>
            </a:p>
          </p:txBody>
        </p:sp>
      </p:grpSp>
      <p:grpSp>
        <p:nvGrpSpPr>
          <p:cNvPr id="26" name="Gruppieren 25">
            <a:extLst>
              <a:ext uri="{FF2B5EF4-FFF2-40B4-BE49-F238E27FC236}">
                <a16:creationId xmlns:a16="http://schemas.microsoft.com/office/drawing/2014/main" id="{9E8721D0-4F3C-C193-C320-88295D761BD5}"/>
              </a:ext>
            </a:extLst>
          </p:cNvPr>
          <p:cNvGrpSpPr/>
          <p:nvPr/>
        </p:nvGrpSpPr>
        <p:grpSpPr>
          <a:xfrm>
            <a:off x="1190624" y="1556385"/>
            <a:ext cx="436246" cy="432432"/>
            <a:chOff x="1190624" y="1556385"/>
            <a:chExt cx="436246" cy="432432"/>
          </a:xfrm>
        </p:grpSpPr>
        <p:sp>
          <p:nvSpPr>
            <p:cNvPr id="21" name="Freihandform: Form 20">
              <a:extLst>
                <a:ext uri="{FF2B5EF4-FFF2-40B4-BE49-F238E27FC236}">
                  <a16:creationId xmlns:a16="http://schemas.microsoft.com/office/drawing/2014/main" id="{DF4CA1C8-C9B3-9C25-6EC2-8901AB14A88C}"/>
                </a:ext>
              </a:extLst>
            </p:cNvPr>
            <p:cNvSpPr/>
            <p:nvPr/>
          </p:nvSpPr>
          <p:spPr>
            <a:xfrm>
              <a:off x="1190625" y="1853565"/>
              <a:ext cx="436245" cy="135252"/>
            </a:xfrm>
            <a:custGeom>
              <a:avLst/>
              <a:gdLst>
                <a:gd name="connsiteX0" fmla="*/ 0 w 436245"/>
                <a:gd name="connsiteY0" fmla="*/ 0 h 145568"/>
                <a:gd name="connsiteX1" fmla="*/ 97155 w 436245"/>
                <a:gd name="connsiteY1" fmla="*/ 123825 h 145568"/>
                <a:gd name="connsiteX2" fmla="*/ 436245 w 436245"/>
                <a:gd name="connsiteY2" fmla="*/ 144780 h 145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6245" h="145568">
                  <a:moveTo>
                    <a:pt x="0" y="0"/>
                  </a:moveTo>
                  <a:cubicBezTo>
                    <a:pt x="12224" y="49847"/>
                    <a:pt x="24448" y="99695"/>
                    <a:pt x="97155" y="123825"/>
                  </a:cubicBezTo>
                  <a:cubicBezTo>
                    <a:pt x="169863" y="147955"/>
                    <a:pt x="303054" y="146367"/>
                    <a:pt x="436245" y="144780"/>
                  </a:cubicBezTo>
                </a:path>
              </a:pathLst>
            </a:custGeom>
            <a:noFill/>
            <a:ln w="6350" cap="rnd">
              <a:solidFill>
                <a:schemeClr val="accent1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2" name="Freihandform: Form 21">
              <a:extLst>
                <a:ext uri="{FF2B5EF4-FFF2-40B4-BE49-F238E27FC236}">
                  <a16:creationId xmlns:a16="http://schemas.microsoft.com/office/drawing/2014/main" id="{11C53AFB-37B9-79A8-5D26-509F4D0BFBF6}"/>
                </a:ext>
              </a:extLst>
            </p:cNvPr>
            <p:cNvSpPr/>
            <p:nvPr/>
          </p:nvSpPr>
          <p:spPr>
            <a:xfrm>
              <a:off x="1190624" y="1737360"/>
              <a:ext cx="436243" cy="234315"/>
            </a:xfrm>
            <a:custGeom>
              <a:avLst/>
              <a:gdLst>
                <a:gd name="connsiteX0" fmla="*/ 0 w 434340"/>
                <a:gd name="connsiteY0" fmla="*/ 0 h 234315"/>
                <a:gd name="connsiteX1" fmla="*/ 95250 w 434340"/>
                <a:gd name="connsiteY1" fmla="*/ 190500 h 234315"/>
                <a:gd name="connsiteX2" fmla="*/ 434340 w 434340"/>
                <a:gd name="connsiteY2" fmla="*/ 234315 h 2343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4340" h="234315">
                  <a:moveTo>
                    <a:pt x="0" y="0"/>
                  </a:moveTo>
                  <a:cubicBezTo>
                    <a:pt x="11430" y="75724"/>
                    <a:pt x="22860" y="151448"/>
                    <a:pt x="95250" y="190500"/>
                  </a:cubicBezTo>
                  <a:cubicBezTo>
                    <a:pt x="167640" y="229552"/>
                    <a:pt x="300990" y="231933"/>
                    <a:pt x="434340" y="234315"/>
                  </a:cubicBezTo>
                </a:path>
              </a:pathLst>
            </a:custGeom>
            <a:noFill/>
            <a:ln w="6350" cap="rnd">
              <a:solidFill>
                <a:schemeClr val="accent1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3" name="Freihandform: Form 22">
              <a:extLst>
                <a:ext uri="{FF2B5EF4-FFF2-40B4-BE49-F238E27FC236}">
                  <a16:creationId xmlns:a16="http://schemas.microsoft.com/office/drawing/2014/main" id="{09A401CF-2268-E195-A654-7EEA6FD2443C}"/>
                </a:ext>
              </a:extLst>
            </p:cNvPr>
            <p:cNvSpPr/>
            <p:nvPr/>
          </p:nvSpPr>
          <p:spPr>
            <a:xfrm>
              <a:off x="1190625" y="1556385"/>
              <a:ext cx="436235" cy="398145"/>
            </a:xfrm>
            <a:custGeom>
              <a:avLst/>
              <a:gdLst>
                <a:gd name="connsiteX0" fmla="*/ 0 w 438150"/>
                <a:gd name="connsiteY0" fmla="*/ 0 h 407670"/>
                <a:gd name="connsiteX1" fmla="*/ 104775 w 438150"/>
                <a:gd name="connsiteY1" fmla="*/ 331470 h 407670"/>
                <a:gd name="connsiteX2" fmla="*/ 438150 w 438150"/>
                <a:gd name="connsiteY2" fmla="*/ 407670 h 407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8150" h="407670">
                  <a:moveTo>
                    <a:pt x="0" y="0"/>
                  </a:moveTo>
                  <a:cubicBezTo>
                    <a:pt x="15875" y="131762"/>
                    <a:pt x="31750" y="263525"/>
                    <a:pt x="104775" y="331470"/>
                  </a:cubicBezTo>
                  <a:cubicBezTo>
                    <a:pt x="177800" y="399415"/>
                    <a:pt x="307975" y="403542"/>
                    <a:pt x="438150" y="407670"/>
                  </a:cubicBezTo>
                </a:path>
              </a:pathLst>
            </a:custGeom>
            <a:noFill/>
            <a:ln w="6350" cap="rnd">
              <a:solidFill>
                <a:schemeClr val="accent1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5" name="Freihandform: Form 24">
              <a:extLst>
                <a:ext uri="{FF2B5EF4-FFF2-40B4-BE49-F238E27FC236}">
                  <a16:creationId xmlns:a16="http://schemas.microsoft.com/office/drawing/2014/main" id="{00B57C40-8015-5AFD-A617-322DB5BBDE1F}"/>
                </a:ext>
              </a:extLst>
            </p:cNvPr>
            <p:cNvSpPr/>
            <p:nvPr/>
          </p:nvSpPr>
          <p:spPr>
            <a:xfrm>
              <a:off x="1323734" y="1661082"/>
              <a:ext cx="196215" cy="152556"/>
            </a:xfrm>
            <a:custGeom>
              <a:avLst/>
              <a:gdLst>
                <a:gd name="connsiteX0" fmla="*/ 0 w 194310"/>
                <a:gd name="connsiteY0" fmla="*/ 0 h 203835"/>
                <a:gd name="connsiteX1" fmla="*/ 70485 w 194310"/>
                <a:gd name="connsiteY1" fmla="*/ 150495 h 203835"/>
                <a:gd name="connsiteX2" fmla="*/ 194310 w 194310"/>
                <a:gd name="connsiteY2" fmla="*/ 203835 h 203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4310" h="203835">
                  <a:moveTo>
                    <a:pt x="0" y="0"/>
                  </a:moveTo>
                  <a:cubicBezTo>
                    <a:pt x="19050" y="58261"/>
                    <a:pt x="38100" y="116523"/>
                    <a:pt x="70485" y="150495"/>
                  </a:cubicBezTo>
                  <a:cubicBezTo>
                    <a:pt x="102870" y="184467"/>
                    <a:pt x="128588" y="188595"/>
                    <a:pt x="194310" y="203835"/>
                  </a:cubicBezTo>
                </a:path>
              </a:pathLst>
            </a:custGeom>
            <a:noFill/>
            <a:ln w="6350" cap="rnd">
              <a:solidFill>
                <a:schemeClr val="accent1"/>
              </a:solidFill>
              <a:round/>
              <a:tailEnd type="stealt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27" name="Gruppieren 26">
            <a:extLst>
              <a:ext uri="{FF2B5EF4-FFF2-40B4-BE49-F238E27FC236}">
                <a16:creationId xmlns:a16="http://schemas.microsoft.com/office/drawing/2014/main" id="{EF960268-0272-F838-BEFB-2766B49B87B6}"/>
              </a:ext>
            </a:extLst>
          </p:cNvPr>
          <p:cNvGrpSpPr/>
          <p:nvPr/>
        </p:nvGrpSpPr>
        <p:grpSpPr>
          <a:xfrm flipV="1">
            <a:off x="1190624" y="2030808"/>
            <a:ext cx="436246" cy="432432"/>
            <a:chOff x="1190624" y="1556385"/>
            <a:chExt cx="436246" cy="432432"/>
          </a:xfrm>
        </p:grpSpPr>
        <p:sp>
          <p:nvSpPr>
            <p:cNvPr id="28" name="Freihandform: Form 27">
              <a:extLst>
                <a:ext uri="{FF2B5EF4-FFF2-40B4-BE49-F238E27FC236}">
                  <a16:creationId xmlns:a16="http://schemas.microsoft.com/office/drawing/2014/main" id="{425AE79D-E8CA-DC9E-BDCE-756CE1C94ED7}"/>
                </a:ext>
              </a:extLst>
            </p:cNvPr>
            <p:cNvSpPr/>
            <p:nvPr/>
          </p:nvSpPr>
          <p:spPr>
            <a:xfrm>
              <a:off x="1190625" y="1853565"/>
              <a:ext cx="436245" cy="135252"/>
            </a:xfrm>
            <a:custGeom>
              <a:avLst/>
              <a:gdLst>
                <a:gd name="connsiteX0" fmla="*/ 0 w 436245"/>
                <a:gd name="connsiteY0" fmla="*/ 0 h 145568"/>
                <a:gd name="connsiteX1" fmla="*/ 97155 w 436245"/>
                <a:gd name="connsiteY1" fmla="*/ 123825 h 145568"/>
                <a:gd name="connsiteX2" fmla="*/ 436245 w 436245"/>
                <a:gd name="connsiteY2" fmla="*/ 144780 h 145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6245" h="145568">
                  <a:moveTo>
                    <a:pt x="0" y="0"/>
                  </a:moveTo>
                  <a:cubicBezTo>
                    <a:pt x="12224" y="49847"/>
                    <a:pt x="24448" y="99695"/>
                    <a:pt x="97155" y="123825"/>
                  </a:cubicBezTo>
                  <a:cubicBezTo>
                    <a:pt x="169863" y="147955"/>
                    <a:pt x="303054" y="146367"/>
                    <a:pt x="436245" y="144780"/>
                  </a:cubicBezTo>
                </a:path>
              </a:pathLst>
            </a:custGeom>
            <a:noFill/>
            <a:ln w="6350" cap="rnd">
              <a:solidFill>
                <a:schemeClr val="accent1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7" name="Freihandform: Form 36">
              <a:extLst>
                <a:ext uri="{FF2B5EF4-FFF2-40B4-BE49-F238E27FC236}">
                  <a16:creationId xmlns:a16="http://schemas.microsoft.com/office/drawing/2014/main" id="{60715F13-5C4B-361A-D124-21CBDD3C9613}"/>
                </a:ext>
              </a:extLst>
            </p:cNvPr>
            <p:cNvSpPr/>
            <p:nvPr/>
          </p:nvSpPr>
          <p:spPr>
            <a:xfrm>
              <a:off x="1190624" y="1737360"/>
              <a:ext cx="436243" cy="234315"/>
            </a:xfrm>
            <a:custGeom>
              <a:avLst/>
              <a:gdLst>
                <a:gd name="connsiteX0" fmla="*/ 0 w 434340"/>
                <a:gd name="connsiteY0" fmla="*/ 0 h 234315"/>
                <a:gd name="connsiteX1" fmla="*/ 95250 w 434340"/>
                <a:gd name="connsiteY1" fmla="*/ 190500 h 234315"/>
                <a:gd name="connsiteX2" fmla="*/ 434340 w 434340"/>
                <a:gd name="connsiteY2" fmla="*/ 234315 h 2343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4340" h="234315">
                  <a:moveTo>
                    <a:pt x="0" y="0"/>
                  </a:moveTo>
                  <a:cubicBezTo>
                    <a:pt x="11430" y="75724"/>
                    <a:pt x="22860" y="151448"/>
                    <a:pt x="95250" y="190500"/>
                  </a:cubicBezTo>
                  <a:cubicBezTo>
                    <a:pt x="167640" y="229552"/>
                    <a:pt x="300990" y="231933"/>
                    <a:pt x="434340" y="234315"/>
                  </a:cubicBezTo>
                </a:path>
              </a:pathLst>
            </a:custGeom>
            <a:noFill/>
            <a:ln w="6350" cap="rnd">
              <a:solidFill>
                <a:schemeClr val="accent1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8" name="Freihandform: Form 37">
              <a:extLst>
                <a:ext uri="{FF2B5EF4-FFF2-40B4-BE49-F238E27FC236}">
                  <a16:creationId xmlns:a16="http://schemas.microsoft.com/office/drawing/2014/main" id="{310A84D2-02ED-BD7C-9675-712BE5C8C09B}"/>
                </a:ext>
              </a:extLst>
            </p:cNvPr>
            <p:cNvSpPr/>
            <p:nvPr/>
          </p:nvSpPr>
          <p:spPr>
            <a:xfrm>
              <a:off x="1190625" y="1556385"/>
              <a:ext cx="436235" cy="398145"/>
            </a:xfrm>
            <a:custGeom>
              <a:avLst/>
              <a:gdLst>
                <a:gd name="connsiteX0" fmla="*/ 0 w 438150"/>
                <a:gd name="connsiteY0" fmla="*/ 0 h 407670"/>
                <a:gd name="connsiteX1" fmla="*/ 104775 w 438150"/>
                <a:gd name="connsiteY1" fmla="*/ 331470 h 407670"/>
                <a:gd name="connsiteX2" fmla="*/ 438150 w 438150"/>
                <a:gd name="connsiteY2" fmla="*/ 407670 h 407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8150" h="407670">
                  <a:moveTo>
                    <a:pt x="0" y="0"/>
                  </a:moveTo>
                  <a:cubicBezTo>
                    <a:pt x="15875" y="131762"/>
                    <a:pt x="31750" y="263525"/>
                    <a:pt x="104775" y="331470"/>
                  </a:cubicBezTo>
                  <a:cubicBezTo>
                    <a:pt x="177800" y="399415"/>
                    <a:pt x="307975" y="403542"/>
                    <a:pt x="438150" y="407670"/>
                  </a:cubicBezTo>
                </a:path>
              </a:pathLst>
            </a:custGeom>
            <a:noFill/>
            <a:ln w="6350" cap="rnd">
              <a:solidFill>
                <a:schemeClr val="accent1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1" name="Freihandform: Form 40">
              <a:extLst>
                <a:ext uri="{FF2B5EF4-FFF2-40B4-BE49-F238E27FC236}">
                  <a16:creationId xmlns:a16="http://schemas.microsoft.com/office/drawing/2014/main" id="{3ABE293C-5804-9516-CAF6-41F6F76A96C2}"/>
                </a:ext>
              </a:extLst>
            </p:cNvPr>
            <p:cNvSpPr/>
            <p:nvPr/>
          </p:nvSpPr>
          <p:spPr>
            <a:xfrm>
              <a:off x="1323734" y="1661082"/>
              <a:ext cx="196215" cy="152556"/>
            </a:xfrm>
            <a:custGeom>
              <a:avLst/>
              <a:gdLst>
                <a:gd name="connsiteX0" fmla="*/ 0 w 194310"/>
                <a:gd name="connsiteY0" fmla="*/ 0 h 203835"/>
                <a:gd name="connsiteX1" fmla="*/ 70485 w 194310"/>
                <a:gd name="connsiteY1" fmla="*/ 150495 h 203835"/>
                <a:gd name="connsiteX2" fmla="*/ 194310 w 194310"/>
                <a:gd name="connsiteY2" fmla="*/ 203835 h 203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4310" h="203835">
                  <a:moveTo>
                    <a:pt x="0" y="0"/>
                  </a:moveTo>
                  <a:cubicBezTo>
                    <a:pt x="19050" y="58261"/>
                    <a:pt x="38100" y="116523"/>
                    <a:pt x="70485" y="150495"/>
                  </a:cubicBezTo>
                  <a:cubicBezTo>
                    <a:pt x="102870" y="184467"/>
                    <a:pt x="128588" y="188595"/>
                    <a:pt x="194310" y="203835"/>
                  </a:cubicBezTo>
                </a:path>
              </a:pathLst>
            </a:custGeom>
            <a:noFill/>
            <a:ln w="6350" cap="rnd">
              <a:solidFill>
                <a:schemeClr val="accent1"/>
              </a:solidFill>
              <a:round/>
              <a:tailEnd type="stealt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42" name="Gruppieren 41">
            <a:extLst>
              <a:ext uri="{FF2B5EF4-FFF2-40B4-BE49-F238E27FC236}">
                <a16:creationId xmlns:a16="http://schemas.microsoft.com/office/drawing/2014/main" id="{78D42DD0-BDA4-6A71-E3FD-F7326E01B683}"/>
              </a:ext>
            </a:extLst>
          </p:cNvPr>
          <p:cNvGrpSpPr/>
          <p:nvPr/>
        </p:nvGrpSpPr>
        <p:grpSpPr>
          <a:xfrm flipH="1">
            <a:off x="702595" y="1556385"/>
            <a:ext cx="436246" cy="432432"/>
            <a:chOff x="1190624" y="1556385"/>
            <a:chExt cx="436246" cy="432432"/>
          </a:xfrm>
        </p:grpSpPr>
        <p:sp>
          <p:nvSpPr>
            <p:cNvPr id="43" name="Freihandform: Form 42">
              <a:extLst>
                <a:ext uri="{FF2B5EF4-FFF2-40B4-BE49-F238E27FC236}">
                  <a16:creationId xmlns:a16="http://schemas.microsoft.com/office/drawing/2014/main" id="{4F35EA65-0A24-E733-C106-4234448CB219}"/>
                </a:ext>
              </a:extLst>
            </p:cNvPr>
            <p:cNvSpPr/>
            <p:nvPr/>
          </p:nvSpPr>
          <p:spPr>
            <a:xfrm>
              <a:off x="1190625" y="1853565"/>
              <a:ext cx="436245" cy="135252"/>
            </a:xfrm>
            <a:custGeom>
              <a:avLst/>
              <a:gdLst>
                <a:gd name="connsiteX0" fmla="*/ 0 w 436245"/>
                <a:gd name="connsiteY0" fmla="*/ 0 h 145568"/>
                <a:gd name="connsiteX1" fmla="*/ 97155 w 436245"/>
                <a:gd name="connsiteY1" fmla="*/ 123825 h 145568"/>
                <a:gd name="connsiteX2" fmla="*/ 436245 w 436245"/>
                <a:gd name="connsiteY2" fmla="*/ 144780 h 145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6245" h="145568">
                  <a:moveTo>
                    <a:pt x="0" y="0"/>
                  </a:moveTo>
                  <a:cubicBezTo>
                    <a:pt x="12224" y="49847"/>
                    <a:pt x="24448" y="99695"/>
                    <a:pt x="97155" y="123825"/>
                  </a:cubicBezTo>
                  <a:cubicBezTo>
                    <a:pt x="169863" y="147955"/>
                    <a:pt x="303054" y="146367"/>
                    <a:pt x="436245" y="144780"/>
                  </a:cubicBezTo>
                </a:path>
              </a:pathLst>
            </a:custGeom>
            <a:noFill/>
            <a:ln w="6350" cap="rnd">
              <a:solidFill>
                <a:schemeClr val="accent1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4" name="Freihandform: Form 43">
              <a:extLst>
                <a:ext uri="{FF2B5EF4-FFF2-40B4-BE49-F238E27FC236}">
                  <a16:creationId xmlns:a16="http://schemas.microsoft.com/office/drawing/2014/main" id="{389F81AD-5184-896F-2BCE-09EA146EF84F}"/>
                </a:ext>
              </a:extLst>
            </p:cNvPr>
            <p:cNvSpPr/>
            <p:nvPr/>
          </p:nvSpPr>
          <p:spPr>
            <a:xfrm>
              <a:off x="1190624" y="1737360"/>
              <a:ext cx="436243" cy="234315"/>
            </a:xfrm>
            <a:custGeom>
              <a:avLst/>
              <a:gdLst>
                <a:gd name="connsiteX0" fmla="*/ 0 w 434340"/>
                <a:gd name="connsiteY0" fmla="*/ 0 h 234315"/>
                <a:gd name="connsiteX1" fmla="*/ 95250 w 434340"/>
                <a:gd name="connsiteY1" fmla="*/ 190500 h 234315"/>
                <a:gd name="connsiteX2" fmla="*/ 434340 w 434340"/>
                <a:gd name="connsiteY2" fmla="*/ 234315 h 2343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4340" h="234315">
                  <a:moveTo>
                    <a:pt x="0" y="0"/>
                  </a:moveTo>
                  <a:cubicBezTo>
                    <a:pt x="11430" y="75724"/>
                    <a:pt x="22860" y="151448"/>
                    <a:pt x="95250" y="190500"/>
                  </a:cubicBezTo>
                  <a:cubicBezTo>
                    <a:pt x="167640" y="229552"/>
                    <a:pt x="300990" y="231933"/>
                    <a:pt x="434340" y="234315"/>
                  </a:cubicBezTo>
                </a:path>
              </a:pathLst>
            </a:custGeom>
            <a:noFill/>
            <a:ln w="6350" cap="rnd">
              <a:solidFill>
                <a:schemeClr val="accent1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5" name="Freihandform: Form 44">
              <a:extLst>
                <a:ext uri="{FF2B5EF4-FFF2-40B4-BE49-F238E27FC236}">
                  <a16:creationId xmlns:a16="http://schemas.microsoft.com/office/drawing/2014/main" id="{9658E657-7686-AFB2-BCCD-D77510B1E069}"/>
                </a:ext>
              </a:extLst>
            </p:cNvPr>
            <p:cNvSpPr/>
            <p:nvPr/>
          </p:nvSpPr>
          <p:spPr>
            <a:xfrm>
              <a:off x="1190625" y="1556385"/>
              <a:ext cx="436235" cy="398145"/>
            </a:xfrm>
            <a:custGeom>
              <a:avLst/>
              <a:gdLst>
                <a:gd name="connsiteX0" fmla="*/ 0 w 438150"/>
                <a:gd name="connsiteY0" fmla="*/ 0 h 407670"/>
                <a:gd name="connsiteX1" fmla="*/ 104775 w 438150"/>
                <a:gd name="connsiteY1" fmla="*/ 331470 h 407670"/>
                <a:gd name="connsiteX2" fmla="*/ 438150 w 438150"/>
                <a:gd name="connsiteY2" fmla="*/ 407670 h 407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8150" h="407670">
                  <a:moveTo>
                    <a:pt x="0" y="0"/>
                  </a:moveTo>
                  <a:cubicBezTo>
                    <a:pt x="15875" y="131762"/>
                    <a:pt x="31750" y="263525"/>
                    <a:pt x="104775" y="331470"/>
                  </a:cubicBezTo>
                  <a:cubicBezTo>
                    <a:pt x="177800" y="399415"/>
                    <a:pt x="307975" y="403542"/>
                    <a:pt x="438150" y="407670"/>
                  </a:cubicBezTo>
                </a:path>
              </a:pathLst>
            </a:custGeom>
            <a:noFill/>
            <a:ln w="6350" cap="rnd">
              <a:solidFill>
                <a:schemeClr val="accent1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6" name="Freihandform: Form 45">
              <a:extLst>
                <a:ext uri="{FF2B5EF4-FFF2-40B4-BE49-F238E27FC236}">
                  <a16:creationId xmlns:a16="http://schemas.microsoft.com/office/drawing/2014/main" id="{0E8F58AC-6B35-94CB-DC57-8D29099FF070}"/>
                </a:ext>
              </a:extLst>
            </p:cNvPr>
            <p:cNvSpPr/>
            <p:nvPr/>
          </p:nvSpPr>
          <p:spPr>
            <a:xfrm>
              <a:off x="1323734" y="1661082"/>
              <a:ext cx="196215" cy="152556"/>
            </a:xfrm>
            <a:custGeom>
              <a:avLst/>
              <a:gdLst>
                <a:gd name="connsiteX0" fmla="*/ 0 w 194310"/>
                <a:gd name="connsiteY0" fmla="*/ 0 h 203835"/>
                <a:gd name="connsiteX1" fmla="*/ 70485 w 194310"/>
                <a:gd name="connsiteY1" fmla="*/ 150495 h 203835"/>
                <a:gd name="connsiteX2" fmla="*/ 194310 w 194310"/>
                <a:gd name="connsiteY2" fmla="*/ 203835 h 203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4310" h="203835">
                  <a:moveTo>
                    <a:pt x="0" y="0"/>
                  </a:moveTo>
                  <a:cubicBezTo>
                    <a:pt x="19050" y="58261"/>
                    <a:pt x="38100" y="116523"/>
                    <a:pt x="70485" y="150495"/>
                  </a:cubicBezTo>
                  <a:cubicBezTo>
                    <a:pt x="102870" y="184467"/>
                    <a:pt x="128588" y="188595"/>
                    <a:pt x="194310" y="203835"/>
                  </a:cubicBezTo>
                </a:path>
              </a:pathLst>
            </a:custGeom>
            <a:noFill/>
            <a:ln w="6350" cap="rnd">
              <a:solidFill>
                <a:schemeClr val="accent1"/>
              </a:solidFill>
              <a:round/>
              <a:tailEnd type="stealt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47" name="Gruppieren 46">
            <a:extLst>
              <a:ext uri="{FF2B5EF4-FFF2-40B4-BE49-F238E27FC236}">
                <a16:creationId xmlns:a16="http://schemas.microsoft.com/office/drawing/2014/main" id="{63FB1504-6562-9683-3823-8A713BD28B97}"/>
              </a:ext>
            </a:extLst>
          </p:cNvPr>
          <p:cNvGrpSpPr/>
          <p:nvPr/>
        </p:nvGrpSpPr>
        <p:grpSpPr>
          <a:xfrm flipH="1" flipV="1">
            <a:off x="702595" y="2030808"/>
            <a:ext cx="436246" cy="432432"/>
            <a:chOff x="1190624" y="1556385"/>
            <a:chExt cx="436246" cy="432432"/>
          </a:xfrm>
        </p:grpSpPr>
        <p:sp>
          <p:nvSpPr>
            <p:cNvPr id="48" name="Freihandform: Form 47">
              <a:extLst>
                <a:ext uri="{FF2B5EF4-FFF2-40B4-BE49-F238E27FC236}">
                  <a16:creationId xmlns:a16="http://schemas.microsoft.com/office/drawing/2014/main" id="{0A4CD2C6-C5BC-5B35-CAF0-DCE0FD034FA5}"/>
                </a:ext>
              </a:extLst>
            </p:cNvPr>
            <p:cNvSpPr/>
            <p:nvPr/>
          </p:nvSpPr>
          <p:spPr>
            <a:xfrm>
              <a:off x="1190625" y="1853565"/>
              <a:ext cx="436245" cy="135252"/>
            </a:xfrm>
            <a:custGeom>
              <a:avLst/>
              <a:gdLst>
                <a:gd name="connsiteX0" fmla="*/ 0 w 436245"/>
                <a:gd name="connsiteY0" fmla="*/ 0 h 145568"/>
                <a:gd name="connsiteX1" fmla="*/ 97155 w 436245"/>
                <a:gd name="connsiteY1" fmla="*/ 123825 h 145568"/>
                <a:gd name="connsiteX2" fmla="*/ 436245 w 436245"/>
                <a:gd name="connsiteY2" fmla="*/ 144780 h 145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6245" h="145568">
                  <a:moveTo>
                    <a:pt x="0" y="0"/>
                  </a:moveTo>
                  <a:cubicBezTo>
                    <a:pt x="12224" y="49847"/>
                    <a:pt x="24448" y="99695"/>
                    <a:pt x="97155" y="123825"/>
                  </a:cubicBezTo>
                  <a:cubicBezTo>
                    <a:pt x="169863" y="147955"/>
                    <a:pt x="303054" y="146367"/>
                    <a:pt x="436245" y="144780"/>
                  </a:cubicBezTo>
                </a:path>
              </a:pathLst>
            </a:custGeom>
            <a:noFill/>
            <a:ln w="6350" cap="rnd">
              <a:solidFill>
                <a:schemeClr val="accent1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9" name="Freihandform: Form 48">
              <a:extLst>
                <a:ext uri="{FF2B5EF4-FFF2-40B4-BE49-F238E27FC236}">
                  <a16:creationId xmlns:a16="http://schemas.microsoft.com/office/drawing/2014/main" id="{7BEEA3E6-058C-66D2-5C3A-8DEDFE110F43}"/>
                </a:ext>
              </a:extLst>
            </p:cNvPr>
            <p:cNvSpPr/>
            <p:nvPr/>
          </p:nvSpPr>
          <p:spPr>
            <a:xfrm>
              <a:off x="1190624" y="1737360"/>
              <a:ext cx="436243" cy="234315"/>
            </a:xfrm>
            <a:custGeom>
              <a:avLst/>
              <a:gdLst>
                <a:gd name="connsiteX0" fmla="*/ 0 w 434340"/>
                <a:gd name="connsiteY0" fmla="*/ 0 h 234315"/>
                <a:gd name="connsiteX1" fmla="*/ 95250 w 434340"/>
                <a:gd name="connsiteY1" fmla="*/ 190500 h 234315"/>
                <a:gd name="connsiteX2" fmla="*/ 434340 w 434340"/>
                <a:gd name="connsiteY2" fmla="*/ 234315 h 2343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4340" h="234315">
                  <a:moveTo>
                    <a:pt x="0" y="0"/>
                  </a:moveTo>
                  <a:cubicBezTo>
                    <a:pt x="11430" y="75724"/>
                    <a:pt x="22860" y="151448"/>
                    <a:pt x="95250" y="190500"/>
                  </a:cubicBezTo>
                  <a:cubicBezTo>
                    <a:pt x="167640" y="229552"/>
                    <a:pt x="300990" y="231933"/>
                    <a:pt x="434340" y="234315"/>
                  </a:cubicBezTo>
                </a:path>
              </a:pathLst>
            </a:custGeom>
            <a:noFill/>
            <a:ln w="6350" cap="rnd">
              <a:solidFill>
                <a:schemeClr val="accent1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0" name="Freihandform: Form 49">
              <a:extLst>
                <a:ext uri="{FF2B5EF4-FFF2-40B4-BE49-F238E27FC236}">
                  <a16:creationId xmlns:a16="http://schemas.microsoft.com/office/drawing/2014/main" id="{39D08D3A-97EA-CE99-8FFA-16FEF2637A06}"/>
                </a:ext>
              </a:extLst>
            </p:cNvPr>
            <p:cNvSpPr/>
            <p:nvPr/>
          </p:nvSpPr>
          <p:spPr>
            <a:xfrm>
              <a:off x="1190625" y="1556385"/>
              <a:ext cx="436235" cy="398145"/>
            </a:xfrm>
            <a:custGeom>
              <a:avLst/>
              <a:gdLst>
                <a:gd name="connsiteX0" fmla="*/ 0 w 438150"/>
                <a:gd name="connsiteY0" fmla="*/ 0 h 407670"/>
                <a:gd name="connsiteX1" fmla="*/ 104775 w 438150"/>
                <a:gd name="connsiteY1" fmla="*/ 331470 h 407670"/>
                <a:gd name="connsiteX2" fmla="*/ 438150 w 438150"/>
                <a:gd name="connsiteY2" fmla="*/ 407670 h 407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8150" h="407670">
                  <a:moveTo>
                    <a:pt x="0" y="0"/>
                  </a:moveTo>
                  <a:cubicBezTo>
                    <a:pt x="15875" y="131762"/>
                    <a:pt x="31750" y="263525"/>
                    <a:pt x="104775" y="331470"/>
                  </a:cubicBezTo>
                  <a:cubicBezTo>
                    <a:pt x="177800" y="399415"/>
                    <a:pt x="307975" y="403542"/>
                    <a:pt x="438150" y="407670"/>
                  </a:cubicBezTo>
                </a:path>
              </a:pathLst>
            </a:custGeom>
            <a:noFill/>
            <a:ln w="6350" cap="rnd">
              <a:solidFill>
                <a:schemeClr val="accent1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1" name="Freihandform: Form 50">
              <a:extLst>
                <a:ext uri="{FF2B5EF4-FFF2-40B4-BE49-F238E27FC236}">
                  <a16:creationId xmlns:a16="http://schemas.microsoft.com/office/drawing/2014/main" id="{3F962BA4-B059-888A-2E3C-1DF37687408F}"/>
                </a:ext>
              </a:extLst>
            </p:cNvPr>
            <p:cNvSpPr/>
            <p:nvPr/>
          </p:nvSpPr>
          <p:spPr>
            <a:xfrm>
              <a:off x="1323734" y="1661082"/>
              <a:ext cx="196215" cy="152556"/>
            </a:xfrm>
            <a:custGeom>
              <a:avLst/>
              <a:gdLst>
                <a:gd name="connsiteX0" fmla="*/ 0 w 194310"/>
                <a:gd name="connsiteY0" fmla="*/ 0 h 203835"/>
                <a:gd name="connsiteX1" fmla="*/ 70485 w 194310"/>
                <a:gd name="connsiteY1" fmla="*/ 150495 h 203835"/>
                <a:gd name="connsiteX2" fmla="*/ 194310 w 194310"/>
                <a:gd name="connsiteY2" fmla="*/ 203835 h 203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4310" h="203835">
                  <a:moveTo>
                    <a:pt x="0" y="0"/>
                  </a:moveTo>
                  <a:cubicBezTo>
                    <a:pt x="19050" y="58261"/>
                    <a:pt x="38100" y="116523"/>
                    <a:pt x="70485" y="150495"/>
                  </a:cubicBezTo>
                  <a:cubicBezTo>
                    <a:pt x="102870" y="184467"/>
                    <a:pt x="128588" y="188595"/>
                    <a:pt x="194310" y="203835"/>
                  </a:cubicBezTo>
                </a:path>
              </a:pathLst>
            </a:custGeom>
            <a:noFill/>
            <a:ln w="6350" cap="rnd">
              <a:solidFill>
                <a:schemeClr val="accent1"/>
              </a:solidFill>
              <a:round/>
              <a:tailEnd type="stealt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cxnSp>
        <p:nvCxnSpPr>
          <p:cNvPr id="52" name="Gerade Verbindung mit Pfeil 51">
            <a:extLst>
              <a:ext uri="{FF2B5EF4-FFF2-40B4-BE49-F238E27FC236}">
                <a16:creationId xmlns:a16="http://schemas.microsoft.com/office/drawing/2014/main" id="{4A260D6D-7D5F-1B0D-EBC6-36E6615E33EF}"/>
              </a:ext>
            </a:extLst>
          </p:cNvPr>
          <p:cNvCxnSpPr>
            <a:cxnSpLocks/>
          </p:cNvCxnSpPr>
          <p:nvPr/>
        </p:nvCxnSpPr>
        <p:spPr>
          <a:xfrm>
            <a:off x="616686" y="2008026"/>
            <a:ext cx="551146" cy="0"/>
          </a:xfrm>
          <a:prstGeom prst="straightConnector1">
            <a:avLst/>
          </a:prstGeom>
          <a:ln w="6350" cap="rnd">
            <a:solidFill>
              <a:schemeClr val="tx1"/>
            </a:solidFill>
            <a:round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Gerade Verbindung mit Pfeil 54">
            <a:extLst>
              <a:ext uri="{FF2B5EF4-FFF2-40B4-BE49-F238E27FC236}">
                <a16:creationId xmlns:a16="http://schemas.microsoft.com/office/drawing/2014/main" id="{A24196DE-4DDE-EDC0-BC70-6475DC6A5E9D}"/>
              </a:ext>
            </a:extLst>
          </p:cNvPr>
          <p:cNvCxnSpPr>
            <a:cxnSpLocks/>
          </p:cNvCxnSpPr>
          <p:nvPr/>
        </p:nvCxnSpPr>
        <p:spPr>
          <a:xfrm flipV="1">
            <a:off x="1166554" y="2002191"/>
            <a:ext cx="0" cy="560148"/>
          </a:xfrm>
          <a:prstGeom prst="straightConnector1">
            <a:avLst/>
          </a:prstGeom>
          <a:ln w="6350" cap="rnd">
            <a:solidFill>
              <a:schemeClr val="tx1"/>
            </a:solidFill>
            <a:round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95" name="Gruppieren 94">
            <a:extLst>
              <a:ext uri="{FF2B5EF4-FFF2-40B4-BE49-F238E27FC236}">
                <a16:creationId xmlns:a16="http://schemas.microsoft.com/office/drawing/2014/main" id="{77B94564-C45C-80FB-AC67-F72D7616F16D}"/>
              </a:ext>
            </a:extLst>
          </p:cNvPr>
          <p:cNvGrpSpPr/>
          <p:nvPr/>
        </p:nvGrpSpPr>
        <p:grpSpPr>
          <a:xfrm rot="-2700000">
            <a:off x="1751823" y="1455399"/>
            <a:ext cx="1099513" cy="1108824"/>
            <a:chOff x="1937057" y="1750695"/>
            <a:chExt cx="1099513" cy="1108824"/>
          </a:xfrm>
        </p:grpSpPr>
        <p:grpSp>
          <p:nvGrpSpPr>
            <p:cNvPr id="56" name="Gruppieren 55">
              <a:extLst>
                <a:ext uri="{FF2B5EF4-FFF2-40B4-BE49-F238E27FC236}">
                  <a16:creationId xmlns:a16="http://schemas.microsoft.com/office/drawing/2014/main" id="{6B8F0453-BCB9-739A-6EE2-C00D9646EE1B}"/>
                </a:ext>
              </a:extLst>
            </p:cNvPr>
            <p:cNvGrpSpPr/>
            <p:nvPr/>
          </p:nvGrpSpPr>
          <p:grpSpPr>
            <a:xfrm>
              <a:off x="2510995" y="1853565"/>
              <a:ext cx="436246" cy="432432"/>
              <a:chOff x="1190624" y="1556385"/>
              <a:chExt cx="436246" cy="432432"/>
            </a:xfrm>
          </p:grpSpPr>
          <p:sp>
            <p:nvSpPr>
              <p:cNvPr id="57" name="Freihandform: Form 56">
                <a:extLst>
                  <a:ext uri="{FF2B5EF4-FFF2-40B4-BE49-F238E27FC236}">
                    <a16:creationId xmlns:a16="http://schemas.microsoft.com/office/drawing/2014/main" id="{958EC448-3B12-DD64-4BE2-45F97D165349}"/>
                  </a:ext>
                </a:extLst>
              </p:cNvPr>
              <p:cNvSpPr/>
              <p:nvPr/>
            </p:nvSpPr>
            <p:spPr>
              <a:xfrm>
                <a:off x="1190625" y="1853565"/>
                <a:ext cx="436245" cy="135252"/>
              </a:xfrm>
              <a:custGeom>
                <a:avLst/>
                <a:gdLst>
                  <a:gd name="connsiteX0" fmla="*/ 0 w 436245"/>
                  <a:gd name="connsiteY0" fmla="*/ 0 h 145568"/>
                  <a:gd name="connsiteX1" fmla="*/ 97155 w 436245"/>
                  <a:gd name="connsiteY1" fmla="*/ 123825 h 145568"/>
                  <a:gd name="connsiteX2" fmla="*/ 436245 w 436245"/>
                  <a:gd name="connsiteY2" fmla="*/ 144780 h 1455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36245" h="145568">
                    <a:moveTo>
                      <a:pt x="0" y="0"/>
                    </a:moveTo>
                    <a:cubicBezTo>
                      <a:pt x="12224" y="49847"/>
                      <a:pt x="24448" y="99695"/>
                      <a:pt x="97155" y="123825"/>
                    </a:cubicBezTo>
                    <a:cubicBezTo>
                      <a:pt x="169863" y="147955"/>
                      <a:pt x="303054" y="146367"/>
                      <a:pt x="436245" y="144780"/>
                    </a:cubicBezTo>
                  </a:path>
                </a:pathLst>
              </a:custGeom>
              <a:noFill/>
              <a:ln w="6350" cap="rnd">
                <a:solidFill>
                  <a:schemeClr val="accent1"/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58" name="Freihandform: Form 57">
                <a:extLst>
                  <a:ext uri="{FF2B5EF4-FFF2-40B4-BE49-F238E27FC236}">
                    <a16:creationId xmlns:a16="http://schemas.microsoft.com/office/drawing/2014/main" id="{E2310B88-4CEB-8A67-FBB2-3F16D5EFDAE3}"/>
                  </a:ext>
                </a:extLst>
              </p:cNvPr>
              <p:cNvSpPr/>
              <p:nvPr/>
            </p:nvSpPr>
            <p:spPr>
              <a:xfrm>
                <a:off x="1190624" y="1737360"/>
                <a:ext cx="436243" cy="234315"/>
              </a:xfrm>
              <a:custGeom>
                <a:avLst/>
                <a:gdLst>
                  <a:gd name="connsiteX0" fmla="*/ 0 w 434340"/>
                  <a:gd name="connsiteY0" fmla="*/ 0 h 234315"/>
                  <a:gd name="connsiteX1" fmla="*/ 95250 w 434340"/>
                  <a:gd name="connsiteY1" fmla="*/ 190500 h 234315"/>
                  <a:gd name="connsiteX2" fmla="*/ 434340 w 434340"/>
                  <a:gd name="connsiteY2" fmla="*/ 234315 h 2343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34340" h="234315">
                    <a:moveTo>
                      <a:pt x="0" y="0"/>
                    </a:moveTo>
                    <a:cubicBezTo>
                      <a:pt x="11430" y="75724"/>
                      <a:pt x="22860" y="151448"/>
                      <a:pt x="95250" y="190500"/>
                    </a:cubicBezTo>
                    <a:cubicBezTo>
                      <a:pt x="167640" y="229552"/>
                      <a:pt x="300990" y="231933"/>
                      <a:pt x="434340" y="234315"/>
                    </a:cubicBezTo>
                  </a:path>
                </a:pathLst>
              </a:custGeom>
              <a:noFill/>
              <a:ln w="6350" cap="rnd">
                <a:solidFill>
                  <a:schemeClr val="accent1"/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59" name="Freihandform: Form 58">
                <a:extLst>
                  <a:ext uri="{FF2B5EF4-FFF2-40B4-BE49-F238E27FC236}">
                    <a16:creationId xmlns:a16="http://schemas.microsoft.com/office/drawing/2014/main" id="{B5E62EEF-D25C-0C2B-33FE-C53410512F24}"/>
                  </a:ext>
                </a:extLst>
              </p:cNvPr>
              <p:cNvSpPr/>
              <p:nvPr/>
            </p:nvSpPr>
            <p:spPr>
              <a:xfrm>
                <a:off x="1190625" y="1556385"/>
                <a:ext cx="436235" cy="398145"/>
              </a:xfrm>
              <a:custGeom>
                <a:avLst/>
                <a:gdLst>
                  <a:gd name="connsiteX0" fmla="*/ 0 w 438150"/>
                  <a:gd name="connsiteY0" fmla="*/ 0 h 407670"/>
                  <a:gd name="connsiteX1" fmla="*/ 104775 w 438150"/>
                  <a:gd name="connsiteY1" fmla="*/ 331470 h 407670"/>
                  <a:gd name="connsiteX2" fmla="*/ 438150 w 438150"/>
                  <a:gd name="connsiteY2" fmla="*/ 407670 h 4076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38150" h="407670">
                    <a:moveTo>
                      <a:pt x="0" y="0"/>
                    </a:moveTo>
                    <a:cubicBezTo>
                      <a:pt x="15875" y="131762"/>
                      <a:pt x="31750" y="263525"/>
                      <a:pt x="104775" y="331470"/>
                    </a:cubicBezTo>
                    <a:cubicBezTo>
                      <a:pt x="177800" y="399415"/>
                      <a:pt x="307975" y="403542"/>
                      <a:pt x="438150" y="407670"/>
                    </a:cubicBezTo>
                  </a:path>
                </a:pathLst>
              </a:custGeom>
              <a:noFill/>
              <a:ln w="6350" cap="rnd">
                <a:solidFill>
                  <a:schemeClr val="accent1"/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60" name="Freihandform: Form 59">
                <a:extLst>
                  <a:ext uri="{FF2B5EF4-FFF2-40B4-BE49-F238E27FC236}">
                    <a16:creationId xmlns:a16="http://schemas.microsoft.com/office/drawing/2014/main" id="{E1B533A2-9D8C-7C81-D4F8-9696474917A6}"/>
                  </a:ext>
                </a:extLst>
              </p:cNvPr>
              <p:cNvSpPr/>
              <p:nvPr/>
            </p:nvSpPr>
            <p:spPr>
              <a:xfrm>
                <a:off x="1323734" y="1661082"/>
                <a:ext cx="196215" cy="152556"/>
              </a:xfrm>
              <a:custGeom>
                <a:avLst/>
                <a:gdLst>
                  <a:gd name="connsiteX0" fmla="*/ 0 w 194310"/>
                  <a:gd name="connsiteY0" fmla="*/ 0 h 203835"/>
                  <a:gd name="connsiteX1" fmla="*/ 70485 w 194310"/>
                  <a:gd name="connsiteY1" fmla="*/ 150495 h 203835"/>
                  <a:gd name="connsiteX2" fmla="*/ 194310 w 194310"/>
                  <a:gd name="connsiteY2" fmla="*/ 203835 h 2038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94310" h="203835">
                    <a:moveTo>
                      <a:pt x="0" y="0"/>
                    </a:moveTo>
                    <a:cubicBezTo>
                      <a:pt x="19050" y="58261"/>
                      <a:pt x="38100" y="116523"/>
                      <a:pt x="70485" y="150495"/>
                    </a:cubicBezTo>
                    <a:cubicBezTo>
                      <a:pt x="102870" y="184467"/>
                      <a:pt x="128588" y="188595"/>
                      <a:pt x="194310" y="203835"/>
                    </a:cubicBezTo>
                  </a:path>
                </a:pathLst>
              </a:custGeom>
              <a:noFill/>
              <a:ln w="6350" cap="rnd">
                <a:solidFill>
                  <a:schemeClr val="accent1"/>
                </a:solidFill>
                <a:round/>
                <a:tailEnd type="stealt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</p:grpSp>
        <p:grpSp>
          <p:nvGrpSpPr>
            <p:cNvPr id="61" name="Gruppieren 60">
              <a:extLst>
                <a:ext uri="{FF2B5EF4-FFF2-40B4-BE49-F238E27FC236}">
                  <a16:creationId xmlns:a16="http://schemas.microsoft.com/office/drawing/2014/main" id="{8A996883-6FE1-E59C-7B96-8D31586AC946}"/>
                </a:ext>
              </a:extLst>
            </p:cNvPr>
            <p:cNvGrpSpPr/>
            <p:nvPr/>
          </p:nvGrpSpPr>
          <p:grpSpPr>
            <a:xfrm flipV="1">
              <a:off x="2510995" y="2327988"/>
              <a:ext cx="436246" cy="432432"/>
              <a:chOff x="1190624" y="1556385"/>
              <a:chExt cx="436246" cy="432432"/>
            </a:xfrm>
          </p:grpSpPr>
          <p:sp>
            <p:nvSpPr>
              <p:cNvPr id="62" name="Freihandform: Form 61">
                <a:extLst>
                  <a:ext uri="{FF2B5EF4-FFF2-40B4-BE49-F238E27FC236}">
                    <a16:creationId xmlns:a16="http://schemas.microsoft.com/office/drawing/2014/main" id="{36EA589C-47AC-823D-504F-DFC2D9EE3497}"/>
                  </a:ext>
                </a:extLst>
              </p:cNvPr>
              <p:cNvSpPr/>
              <p:nvPr/>
            </p:nvSpPr>
            <p:spPr>
              <a:xfrm>
                <a:off x="1190625" y="1853565"/>
                <a:ext cx="436245" cy="135252"/>
              </a:xfrm>
              <a:custGeom>
                <a:avLst/>
                <a:gdLst>
                  <a:gd name="connsiteX0" fmla="*/ 0 w 436245"/>
                  <a:gd name="connsiteY0" fmla="*/ 0 h 145568"/>
                  <a:gd name="connsiteX1" fmla="*/ 97155 w 436245"/>
                  <a:gd name="connsiteY1" fmla="*/ 123825 h 145568"/>
                  <a:gd name="connsiteX2" fmla="*/ 436245 w 436245"/>
                  <a:gd name="connsiteY2" fmla="*/ 144780 h 1455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36245" h="145568">
                    <a:moveTo>
                      <a:pt x="0" y="0"/>
                    </a:moveTo>
                    <a:cubicBezTo>
                      <a:pt x="12224" y="49847"/>
                      <a:pt x="24448" y="99695"/>
                      <a:pt x="97155" y="123825"/>
                    </a:cubicBezTo>
                    <a:cubicBezTo>
                      <a:pt x="169863" y="147955"/>
                      <a:pt x="303054" y="146367"/>
                      <a:pt x="436245" y="144780"/>
                    </a:cubicBezTo>
                  </a:path>
                </a:pathLst>
              </a:custGeom>
              <a:noFill/>
              <a:ln w="6350" cap="rnd">
                <a:solidFill>
                  <a:schemeClr val="accent1"/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63" name="Freihandform: Form 62">
                <a:extLst>
                  <a:ext uri="{FF2B5EF4-FFF2-40B4-BE49-F238E27FC236}">
                    <a16:creationId xmlns:a16="http://schemas.microsoft.com/office/drawing/2014/main" id="{3EB89FB0-E67C-AAD3-423A-88ABF68C9747}"/>
                  </a:ext>
                </a:extLst>
              </p:cNvPr>
              <p:cNvSpPr/>
              <p:nvPr/>
            </p:nvSpPr>
            <p:spPr>
              <a:xfrm>
                <a:off x="1190624" y="1737360"/>
                <a:ext cx="436243" cy="234315"/>
              </a:xfrm>
              <a:custGeom>
                <a:avLst/>
                <a:gdLst>
                  <a:gd name="connsiteX0" fmla="*/ 0 w 434340"/>
                  <a:gd name="connsiteY0" fmla="*/ 0 h 234315"/>
                  <a:gd name="connsiteX1" fmla="*/ 95250 w 434340"/>
                  <a:gd name="connsiteY1" fmla="*/ 190500 h 234315"/>
                  <a:gd name="connsiteX2" fmla="*/ 434340 w 434340"/>
                  <a:gd name="connsiteY2" fmla="*/ 234315 h 2343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34340" h="234315">
                    <a:moveTo>
                      <a:pt x="0" y="0"/>
                    </a:moveTo>
                    <a:cubicBezTo>
                      <a:pt x="11430" y="75724"/>
                      <a:pt x="22860" y="151448"/>
                      <a:pt x="95250" y="190500"/>
                    </a:cubicBezTo>
                    <a:cubicBezTo>
                      <a:pt x="167640" y="229552"/>
                      <a:pt x="300990" y="231933"/>
                      <a:pt x="434340" y="234315"/>
                    </a:cubicBezTo>
                  </a:path>
                </a:pathLst>
              </a:custGeom>
              <a:noFill/>
              <a:ln w="6350" cap="rnd">
                <a:solidFill>
                  <a:schemeClr val="accent1"/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64" name="Freihandform: Form 63">
                <a:extLst>
                  <a:ext uri="{FF2B5EF4-FFF2-40B4-BE49-F238E27FC236}">
                    <a16:creationId xmlns:a16="http://schemas.microsoft.com/office/drawing/2014/main" id="{0B0BDBB4-CFF7-7F95-D080-07D8153590D9}"/>
                  </a:ext>
                </a:extLst>
              </p:cNvPr>
              <p:cNvSpPr/>
              <p:nvPr/>
            </p:nvSpPr>
            <p:spPr>
              <a:xfrm>
                <a:off x="1190625" y="1556385"/>
                <a:ext cx="436235" cy="398145"/>
              </a:xfrm>
              <a:custGeom>
                <a:avLst/>
                <a:gdLst>
                  <a:gd name="connsiteX0" fmla="*/ 0 w 438150"/>
                  <a:gd name="connsiteY0" fmla="*/ 0 h 407670"/>
                  <a:gd name="connsiteX1" fmla="*/ 104775 w 438150"/>
                  <a:gd name="connsiteY1" fmla="*/ 331470 h 407670"/>
                  <a:gd name="connsiteX2" fmla="*/ 438150 w 438150"/>
                  <a:gd name="connsiteY2" fmla="*/ 407670 h 4076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38150" h="407670">
                    <a:moveTo>
                      <a:pt x="0" y="0"/>
                    </a:moveTo>
                    <a:cubicBezTo>
                      <a:pt x="15875" y="131762"/>
                      <a:pt x="31750" y="263525"/>
                      <a:pt x="104775" y="331470"/>
                    </a:cubicBezTo>
                    <a:cubicBezTo>
                      <a:pt x="177800" y="399415"/>
                      <a:pt x="307975" y="403542"/>
                      <a:pt x="438150" y="407670"/>
                    </a:cubicBezTo>
                  </a:path>
                </a:pathLst>
              </a:custGeom>
              <a:noFill/>
              <a:ln w="6350" cap="rnd">
                <a:solidFill>
                  <a:schemeClr val="accent1"/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65" name="Freihandform: Form 64">
                <a:extLst>
                  <a:ext uri="{FF2B5EF4-FFF2-40B4-BE49-F238E27FC236}">
                    <a16:creationId xmlns:a16="http://schemas.microsoft.com/office/drawing/2014/main" id="{DA76A665-0927-7BC5-AAAF-86A375C403A8}"/>
                  </a:ext>
                </a:extLst>
              </p:cNvPr>
              <p:cNvSpPr/>
              <p:nvPr/>
            </p:nvSpPr>
            <p:spPr>
              <a:xfrm>
                <a:off x="1323734" y="1661082"/>
                <a:ext cx="196215" cy="152556"/>
              </a:xfrm>
              <a:custGeom>
                <a:avLst/>
                <a:gdLst>
                  <a:gd name="connsiteX0" fmla="*/ 0 w 194310"/>
                  <a:gd name="connsiteY0" fmla="*/ 0 h 203835"/>
                  <a:gd name="connsiteX1" fmla="*/ 70485 w 194310"/>
                  <a:gd name="connsiteY1" fmla="*/ 150495 h 203835"/>
                  <a:gd name="connsiteX2" fmla="*/ 194310 w 194310"/>
                  <a:gd name="connsiteY2" fmla="*/ 203835 h 2038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94310" h="203835">
                    <a:moveTo>
                      <a:pt x="0" y="0"/>
                    </a:moveTo>
                    <a:cubicBezTo>
                      <a:pt x="19050" y="58261"/>
                      <a:pt x="38100" y="116523"/>
                      <a:pt x="70485" y="150495"/>
                    </a:cubicBezTo>
                    <a:cubicBezTo>
                      <a:pt x="102870" y="184467"/>
                      <a:pt x="128588" y="188595"/>
                      <a:pt x="194310" y="203835"/>
                    </a:cubicBezTo>
                  </a:path>
                </a:pathLst>
              </a:custGeom>
              <a:noFill/>
              <a:ln w="6350" cap="rnd">
                <a:solidFill>
                  <a:schemeClr val="accent1"/>
                </a:solidFill>
                <a:round/>
                <a:tailEnd type="stealt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</p:grpSp>
        <p:grpSp>
          <p:nvGrpSpPr>
            <p:cNvPr id="66" name="Gruppieren 65">
              <a:extLst>
                <a:ext uri="{FF2B5EF4-FFF2-40B4-BE49-F238E27FC236}">
                  <a16:creationId xmlns:a16="http://schemas.microsoft.com/office/drawing/2014/main" id="{69557C7D-5118-8E4E-FC71-CBC8FA2F27C5}"/>
                </a:ext>
              </a:extLst>
            </p:cNvPr>
            <p:cNvGrpSpPr/>
            <p:nvPr/>
          </p:nvGrpSpPr>
          <p:grpSpPr>
            <a:xfrm flipH="1">
              <a:off x="2022966" y="1853565"/>
              <a:ext cx="436246" cy="432432"/>
              <a:chOff x="1190624" y="1556385"/>
              <a:chExt cx="436246" cy="432432"/>
            </a:xfrm>
          </p:grpSpPr>
          <p:sp>
            <p:nvSpPr>
              <p:cNvPr id="67" name="Freihandform: Form 66">
                <a:extLst>
                  <a:ext uri="{FF2B5EF4-FFF2-40B4-BE49-F238E27FC236}">
                    <a16:creationId xmlns:a16="http://schemas.microsoft.com/office/drawing/2014/main" id="{4FC7328E-0735-7E27-7A29-597A7159609E}"/>
                  </a:ext>
                </a:extLst>
              </p:cNvPr>
              <p:cNvSpPr/>
              <p:nvPr/>
            </p:nvSpPr>
            <p:spPr>
              <a:xfrm>
                <a:off x="1190625" y="1853565"/>
                <a:ext cx="436245" cy="135252"/>
              </a:xfrm>
              <a:custGeom>
                <a:avLst/>
                <a:gdLst>
                  <a:gd name="connsiteX0" fmla="*/ 0 w 436245"/>
                  <a:gd name="connsiteY0" fmla="*/ 0 h 145568"/>
                  <a:gd name="connsiteX1" fmla="*/ 97155 w 436245"/>
                  <a:gd name="connsiteY1" fmla="*/ 123825 h 145568"/>
                  <a:gd name="connsiteX2" fmla="*/ 436245 w 436245"/>
                  <a:gd name="connsiteY2" fmla="*/ 144780 h 1455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36245" h="145568">
                    <a:moveTo>
                      <a:pt x="0" y="0"/>
                    </a:moveTo>
                    <a:cubicBezTo>
                      <a:pt x="12224" y="49847"/>
                      <a:pt x="24448" y="99695"/>
                      <a:pt x="97155" y="123825"/>
                    </a:cubicBezTo>
                    <a:cubicBezTo>
                      <a:pt x="169863" y="147955"/>
                      <a:pt x="303054" y="146367"/>
                      <a:pt x="436245" y="144780"/>
                    </a:cubicBezTo>
                  </a:path>
                </a:pathLst>
              </a:custGeom>
              <a:noFill/>
              <a:ln w="6350" cap="rnd">
                <a:solidFill>
                  <a:schemeClr val="accent1"/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68" name="Freihandform: Form 67">
                <a:extLst>
                  <a:ext uri="{FF2B5EF4-FFF2-40B4-BE49-F238E27FC236}">
                    <a16:creationId xmlns:a16="http://schemas.microsoft.com/office/drawing/2014/main" id="{B016AF24-977F-0390-BA23-D30916E84E16}"/>
                  </a:ext>
                </a:extLst>
              </p:cNvPr>
              <p:cNvSpPr/>
              <p:nvPr/>
            </p:nvSpPr>
            <p:spPr>
              <a:xfrm>
                <a:off x="1190624" y="1737360"/>
                <a:ext cx="436243" cy="234315"/>
              </a:xfrm>
              <a:custGeom>
                <a:avLst/>
                <a:gdLst>
                  <a:gd name="connsiteX0" fmla="*/ 0 w 434340"/>
                  <a:gd name="connsiteY0" fmla="*/ 0 h 234315"/>
                  <a:gd name="connsiteX1" fmla="*/ 95250 w 434340"/>
                  <a:gd name="connsiteY1" fmla="*/ 190500 h 234315"/>
                  <a:gd name="connsiteX2" fmla="*/ 434340 w 434340"/>
                  <a:gd name="connsiteY2" fmla="*/ 234315 h 2343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34340" h="234315">
                    <a:moveTo>
                      <a:pt x="0" y="0"/>
                    </a:moveTo>
                    <a:cubicBezTo>
                      <a:pt x="11430" y="75724"/>
                      <a:pt x="22860" y="151448"/>
                      <a:pt x="95250" y="190500"/>
                    </a:cubicBezTo>
                    <a:cubicBezTo>
                      <a:pt x="167640" y="229552"/>
                      <a:pt x="300990" y="231933"/>
                      <a:pt x="434340" y="234315"/>
                    </a:cubicBezTo>
                  </a:path>
                </a:pathLst>
              </a:custGeom>
              <a:noFill/>
              <a:ln w="6350" cap="rnd">
                <a:solidFill>
                  <a:schemeClr val="accent1"/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69" name="Freihandform: Form 68">
                <a:extLst>
                  <a:ext uri="{FF2B5EF4-FFF2-40B4-BE49-F238E27FC236}">
                    <a16:creationId xmlns:a16="http://schemas.microsoft.com/office/drawing/2014/main" id="{A1B9F6DC-21D8-8E24-2D09-57B8282A8761}"/>
                  </a:ext>
                </a:extLst>
              </p:cNvPr>
              <p:cNvSpPr/>
              <p:nvPr/>
            </p:nvSpPr>
            <p:spPr>
              <a:xfrm>
                <a:off x="1190625" y="1556385"/>
                <a:ext cx="436235" cy="398145"/>
              </a:xfrm>
              <a:custGeom>
                <a:avLst/>
                <a:gdLst>
                  <a:gd name="connsiteX0" fmla="*/ 0 w 438150"/>
                  <a:gd name="connsiteY0" fmla="*/ 0 h 407670"/>
                  <a:gd name="connsiteX1" fmla="*/ 104775 w 438150"/>
                  <a:gd name="connsiteY1" fmla="*/ 331470 h 407670"/>
                  <a:gd name="connsiteX2" fmla="*/ 438150 w 438150"/>
                  <a:gd name="connsiteY2" fmla="*/ 407670 h 4076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38150" h="407670">
                    <a:moveTo>
                      <a:pt x="0" y="0"/>
                    </a:moveTo>
                    <a:cubicBezTo>
                      <a:pt x="15875" y="131762"/>
                      <a:pt x="31750" y="263525"/>
                      <a:pt x="104775" y="331470"/>
                    </a:cubicBezTo>
                    <a:cubicBezTo>
                      <a:pt x="177800" y="399415"/>
                      <a:pt x="307975" y="403542"/>
                      <a:pt x="438150" y="407670"/>
                    </a:cubicBezTo>
                  </a:path>
                </a:pathLst>
              </a:custGeom>
              <a:noFill/>
              <a:ln w="6350" cap="rnd">
                <a:solidFill>
                  <a:schemeClr val="accent1"/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70" name="Freihandform: Form 69">
                <a:extLst>
                  <a:ext uri="{FF2B5EF4-FFF2-40B4-BE49-F238E27FC236}">
                    <a16:creationId xmlns:a16="http://schemas.microsoft.com/office/drawing/2014/main" id="{63C27313-5ADF-C9E3-1D25-B61BB5DD4CA8}"/>
                  </a:ext>
                </a:extLst>
              </p:cNvPr>
              <p:cNvSpPr/>
              <p:nvPr/>
            </p:nvSpPr>
            <p:spPr>
              <a:xfrm>
                <a:off x="1323734" y="1661082"/>
                <a:ext cx="196215" cy="152556"/>
              </a:xfrm>
              <a:custGeom>
                <a:avLst/>
                <a:gdLst>
                  <a:gd name="connsiteX0" fmla="*/ 0 w 194310"/>
                  <a:gd name="connsiteY0" fmla="*/ 0 h 203835"/>
                  <a:gd name="connsiteX1" fmla="*/ 70485 w 194310"/>
                  <a:gd name="connsiteY1" fmla="*/ 150495 h 203835"/>
                  <a:gd name="connsiteX2" fmla="*/ 194310 w 194310"/>
                  <a:gd name="connsiteY2" fmla="*/ 203835 h 2038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94310" h="203835">
                    <a:moveTo>
                      <a:pt x="0" y="0"/>
                    </a:moveTo>
                    <a:cubicBezTo>
                      <a:pt x="19050" y="58261"/>
                      <a:pt x="38100" y="116523"/>
                      <a:pt x="70485" y="150495"/>
                    </a:cubicBezTo>
                    <a:cubicBezTo>
                      <a:pt x="102870" y="184467"/>
                      <a:pt x="128588" y="188595"/>
                      <a:pt x="194310" y="203835"/>
                    </a:cubicBezTo>
                  </a:path>
                </a:pathLst>
              </a:custGeom>
              <a:noFill/>
              <a:ln w="6350" cap="rnd">
                <a:solidFill>
                  <a:schemeClr val="accent1"/>
                </a:solidFill>
                <a:round/>
                <a:tailEnd type="stealt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</p:grpSp>
        <p:grpSp>
          <p:nvGrpSpPr>
            <p:cNvPr id="71" name="Gruppieren 70">
              <a:extLst>
                <a:ext uri="{FF2B5EF4-FFF2-40B4-BE49-F238E27FC236}">
                  <a16:creationId xmlns:a16="http://schemas.microsoft.com/office/drawing/2014/main" id="{67118481-431D-2487-162D-9C9010720EE8}"/>
                </a:ext>
              </a:extLst>
            </p:cNvPr>
            <p:cNvGrpSpPr/>
            <p:nvPr/>
          </p:nvGrpSpPr>
          <p:grpSpPr>
            <a:xfrm flipH="1" flipV="1">
              <a:off x="2022966" y="2327988"/>
              <a:ext cx="436246" cy="432432"/>
              <a:chOff x="1190624" y="1556385"/>
              <a:chExt cx="436246" cy="432432"/>
            </a:xfrm>
          </p:grpSpPr>
          <p:sp>
            <p:nvSpPr>
              <p:cNvPr id="72" name="Freihandform: Form 71">
                <a:extLst>
                  <a:ext uri="{FF2B5EF4-FFF2-40B4-BE49-F238E27FC236}">
                    <a16:creationId xmlns:a16="http://schemas.microsoft.com/office/drawing/2014/main" id="{77E52178-83AD-1BE9-709D-EF80657C2F6E}"/>
                  </a:ext>
                </a:extLst>
              </p:cNvPr>
              <p:cNvSpPr/>
              <p:nvPr/>
            </p:nvSpPr>
            <p:spPr>
              <a:xfrm>
                <a:off x="1190625" y="1853565"/>
                <a:ext cx="436245" cy="135252"/>
              </a:xfrm>
              <a:custGeom>
                <a:avLst/>
                <a:gdLst>
                  <a:gd name="connsiteX0" fmla="*/ 0 w 436245"/>
                  <a:gd name="connsiteY0" fmla="*/ 0 h 145568"/>
                  <a:gd name="connsiteX1" fmla="*/ 97155 w 436245"/>
                  <a:gd name="connsiteY1" fmla="*/ 123825 h 145568"/>
                  <a:gd name="connsiteX2" fmla="*/ 436245 w 436245"/>
                  <a:gd name="connsiteY2" fmla="*/ 144780 h 1455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36245" h="145568">
                    <a:moveTo>
                      <a:pt x="0" y="0"/>
                    </a:moveTo>
                    <a:cubicBezTo>
                      <a:pt x="12224" y="49847"/>
                      <a:pt x="24448" y="99695"/>
                      <a:pt x="97155" y="123825"/>
                    </a:cubicBezTo>
                    <a:cubicBezTo>
                      <a:pt x="169863" y="147955"/>
                      <a:pt x="303054" y="146367"/>
                      <a:pt x="436245" y="144780"/>
                    </a:cubicBezTo>
                  </a:path>
                </a:pathLst>
              </a:custGeom>
              <a:noFill/>
              <a:ln w="6350" cap="rnd">
                <a:solidFill>
                  <a:schemeClr val="accent1"/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73" name="Freihandform: Form 72">
                <a:extLst>
                  <a:ext uri="{FF2B5EF4-FFF2-40B4-BE49-F238E27FC236}">
                    <a16:creationId xmlns:a16="http://schemas.microsoft.com/office/drawing/2014/main" id="{A36CD181-F0DB-BADC-53BC-8C4A01379822}"/>
                  </a:ext>
                </a:extLst>
              </p:cNvPr>
              <p:cNvSpPr/>
              <p:nvPr/>
            </p:nvSpPr>
            <p:spPr>
              <a:xfrm>
                <a:off x="1190624" y="1737360"/>
                <a:ext cx="436243" cy="234315"/>
              </a:xfrm>
              <a:custGeom>
                <a:avLst/>
                <a:gdLst>
                  <a:gd name="connsiteX0" fmla="*/ 0 w 434340"/>
                  <a:gd name="connsiteY0" fmla="*/ 0 h 234315"/>
                  <a:gd name="connsiteX1" fmla="*/ 95250 w 434340"/>
                  <a:gd name="connsiteY1" fmla="*/ 190500 h 234315"/>
                  <a:gd name="connsiteX2" fmla="*/ 434340 w 434340"/>
                  <a:gd name="connsiteY2" fmla="*/ 234315 h 2343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34340" h="234315">
                    <a:moveTo>
                      <a:pt x="0" y="0"/>
                    </a:moveTo>
                    <a:cubicBezTo>
                      <a:pt x="11430" y="75724"/>
                      <a:pt x="22860" y="151448"/>
                      <a:pt x="95250" y="190500"/>
                    </a:cubicBezTo>
                    <a:cubicBezTo>
                      <a:pt x="167640" y="229552"/>
                      <a:pt x="300990" y="231933"/>
                      <a:pt x="434340" y="234315"/>
                    </a:cubicBezTo>
                  </a:path>
                </a:pathLst>
              </a:custGeom>
              <a:noFill/>
              <a:ln w="6350" cap="rnd">
                <a:solidFill>
                  <a:schemeClr val="accent1"/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74" name="Freihandform: Form 73">
                <a:extLst>
                  <a:ext uri="{FF2B5EF4-FFF2-40B4-BE49-F238E27FC236}">
                    <a16:creationId xmlns:a16="http://schemas.microsoft.com/office/drawing/2014/main" id="{5FF4BA9C-02B7-8BA3-12C2-E9FCEA334457}"/>
                  </a:ext>
                </a:extLst>
              </p:cNvPr>
              <p:cNvSpPr/>
              <p:nvPr/>
            </p:nvSpPr>
            <p:spPr>
              <a:xfrm>
                <a:off x="1190625" y="1556385"/>
                <a:ext cx="436235" cy="398145"/>
              </a:xfrm>
              <a:custGeom>
                <a:avLst/>
                <a:gdLst>
                  <a:gd name="connsiteX0" fmla="*/ 0 w 438150"/>
                  <a:gd name="connsiteY0" fmla="*/ 0 h 407670"/>
                  <a:gd name="connsiteX1" fmla="*/ 104775 w 438150"/>
                  <a:gd name="connsiteY1" fmla="*/ 331470 h 407670"/>
                  <a:gd name="connsiteX2" fmla="*/ 438150 w 438150"/>
                  <a:gd name="connsiteY2" fmla="*/ 407670 h 4076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38150" h="407670">
                    <a:moveTo>
                      <a:pt x="0" y="0"/>
                    </a:moveTo>
                    <a:cubicBezTo>
                      <a:pt x="15875" y="131762"/>
                      <a:pt x="31750" y="263525"/>
                      <a:pt x="104775" y="331470"/>
                    </a:cubicBezTo>
                    <a:cubicBezTo>
                      <a:pt x="177800" y="399415"/>
                      <a:pt x="307975" y="403542"/>
                      <a:pt x="438150" y="407670"/>
                    </a:cubicBezTo>
                  </a:path>
                </a:pathLst>
              </a:custGeom>
              <a:noFill/>
              <a:ln w="6350" cap="rnd">
                <a:solidFill>
                  <a:schemeClr val="accent1"/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87" name="Freihandform: Form 86">
                <a:extLst>
                  <a:ext uri="{FF2B5EF4-FFF2-40B4-BE49-F238E27FC236}">
                    <a16:creationId xmlns:a16="http://schemas.microsoft.com/office/drawing/2014/main" id="{89E535A2-9C10-27FE-B8AD-80D6DFCD4491}"/>
                  </a:ext>
                </a:extLst>
              </p:cNvPr>
              <p:cNvSpPr/>
              <p:nvPr/>
            </p:nvSpPr>
            <p:spPr>
              <a:xfrm>
                <a:off x="1323734" y="1661082"/>
                <a:ext cx="196215" cy="152556"/>
              </a:xfrm>
              <a:custGeom>
                <a:avLst/>
                <a:gdLst>
                  <a:gd name="connsiteX0" fmla="*/ 0 w 194310"/>
                  <a:gd name="connsiteY0" fmla="*/ 0 h 203835"/>
                  <a:gd name="connsiteX1" fmla="*/ 70485 w 194310"/>
                  <a:gd name="connsiteY1" fmla="*/ 150495 h 203835"/>
                  <a:gd name="connsiteX2" fmla="*/ 194310 w 194310"/>
                  <a:gd name="connsiteY2" fmla="*/ 203835 h 2038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94310" h="203835">
                    <a:moveTo>
                      <a:pt x="0" y="0"/>
                    </a:moveTo>
                    <a:cubicBezTo>
                      <a:pt x="19050" y="58261"/>
                      <a:pt x="38100" y="116523"/>
                      <a:pt x="70485" y="150495"/>
                    </a:cubicBezTo>
                    <a:cubicBezTo>
                      <a:pt x="102870" y="184467"/>
                      <a:pt x="128588" y="188595"/>
                      <a:pt x="194310" y="203835"/>
                    </a:cubicBezTo>
                  </a:path>
                </a:pathLst>
              </a:custGeom>
              <a:noFill/>
              <a:ln w="6350" cap="rnd">
                <a:solidFill>
                  <a:schemeClr val="accent1"/>
                </a:solidFill>
                <a:round/>
                <a:tailEnd type="stealt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</p:grpSp>
        <p:cxnSp>
          <p:nvCxnSpPr>
            <p:cNvPr id="91" name="Gerade Verbindung mit Pfeil 90">
              <a:extLst>
                <a:ext uri="{FF2B5EF4-FFF2-40B4-BE49-F238E27FC236}">
                  <a16:creationId xmlns:a16="http://schemas.microsoft.com/office/drawing/2014/main" id="{CCAE155C-48FF-627A-1849-C6BDD86E29CA}"/>
                </a:ext>
              </a:extLst>
            </p:cNvPr>
            <p:cNvCxnSpPr>
              <a:cxnSpLocks/>
            </p:cNvCxnSpPr>
            <p:nvPr/>
          </p:nvCxnSpPr>
          <p:spPr>
            <a:xfrm>
              <a:off x="1937057" y="2305206"/>
              <a:ext cx="1099513" cy="0"/>
            </a:xfrm>
            <a:prstGeom prst="straightConnector1">
              <a:avLst/>
            </a:prstGeom>
            <a:ln w="6350" cap="rnd">
              <a:solidFill>
                <a:schemeClr val="tx1"/>
              </a:solidFill>
              <a:round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Gerade Verbindung mit Pfeil 91">
              <a:extLst>
                <a:ext uri="{FF2B5EF4-FFF2-40B4-BE49-F238E27FC236}">
                  <a16:creationId xmlns:a16="http://schemas.microsoft.com/office/drawing/2014/main" id="{0DE091F6-04B0-A072-01D0-7A52F7C6E89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86925" y="1750695"/>
              <a:ext cx="0" cy="1108824"/>
            </a:xfrm>
            <a:prstGeom prst="straightConnector1">
              <a:avLst/>
            </a:prstGeom>
            <a:ln w="6350" cap="rnd">
              <a:solidFill>
                <a:schemeClr val="tx1"/>
              </a:solidFill>
              <a:round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6896618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034598-9D4B-B1DF-4F75-D1C67FE1B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7A35A164-6D67-95D9-9A11-233394E5F199}"/>
              </a:ext>
            </a:extLst>
          </p:cNvPr>
          <p:cNvGrpSpPr/>
          <p:nvPr/>
        </p:nvGrpSpPr>
        <p:grpSpPr>
          <a:xfrm>
            <a:off x="1456152" y="1556688"/>
            <a:ext cx="712350" cy="588662"/>
            <a:chOff x="312132" y="2331638"/>
            <a:chExt cx="827993" cy="588662"/>
          </a:xfrm>
        </p:grpSpPr>
        <p:cxnSp>
          <p:nvCxnSpPr>
            <p:cNvPr id="13" name="Gerader Verbinder 12">
              <a:extLst>
                <a:ext uri="{FF2B5EF4-FFF2-40B4-BE49-F238E27FC236}">
                  <a16:creationId xmlns:a16="http://schemas.microsoft.com/office/drawing/2014/main" id="{A998B018-B539-4CD6-95E1-D9DFAAFBDAFB}"/>
                </a:ext>
              </a:extLst>
            </p:cNvPr>
            <p:cNvCxnSpPr/>
            <p:nvPr/>
          </p:nvCxnSpPr>
          <p:spPr>
            <a:xfrm rot="5400000" flipV="1">
              <a:off x="726129" y="2211971"/>
              <a:ext cx="0" cy="827993"/>
            </a:xfrm>
            <a:prstGeom prst="line">
              <a:avLst/>
            </a:prstGeom>
            <a:ln w="6350" cap="rnd">
              <a:solidFill>
                <a:schemeClr val="accent1"/>
              </a:solidFill>
              <a:prstDash val="solid"/>
              <a:round/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Gerader Verbinder 13">
              <a:extLst>
                <a:ext uri="{FF2B5EF4-FFF2-40B4-BE49-F238E27FC236}">
                  <a16:creationId xmlns:a16="http://schemas.microsoft.com/office/drawing/2014/main" id="{1675D4FE-67FB-9EC1-C485-A56A7BA95C63}"/>
                </a:ext>
              </a:extLst>
            </p:cNvPr>
            <p:cNvCxnSpPr/>
            <p:nvPr/>
          </p:nvCxnSpPr>
          <p:spPr>
            <a:xfrm rot="5400000" flipV="1">
              <a:off x="726129" y="2408191"/>
              <a:ext cx="0" cy="827993"/>
            </a:xfrm>
            <a:prstGeom prst="line">
              <a:avLst/>
            </a:prstGeom>
            <a:ln w="6350" cap="rnd">
              <a:solidFill>
                <a:schemeClr val="accent1"/>
              </a:solidFill>
              <a:prstDash val="solid"/>
              <a:round/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Gerader Verbinder 14">
              <a:extLst>
                <a:ext uri="{FF2B5EF4-FFF2-40B4-BE49-F238E27FC236}">
                  <a16:creationId xmlns:a16="http://schemas.microsoft.com/office/drawing/2014/main" id="{E36D311B-361E-8B67-14A6-6120817B1D4D}"/>
                </a:ext>
              </a:extLst>
            </p:cNvPr>
            <p:cNvCxnSpPr/>
            <p:nvPr/>
          </p:nvCxnSpPr>
          <p:spPr>
            <a:xfrm rot="5400000" flipV="1">
              <a:off x="726129" y="2310081"/>
              <a:ext cx="0" cy="827993"/>
            </a:xfrm>
            <a:prstGeom prst="line">
              <a:avLst/>
            </a:prstGeom>
            <a:ln w="6350" cap="rnd">
              <a:solidFill>
                <a:schemeClr val="accent1"/>
              </a:solidFill>
              <a:prstDash val="solid"/>
              <a:round/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Gerader Verbinder 15">
              <a:extLst>
                <a:ext uri="{FF2B5EF4-FFF2-40B4-BE49-F238E27FC236}">
                  <a16:creationId xmlns:a16="http://schemas.microsoft.com/office/drawing/2014/main" id="{E11E2CA5-AF58-6F35-A81F-8419A78E226F}"/>
                </a:ext>
              </a:extLst>
            </p:cNvPr>
            <p:cNvCxnSpPr/>
            <p:nvPr/>
          </p:nvCxnSpPr>
          <p:spPr>
            <a:xfrm rot="5400000" flipV="1">
              <a:off x="726129" y="2506303"/>
              <a:ext cx="0" cy="827993"/>
            </a:xfrm>
            <a:prstGeom prst="line">
              <a:avLst/>
            </a:prstGeom>
            <a:ln w="6350" cap="rnd">
              <a:solidFill>
                <a:schemeClr val="accent1"/>
              </a:solidFill>
              <a:prstDash val="solid"/>
              <a:round/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Gerader Verbinder 16">
              <a:extLst>
                <a:ext uri="{FF2B5EF4-FFF2-40B4-BE49-F238E27FC236}">
                  <a16:creationId xmlns:a16="http://schemas.microsoft.com/office/drawing/2014/main" id="{DE845E6D-5466-293E-71F5-52369C6E37DD}"/>
                </a:ext>
              </a:extLst>
            </p:cNvPr>
            <p:cNvCxnSpPr/>
            <p:nvPr/>
          </p:nvCxnSpPr>
          <p:spPr>
            <a:xfrm rot="5400000" flipV="1">
              <a:off x="726129" y="2113861"/>
              <a:ext cx="0" cy="827993"/>
            </a:xfrm>
            <a:prstGeom prst="line">
              <a:avLst/>
            </a:prstGeom>
            <a:ln w="6350" cap="rnd">
              <a:solidFill>
                <a:schemeClr val="accent1"/>
              </a:solidFill>
              <a:prstDash val="solid"/>
              <a:round/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Gerader Verbinder 17">
              <a:extLst>
                <a:ext uri="{FF2B5EF4-FFF2-40B4-BE49-F238E27FC236}">
                  <a16:creationId xmlns:a16="http://schemas.microsoft.com/office/drawing/2014/main" id="{249ED894-206E-138C-5F2B-274E78287106}"/>
                </a:ext>
              </a:extLst>
            </p:cNvPr>
            <p:cNvCxnSpPr/>
            <p:nvPr/>
          </p:nvCxnSpPr>
          <p:spPr>
            <a:xfrm rot="5400000" flipV="1">
              <a:off x="726129" y="2015751"/>
              <a:ext cx="0" cy="827993"/>
            </a:xfrm>
            <a:prstGeom prst="line">
              <a:avLst/>
            </a:prstGeom>
            <a:ln w="6350" cap="rnd">
              <a:solidFill>
                <a:schemeClr val="accent1"/>
              </a:solidFill>
              <a:prstDash val="solid"/>
              <a:round/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Gerader Verbinder 18">
              <a:extLst>
                <a:ext uri="{FF2B5EF4-FFF2-40B4-BE49-F238E27FC236}">
                  <a16:creationId xmlns:a16="http://schemas.microsoft.com/office/drawing/2014/main" id="{858B8E89-8231-FB78-C1EE-9130E3011583}"/>
                </a:ext>
              </a:extLst>
            </p:cNvPr>
            <p:cNvCxnSpPr/>
            <p:nvPr/>
          </p:nvCxnSpPr>
          <p:spPr>
            <a:xfrm rot="5400000" flipV="1">
              <a:off x="726129" y="1917641"/>
              <a:ext cx="0" cy="827993"/>
            </a:xfrm>
            <a:prstGeom prst="line">
              <a:avLst/>
            </a:prstGeom>
            <a:ln w="6350" cap="rnd">
              <a:solidFill>
                <a:schemeClr val="accent1"/>
              </a:solidFill>
              <a:prstDash val="solid"/>
              <a:round/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Gruppieren 34">
            <a:extLst>
              <a:ext uri="{FF2B5EF4-FFF2-40B4-BE49-F238E27FC236}">
                <a16:creationId xmlns:a16="http://schemas.microsoft.com/office/drawing/2014/main" id="{C9090211-A0E9-ABFC-9E2B-88D2142279A3}"/>
              </a:ext>
            </a:extLst>
          </p:cNvPr>
          <p:cNvGrpSpPr/>
          <p:nvPr/>
        </p:nvGrpSpPr>
        <p:grpSpPr>
          <a:xfrm>
            <a:off x="1544372" y="1189311"/>
            <a:ext cx="947244" cy="906983"/>
            <a:chOff x="477520" y="1298817"/>
            <a:chExt cx="947244" cy="906983"/>
          </a:xfrm>
        </p:grpSpPr>
        <p:cxnSp>
          <p:nvCxnSpPr>
            <p:cNvPr id="36" name="Gerade Verbindung mit Pfeil 35">
              <a:extLst>
                <a:ext uri="{FF2B5EF4-FFF2-40B4-BE49-F238E27FC236}">
                  <a16:creationId xmlns:a16="http://schemas.microsoft.com/office/drawing/2014/main" id="{186B6213-A917-D657-6132-7308177ECA5E}"/>
                </a:ext>
              </a:extLst>
            </p:cNvPr>
            <p:cNvCxnSpPr/>
            <p:nvPr/>
          </p:nvCxnSpPr>
          <p:spPr>
            <a:xfrm>
              <a:off x="732807" y="1959766"/>
              <a:ext cx="551146" cy="0"/>
            </a:xfrm>
            <a:prstGeom prst="straightConnector1">
              <a:avLst/>
            </a:prstGeom>
            <a:ln w="12700" cap="rnd">
              <a:solidFill>
                <a:schemeClr val="tx1"/>
              </a:solidFill>
              <a:round/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Gerade Verbindung mit Pfeil 36">
              <a:extLst>
                <a:ext uri="{FF2B5EF4-FFF2-40B4-BE49-F238E27FC236}">
                  <a16:creationId xmlns:a16="http://schemas.microsoft.com/office/drawing/2014/main" id="{A040DDE6-D67A-9EDA-39CA-CC8F2459E07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2807" y="1399618"/>
              <a:ext cx="0" cy="560148"/>
            </a:xfrm>
            <a:prstGeom prst="straightConnector1">
              <a:avLst/>
            </a:prstGeom>
            <a:ln w="12700" cap="rnd">
              <a:solidFill>
                <a:schemeClr val="tx1"/>
              </a:solidFill>
              <a:round/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feld 37">
              <a:extLst>
                <a:ext uri="{FF2B5EF4-FFF2-40B4-BE49-F238E27FC236}">
                  <a16:creationId xmlns:a16="http://schemas.microsoft.com/office/drawing/2014/main" id="{9AE2E586-24A5-3FD8-5D45-EFE7782E4D73}"/>
                </a:ext>
              </a:extLst>
            </p:cNvPr>
            <p:cNvSpPr txBox="1"/>
            <p:nvPr/>
          </p:nvSpPr>
          <p:spPr>
            <a:xfrm>
              <a:off x="477520" y="1298817"/>
              <a:ext cx="289560" cy="26161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de-DE" sz="1100" i="1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y</a:t>
              </a:r>
            </a:p>
          </p:txBody>
        </p:sp>
        <p:sp>
          <p:nvSpPr>
            <p:cNvPr id="39" name="Textfeld 38">
              <a:extLst>
                <a:ext uri="{FF2B5EF4-FFF2-40B4-BE49-F238E27FC236}">
                  <a16:creationId xmlns:a16="http://schemas.microsoft.com/office/drawing/2014/main" id="{A2545F30-F9E3-C81B-C1EF-BEADDDB19516}"/>
                </a:ext>
              </a:extLst>
            </p:cNvPr>
            <p:cNvSpPr txBox="1"/>
            <p:nvPr/>
          </p:nvSpPr>
          <p:spPr>
            <a:xfrm>
              <a:off x="1135204" y="1944190"/>
              <a:ext cx="289560" cy="26161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de-DE" sz="1100" i="1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x</a:t>
              </a:r>
            </a:p>
          </p:txBody>
        </p:sp>
      </p:grpSp>
      <p:sp>
        <p:nvSpPr>
          <p:cNvPr id="2" name="Textfeld 1">
            <a:extLst>
              <a:ext uri="{FF2B5EF4-FFF2-40B4-BE49-F238E27FC236}">
                <a16:creationId xmlns:a16="http://schemas.microsoft.com/office/drawing/2014/main" id="{40096F58-3C07-0A87-3EBB-F8954790ABDD}"/>
              </a:ext>
            </a:extLst>
          </p:cNvPr>
          <p:cNvSpPr txBox="1"/>
          <p:nvPr/>
        </p:nvSpPr>
        <p:spPr>
          <a:xfrm>
            <a:off x="2019201" y="1277960"/>
            <a:ext cx="365709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1100" i="1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u</a:t>
            </a:r>
            <a:r>
              <a:rPr lang="de-DE" sz="1100" baseline="-25000" dirty="0">
                <a:solidFill>
                  <a:schemeClr val="accent1"/>
                </a:solidFill>
                <a:latin typeface="Latin Modern Math" panose="02000503000000000000" pitchFamily="50" charset="0"/>
                <a:ea typeface="Latin Modern Math" panose="02000503000000000000" pitchFamily="50" charset="0"/>
                <a:cs typeface="CMU Serif Extra" panose="02000603000000000000" pitchFamily="2" charset="0"/>
              </a:rPr>
              <a:t>∞</a:t>
            </a:r>
            <a:endParaRPr lang="de-DE" sz="1100" i="1" baseline="-25000" dirty="0">
              <a:solidFill>
                <a:schemeClr val="accent1"/>
              </a:solidFill>
              <a:latin typeface="Latin Modern Math" panose="02000503000000000000" pitchFamily="50" charset="0"/>
              <a:ea typeface="Latin Modern Math" panose="02000503000000000000" pitchFamily="50" charset="0"/>
              <a:cs typeface="CMU Serif Extra" panose="02000603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49509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uppieren 26">
            <a:extLst>
              <a:ext uri="{FF2B5EF4-FFF2-40B4-BE49-F238E27FC236}">
                <a16:creationId xmlns:a16="http://schemas.microsoft.com/office/drawing/2014/main" id="{F85EE9EB-7D75-BCE9-1AF1-7C16A84304A1}"/>
              </a:ext>
            </a:extLst>
          </p:cNvPr>
          <p:cNvGrpSpPr/>
          <p:nvPr/>
        </p:nvGrpSpPr>
        <p:grpSpPr>
          <a:xfrm rot="16200000">
            <a:off x="1450744" y="1541222"/>
            <a:ext cx="702774" cy="588662"/>
            <a:chOff x="312132" y="2331638"/>
            <a:chExt cx="827993" cy="588662"/>
          </a:xfrm>
        </p:grpSpPr>
        <p:cxnSp>
          <p:nvCxnSpPr>
            <p:cNvPr id="28" name="Gerader Verbinder 27">
              <a:extLst>
                <a:ext uri="{FF2B5EF4-FFF2-40B4-BE49-F238E27FC236}">
                  <a16:creationId xmlns:a16="http://schemas.microsoft.com/office/drawing/2014/main" id="{311C88BC-9582-BECD-AE17-B5C193D4FF1D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726129" y="2211971"/>
              <a:ext cx="0" cy="827993"/>
            </a:xfrm>
            <a:prstGeom prst="line">
              <a:avLst/>
            </a:prstGeom>
            <a:ln w="6350" cap="rnd">
              <a:solidFill>
                <a:schemeClr val="accent1"/>
              </a:solidFill>
              <a:prstDash val="solid"/>
              <a:round/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Gerader Verbinder 28">
              <a:extLst>
                <a:ext uri="{FF2B5EF4-FFF2-40B4-BE49-F238E27FC236}">
                  <a16:creationId xmlns:a16="http://schemas.microsoft.com/office/drawing/2014/main" id="{95FF1307-3826-8DF1-CF88-E8A7BB3E6F31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726129" y="2408191"/>
              <a:ext cx="0" cy="827993"/>
            </a:xfrm>
            <a:prstGeom prst="line">
              <a:avLst/>
            </a:prstGeom>
            <a:ln w="6350" cap="rnd">
              <a:solidFill>
                <a:schemeClr val="accent1"/>
              </a:solidFill>
              <a:prstDash val="solid"/>
              <a:round/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Gerader Verbinder 29">
              <a:extLst>
                <a:ext uri="{FF2B5EF4-FFF2-40B4-BE49-F238E27FC236}">
                  <a16:creationId xmlns:a16="http://schemas.microsoft.com/office/drawing/2014/main" id="{4E770644-3176-5BC1-3D02-38420EF59981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726129" y="2310081"/>
              <a:ext cx="0" cy="827993"/>
            </a:xfrm>
            <a:prstGeom prst="line">
              <a:avLst/>
            </a:prstGeom>
            <a:ln w="6350" cap="rnd">
              <a:solidFill>
                <a:schemeClr val="accent1"/>
              </a:solidFill>
              <a:prstDash val="solid"/>
              <a:round/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Gerader Verbinder 30">
              <a:extLst>
                <a:ext uri="{FF2B5EF4-FFF2-40B4-BE49-F238E27FC236}">
                  <a16:creationId xmlns:a16="http://schemas.microsoft.com/office/drawing/2014/main" id="{6BD1F6F5-6DA5-266B-AF07-76619B4C3441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726129" y="2506303"/>
              <a:ext cx="0" cy="827993"/>
            </a:xfrm>
            <a:prstGeom prst="line">
              <a:avLst/>
            </a:prstGeom>
            <a:ln w="6350" cap="rnd">
              <a:solidFill>
                <a:schemeClr val="accent1"/>
              </a:solidFill>
              <a:prstDash val="solid"/>
              <a:round/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Gerader Verbinder 31">
              <a:extLst>
                <a:ext uri="{FF2B5EF4-FFF2-40B4-BE49-F238E27FC236}">
                  <a16:creationId xmlns:a16="http://schemas.microsoft.com/office/drawing/2014/main" id="{B362D0BD-97AC-CB5C-B1F3-3CDE72794832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726129" y="2113861"/>
              <a:ext cx="0" cy="827993"/>
            </a:xfrm>
            <a:prstGeom prst="line">
              <a:avLst/>
            </a:prstGeom>
            <a:ln w="6350" cap="rnd">
              <a:solidFill>
                <a:schemeClr val="accent1"/>
              </a:solidFill>
              <a:prstDash val="solid"/>
              <a:round/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Gerader Verbinder 32">
              <a:extLst>
                <a:ext uri="{FF2B5EF4-FFF2-40B4-BE49-F238E27FC236}">
                  <a16:creationId xmlns:a16="http://schemas.microsoft.com/office/drawing/2014/main" id="{D3EDFA18-94A6-9EB5-C473-2D4B31226E52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726129" y="2015751"/>
              <a:ext cx="0" cy="827993"/>
            </a:xfrm>
            <a:prstGeom prst="line">
              <a:avLst/>
            </a:prstGeom>
            <a:ln w="6350" cap="rnd">
              <a:solidFill>
                <a:schemeClr val="accent1"/>
              </a:solidFill>
              <a:prstDash val="solid"/>
              <a:round/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Gerader Verbinder 33">
              <a:extLst>
                <a:ext uri="{FF2B5EF4-FFF2-40B4-BE49-F238E27FC236}">
                  <a16:creationId xmlns:a16="http://schemas.microsoft.com/office/drawing/2014/main" id="{B8AFF7A7-A4ED-495F-4718-83B26E61B663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726129" y="1917641"/>
              <a:ext cx="0" cy="827993"/>
            </a:xfrm>
            <a:prstGeom prst="line">
              <a:avLst/>
            </a:prstGeom>
            <a:ln w="6350" cap="rnd">
              <a:solidFill>
                <a:schemeClr val="accent1"/>
              </a:solidFill>
              <a:prstDash val="solid"/>
              <a:round/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" name="Gruppieren 39">
            <a:extLst>
              <a:ext uri="{FF2B5EF4-FFF2-40B4-BE49-F238E27FC236}">
                <a16:creationId xmlns:a16="http://schemas.microsoft.com/office/drawing/2014/main" id="{B29469E1-6730-428E-3C60-3A1D7B49FC8A}"/>
              </a:ext>
            </a:extLst>
          </p:cNvPr>
          <p:cNvGrpSpPr/>
          <p:nvPr/>
        </p:nvGrpSpPr>
        <p:grpSpPr>
          <a:xfrm>
            <a:off x="1546082" y="1186592"/>
            <a:ext cx="958189" cy="906983"/>
            <a:chOff x="2316497" y="1298817"/>
            <a:chExt cx="958189" cy="906983"/>
          </a:xfrm>
        </p:grpSpPr>
        <p:cxnSp>
          <p:nvCxnSpPr>
            <p:cNvPr id="41" name="Gerade Verbindung mit Pfeil 40">
              <a:extLst>
                <a:ext uri="{FF2B5EF4-FFF2-40B4-BE49-F238E27FC236}">
                  <a16:creationId xmlns:a16="http://schemas.microsoft.com/office/drawing/2014/main" id="{49A63C8D-1D9C-B946-EBD9-B9FEA1BBF275}"/>
                </a:ext>
              </a:extLst>
            </p:cNvPr>
            <p:cNvCxnSpPr/>
            <p:nvPr/>
          </p:nvCxnSpPr>
          <p:spPr>
            <a:xfrm>
              <a:off x="2571784" y="1959766"/>
              <a:ext cx="551146" cy="0"/>
            </a:xfrm>
            <a:prstGeom prst="straightConnector1">
              <a:avLst/>
            </a:prstGeom>
            <a:ln w="12700" cap="rnd">
              <a:solidFill>
                <a:schemeClr val="tx1"/>
              </a:solidFill>
              <a:round/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Gerade Verbindung mit Pfeil 41">
              <a:extLst>
                <a:ext uri="{FF2B5EF4-FFF2-40B4-BE49-F238E27FC236}">
                  <a16:creationId xmlns:a16="http://schemas.microsoft.com/office/drawing/2014/main" id="{216F5FF3-3E24-921D-FE22-D0D7294A52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71784" y="1399618"/>
              <a:ext cx="0" cy="560148"/>
            </a:xfrm>
            <a:prstGeom prst="straightConnector1">
              <a:avLst/>
            </a:prstGeom>
            <a:ln w="12700" cap="rnd">
              <a:solidFill>
                <a:schemeClr val="tx1"/>
              </a:solidFill>
              <a:round/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Textfeld 42">
              <a:extLst>
                <a:ext uri="{FF2B5EF4-FFF2-40B4-BE49-F238E27FC236}">
                  <a16:creationId xmlns:a16="http://schemas.microsoft.com/office/drawing/2014/main" id="{48C1B6A1-3350-FBE0-4153-DAA810FF4612}"/>
                </a:ext>
              </a:extLst>
            </p:cNvPr>
            <p:cNvSpPr txBox="1"/>
            <p:nvPr/>
          </p:nvSpPr>
          <p:spPr>
            <a:xfrm>
              <a:off x="2316497" y="1298817"/>
              <a:ext cx="289560" cy="26161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de-DE" sz="1100" i="1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y</a:t>
              </a:r>
            </a:p>
          </p:txBody>
        </p:sp>
        <p:sp>
          <p:nvSpPr>
            <p:cNvPr id="44" name="Textfeld 43">
              <a:extLst>
                <a:ext uri="{FF2B5EF4-FFF2-40B4-BE49-F238E27FC236}">
                  <a16:creationId xmlns:a16="http://schemas.microsoft.com/office/drawing/2014/main" id="{34946943-6A77-CFF6-C854-FA7078E0B698}"/>
                </a:ext>
              </a:extLst>
            </p:cNvPr>
            <p:cNvSpPr txBox="1"/>
            <p:nvPr/>
          </p:nvSpPr>
          <p:spPr>
            <a:xfrm>
              <a:off x="2985126" y="1944190"/>
              <a:ext cx="289560" cy="26161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de-DE" sz="1100" i="1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x</a:t>
              </a:r>
            </a:p>
          </p:txBody>
        </p:sp>
      </p:grpSp>
      <p:sp>
        <p:nvSpPr>
          <p:cNvPr id="45" name="Textfeld 44">
            <a:extLst>
              <a:ext uri="{FF2B5EF4-FFF2-40B4-BE49-F238E27FC236}">
                <a16:creationId xmlns:a16="http://schemas.microsoft.com/office/drawing/2014/main" id="{ED074D3B-F15A-F8FE-83D5-3DEF0F157AF6}"/>
              </a:ext>
            </a:extLst>
          </p:cNvPr>
          <p:cNvSpPr txBox="1"/>
          <p:nvPr/>
        </p:nvSpPr>
        <p:spPr>
          <a:xfrm>
            <a:off x="2076138" y="1339898"/>
            <a:ext cx="365709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1100" i="1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u</a:t>
            </a:r>
            <a:r>
              <a:rPr lang="de-DE" sz="1100" baseline="-25000" dirty="0">
                <a:solidFill>
                  <a:schemeClr val="accent1"/>
                </a:solidFill>
                <a:latin typeface="Latin Modern Math" panose="02000503000000000000" pitchFamily="50" charset="0"/>
                <a:ea typeface="Latin Modern Math" panose="02000503000000000000" pitchFamily="50" charset="0"/>
                <a:cs typeface="CMU Serif Extra" panose="02000603000000000000" pitchFamily="2" charset="0"/>
              </a:rPr>
              <a:t>∞</a:t>
            </a:r>
            <a:endParaRPr lang="de-DE" sz="1100" i="1" baseline="-25000" dirty="0">
              <a:solidFill>
                <a:schemeClr val="accent1"/>
              </a:solidFill>
              <a:latin typeface="Latin Modern Math" panose="02000503000000000000" pitchFamily="50" charset="0"/>
              <a:ea typeface="Latin Modern Math" panose="02000503000000000000" pitchFamily="50" charset="0"/>
              <a:cs typeface="CMU Serif Extra" panose="02000603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89387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094310-05BD-F8E3-2858-B9EED62BAA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Gruppieren 39">
            <a:extLst>
              <a:ext uri="{FF2B5EF4-FFF2-40B4-BE49-F238E27FC236}">
                <a16:creationId xmlns:a16="http://schemas.microsoft.com/office/drawing/2014/main" id="{7489F9DA-1246-5E4B-8CF1-F1267C167AA0}"/>
              </a:ext>
            </a:extLst>
          </p:cNvPr>
          <p:cNvGrpSpPr/>
          <p:nvPr/>
        </p:nvGrpSpPr>
        <p:grpSpPr>
          <a:xfrm>
            <a:off x="1546082" y="1186592"/>
            <a:ext cx="958189" cy="906983"/>
            <a:chOff x="2316497" y="1298817"/>
            <a:chExt cx="958189" cy="906983"/>
          </a:xfrm>
        </p:grpSpPr>
        <p:cxnSp>
          <p:nvCxnSpPr>
            <p:cNvPr id="41" name="Gerade Verbindung mit Pfeil 40">
              <a:extLst>
                <a:ext uri="{FF2B5EF4-FFF2-40B4-BE49-F238E27FC236}">
                  <a16:creationId xmlns:a16="http://schemas.microsoft.com/office/drawing/2014/main" id="{EF28EDA6-FD47-D969-A085-6ABB565CB94F}"/>
                </a:ext>
              </a:extLst>
            </p:cNvPr>
            <p:cNvCxnSpPr/>
            <p:nvPr/>
          </p:nvCxnSpPr>
          <p:spPr>
            <a:xfrm>
              <a:off x="2571784" y="1959766"/>
              <a:ext cx="551146" cy="0"/>
            </a:xfrm>
            <a:prstGeom prst="straightConnector1">
              <a:avLst/>
            </a:prstGeom>
            <a:ln w="12700" cap="rnd">
              <a:solidFill>
                <a:schemeClr val="tx1"/>
              </a:solidFill>
              <a:round/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Gerade Verbindung mit Pfeil 41">
              <a:extLst>
                <a:ext uri="{FF2B5EF4-FFF2-40B4-BE49-F238E27FC236}">
                  <a16:creationId xmlns:a16="http://schemas.microsoft.com/office/drawing/2014/main" id="{FA7BCAFE-C88E-2032-D99A-DB40FC68B8C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71784" y="1399618"/>
              <a:ext cx="0" cy="560148"/>
            </a:xfrm>
            <a:prstGeom prst="straightConnector1">
              <a:avLst/>
            </a:prstGeom>
            <a:ln w="12700" cap="rnd">
              <a:solidFill>
                <a:schemeClr val="tx1"/>
              </a:solidFill>
              <a:round/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Textfeld 42">
              <a:extLst>
                <a:ext uri="{FF2B5EF4-FFF2-40B4-BE49-F238E27FC236}">
                  <a16:creationId xmlns:a16="http://schemas.microsoft.com/office/drawing/2014/main" id="{AA868BFF-4923-B953-6793-4EEEAB10845E}"/>
                </a:ext>
              </a:extLst>
            </p:cNvPr>
            <p:cNvSpPr txBox="1"/>
            <p:nvPr/>
          </p:nvSpPr>
          <p:spPr>
            <a:xfrm>
              <a:off x="2316497" y="1298817"/>
              <a:ext cx="289560" cy="26161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de-DE" sz="1100" i="1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y</a:t>
              </a:r>
            </a:p>
          </p:txBody>
        </p:sp>
        <p:sp>
          <p:nvSpPr>
            <p:cNvPr id="44" name="Textfeld 43">
              <a:extLst>
                <a:ext uri="{FF2B5EF4-FFF2-40B4-BE49-F238E27FC236}">
                  <a16:creationId xmlns:a16="http://schemas.microsoft.com/office/drawing/2014/main" id="{F29990AF-ED47-3EBF-44F7-E570A376993A}"/>
                </a:ext>
              </a:extLst>
            </p:cNvPr>
            <p:cNvSpPr txBox="1"/>
            <p:nvPr/>
          </p:nvSpPr>
          <p:spPr>
            <a:xfrm>
              <a:off x="2985126" y="1944190"/>
              <a:ext cx="289560" cy="26161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de-DE" sz="1100" i="1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x</a:t>
              </a:r>
            </a:p>
          </p:txBody>
        </p:sp>
      </p:grpSp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0EF302D6-A023-340E-6E15-56B7852DD378}"/>
              </a:ext>
            </a:extLst>
          </p:cNvPr>
          <p:cNvGrpSpPr/>
          <p:nvPr/>
        </p:nvGrpSpPr>
        <p:grpSpPr>
          <a:xfrm>
            <a:off x="1828867" y="1394114"/>
            <a:ext cx="436246" cy="432432"/>
            <a:chOff x="1190624" y="1556385"/>
            <a:chExt cx="436246" cy="432432"/>
          </a:xfrm>
        </p:grpSpPr>
        <p:sp>
          <p:nvSpPr>
            <p:cNvPr id="3" name="Freihandform: Form 2">
              <a:extLst>
                <a:ext uri="{FF2B5EF4-FFF2-40B4-BE49-F238E27FC236}">
                  <a16:creationId xmlns:a16="http://schemas.microsoft.com/office/drawing/2014/main" id="{C052584D-3216-87B4-170F-6787B94C2FE6}"/>
                </a:ext>
              </a:extLst>
            </p:cNvPr>
            <p:cNvSpPr/>
            <p:nvPr/>
          </p:nvSpPr>
          <p:spPr>
            <a:xfrm>
              <a:off x="1190625" y="1853565"/>
              <a:ext cx="436245" cy="135252"/>
            </a:xfrm>
            <a:custGeom>
              <a:avLst/>
              <a:gdLst>
                <a:gd name="connsiteX0" fmla="*/ 0 w 436245"/>
                <a:gd name="connsiteY0" fmla="*/ 0 h 145568"/>
                <a:gd name="connsiteX1" fmla="*/ 97155 w 436245"/>
                <a:gd name="connsiteY1" fmla="*/ 123825 h 145568"/>
                <a:gd name="connsiteX2" fmla="*/ 436245 w 436245"/>
                <a:gd name="connsiteY2" fmla="*/ 144780 h 145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6245" h="145568">
                  <a:moveTo>
                    <a:pt x="0" y="0"/>
                  </a:moveTo>
                  <a:cubicBezTo>
                    <a:pt x="12224" y="49847"/>
                    <a:pt x="24448" y="99695"/>
                    <a:pt x="97155" y="123825"/>
                  </a:cubicBezTo>
                  <a:cubicBezTo>
                    <a:pt x="169863" y="147955"/>
                    <a:pt x="303054" y="146367"/>
                    <a:pt x="436245" y="144780"/>
                  </a:cubicBezTo>
                </a:path>
              </a:pathLst>
            </a:custGeom>
            <a:noFill/>
            <a:ln w="6350" cap="rnd">
              <a:solidFill>
                <a:schemeClr val="accent1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" name="Freihandform: Form 3">
              <a:extLst>
                <a:ext uri="{FF2B5EF4-FFF2-40B4-BE49-F238E27FC236}">
                  <a16:creationId xmlns:a16="http://schemas.microsoft.com/office/drawing/2014/main" id="{7A80C0E2-BA36-A4BE-98FB-9EE717040A04}"/>
                </a:ext>
              </a:extLst>
            </p:cNvPr>
            <p:cNvSpPr/>
            <p:nvPr/>
          </p:nvSpPr>
          <p:spPr>
            <a:xfrm>
              <a:off x="1190624" y="1737360"/>
              <a:ext cx="436243" cy="234315"/>
            </a:xfrm>
            <a:custGeom>
              <a:avLst/>
              <a:gdLst>
                <a:gd name="connsiteX0" fmla="*/ 0 w 434340"/>
                <a:gd name="connsiteY0" fmla="*/ 0 h 234315"/>
                <a:gd name="connsiteX1" fmla="*/ 95250 w 434340"/>
                <a:gd name="connsiteY1" fmla="*/ 190500 h 234315"/>
                <a:gd name="connsiteX2" fmla="*/ 434340 w 434340"/>
                <a:gd name="connsiteY2" fmla="*/ 234315 h 2343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4340" h="234315">
                  <a:moveTo>
                    <a:pt x="0" y="0"/>
                  </a:moveTo>
                  <a:cubicBezTo>
                    <a:pt x="11430" y="75724"/>
                    <a:pt x="22860" y="151448"/>
                    <a:pt x="95250" y="190500"/>
                  </a:cubicBezTo>
                  <a:cubicBezTo>
                    <a:pt x="167640" y="229552"/>
                    <a:pt x="300990" y="231933"/>
                    <a:pt x="434340" y="234315"/>
                  </a:cubicBezTo>
                </a:path>
              </a:pathLst>
            </a:custGeom>
            <a:noFill/>
            <a:ln w="6350" cap="rnd">
              <a:solidFill>
                <a:schemeClr val="accent1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" name="Freihandform: Form 4">
              <a:extLst>
                <a:ext uri="{FF2B5EF4-FFF2-40B4-BE49-F238E27FC236}">
                  <a16:creationId xmlns:a16="http://schemas.microsoft.com/office/drawing/2014/main" id="{BB3214B7-0B61-BEA8-CF0A-43AAB3E3D91B}"/>
                </a:ext>
              </a:extLst>
            </p:cNvPr>
            <p:cNvSpPr/>
            <p:nvPr/>
          </p:nvSpPr>
          <p:spPr>
            <a:xfrm>
              <a:off x="1190625" y="1556385"/>
              <a:ext cx="436235" cy="398145"/>
            </a:xfrm>
            <a:custGeom>
              <a:avLst/>
              <a:gdLst>
                <a:gd name="connsiteX0" fmla="*/ 0 w 438150"/>
                <a:gd name="connsiteY0" fmla="*/ 0 h 407670"/>
                <a:gd name="connsiteX1" fmla="*/ 104775 w 438150"/>
                <a:gd name="connsiteY1" fmla="*/ 331470 h 407670"/>
                <a:gd name="connsiteX2" fmla="*/ 438150 w 438150"/>
                <a:gd name="connsiteY2" fmla="*/ 407670 h 407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8150" h="407670">
                  <a:moveTo>
                    <a:pt x="0" y="0"/>
                  </a:moveTo>
                  <a:cubicBezTo>
                    <a:pt x="15875" y="131762"/>
                    <a:pt x="31750" y="263525"/>
                    <a:pt x="104775" y="331470"/>
                  </a:cubicBezTo>
                  <a:cubicBezTo>
                    <a:pt x="177800" y="399415"/>
                    <a:pt x="307975" y="403542"/>
                    <a:pt x="438150" y="407670"/>
                  </a:cubicBezTo>
                </a:path>
              </a:pathLst>
            </a:custGeom>
            <a:noFill/>
            <a:ln w="6350" cap="rnd">
              <a:solidFill>
                <a:schemeClr val="accent1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" name="Freihandform: Form 5">
              <a:extLst>
                <a:ext uri="{FF2B5EF4-FFF2-40B4-BE49-F238E27FC236}">
                  <a16:creationId xmlns:a16="http://schemas.microsoft.com/office/drawing/2014/main" id="{3C90C3C4-F48C-911D-34FF-606525979060}"/>
                </a:ext>
              </a:extLst>
            </p:cNvPr>
            <p:cNvSpPr/>
            <p:nvPr/>
          </p:nvSpPr>
          <p:spPr>
            <a:xfrm>
              <a:off x="1323734" y="1661082"/>
              <a:ext cx="196215" cy="152556"/>
            </a:xfrm>
            <a:custGeom>
              <a:avLst/>
              <a:gdLst>
                <a:gd name="connsiteX0" fmla="*/ 0 w 194310"/>
                <a:gd name="connsiteY0" fmla="*/ 0 h 203835"/>
                <a:gd name="connsiteX1" fmla="*/ 70485 w 194310"/>
                <a:gd name="connsiteY1" fmla="*/ 150495 h 203835"/>
                <a:gd name="connsiteX2" fmla="*/ 194310 w 194310"/>
                <a:gd name="connsiteY2" fmla="*/ 203835 h 203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4310" h="203835">
                  <a:moveTo>
                    <a:pt x="0" y="0"/>
                  </a:moveTo>
                  <a:cubicBezTo>
                    <a:pt x="19050" y="58261"/>
                    <a:pt x="38100" y="116523"/>
                    <a:pt x="70485" y="150495"/>
                  </a:cubicBezTo>
                  <a:cubicBezTo>
                    <a:pt x="102870" y="184467"/>
                    <a:pt x="128588" y="188595"/>
                    <a:pt x="194310" y="203835"/>
                  </a:cubicBezTo>
                </a:path>
              </a:pathLst>
            </a:custGeom>
            <a:noFill/>
            <a:ln w="6350" cap="rnd">
              <a:solidFill>
                <a:schemeClr val="accent1"/>
              </a:solidFill>
              <a:round/>
              <a:tailEnd type="stealt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7" name="Gruppieren 6">
            <a:extLst>
              <a:ext uri="{FF2B5EF4-FFF2-40B4-BE49-F238E27FC236}">
                <a16:creationId xmlns:a16="http://schemas.microsoft.com/office/drawing/2014/main" id="{C3A7F365-657C-1E7F-5EA1-3709EE260537}"/>
              </a:ext>
            </a:extLst>
          </p:cNvPr>
          <p:cNvGrpSpPr/>
          <p:nvPr/>
        </p:nvGrpSpPr>
        <p:grpSpPr>
          <a:xfrm flipV="1">
            <a:off x="1828867" y="1868537"/>
            <a:ext cx="436246" cy="432432"/>
            <a:chOff x="1190624" y="1556385"/>
            <a:chExt cx="436246" cy="432432"/>
          </a:xfrm>
        </p:grpSpPr>
        <p:sp>
          <p:nvSpPr>
            <p:cNvPr id="8" name="Freihandform: Form 7">
              <a:extLst>
                <a:ext uri="{FF2B5EF4-FFF2-40B4-BE49-F238E27FC236}">
                  <a16:creationId xmlns:a16="http://schemas.microsoft.com/office/drawing/2014/main" id="{80B00414-493C-0EDF-FEBE-B9A13E15A712}"/>
                </a:ext>
              </a:extLst>
            </p:cNvPr>
            <p:cNvSpPr/>
            <p:nvPr/>
          </p:nvSpPr>
          <p:spPr>
            <a:xfrm>
              <a:off x="1190625" y="1853565"/>
              <a:ext cx="436245" cy="135252"/>
            </a:xfrm>
            <a:custGeom>
              <a:avLst/>
              <a:gdLst>
                <a:gd name="connsiteX0" fmla="*/ 0 w 436245"/>
                <a:gd name="connsiteY0" fmla="*/ 0 h 145568"/>
                <a:gd name="connsiteX1" fmla="*/ 97155 w 436245"/>
                <a:gd name="connsiteY1" fmla="*/ 123825 h 145568"/>
                <a:gd name="connsiteX2" fmla="*/ 436245 w 436245"/>
                <a:gd name="connsiteY2" fmla="*/ 144780 h 145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6245" h="145568">
                  <a:moveTo>
                    <a:pt x="0" y="0"/>
                  </a:moveTo>
                  <a:cubicBezTo>
                    <a:pt x="12224" y="49847"/>
                    <a:pt x="24448" y="99695"/>
                    <a:pt x="97155" y="123825"/>
                  </a:cubicBezTo>
                  <a:cubicBezTo>
                    <a:pt x="169863" y="147955"/>
                    <a:pt x="303054" y="146367"/>
                    <a:pt x="436245" y="144780"/>
                  </a:cubicBezTo>
                </a:path>
              </a:pathLst>
            </a:custGeom>
            <a:noFill/>
            <a:ln w="6350" cap="rnd">
              <a:solidFill>
                <a:schemeClr val="accent1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9" name="Freihandform: Form 8">
              <a:extLst>
                <a:ext uri="{FF2B5EF4-FFF2-40B4-BE49-F238E27FC236}">
                  <a16:creationId xmlns:a16="http://schemas.microsoft.com/office/drawing/2014/main" id="{E14BBBC7-141A-8A91-8D79-CFD929C95C24}"/>
                </a:ext>
              </a:extLst>
            </p:cNvPr>
            <p:cNvSpPr/>
            <p:nvPr/>
          </p:nvSpPr>
          <p:spPr>
            <a:xfrm>
              <a:off x="1190624" y="1737360"/>
              <a:ext cx="436243" cy="234315"/>
            </a:xfrm>
            <a:custGeom>
              <a:avLst/>
              <a:gdLst>
                <a:gd name="connsiteX0" fmla="*/ 0 w 434340"/>
                <a:gd name="connsiteY0" fmla="*/ 0 h 234315"/>
                <a:gd name="connsiteX1" fmla="*/ 95250 w 434340"/>
                <a:gd name="connsiteY1" fmla="*/ 190500 h 234315"/>
                <a:gd name="connsiteX2" fmla="*/ 434340 w 434340"/>
                <a:gd name="connsiteY2" fmla="*/ 234315 h 2343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4340" h="234315">
                  <a:moveTo>
                    <a:pt x="0" y="0"/>
                  </a:moveTo>
                  <a:cubicBezTo>
                    <a:pt x="11430" y="75724"/>
                    <a:pt x="22860" y="151448"/>
                    <a:pt x="95250" y="190500"/>
                  </a:cubicBezTo>
                  <a:cubicBezTo>
                    <a:pt x="167640" y="229552"/>
                    <a:pt x="300990" y="231933"/>
                    <a:pt x="434340" y="234315"/>
                  </a:cubicBezTo>
                </a:path>
              </a:pathLst>
            </a:custGeom>
            <a:noFill/>
            <a:ln w="6350" cap="rnd">
              <a:solidFill>
                <a:schemeClr val="accent1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" name="Freihandform: Form 9">
              <a:extLst>
                <a:ext uri="{FF2B5EF4-FFF2-40B4-BE49-F238E27FC236}">
                  <a16:creationId xmlns:a16="http://schemas.microsoft.com/office/drawing/2014/main" id="{195521B5-73C9-BB0F-94A7-1F3F391EF6C2}"/>
                </a:ext>
              </a:extLst>
            </p:cNvPr>
            <p:cNvSpPr/>
            <p:nvPr/>
          </p:nvSpPr>
          <p:spPr>
            <a:xfrm>
              <a:off x="1190625" y="1556385"/>
              <a:ext cx="436235" cy="398145"/>
            </a:xfrm>
            <a:custGeom>
              <a:avLst/>
              <a:gdLst>
                <a:gd name="connsiteX0" fmla="*/ 0 w 438150"/>
                <a:gd name="connsiteY0" fmla="*/ 0 h 407670"/>
                <a:gd name="connsiteX1" fmla="*/ 104775 w 438150"/>
                <a:gd name="connsiteY1" fmla="*/ 331470 h 407670"/>
                <a:gd name="connsiteX2" fmla="*/ 438150 w 438150"/>
                <a:gd name="connsiteY2" fmla="*/ 407670 h 407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8150" h="407670">
                  <a:moveTo>
                    <a:pt x="0" y="0"/>
                  </a:moveTo>
                  <a:cubicBezTo>
                    <a:pt x="15875" y="131762"/>
                    <a:pt x="31750" y="263525"/>
                    <a:pt x="104775" y="331470"/>
                  </a:cubicBezTo>
                  <a:cubicBezTo>
                    <a:pt x="177800" y="399415"/>
                    <a:pt x="307975" y="403542"/>
                    <a:pt x="438150" y="407670"/>
                  </a:cubicBezTo>
                </a:path>
              </a:pathLst>
            </a:custGeom>
            <a:noFill/>
            <a:ln w="6350" cap="rnd">
              <a:solidFill>
                <a:schemeClr val="accent1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1" name="Freihandform: Form 10">
              <a:extLst>
                <a:ext uri="{FF2B5EF4-FFF2-40B4-BE49-F238E27FC236}">
                  <a16:creationId xmlns:a16="http://schemas.microsoft.com/office/drawing/2014/main" id="{33D97E10-E357-7048-19D7-1D2168982B9D}"/>
                </a:ext>
              </a:extLst>
            </p:cNvPr>
            <p:cNvSpPr/>
            <p:nvPr/>
          </p:nvSpPr>
          <p:spPr>
            <a:xfrm>
              <a:off x="1323734" y="1661082"/>
              <a:ext cx="196215" cy="152556"/>
            </a:xfrm>
            <a:custGeom>
              <a:avLst/>
              <a:gdLst>
                <a:gd name="connsiteX0" fmla="*/ 0 w 194310"/>
                <a:gd name="connsiteY0" fmla="*/ 0 h 203835"/>
                <a:gd name="connsiteX1" fmla="*/ 70485 w 194310"/>
                <a:gd name="connsiteY1" fmla="*/ 150495 h 203835"/>
                <a:gd name="connsiteX2" fmla="*/ 194310 w 194310"/>
                <a:gd name="connsiteY2" fmla="*/ 203835 h 203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4310" h="203835">
                  <a:moveTo>
                    <a:pt x="0" y="0"/>
                  </a:moveTo>
                  <a:cubicBezTo>
                    <a:pt x="19050" y="58261"/>
                    <a:pt x="38100" y="116523"/>
                    <a:pt x="70485" y="150495"/>
                  </a:cubicBezTo>
                  <a:cubicBezTo>
                    <a:pt x="102870" y="184467"/>
                    <a:pt x="128588" y="188595"/>
                    <a:pt x="194310" y="203835"/>
                  </a:cubicBezTo>
                </a:path>
              </a:pathLst>
            </a:custGeom>
            <a:noFill/>
            <a:ln w="6350" cap="rnd">
              <a:solidFill>
                <a:schemeClr val="accent1"/>
              </a:solidFill>
              <a:round/>
              <a:tailEnd type="stealt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EE6397AD-B34F-0F7C-52FC-5D205A61B0A2}"/>
              </a:ext>
            </a:extLst>
          </p:cNvPr>
          <p:cNvGrpSpPr/>
          <p:nvPr/>
        </p:nvGrpSpPr>
        <p:grpSpPr>
          <a:xfrm flipH="1">
            <a:off x="1340838" y="1394114"/>
            <a:ext cx="436246" cy="432432"/>
            <a:chOff x="1190624" y="1556385"/>
            <a:chExt cx="436246" cy="432432"/>
          </a:xfrm>
        </p:grpSpPr>
        <p:sp>
          <p:nvSpPr>
            <p:cNvPr id="13" name="Freihandform: Form 12">
              <a:extLst>
                <a:ext uri="{FF2B5EF4-FFF2-40B4-BE49-F238E27FC236}">
                  <a16:creationId xmlns:a16="http://schemas.microsoft.com/office/drawing/2014/main" id="{0745956E-F84B-DF60-B7F9-217E4021803E}"/>
                </a:ext>
              </a:extLst>
            </p:cNvPr>
            <p:cNvSpPr/>
            <p:nvPr/>
          </p:nvSpPr>
          <p:spPr>
            <a:xfrm>
              <a:off x="1190625" y="1853565"/>
              <a:ext cx="436245" cy="135252"/>
            </a:xfrm>
            <a:custGeom>
              <a:avLst/>
              <a:gdLst>
                <a:gd name="connsiteX0" fmla="*/ 0 w 436245"/>
                <a:gd name="connsiteY0" fmla="*/ 0 h 145568"/>
                <a:gd name="connsiteX1" fmla="*/ 97155 w 436245"/>
                <a:gd name="connsiteY1" fmla="*/ 123825 h 145568"/>
                <a:gd name="connsiteX2" fmla="*/ 436245 w 436245"/>
                <a:gd name="connsiteY2" fmla="*/ 144780 h 145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6245" h="145568">
                  <a:moveTo>
                    <a:pt x="0" y="0"/>
                  </a:moveTo>
                  <a:cubicBezTo>
                    <a:pt x="12224" y="49847"/>
                    <a:pt x="24448" y="99695"/>
                    <a:pt x="97155" y="123825"/>
                  </a:cubicBezTo>
                  <a:cubicBezTo>
                    <a:pt x="169863" y="147955"/>
                    <a:pt x="303054" y="146367"/>
                    <a:pt x="436245" y="144780"/>
                  </a:cubicBezTo>
                </a:path>
              </a:pathLst>
            </a:custGeom>
            <a:noFill/>
            <a:ln w="6350" cap="rnd">
              <a:solidFill>
                <a:schemeClr val="accent1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4" name="Freihandform: Form 13">
              <a:extLst>
                <a:ext uri="{FF2B5EF4-FFF2-40B4-BE49-F238E27FC236}">
                  <a16:creationId xmlns:a16="http://schemas.microsoft.com/office/drawing/2014/main" id="{21CC5970-AE43-06C3-1C07-3E37D4AD0548}"/>
                </a:ext>
              </a:extLst>
            </p:cNvPr>
            <p:cNvSpPr/>
            <p:nvPr/>
          </p:nvSpPr>
          <p:spPr>
            <a:xfrm>
              <a:off x="1190624" y="1737360"/>
              <a:ext cx="436243" cy="234315"/>
            </a:xfrm>
            <a:custGeom>
              <a:avLst/>
              <a:gdLst>
                <a:gd name="connsiteX0" fmla="*/ 0 w 434340"/>
                <a:gd name="connsiteY0" fmla="*/ 0 h 234315"/>
                <a:gd name="connsiteX1" fmla="*/ 95250 w 434340"/>
                <a:gd name="connsiteY1" fmla="*/ 190500 h 234315"/>
                <a:gd name="connsiteX2" fmla="*/ 434340 w 434340"/>
                <a:gd name="connsiteY2" fmla="*/ 234315 h 2343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4340" h="234315">
                  <a:moveTo>
                    <a:pt x="0" y="0"/>
                  </a:moveTo>
                  <a:cubicBezTo>
                    <a:pt x="11430" y="75724"/>
                    <a:pt x="22860" y="151448"/>
                    <a:pt x="95250" y="190500"/>
                  </a:cubicBezTo>
                  <a:cubicBezTo>
                    <a:pt x="167640" y="229552"/>
                    <a:pt x="300990" y="231933"/>
                    <a:pt x="434340" y="234315"/>
                  </a:cubicBezTo>
                </a:path>
              </a:pathLst>
            </a:custGeom>
            <a:noFill/>
            <a:ln w="6350" cap="rnd">
              <a:solidFill>
                <a:schemeClr val="accent1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5" name="Freihandform: Form 14">
              <a:extLst>
                <a:ext uri="{FF2B5EF4-FFF2-40B4-BE49-F238E27FC236}">
                  <a16:creationId xmlns:a16="http://schemas.microsoft.com/office/drawing/2014/main" id="{AB366EC7-821A-8E09-5460-33F2F239E44A}"/>
                </a:ext>
              </a:extLst>
            </p:cNvPr>
            <p:cNvSpPr/>
            <p:nvPr/>
          </p:nvSpPr>
          <p:spPr>
            <a:xfrm>
              <a:off x="1190625" y="1556385"/>
              <a:ext cx="436235" cy="398145"/>
            </a:xfrm>
            <a:custGeom>
              <a:avLst/>
              <a:gdLst>
                <a:gd name="connsiteX0" fmla="*/ 0 w 438150"/>
                <a:gd name="connsiteY0" fmla="*/ 0 h 407670"/>
                <a:gd name="connsiteX1" fmla="*/ 104775 w 438150"/>
                <a:gd name="connsiteY1" fmla="*/ 331470 h 407670"/>
                <a:gd name="connsiteX2" fmla="*/ 438150 w 438150"/>
                <a:gd name="connsiteY2" fmla="*/ 407670 h 407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8150" h="407670">
                  <a:moveTo>
                    <a:pt x="0" y="0"/>
                  </a:moveTo>
                  <a:cubicBezTo>
                    <a:pt x="15875" y="131762"/>
                    <a:pt x="31750" y="263525"/>
                    <a:pt x="104775" y="331470"/>
                  </a:cubicBezTo>
                  <a:cubicBezTo>
                    <a:pt x="177800" y="399415"/>
                    <a:pt x="307975" y="403542"/>
                    <a:pt x="438150" y="407670"/>
                  </a:cubicBezTo>
                </a:path>
              </a:pathLst>
            </a:custGeom>
            <a:noFill/>
            <a:ln w="6350" cap="rnd">
              <a:solidFill>
                <a:schemeClr val="accent1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6" name="Freihandform: Form 15">
              <a:extLst>
                <a:ext uri="{FF2B5EF4-FFF2-40B4-BE49-F238E27FC236}">
                  <a16:creationId xmlns:a16="http://schemas.microsoft.com/office/drawing/2014/main" id="{61158901-5D59-0D31-E0C8-D77B9E3849A4}"/>
                </a:ext>
              </a:extLst>
            </p:cNvPr>
            <p:cNvSpPr/>
            <p:nvPr/>
          </p:nvSpPr>
          <p:spPr>
            <a:xfrm>
              <a:off x="1323734" y="1661082"/>
              <a:ext cx="196215" cy="152556"/>
            </a:xfrm>
            <a:custGeom>
              <a:avLst/>
              <a:gdLst>
                <a:gd name="connsiteX0" fmla="*/ 0 w 194310"/>
                <a:gd name="connsiteY0" fmla="*/ 0 h 203835"/>
                <a:gd name="connsiteX1" fmla="*/ 70485 w 194310"/>
                <a:gd name="connsiteY1" fmla="*/ 150495 h 203835"/>
                <a:gd name="connsiteX2" fmla="*/ 194310 w 194310"/>
                <a:gd name="connsiteY2" fmla="*/ 203835 h 203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4310" h="203835">
                  <a:moveTo>
                    <a:pt x="0" y="0"/>
                  </a:moveTo>
                  <a:cubicBezTo>
                    <a:pt x="19050" y="58261"/>
                    <a:pt x="38100" y="116523"/>
                    <a:pt x="70485" y="150495"/>
                  </a:cubicBezTo>
                  <a:cubicBezTo>
                    <a:pt x="102870" y="184467"/>
                    <a:pt x="128588" y="188595"/>
                    <a:pt x="194310" y="203835"/>
                  </a:cubicBezTo>
                </a:path>
              </a:pathLst>
            </a:custGeom>
            <a:noFill/>
            <a:ln w="6350" cap="rnd">
              <a:solidFill>
                <a:schemeClr val="accent1"/>
              </a:solidFill>
              <a:round/>
              <a:tailEnd type="stealt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17" name="Gruppieren 16">
            <a:extLst>
              <a:ext uri="{FF2B5EF4-FFF2-40B4-BE49-F238E27FC236}">
                <a16:creationId xmlns:a16="http://schemas.microsoft.com/office/drawing/2014/main" id="{D1328A6E-AC7F-087B-D214-4A0EAE56D55F}"/>
              </a:ext>
            </a:extLst>
          </p:cNvPr>
          <p:cNvGrpSpPr/>
          <p:nvPr/>
        </p:nvGrpSpPr>
        <p:grpSpPr>
          <a:xfrm flipH="1" flipV="1">
            <a:off x="1340838" y="1868537"/>
            <a:ext cx="436246" cy="432432"/>
            <a:chOff x="1190624" y="1556385"/>
            <a:chExt cx="436246" cy="432432"/>
          </a:xfrm>
        </p:grpSpPr>
        <p:sp>
          <p:nvSpPr>
            <p:cNvPr id="18" name="Freihandform: Form 17">
              <a:extLst>
                <a:ext uri="{FF2B5EF4-FFF2-40B4-BE49-F238E27FC236}">
                  <a16:creationId xmlns:a16="http://schemas.microsoft.com/office/drawing/2014/main" id="{7171A209-94A7-284A-6974-7B2F63359A03}"/>
                </a:ext>
              </a:extLst>
            </p:cNvPr>
            <p:cNvSpPr/>
            <p:nvPr/>
          </p:nvSpPr>
          <p:spPr>
            <a:xfrm>
              <a:off x="1190625" y="1853565"/>
              <a:ext cx="436245" cy="135252"/>
            </a:xfrm>
            <a:custGeom>
              <a:avLst/>
              <a:gdLst>
                <a:gd name="connsiteX0" fmla="*/ 0 w 436245"/>
                <a:gd name="connsiteY0" fmla="*/ 0 h 145568"/>
                <a:gd name="connsiteX1" fmla="*/ 97155 w 436245"/>
                <a:gd name="connsiteY1" fmla="*/ 123825 h 145568"/>
                <a:gd name="connsiteX2" fmla="*/ 436245 w 436245"/>
                <a:gd name="connsiteY2" fmla="*/ 144780 h 145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6245" h="145568">
                  <a:moveTo>
                    <a:pt x="0" y="0"/>
                  </a:moveTo>
                  <a:cubicBezTo>
                    <a:pt x="12224" y="49847"/>
                    <a:pt x="24448" y="99695"/>
                    <a:pt x="97155" y="123825"/>
                  </a:cubicBezTo>
                  <a:cubicBezTo>
                    <a:pt x="169863" y="147955"/>
                    <a:pt x="303054" y="146367"/>
                    <a:pt x="436245" y="144780"/>
                  </a:cubicBezTo>
                </a:path>
              </a:pathLst>
            </a:custGeom>
            <a:noFill/>
            <a:ln w="6350" cap="rnd">
              <a:solidFill>
                <a:schemeClr val="accent1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9" name="Freihandform: Form 18">
              <a:extLst>
                <a:ext uri="{FF2B5EF4-FFF2-40B4-BE49-F238E27FC236}">
                  <a16:creationId xmlns:a16="http://schemas.microsoft.com/office/drawing/2014/main" id="{896BA1B0-33EF-8B08-DEF5-0FBE74C75175}"/>
                </a:ext>
              </a:extLst>
            </p:cNvPr>
            <p:cNvSpPr/>
            <p:nvPr/>
          </p:nvSpPr>
          <p:spPr>
            <a:xfrm>
              <a:off x="1190624" y="1737360"/>
              <a:ext cx="436243" cy="234315"/>
            </a:xfrm>
            <a:custGeom>
              <a:avLst/>
              <a:gdLst>
                <a:gd name="connsiteX0" fmla="*/ 0 w 434340"/>
                <a:gd name="connsiteY0" fmla="*/ 0 h 234315"/>
                <a:gd name="connsiteX1" fmla="*/ 95250 w 434340"/>
                <a:gd name="connsiteY1" fmla="*/ 190500 h 234315"/>
                <a:gd name="connsiteX2" fmla="*/ 434340 w 434340"/>
                <a:gd name="connsiteY2" fmla="*/ 234315 h 2343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4340" h="234315">
                  <a:moveTo>
                    <a:pt x="0" y="0"/>
                  </a:moveTo>
                  <a:cubicBezTo>
                    <a:pt x="11430" y="75724"/>
                    <a:pt x="22860" y="151448"/>
                    <a:pt x="95250" y="190500"/>
                  </a:cubicBezTo>
                  <a:cubicBezTo>
                    <a:pt x="167640" y="229552"/>
                    <a:pt x="300990" y="231933"/>
                    <a:pt x="434340" y="234315"/>
                  </a:cubicBezTo>
                </a:path>
              </a:pathLst>
            </a:custGeom>
            <a:noFill/>
            <a:ln w="6350" cap="rnd">
              <a:solidFill>
                <a:schemeClr val="accent1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0" name="Freihandform: Form 19">
              <a:extLst>
                <a:ext uri="{FF2B5EF4-FFF2-40B4-BE49-F238E27FC236}">
                  <a16:creationId xmlns:a16="http://schemas.microsoft.com/office/drawing/2014/main" id="{D88FF233-C06B-3D72-551A-0143FEB86E7A}"/>
                </a:ext>
              </a:extLst>
            </p:cNvPr>
            <p:cNvSpPr/>
            <p:nvPr/>
          </p:nvSpPr>
          <p:spPr>
            <a:xfrm>
              <a:off x="1190625" y="1556385"/>
              <a:ext cx="436235" cy="398145"/>
            </a:xfrm>
            <a:custGeom>
              <a:avLst/>
              <a:gdLst>
                <a:gd name="connsiteX0" fmla="*/ 0 w 438150"/>
                <a:gd name="connsiteY0" fmla="*/ 0 h 407670"/>
                <a:gd name="connsiteX1" fmla="*/ 104775 w 438150"/>
                <a:gd name="connsiteY1" fmla="*/ 331470 h 407670"/>
                <a:gd name="connsiteX2" fmla="*/ 438150 w 438150"/>
                <a:gd name="connsiteY2" fmla="*/ 407670 h 407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8150" h="407670">
                  <a:moveTo>
                    <a:pt x="0" y="0"/>
                  </a:moveTo>
                  <a:cubicBezTo>
                    <a:pt x="15875" y="131762"/>
                    <a:pt x="31750" y="263525"/>
                    <a:pt x="104775" y="331470"/>
                  </a:cubicBezTo>
                  <a:cubicBezTo>
                    <a:pt x="177800" y="399415"/>
                    <a:pt x="307975" y="403542"/>
                    <a:pt x="438150" y="407670"/>
                  </a:cubicBezTo>
                </a:path>
              </a:pathLst>
            </a:custGeom>
            <a:noFill/>
            <a:ln w="6350" cap="rnd">
              <a:solidFill>
                <a:schemeClr val="accent1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1" name="Freihandform: Form 20">
              <a:extLst>
                <a:ext uri="{FF2B5EF4-FFF2-40B4-BE49-F238E27FC236}">
                  <a16:creationId xmlns:a16="http://schemas.microsoft.com/office/drawing/2014/main" id="{12EF73E6-3E96-23B0-84BE-478B55C46CE5}"/>
                </a:ext>
              </a:extLst>
            </p:cNvPr>
            <p:cNvSpPr/>
            <p:nvPr/>
          </p:nvSpPr>
          <p:spPr>
            <a:xfrm>
              <a:off x="1323734" y="1661082"/>
              <a:ext cx="196215" cy="152556"/>
            </a:xfrm>
            <a:custGeom>
              <a:avLst/>
              <a:gdLst>
                <a:gd name="connsiteX0" fmla="*/ 0 w 194310"/>
                <a:gd name="connsiteY0" fmla="*/ 0 h 203835"/>
                <a:gd name="connsiteX1" fmla="*/ 70485 w 194310"/>
                <a:gd name="connsiteY1" fmla="*/ 150495 h 203835"/>
                <a:gd name="connsiteX2" fmla="*/ 194310 w 194310"/>
                <a:gd name="connsiteY2" fmla="*/ 203835 h 203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4310" h="203835">
                  <a:moveTo>
                    <a:pt x="0" y="0"/>
                  </a:moveTo>
                  <a:cubicBezTo>
                    <a:pt x="19050" y="58261"/>
                    <a:pt x="38100" y="116523"/>
                    <a:pt x="70485" y="150495"/>
                  </a:cubicBezTo>
                  <a:cubicBezTo>
                    <a:pt x="102870" y="184467"/>
                    <a:pt x="128588" y="188595"/>
                    <a:pt x="194310" y="203835"/>
                  </a:cubicBezTo>
                </a:path>
              </a:pathLst>
            </a:custGeom>
            <a:noFill/>
            <a:ln w="6350" cap="rnd">
              <a:solidFill>
                <a:schemeClr val="accent1"/>
              </a:solidFill>
              <a:round/>
              <a:tailEnd type="stealt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cxnSp>
        <p:nvCxnSpPr>
          <p:cNvPr id="22" name="Gerade Verbindung mit Pfeil 21">
            <a:extLst>
              <a:ext uri="{FF2B5EF4-FFF2-40B4-BE49-F238E27FC236}">
                <a16:creationId xmlns:a16="http://schemas.microsoft.com/office/drawing/2014/main" id="{D0CF2961-3A4A-E5BB-A44B-1FFBFD0690E3}"/>
              </a:ext>
            </a:extLst>
          </p:cNvPr>
          <p:cNvCxnSpPr>
            <a:cxnSpLocks/>
          </p:cNvCxnSpPr>
          <p:nvPr/>
        </p:nvCxnSpPr>
        <p:spPr>
          <a:xfrm>
            <a:off x="1282065" y="1847660"/>
            <a:ext cx="524010" cy="0"/>
          </a:xfrm>
          <a:prstGeom prst="straightConnector1">
            <a:avLst/>
          </a:prstGeom>
          <a:ln w="6350" cap="rnd">
            <a:solidFill>
              <a:schemeClr val="tx1"/>
            </a:solidFill>
            <a:round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Gerade Verbindung mit Pfeil 22">
            <a:extLst>
              <a:ext uri="{FF2B5EF4-FFF2-40B4-BE49-F238E27FC236}">
                <a16:creationId xmlns:a16="http://schemas.microsoft.com/office/drawing/2014/main" id="{055EAF55-6F38-E68B-CB49-D953BA517ED2}"/>
              </a:ext>
            </a:extLst>
          </p:cNvPr>
          <p:cNvCxnSpPr>
            <a:cxnSpLocks/>
          </p:cNvCxnSpPr>
          <p:nvPr/>
        </p:nvCxnSpPr>
        <p:spPr>
          <a:xfrm flipV="1">
            <a:off x="1804797" y="1839920"/>
            <a:ext cx="0" cy="522280"/>
          </a:xfrm>
          <a:prstGeom prst="straightConnector1">
            <a:avLst/>
          </a:prstGeom>
          <a:ln w="6350" cap="rnd">
            <a:solidFill>
              <a:schemeClr val="tx1"/>
            </a:solidFill>
            <a:round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3064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101464-25F9-0F4F-21D6-187BCCCD1E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71961B15-2948-8F83-21AB-6D7700AF1152}"/>
              </a:ext>
            </a:extLst>
          </p:cNvPr>
          <p:cNvSpPr txBox="1"/>
          <p:nvPr/>
        </p:nvSpPr>
        <p:spPr>
          <a:xfrm>
            <a:off x="1914302" y="1291236"/>
            <a:ext cx="577314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1100" i="1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Q </a:t>
            </a:r>
            <a:r>
              <a:rPr lang="de-DE" sz="11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&gt; 0</a:t>
            </a:r>
            <a:endParaRPr lang="de-DE" sz="1100" dirty="0">
              <a:solidFill>
                <a:schemeClr val="accent1"/>
              </a:solidFill>
              <a:latin typeface="Latin Modern Math" panose="02000503000000000000" pitchFamily="50" charset="0"/>
              <a:ea typeface="Latin Modern Math" panose="02000503000000000000" pitchFamily="50" charset="0"/>
              <a:cs typeface="CMU Serif Extra" panose="02000603000000000000" pitchFamily="2" charset="0"/>
            </a:endParaRPr>
          </a:p>
        </p:txBody>
      </p:sp>
      <p:grpSp>
        <p:nvGrpSpPr>
          <p:cNvPr id="27" name="Gruppieren 26">
            <a:extLst>
              <a:ext uri="{FF2B5EF4-FFF2-40B4-BE49-F238E27FC236}">
                <a16:creationId xmlns:a16="http://schemas.microsoft.com/office/drawing/2014/main" id="{8066CC60-E46A-10D4-8BF1-070BF9997F9B}"/>
              </a:ext>
            </a:extLst>
          </p:cNvPr>
          <p:cNvGrpSpPr/>
          <p:nvPr/>
        </p:nvGrpSpPr>
        <p:grpSpPr>
          <a:xfrm>
            <a:off x="1399167" y="1447862"/>
            <a:ext cx="804794" cy="804795"/>
            <a:chOff x="1399167" y="1447862"/>
            <a:chExt cx="804794" cy="804795"/>
          </a:xfrm>
        </p:grpSpPr>
        <p:cxnSp>
          <p:nvCxnSpPr>
            <p:cNvPr id="3" name="Gerader Verbinder 2">
              <a:extLst>
                <a:ext uri="{FF2B5EF4-FFF2-40B4-BE49-F238E27FC236}">
                  <a16:creationId xmlns:a16="http://schemas.microsoft.com/office/drawing/2014/main" id="{AB71DB71-B5D1-11B6-5D0A-FC8B57357DA1}"/>
                </a:ext>
              </a:extLst>
            </p:cNvPr>
            <p:cNvCxnSpPr>
              <a:cxnSpLocks/>
            </p:cNvCxnSpPr>
            <p:nvPr/>
          </p:nvCxnSpPr>
          <p:spPr>
            <a:xfrm>
              <a:off x="1801564" y="1850260"/>
              <a:ext cx="402397" cy="0"/>
            </a:xfrm>
            <a:prstGeom prst="line">
              <a:avLst/>
            </a:prstGeom>
            <a:ln w="6350" cap="rnd">
              <a:solidFill>
                <a:schemeClr val="accent1"/>
              </a:solidFill>
              <a:prstDash val="solid"/>
              <a:round/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Gerader Verbinder 5">
              <a:extLst>
                <a:ext uri="{FF2B5EF4-FFF2-40B4-BE49-F238E27FC236}">
                  <a16:creationId xmlns:a16="http://schemas.microsoft.com/office/drawing/2014/main" id="{957A17EF-DA95-7073-6083-31ADFC9FB7E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399167" y="1850260"/>
              <a:ext cx="402397" cy="0"/>
            </a:xfrm>
            <a:prstGeom prst="line">
              <a:avLst/>
            </a:prstGeom>
            <a:ln w="6350" cap="rnd">
              <a:solidFill>
                <a:schemeClr val="accent1"/>
              </a:solidFill>
              <a:prstDash val="solid"/>
              <a:round/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Gerader Verbinder 8">
              <a:extLst>
                <a:ext uri="{FF2B5EF4-FFF2-40B4-BE49-F238E27FC236}">
                  <a16:creationId xmlns:a16="http://schemas.microsoft.com/office/drawing/2014/main" id="{6D0C0DE1-877F-6D2E-1E57-0DC2E3C2FF8B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1598461" y="1649061"/>
              <a:ext cx="402397" cy="0"/>
            </a:xfrm>
            <a:prstGeom prst="line">
              <a:avLst/>
            </a:prstGeom>
            <a:ln w="6350" cap="rnd">
              <a:solidFill>
                <a:schemeClr val="accent1"/>
              </a:solidFill>
              <a:prstDash val="solid"/>
              <a:round/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Gerader Verbinder 9">
              <a:extLst>
                <a:ext uri="{FF2B5EF4-FFF2-40B4-BE49-F238E27FC236}">
                  <a16:creationId xmlns:a16="http://schemas.microsoft.com/office/drawing/2014/main" id="{AEEE3752-808D-6EAA-89DB-CBB7B4961126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1600366" y="2051459"/>
              <a:ext cx="402397" cy="0"/>
            </a:xfrm>
            <a:prstGeom prst="line">
              <a:avLst/>
            </a:prstGeom>
            <a:ln w="6350" cap="rnd">
              <a:solidFill>
                <a:schemeClr val="accent1"/>
              </a:solidFill>
              <a:prstDash val="solid"/>
              <a:round/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Gerader Verbinder 10">
              <a:extLst>
                <a:ext uri="{FF2B5EF4-FFF2-40B4-BE49-F238E27FC236}">
                  <a16:creationId xmlns:a16="http://schemas.microsoft.com/office/drawing/2014/main" id="{FEE53D4B-5037-025C-6179-E5F41F6E8A74}"/>
                </a:ext>
              </a:extLst>
            </p:cNvPr>
            <p:cNvCxnSpPr>
              <a:cxnSpLocks/>
            </p:cNvCxnSpPr>
            <p:nvPr/>
          </p:nvCxnSpPr>
          <p:spPr>
            <a:xfrm rot="1800000" flipH="1">
              <a:off x="1424306" y="1746800"/>
              <a:ext cx="403200" cy="0"/>
            </a:xfrm>
            <a:prstGeom prst="line">
              <a:avLst/>
            </a:prstGeom>
            <a:ln w="6350" cap="rnd">
              <a:solidFill>
                <a:schemeClr val="accent1"/>
              </a:solidFill>
              <a:prstDash val="solid"/>
              <a:round/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Gerader Verbinder 19">
              <a:extLst>
                <a:ext uri="{FF2B5EF4-FFF2-40B4-BE49-F238E27FC236}">
                  <a16:creationId xmlns:a16="http://schemas.microsoft.com/office/drawing/2014/main" id="{41CA439A-E49B-7835-83C7-76047787E6D0}"/>
                </a:ext>
              </a:extLst>
            </p:cNvPr>
            <p:cNvCxnSpPr>
              <a:cxnSpLocks/>
            </p:cNvCxnSpPr>
            <p:nvPr/>
          </p:nvCxnSpPr>
          <p:spPr>
            <a:xfrm rot="-1800000" flipH="1">
              <a:off x="1425144" y="1948736"/>
              <a:ext cx="403200" cy="0"/>
            </a:xfrm>
            <a:prstGeom prst="line">
              <a:avLst/>
            </a:prstGeom>
            <a:ln w="6350" cap="rnd">
              <a:solidFill>
                <a:schemeClr val="accent1"/>
              </a:solidFill>
              <a:prstDash val="solid"/>
              <a:round/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Gerader Verbinder 20">
              <a:extLst>
                <a:ext uri="{FF2B5EF4-FFF2-40B4-BE49-F238E27FC236}">
                  <a16:creationId xmlns:a16="http://schemas.microsoft.com/office/drawing/2014/main" id="{D95989C0-A808-5AB6-8094-A563333C097D}"/>
                </a:ext>
              </a:extLst>
            </p:cNvPr>
            <p:cNvCxnSpPr>
              <a:cxnSpLocks/>
            </p:cNvCxnSpPr>
            <p:nvPr/>
          </p:nvCxnSpPr>
          <p:spPr>
            <a:xfrm rot="1800000" flipH="1">
              <a:off x="1773150" y="1948709"/>
              <a:ext cx="403200" cy="0"/>
            </a:xfrm>
            <a:prstGeom prst="line">
              <a:avLst/>
            </a:prstGeom>
            <a:ln w="6350" cap="rnd">
              <a:solidFill>
                <a:schemeClr val="accent1"/>
              </a:solidFill>
              <a:prstDash val="solid"/>
              <a:round/>
              <a:headEnd type="stealth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Gerader Verbinder 21">
              <a:extLst>
                <a:ext uri="{FF2B5EF4-FFF2-40B4-BE49-F238E27FC236}">
                  <a16:creationId xmlns:a16="http://schemas.microsoft.com/office/drawing/2014/main" id="{75314965-0DCF-9F46-76B4-7653453A6891}"/>
                </a:ext>
              </a:extLst>
            </p:cNvPr>
            <p:cNvCxnSpPr>
              <a:cxnSpLocks/>
            </p:cNvCxnSpPr>
            <p:nvPr/>
          </p:nvCxnSpPr>
          <p:spPr>
            <a:xfrm rot="-1800000" flipH="1">
              <a:off x="1774551" y="1748769"/>
              <a:ext cx="403200" cy="0"/>
            </a:xfrm>
            <a:prstGeom prst="line">
              <a:avLst/>
            </a:prstGeom>
            <a:ln w="6350" cap="rnd">
              <a:solidFill>
                <a:schemeClr val="accent1"/>
              </a:solidFill>
              <a:prstDash val="solid"/>
              <a:round/>
              <a:headEnd type="stealth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Gerader Verbinder 22">
              <a:extLst>
                <a:ext uri="{FF2B5EF4-FFF2-40B4-BE49-F238E27FC236}">
                  <a16:creationId xmlns:a16="http://schemas.microsoft.com/office/drawing/2014/main" id="{0BC2052D-CC42-0C66-3FBA-2EF56703CB23}"/>
                </a:ext>
              </a:extLst>
            </p:cNvPr>
            <p:cNvCxnSpPr>
              <a:cxnSpLocks/>
            </p:cNvCxnSpPr>
            <p:nvPr/>
          </p:nvCxnSpPr>
          <p:spPr>
            <a:xfrm rot="18000000" flipH="1">
              <a:off x="1701367" y="1674980"/>
              <a:ext cx="403200" cy="0"/>
            </a:xfrm>
            <a:prstGeom prst="line">
              <a:avLst/>
            </a:prstGeom>
            <a:ln w="6350" cap="rnd">
              <a:solidFill>
                <a:schemeClr val="accent1"/>
              </a:solidFill>
              <a:prstDash val="solid"/>
              <a:round/>
              <a:headEnd type="stealth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Gerader Verbinder 23">
              <a:extLst>
                <a:ext uri="{FF2B5EF4-FFF2-40B4-BE49-F238E27FC236}">
                  <a16:creationId xmlns:a16="http://schemas.microsoft.com/office/drawing/2014/main" id="{6650193B-182A-D6BA-16BF-1CEF02DFED30}"/>
                </a:ext>
              </a:extLst>
            </p:cNvPr>
            <p:cNvCxnSpPr>
              <a:cxnSpLocks/>
            </p:cNvCxnSpPr>
            <p:nvPr/>
          </p:nvCxnSpPr>
          <p:spPr>
            <a:xfrm rot="-3600000" flipH="1">
              <a:off x="1498629" y="2023811"/>
              <a:ext cx="403200" cy="0"/>
            </a:xfrm>
            <a:prstGeom prst="line">
              <a:avLst/>
            </a:prstGeom>
            <a:ln w="6350" cap="rnd">
              <a:solidFill>
                <a:schemeClr val="accent1"/>
              </a:solidFill>
              <a:prstDash val="solid"/>
              <a:round/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Gerader Verbinder 24">
              <a:extLst>
                <a:ext uri="{FF2B5EF4-FFF2-40B4-BE49-F238E27FC236}">
                  <a16:creationId xmlns:a16="http://schemas.microsoft.com/office/drawing/2014/main" id="{3572BD60-C56F-8538-9630-EA3CC948A223}"/>
                </a:ext>
              </a:extLst>
            </p:cNvPr>
            <p:cNvCxnSpPr>
              <a:cxnSpLocks/>
            </p:cNvCxnSpPr>
            <p:nvPr/>
          </p:nvCxnSpPr>
          <p:spPr>
            <a:xfrm rot="3600000" flipH="1">
              <a:off x="1499814" y="1672548"/>
              <a:ext cx="403200" cy="0"/>
            </a:xfrm>
            <a:prstGeom prst="line">
              <a:avLst/>
            </a:prstGeom>
            <a:ln w="6350" cap="rnd">
              <a:solidFill>
                <a:schemeClr val="accent1"/>
              </a:solidFill>
              <a:prstDash val="solid"/>
              <a:round/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Gerader Verbinder 25">
              <a:extLst>
                <a:ext uri="{FF2B5EF4-FFF2-40B4-BE49-F238E27FC236}">
                  <a16:creationId xmlns:a16="http://schemas.microsoft.com/office/drawing/2014/main" id="{F30AE03D-BEF6-3D11-424F-E5493967644D}"/>
                </a:ext>
              </a:extLst>
            </p:cNvPr>
            <p:cNvCxnSpPr>
              <a:cxnSpLocks/>
            </p:cNvCxnSpPr>
            <p:nvPr/>
          </p:nvCxnSpPr>
          <p:spPr>
            <a:xfrm rot="3600000" flipH="1">
              <a:off x="1700196" y="2023636"/>
              <a:ext cx="403200" cy="0"/>
            </a:xfrm>
            <a:prstGeom prst="line">
              <a:avLst/>
            </a:prstGeom>
            <a:ln w="6350" cap="rnd">
              <a:solidFill>
                <a:schemeClr val="accent1"/>
              </a:solidFill>
              <a:prstDash val="solid"/>
              <a:round/>
              <a:headEnd type="stealth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Gruppieren 34">
            <a:extLst>
              <a:ext uri="{FF2B5EF4-FFF2-40B4-BE49-F238E27FC236}">
                <a16:creationId xmlns:a16="http://schemas.microsoft.com/office/drawing/2014/main" id="{6AD859B0-FF24-6C55-1C06-37B45F671BA7}"/>
              </a:ext>
            </a:extLst>
          </p:cNvPr>
          <p:cNvGrpSpPr/>
          <p:nvPr/>
        </p:nvGrpSpPr>
        <p:grpSpPr>
          <a:xfrm>
            <a:off x="1544372" y="1189311"/>
            <a:ext cx="947244" cy="906983"/>
            <a:chOff x="477520" y="1298817"/>
            <a:chExt cx="947244" cy="906983"/>
          </a:xfrm>
        </p:grpSpPr>
        <p:cxnSp>
          <p:nvCxnSpPr>
            <p:cNvPr id="36" name="Gerade Verbindung mit Pfeil 35">
              <a:extLst>
                <a:ext uri="{FF2B5EF4-FFF2-40B4-BE49-F238E27FC236}">
                  <a16:creationId xmlns:a16="http://schemas.microsoft.com/office/drawing/2014/main" id="{DC9CA4F6-2DAC-61E0-97CC-B38F305F1580}"/>
                </a:ext>
              </a:extLst>
            </p:cNvPr>
            <p:cNvCxnSpPr/>
            <p:nvPr/>
          </p:nvCxnSpPr>
          <p:spPr>
            <a:xfrm>
              <a:off x="732807" y="1959766"/>
              <a:ext cx="551146" cy="0"/>
            </a:xfrm>
            <a:prstGeom prst="straightConnector1">
              <a:avLst/>
            </a:prstGeom>
            <a:ln w="12700" cap="rnd">
              <a:solidFill>
                <a:schemeClr val="tx1"/>
              </a:solidFill>
              <a:round/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Gerade Verbindung mit Pfeil 36">
              <a:extLst>
                <a:ext uri="{FF2B5EF4-FFF2-40B4-BE49-F238E27FC236}">
                  <a16:creationId xmlns:a16="http://schemas.microsoft.com/office/drawing/2014/main" id="{C34E9316-27B9-1ACB-CAC3-CCA12964B6A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2807" y="1399618"/>
              <a:ext cx="0" cy="560148"/>
            </a:xfrm>
            <a:prstGeom prst="straightConnector1">
              <a:avLst/>
            </a:prstGeom>
            <a:ln w="12700" cap="rnd">
              <a:solidFill>
                <a:schemeClr val="tx1"/>
              </a:solidFill>
              <a:round/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feld 37">
              <a:extLst>
                <a:ext uri="{FF2B5EF4-FFF2-40B4-BE49-F238E27FC236}">
                  <a16:creationId xmlns:a16="http://schemas.microsoft.com/office/drawing/2014/main" id="{22F7C36C-D3D3-12AD-3770-D4B73B9B06F8}"/>
                </a:ext>
              </a:extLst>
            </p:cNvPr>
            <p:cNvSpPr txBox="1"/>
            <p:nvPr/>
          </p:nvSpPr>
          <p:spPr>
            <a:xfrm>
              <a:off x="477520" y="1298817"/>
              <a:ext cx="289560" cy="26161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de-DE" sz="1100" i="1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y</a:t>
              </a:r>
            </a:p>
          </p:txBody>
        </p:sp>
        <p:sp>
          <p:nvSpPr>
            <p:cNvPr id="39" name="Textfeld 38">
              <a:extLst>
                <a:ext uri="{FF2B5EF4-FFF2-40B4-BE49-F238E27FC236}">
                  <a16:creationId xmlns:a16="http://schemas.microsoft.com/office/drawing/2014/main" id="{4F0424E6-E0B3-C426-5F6D-32044A854A49}"/>
                </a:ext>
              </a:extLst>
            </p:cNvPr>
            <p:cNvSpPr txBox="1"/>
            <p:nvPr/>
          </p:nvSpPr>
          <p:spPr>
            <a:xfrm>
              <a:off x="1135204" y="1944190"/>
              <a:ext cx="289560" cy="26161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de-DE" sz="1100" i="1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x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271767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5109D5-453D-FFF0-7A93-B321E93E8D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99F2E0C2-93F3-E52B-CCA2-667480F16EA0}"/>
              </a:ext>
            </a:extLst>
          </p:cNvPr>
          <p:cNvSpPr txBox="1"/>
          <p:nvPr/>
        </p:nvSpPr>
        <p:spPr>
          <a:xfrm>
            <a:off x="1914302" y="1291236"/>
            <a:ext cx="577314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11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Γ</a:t>
            </a:r>
            <a:r>
              <a:rPr lang="de-DE" sz="1100" i="1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</a:t>
            </a:r>
            <a:r>
              <a:rPr lang="de-DE" sz="11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&gt; 0</a:t>
            </a:r>
            <a:endParaRPr lang="de-DE" sz="1100" dirty="0">
              <a:solidFill>
                <a:schemeClr val="accent1"/>
              </a:solidFill>
              <a:latin typeface="Latin Modern Math" panose="02000503000000000000" pitchFamily="50" charset="0"/>
              <a:ea typeface="Latin Modern Math" panose="02000503000000000000" pitchFamily="50" charset="0"/>
              <a:cs typeface="CMU Serif Extra" panose="02000603000000000000" pitchFamily="2" charset="0"/>
            </a:endParaRPr>
          </a:p>
        </p:txBody>
      </p:sp>
      <p:grpSp>
        <p:nvGrpSpPr>
          <p:cNvPr id="15" name="Gruppieren 14">
            <a:extLst>
              <a:ext uri="{FF2B5EF4-FFF2-40B4-BE49-F238E27FC236}">
                <a16:creationId xmlns:a16="http://schemas.microsoft.com/office/drawing/2014/main" id="{DDEB7740-74C3-6722-2790-C07EA44F5FF8}"/>
              </a:ext>
            </a:extLst>
          </p:cNvPr>
          <p:cNvGrpSpPr/>
          <p:nvPr/>
        </p:nvGrpSpPr>
        <p:grpSpPr>
          <a:xfrm>
            <a:off x="1397265" y="1447866"/>
            <a:ext cx="804788" cy="804788"/>
            <a:chOff x="1397265" y="1447866"/>
            <a:chExt cx="804788" cy="804788"/>
          </a:xfrm>
        </p:grpSpPr>
        <p:cxnSp>
          <p:nvCxnSpPr>
            <p:cNvPr id="20" name="Gerader Verbinder 19">
              <a:extLst>
                <a:ext uri="{FF2B5EF4-FFF2-40B4-BE49-F238E27FC236}">
                  <a16:creationId xmlns:a16="http://schemas.microsoft.com/office/drawing/2014/main" id="{2C75B8F3-45C3-2FB5-9AFA-96F8644F7F39}"/>
                </a:ext>
              </a:extLst>
            </p:cNvPr>
            <p:cNvCxnSpPr>
              <a:cxnSpLocks/>
            </p:cNvCxnSpPr>
            <p:nvPr/>
          </p:nvCxnSpPr>
          <p:spPr>
            <a:xfrm rot="-1800000" flipH="1">
              <a:off x="1533823" y="1714981"/>
              <a:ext cx="30866" cy="17820"/>
            </a:xfrm>
            <a:prstGeom prst="line">
              <a:avLst/>
            </a:prstGeom>
            <a:ln w="6350" cap="rnd">
              <a:solidFill>
                <a:schemeClr val="accent1"/>
              </a:solidFill>
              <a:prstDash val="solid"/>
              <a:round/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Gerader Verbinder 4">
              <a:extLst>
                <a:ext uri="{FF2B5EF4-FFF2-40B4-BE49-F238E27FC236}">
                  <a16:creationId xmlns:a16="http://schemas.microsoft.com/office/drawing/2014/main" id="{7DF2B9C6-AB71-9D70-FEC3-3583FA6CF683}"/>
                </a:ext>
              </a:extLst>
            </p:cNvPr>
            <p:cNvCxnSpPr>
              <a:cxnSpLocks/>
            </p:cNvCxnSpPr>
            <p:nvPr/>
          </p:nvCxnSpPr>
          <p:spPr>
            <a:xfrm rot="-1800000" flipH="1">
              <a:off x="1639552" y="1775882"/>
              <a:ext cx="30866" cy="17820"/>
            </a:xfrm>
            <a:prstGeom prst="line">
              <a:avLst/>
            </a:prstGeom>
            <a:ln w="6350" cap="rnd">
              <a:solidFill>
                <a:schemeClr val="accent1"/>
              </a:solidFill>
              <a:prstDash val="solid"/>
              <a:round/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Gerader Verbinder 6">
              <a:extLst>
                <a:ext uri="{FF2B5EF4-FFF2-40B4-BE49-F238E27FC236}">
                  <a16:creationId xmlns:a16="http://schemas.microsoft.com/office/drawing/2014/main" id="{29DA586A-4A97-1D4C-B3CE-C2E564EF337E}"/>
                </a:ext>
              </a:extLst>
            </p:cNvPr>
            <p:cNvCxnSpPr>
              <a:cxnSpLocks/>
            </p:cNvCxnSpPr>
            <p:nvPr/>
          </p:nvCxnSpPr>
          <p:spPr>
            <a:xfrm rot="-1800000" flipH="1">
              <a:off x="1428915" y="1652697"/>
              <a:ext cx="30866" cy="17820"/>
            </a:xfrm>
            <a:prstGeom prst="line">
              <a:avLst/>
            </a:prstGeom>
            <a:ln w="6350" cap="rnd">
              <a:solidFill>
                <a:schemeClr val="accent1"/>
              </a:solidFill>
              <a:prstDash val="solid"/>
              <a:round/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Ellipse 7">
              <a:extLst>
                <a:ext uri="{FF2B5EF4-FFF2-40B4-BE49-F238E27FC236}">
                  <a16:creationId xmlns:a16="http://schemas.microsoft.com/office/drawing/2014/main" id="{74C30618-ACB1-E841-5501-253C17985C5E}"/>
                </a:ext>
              </a:extLst>
            </p:cNvPr>
            <p:cNvSpPr/>
            <p:nvPr/>
          </p:nvSpPr>
          <p:spPr>
            <a:xfrm>
              <a:off x="1397265" y="1447866"/>
              <a:ext cx="804788" cy="804788"/>
            </a:xfrm>
            <a:prstGeom prst="ellipse">
              <a:avLst/>
            </a:prstGeom>
            <a:noFill/>
            <a:ln w="635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2" name="Ellipse 11">
              <a:extLst>
                <a:ext uri="{FF2B5EF4-FFF2-40B4-BE49-F238E27FC236}">
                  <a16:creationId xmlns:a16="http://schemas.microsoft.com/office/drawing/2014/main" id="{EBD24108-9B50-1D4E-C44D-7C8AA6147135}"/>
                </a:ext>
              </a:extLst>
            </p:cNvPr>
            <p:cNvSpPr/>
            <p:nvPr/>
          </p:nvSpPr>
          <p:spPr>
            <a:xfrm>
              <a:off x="1516281" y="1566885"/>
              <a:ext cx="566750" cy="566750"/>
            </a:xfrm>
            <a:prstGeom prst="ellipse">
              <a:avLst/>
            </a:prstGeom>
            <a:noFill/>
            <a:ln w="635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3" name="Ellipse 12">
              <a:extLst>
                <a:ext uri="{FF2B5EF4-FFF2-40B4-BE49-F238E27FC236}">
                  <a16:creationId xmlns:a16="http://schemas.microsoft.com/office/drawing/2014/main" id="{F42208D0-F903-AB98-E853-2D2F5FB1542B}"/>
                </a:ext>
              </a:extLst>
            </p:cNvPr>
            <p:cNvSpPr/>
            <p:nvPr/>
          </p:nvSpPr>
          <p:spPr>
            <a:xfrm>
              <a:off x="1639073" y="1689674"/>
              <a:ext cx="321172" cy="321172"/>
            </a:xfrm>
            <a:prstGeom prst="ellipse">
              <a:avLst/>
            </a:prstGeom>
            <a:noFill/>
            <a:ln w="635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</p:grpSp>
      <p:grpSp>
        <p:nvGrpSpPr>
          <p:cNvPr id="35" name="Gruppieren 34">
            <a:extLst>
              <a:ext uri="{FF2B5EF4-FFF2-40B4-BE49-F238E27FC236}">
                <a16:creationId xmlns:a16="http://schemas.microsoft.com/office/drawing/2014/main" id="{0CA288F6-427A-CEA7-CCF2-9824300F55AA}"/>
              </a:ext>
            </a:extLst>
          </p:cNvPr>
          <p:cNvGrpSpPr/>
          <p:nvPr/>
        </p:nvGrpSpPr>
        <p:grpSpPr>
          <a:xfrm>
            <a:off x="1544372" y="1189311"/>
            <a:ext cx="947244" cy="906983"/>
            <a:chOff x="477520" y="1298817"/>
            <a:chExt cx="947244" cy="906983"/>
          </a:xfrm>
        </p:grpSpPr>
        <p:cxnSp>
          <p:nvCxnSpPr>
            <p:cNvPr id="36" name="Gerade Verbindung mit Pfeil 35">
              <a:extLst>
                <a:ext uri="{FF2B5EF4-FFF2-40B4-BE49-F238E27FC236}">
                  <a16:creationId xmlns:a16="http://schemas.microsoft.com/office/drawing/2014/main" id="{52193CAD-F186-62F6-8C3E-62189E7C1ED5}"/>
                </a:ext>
              </a:extLst>
            </p:cNvPr>
            <p:cNvCxnSpPr/>
            <p:nvPr/>
          </p:nvCxnSpPr>
          <p:spPr>
            <a:xfrm>
              <a:off x="732807" y="1959766"/>
              <a:ext cx="551146" cy="0"/>
            </a:xfrm>
            <a:prstGeom prst="straightConnector1">
              <a:avLst/>
            </a:prstGeom>
            <a:ln w="12700" cap="rnd">
              <a:solidFill>
                <a:schemeClr val="tx1"/>
              </a:solidFill>
              <a:round/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Gerade Verbindung mit Pfeil 36">
              <a:extLst>
                <a:ext uri="{FF2B5EF4-FFF2-40B4-BE49-F238E27FC236}">
                  <a16:creationId xmlns:a16="http://schemas.microsoft.com/office/drawing/2014/main" id="{D6E9E193-AE9F-05F3-5879-52789D0A963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2807" y="1399618"/>
              <a:ext cx="0" cy="560148"/>
            </a:xfrm>
            <a:prstGeom prst="straightConnector1">
              <a:avLst/>
            </a:prstGeom>
            <a:ln w="12700" cap="rnd">
              <a:solidFill>
                <a:schemeClr val="tx1"/>
              </a:solidFill>
              <a:round/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feld 37">
              <a:extLst>
                <a:ext uri="{FF2B5EF4-FFF2-40B4-BE49-F238E27FC236}">
                  <a16:creationId xmlns:a16="http://schemas.microsoft.com/office/drawing/2014/main" id="{4C2850A3-48CD-1AE0-7FDB-C195C84EBD10}"/>
                </a:ext>
              </a:extLst>
            </p:cNvPr>
            <p:cNvSpPr txBox="1"/>
            <p:nvPr/>
          </p:nvSpPr>
          <p:spPr>
            <a:xfrm>
              <a:off x="477520" y="1298817"/>
              <a:ext cx="289560" cy="26161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de-DE" sz="1100" i="1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y</a:t>
              </a:r>
            </a:p>
          </p:txBody>
        </p:sp>
        <p:sp>
          <p:nvSpPr>
            <p:cNvPr id="39" name="Textfeld 38">
              <a:extLst>
                <a:ext uri="{FF2B5EF4-FFF2-40B4-BE49-F238E27FC236}">
                  <a16:creationId xmlns:a16="http://schemas.microsoft.com/office/drawing/2014/main" id="{B23E1CEF-CAC2-2BF2-54A7-7F5E28E8C33B}"/>
                </a:ext>
              </a:extLst>
            </p:cNvPr>
            <p:cNvSpPr txBox="1"/>
            <p:nvPr/>
          </p:nvSpPr>
          <p:spPr>
            <a:xfrm>
              <a:off x="1135204" y="1944190"/>
              <a:ext cx="289560" cy="26161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de-DE" sz="1100" i="1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x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449776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D2402C-1695-3278-E49A-15D30E458C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804BE0DB-295B-F0C9-769F-38C0BC2175F6}"/>
              </a:ext>
            </a:extLst>
          </p:cNvPr>
          <p:cNvSpPr txBox="1"/>
          <p:nvPr/>
        </p:nvSpPr>
        <p:spPr>
          <a:xfrm>
            <a:off x="1914302" y="1291236"/>
            <a:ext cx="577314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1100" i="1" dirty="0">
                <a:solidFill>
                  <a:schemeClr val="accent1"/>
                </a:solidFill>
                <a:latin typeface="Latin Modern Math" panose="02000503000000000000" pitchFamily="50" charset="0"/>
                <a:ea typeface="Latin Modern Math" panose="02000503000000000000" pitchFamily="50" charset="0"/>
                <a:cs typeface="CMU Serif" panose="02000603000000000000" pitchFamily="2" charset="0"/>
              </a:rPr>
              <a:t>μ</a:t>
            </a:r>
            <a:r>
              <a:rPr lang="de-DE" sz="1100" i="1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</a:t>
            </a:r>
            <a:r>
              <a:rPr lang="de-DE" sz="11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&gt; 0</a:t>
            </a:r>
            <a:endParaRPr lang="de-DE" sz="1100" dirty="0">
              <a:solidFill>
                <a:schemeClr val="accent1"/>
              </a:solidFill>
              <a:latin typeface="Latin Modern Math" panose="02000503000000000000" pitchFamily="50" charset="0"/>
              <a:ea typeface="Latin Modern Math" panose="02000503000000000000" pitchFamily="50" charset="0"/>
              <a:cs typeface="CMU Serif Extra" panose="02000603000000000000" pitchFamily="2" charset="0"/>
            </a:endParaRPr>
          </a:p>
        </p:txBody>
      </p:sp>
      <p:grpSp>
        <p:nvGrpSpPr>
          <p:cNvPr id="3" name="Gruppieren 2">
            <a:extLst>
              <a:ext uri="{FF2B5EF4-FFF2-40B4-BE49-F238E27FC236}">
                <a16:creationId xmlns:a16="http://schemas.microsoft.com/office/drawing/2014/main" id="{C7F96EA0-418F-5B32-1883-19E9F0706C2E}"/>
              </a:ext>
            </a:extLst>
          </p:cNvPr>
          <p:cNvGrpSpPr/>
          <p:nvPr/>
        </p:nvGrpSpPr>
        <p:grpSpPr>
          <a:xfrm>
            <a:off x="1589136" y="1429217"/>
            <a:ext cx="421043" cy="421043"/>
            <a:chOff x="1589136" y="1429217"/>
            <a:chExt cx="421043" cy="421043"/>
          </a:xfrm>
        </p:grpSpPr>
        <p:cxnSp>
          <p:nvCxnSpPr>
            <p:cNvPr id="20" name="Gerader Verbinder 19">
              <a:extLst>
                <a:ext uri="{FF2B5EF4-FFF2-40B4-BE49-F238E27FC236}">
                  <a16:creationId xmlns:a16="http://schemas.microsoft.com/office/drawing/2014/main" id="{22AD9EB0-4379-DAB5-561D-3052FEEBC5BA}"/>
                </a:ext>
              </a:extLst>
            </p:cNvPr>
            <p:cNvCxnSpPr>
              <a:cxnSpLocks/>
            </p:cNvCxnSpPr>
            <p:nvPr/>
          </p:nvCxnSpPr>
          <p:spPr>
            <a:xfrm rot="19800000" flipH="1">
              <a:off x="1660579" y="1628019"/>
              <a:ext cx="16148" cy="9323"/>
            </a:xfrm>
            <a:prstGeom prst="line">
              <a:avLst/>
            </a:prstGeom>
            <a:ln w="6350" cap="rnd">
              <a:solidFill>
                <a:schemeClr val="accent1"/>
              </a:solidFill>
              <a:prstDash val="solid"/>
              <a:round/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Gerader Verbinder 4">
              <a:extLst>
                <a:ext uri="{FF2B5EF4-FFF2-40B4-BE49-F238E27FC236}">
                  <a16:creationId xmlns:a16="http://schemas.microsoft.com/office/drawing/2014/main" id="{05C0BF04-4598-2C45-88BC-7EC99DA5396C}"/>
                </a:ext>
              </a:extLst>
            </p:cNvPr>
            <p:cNvCxnSpPr>
              <a:cxnSpLocks/>
            </p:cNvCxnSpPr>
            <p:nvPr/>
          </p:nvCxnSpPr>
          <p:spPr>
            <a:xfrm rot="19800000" flipH="1">
              <a:off x="1715894" y="1732271"/>
              <a:ext cx="16148" cy="9323"/>
            </a:xfrm>
            <a:prstGeom prst="line">
              <a:avLst/>
            </a:prstGeom>
            <a:ln w="6350" cap="rnd">
              <a:solidFill>
                <a:schemeClr val="accent1"/>
              </a:solidFill>
              <a:prstDash val="solid"/>
              <a:round/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Gerader Verbinder 6">
              <a:extLst>
                <a:ext uri="{FF2B5EF4-FFF2-40B4-BE49-F238E27FC236}">
                  <a16:creationId xmlns:a16="http://schemas.microsoft.com/office/drawing/2014/main" id="{EAE5463F-63DE-5034-A7B3-46D607622A05}"/>
                </a:ext>
              </a:extLst>
            </p:cNvPr>
            <p:cNvCxnSpPr>
              <a:cxnSpLocks/>
            </p:cNvCxnSpPr>
            <p:nvPr/>
          </p:nvCxnSpPr>
          <p:spPr>
            <a:xfrm rot="19800000" flipH="1">
              <a:off x="1605694" y="1536379"/>
              <a:ext cx="16148" cy="9323"/>
            </a:xfrm>
            <a:prstGeom prst="line">
              <a:avLst/>
            </a:prstGeom>
            <a:ln w="6350" cap="rnd">
              <a:solidFill>
                <a:schemeClr val="accent1"/>
              </a:solidFill>
              <a:prstDash val="solid"/>
              <a:round/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Ellipse 7">
              <a:extLst>
                <a:ext uri="{FF2B5EF4-FFF2-40B4-BE49-F238E27FC236}">
                  <a16:creationId xmlns:a16="http://schemas.microsoft.com/office/drawing/2014/main" id="{C58AD796-8ACD-A6A1-5DD2-4FE9871691F9}"/>
                </a:ext>
              </a:extLst>
            </p:cNvPr>
            <p:cNvSpPr/>
            <p:nvPr/>
          </p:nvSpPr>
          <p:spPr>
            <a:xfrm>
              <a:off x="1589136" y="1429217"/>
              <a:ext cx="421043" cy="421043"/>
            </a:xfrm>
            <a:prstGeom prst="ellipse">
              <a:avLst/>
            </a:prstGeom>
            <a:noFill/>
            <a:ln w="635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2" name="Ellipse 11">
              <a:extLst>
                <a:ext uri="{FF2B5EF4-FFF2-40B4-BE49-F238E27FC236}">
                  <a16:creationId xmlns:a16="http://schemas.microsoft.com/office/drawing/2014/main" id="{84754D3A-09DF-BE61-B391-452398EDE634}"/>
                </a:ext>
              </a:extLst>
            </p:cNvPr>
            <p:cNvSpPr/>
            <p:nvPr/>
          </p:nvSpPr>
          <p:spPr>
            <a:xfrm>
              <a:off x="1651402" y="1552444"/>
              <a:ext cx="296508" cy="296508"/>
            </a:xfrm>
            <a:prstGeom prst="ellipse">
              <a:avLst/>
            </a:prstGeom>
            <a:noFill/>
            <a:ln w="635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3" name="Ellipse 12">
              <a:extLst>
                <a:ext uri="{FF2B5EF4-FFF2-40B4-BE49-F238E27FC236}">
                  <a16:creationId xmlns:a16="http://schemas.microsoft.com/office/drawing/2014/main" id="{0E6A946E-7D83-5DAA-170A-FF79D63FC0F6}"/>
                </a:ext>
              </a:extLst>
            </p:cNvPr>
            <p:cNvSpPr/>
            <p:nvPr/>
          </p:nvSpPr>
          <p:spPr>
            <a:xfrm>
              <a:off x="1715643" y="1681454"/>
              <a:ext cx="168028" cy="168028"/>
            </a:xfrm>
            <a:prstGeom prst="ellipse">
              <a:avLst/>
            </a:prstGeom>
            <a:noFill/>
            <a:ln w="635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</p:grp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98E2C121-0A3C-4CC3-5C27-144427A872FB}"/>
              </a:ext>
            </a:extLst>
          </p:cNvPr>
          <p:cNvGrpSpPr/>
          <p:nvPr/>
        </p:nvGrpSpPr>
        <p:grpSpPr>
          <a:xfrm flipV="1">
            <a:off x="1589134" y="1848952"/>
            <a:ext cx="421043" cy="421043"/>
            <a:chOff x="1589136" y="1429217"/>
            <a:chExt cx="421043" cy="421043"/>
          </a:xfrm>
        </p:grpSpPr>
        <p:cxnSp>
          <p:nvCxnSpPr>
            <p:cNvPr id="6" name="Gerader Verbinder 5">
              <a:extLst>
                <a:ext uri="{FF2B5EF4-FFF2-40B4-BE49-F238E27FC236}">
                  <a16:creationId xmlns:a16="http://schemas.microsoft.com/office/drawing/2014/main" id="{6E1B9C49-B1BF-D3B1-4763-8DE4546BC1B1}"/>
                </a:ext>
              </a:extLst>
            </p:cNvPr>
            <p:cNvCxnSpPr>
              <a:cxnSpLocks/>
            </p:cNvCxnSpPr>
            <p:nvPr/>
          </p:nvCxnSpPr>
          <p:spPr>
            <a:xfrm rot="19800000" flipH="1">
              <a:off x="1660579" y="1628019"/>
              <a:ext cx="16148" cy="9323"/>
            </a:xfrm>
            <a:prstGeom prst="line">
              <a:avLst/>
            </a:prstGeom>
            <a:ln w="6350" cap="rnd">
              <a:solidFill>
                <a:schemeClr val="accent1"/>
              </a:solidFill>
              <a:prstDash val="solid"/>
              <a:round/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Gerader Verbinder 8">
              <a:extLst>
                <a:ext uri="{FF2B5EF4-FFF2-40B4-BE49-F238E27FC236}">
                  <a16:creationId xmlns:a16="http://schemas.microsoft.com/office/drawing/2014/main" id="{F1987D4D-00A8-02F5-F5C6-DCCD8C2901ED}"/>
                </a:ext>
              </a:extLst>
            </p:cNvPr>
            <p:cNvCxnSpPr>
              <a:cxnSpLocks/>
            </p:cNvCxnSpPr>
            <p:nvPr/>
          </p:nvCxnSpPr>
          <p:spPr>
            <a:xfrm rot="19800000" flipH="1">
              <a:off x="1715894" y="1732271"/>
              <a:ext cx="16148" cy="9323"/>
            </a:xfrm>
            <a:prstGeom prst="line">
              <a:avLst/>
            </a:prstGeom>
            <a:ln w="6350" cap="rnd">
              <a:solidFill>
                <a:schemeClr val="accent1"/>
              </a:solidFill>
              <a:prstDash val="solid"/>
              <a:round/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Gerader Verbinder 9">
              <a:extLst>
                <a:ext uri="{FF2B5EF4-FFF2-40B4-BE49-F238E27FC236}">
                  <a16:creationId xmlns:a16="http://schemas.microsoft.com/office/drawing/2014/main" id="{94B454BC-3CDB-1FBA-DC2A-B8B51CDDFB14}"/>
                </a:ext>
              </a:extLst>
            </p:cNvPr>
            <p:cNvCxnSpPr>
              <a:cxnSpLocks/>
            </p:cNvCxnSpPr>
            <p:nvPr/>
          </p:nvCxnSpPr>
          <p:spPr>
            <a:xfrm rot="19800000" flipH="1">
              <a:off x="1605694" y="1536379"/>
              <a:ext cx="16148" cy="9323"/>
            </a:xfrm>
            <a:prstGeom prst="line">
              <a:avLst/>
            </a:prstGeom>
            <a:ln w="6350" cap="rnd">
              <a:solidFill>
                <a:schemeClr val="accent1"/>
              </a:solidFill>
              <a:prstDash val="solid"/>
              <a:round/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Ellipse 10">
              <a:extLst>
                <a:ext uri="{FF2B5EF4-FFF2-40B4-BE49-F238E27FC236}">
                  <a16:creationId xmlns:a16="http://schemas.microsoft.com/office/drawing/2014/main" id="{50633780-E21D-63C8-6AD6-94FE74F569CB}"/>
                </a:ext>
              </a:extLst>
            </p:cNvPr>
            <p:cNvSpPr/>
            <p:nvPr/>
          </p:nvSpPr>
          <p:spPr>
            <a:xfrm>
              <a:off x="1589136" y="1429217"/>
              <a:ext cx="421043" cy="421043"/>
            </a:xfrm>
            <a:prstGeom prst="ellipse">
              <a:avLst/>
            </a:prstGeom>
            <a:noFill/>
            <a:ln w="635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4" name="Ellipse 13">
              <a:extLst>
                <a:ext uri="{FF2B5EF4-FFF2-40B4-BE49-F238E27FC236}">
                  <a16:creationId xmlns:a16="http://schemas.microsoft.com/office/drawing/2014/main" id="{45A86508-30C0-040E-97FC-8DE87DCFAA1C}"/>
                </a:ext>
              </a:extLst>
            </p:cNvPr>
            <p:cNvSpPr/>
            <p:nvPr/>
          </p:nvSpPr>
          <p:spPr>
            <a:xfrm>
              <a:off x="1651402" y="1552444"/>
              <a:ext cx="296508" cy="296508"/>
            </a:xfrm>
            <a:prstGeom prst="ellipse">
              <a:avLst/>
            </a:prstGeom>
            <a:noFill/>
            <a:ln w="635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6" name="Ellipse 15">
              <a:extLst>
                <a:ext uri="{FF2B5EF4-FFF2-40B4-BE49-F238E27FC236}">
                  <a16:creationId xmlns:a16="http://schemas.microsoft.com/office/drawing/2014/main" id="{95221837-E24A-A3D0-EB18-872C4063502B}"/>
                </a:ext>
              </a:extLst>
            </p:cNvPr>
            <p:cNvSpPr/>
            <p:nvPr/>
          </p:nvSpPr>
          <p:spPr>
            <a:xfrm>
              <a:off x="1715643" y="1681454"/>
              <a:ext cx="168028" cy="168028"/>
            </a:xfrm>
            <a:prstGeom prst="ellipse">
              <a:avLst/>
            </a:prstGeom>
            <a:noFill/>
            <a:ln w="635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</p:grpSp>
      <p:cxnSp>
        <p:nvCxnSpPr>
          <p:cNvPr id="19" name="Gerader Verbinder 18">
            <a:extLst>
              <a:ext uri="{FF2B5EF4-FFF2-40B4-BE49-F238E27FC236}">
                <a16:creationId xmlns:a16="http://schemas.microsoft.com/office/drawing/2014/main" id="{E1E06790-E0A0-77A1-0870-B1DA98DAE26B}"/>
              </a:ext>
            </a:extLst>
          </p:cNvPr>
          <p:cNvCxnSpPr>
            <a:cxnSpLocks/>
          </p:cNvCxnSpPr>
          <p:nvPr/>
        </p:nvCxnSpPr>
        <p:spPr>
          <a:xfrm flipH="1">
            <a:off x="1526717" y="1847660"/>
            <a:ext cx="170553" cy="0"/>
          </a:xfrm>
          <a:prstGeom prst="line">
            <a:avLst/>
          </a:prstGeom>
          <a:ln w="6350" cap="rnd">
            <a:solidFill>
              <a:schemeClr val="accent1"/>
            </a:solidFill>
            <a:prstDash val="solid"/>
            <a:round/>
            <a:headEnd type="stealth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Gerader Verbinder 21">
            <a:extLst>
              <a:ext uri="{FF2B5EF4-FFF2-40B4-BE49-F238E27FC236}">
                <a16:creationId xmlns:a16="http://schemas.microsoft.com/office/drawing/2014/main" id="{025B7528-39E1-08C2-3203-70283CC04D3F}"/>
              </a:ext>
            </a:extLst>
          </p:cNvPr>
          <p:cNvCxnSpPr>
            <a:cxnSpLocks/>
          </p:cNvCxnSpPr>
          <p:nvPr/>
        </p:nvCxnSpPr>
        <p:spPr>
          <a:xfrm flipH="1">
            <a:off x="1917280" y="1849565"/>
            <a:ext cx="170553" cy="0"/>
          </a:xfrm>
          <a:prstGeom prst="line">
            <a:avLst/>
          </a:prstGeom>
          <a:ln w="6350" cap="rnd">
            <a:solidFill>
              <a:schemeClr val="accent1"/>
            </a:solidFill>
            <a:prstDash val="solid"/>
            <a:round/>
            <a:headEnd type="stealth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5" name="Gruppieren 34">
            <a:extLst>
              <a:ext uri="{FF2B5EF4-FFF2-40B4-BE49-F238E27FC236}">
                <a16:creationId xmlns:a16="http://schemas.microsoft.com/office/drawing/2014/main" id="{FC8E4280-CA83-8E7E-C06F-7B9E165A50B9}"/>
              </a:ext>
            </a:extLst>
          </p:cNvPr>
          <p:cNvGrpSpPr/>
          <p:nvPr/>
        </p:nvGrpSpPr>
        <p:grpSpPr>
          <a:xfrm>
            <a:off x="1544372" y="1189311"/>
            <a:ext cx="947244" cy="906983"/>
            <a:chOff x="477520" y="1298817"/>
            <a:chExt cx="947244" cy="906983"/>
          </a:xfrm>
        </p:grpSpPr>
        <p:cxnSp>
          <p:nvCxnSpPr>
            <p:cNvPr id="36" name="Gerade Verbindung mit Pfeil 35">
              <a:extLst>
                <a:ext uri="{FF2B5EF4-FFF2-40B4-BE49-F238E27FC236}">
                  <a16:creationId xmlns:a16="http://schemas.microsoft.com/office/drawing/2014/main" id="{D4B9FBBE-85E1-F105-4847-F8D95337692D}"/>
                </a:ext>
              </a:extLst>
            </p:cNvPr>
            <p:cNvCxnSpPr/>
            <p:nvPr/>
          </p:nvCxnSpPr>
          <p:spPr>
            <a:xfrm>
              <a:off x="732807" y="1959766"/>
              <a:ext cx="551146" cy="0"/>
            </a:xfrm>
            <a:prstGeom prst="straightConnector1">
              <a:avLst/>
            </a:prstGeom>
            <a:ln w="12700" cap="rnd">
              <a:solidFill>
                <a:schemeClr val="tx1"/>
              </a:solidFill>
              <a:round/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Gerade Verbindung mit Pfeil 36">
              <a:extLst>
                <a:ext uri="{FF2B5EF4-FFF2-40B4-BE49-F238E27FC236}">
                  <a16:creationId xmlns:a16="http://schemas.microsoft.com/office/drawing/2014/main" id="{85AACF14-8544-11EB-A27B-003D467714B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2807" y="1399618"/>
              <a:ext cx="0" cy="560148"/>
            </a:xfrm>
            <a:prstGeom prst="straightConnector1">
              <a:avLst/>
            </a:prstGeom>
            <a:ln w="12700" cap="rnd">
              <a:solidFill>
                <a:schemeClr val="tx1"/>
              </a:solidFill>
              <a:round/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feld 37">
              <a:extLst>
                <a:ext uri="{FF2B5EF4-FFF2-40B4-BE49-F238E27FC236}">
                  <a16:creationId xmlns:a16="http://schemas.microsoft.com/office/drawing/2014/main" id="{F82613D1-CD48-D1D5-A21A-BE84CA72A8AB}"/>
                </a:ext>
              </a:extLst>
            </p:cNvPr>
            <p:cNvSpPr txBox="1"/>
            <p:nvPr/>
          </p:nvSpPr>
          <p:spPr>
            <a:xfrm>
              <a:off x="477520" y="1298817"/>
              <a:ext cx="289560" cy="26161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de-DE" sz="1100" i="1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y</a:t>
              </a:r>
            </a:p>
          </p:txBody>
        </p:sp>
        <p:sp>
          <p:nvSpPr>
            <p:cNvPr id="39" name="Textfeld 38">
              <a:extLst>
                <a:ext uri="{FF2B5EF4-FFF2-40B4-BE49-F238E27FC236}">
                  <a16:creationId xmlns:a16="http://schemas.microsoft.com/office/drawing/2014/main" id="{6F3A6AD5-5346-06A5-60EE-C58D76FCCAA1}"/>
                </a:ext>
              </a:extLst>
            </p:cNvPr>
            <p:cNvSpPr txBox="1"/>
            <p:nvPr/>
          </p:nvSpPr>
          <p:spPr>
            <a:xfrm>
              <a:off x="1135204" y="1944190"/>
              <a:ext cx="289560" cy="26161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de-DE" sz="1100" i="1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x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773594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E6EE67-63D0-532C-CD46-69AAD565F4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1AB880B7-060D-4F5C-AF12-3ACD729C05B2}"/>
              </a:ext>
            </a:extLst>
          </p:cNvPr>
          <p:cNvSpPr txBox="1"/>
          <p:nvPr/>
        </p:nvSpPr>
        <p:spPr>
          <a:xfrm>
            <a:off x="1914302" y="1291236"/>
            <a:ext cx="577314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1100" i="1" dirty="0">
                <a:solidFill>
                  <a:schemeClr val="accent1"/>
                </a:solidFill>
                <a:latin typeface="Latin Modern Math" panose="02000503000000000000" pitchFamily="50" charset="0"/>
                <a:ea typeface="Latin Modern Math" panose="02000503000000000000" pitchFamily="50" charset="0"/>
                <a:cs typeface="CMU Serif" panose="02000603000000000000" pitchFamily="2" charset="0"/>
              </a:rPr>
              <a:t>μ</a:t>
            </a:r>
            <a:r>
              <a:rPr lang="de-DE" sz="1100" i="1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</a:t>
            </a:r>
            <a:r>
              <a:rPr lang="de-DE" sz="11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&gt; 0</a:t>
            </a:r>
            <a:endParaRPr lang="de-DE" sz="1100" dirty="0">
              <a:solidFill>
                <a:schemeClr val="accent1"/>
              </a:solidFill>
              <a:latin typeface="Latin Modern Math" panose="02000503000000000000" pitchFamily="50" charset="0"/>
              <a:ea typeface="Latin Modern Math" panose="02000503000000000000" pitchFamily="50" charset="0"/>
              <a:cs typeface="CMU Serif Extra" panose="02000603000000000000" pitchFamily="2" charset="0"/>
            </a:endParaRPr>
          </a:p>
        </p:txBody>
      </p:sp>
      <p:grpSp>
        <p:nvGrpSpPr>
          <p:cNvPr id="18" name="Gruppieren 17">
            <a:extLst>
              <a:ext uri="{FF2B5EF4-FFF2-40B4-BE49-F238E27FC236}">
                <a16:creationId xmlns:a16="http://schemas.microsoft.com/office/drawing/2014/main" id="{23D4EB50-BB6A-EFDE-76F3-712D5F527D91}"/>
              </a:ext>
            </a:extLst>
          </p:cNvPr>
          <p:cNvGrpSpPr/>
          <p:nvPr/>
        </p:nvGrpSpPr>
        <p:grpSpPr>
          <a:xfrm rot="16200000">
            <a:off x="1519100" y="1414295"/>
            <a:ext cx="561116" cy="840778"/>
            <a:chOff x="1048354" y="1473032"/>
            <a:chExt cx="561116" cy="840778"/>
          </a:xfrm>
        </p:grpSpPr>
        <p:grpSp>
          <p:nvGrpSpPr>
            <p:cNvPr id="3" name="Gruppieren 2">
              <a:extLst>
                <a:ext uri="{FF2B5EF4-FFF2-40B4-BE49-F238E27FC236}">
                  <a16:creationId xmlns:a16="http://schemas.microsoft.com/office/drawing/2014/main" id="{0DD438EB-9FA8-6D3F-FBB6-952298959FE2}"/>
                </a:ext>
              </a:extLst>
            </p:cNvPr>
            <p:cNvGrpSpPr/>
            <p:nvPr/>
          </p:nvGrpSpPr>
          <p:grpSpPr>
            <a:xfrm>
              <a:off x="1110773" y="1473032"/>
              <a:ext cx="421043" cy="421043"/>
              <a:chOff x="1589136" y="1429217"/>
              <a:chExt cx="421043" cy="421043"/>
            </a:xfrm>
          </p:grpSpPr>
          <p:cxnSp>
            <p:nvCxnSpPr>
              <p:cNvPr id="20" name="Gerader Verbinder 19">
                <a:extLst>
                  <a:ext uri="{FF2B5EF4-FFF2-40B4-BE49-F238E27FC236}">
                    <a16:creationId xmlns:a16="http://schemas.microsoft.com/office/drawing/2014/main" id="{961439F0-3EEC-FF83-3350-440205995B80}"/>
                  </a:ext>
                </a:extLst>
              </p:cNvPr>
              <p:cNvCxnSpPr>
                <a:cxnSpLocks/>
              </p:cNvCxnSpPr>
              <p:nvPr/>
            </p:nvCxnSpPr>
            <p:spPr>
              <a:xfrm rot="19800000" flipH="1">
                <a:off x="1660579" y="1628019"/>
                <a:ext cx="16148" cy="9323"/>
              </a:xfrm>
              <a:prstGeom prst="line">
                <a:avLst/>
              </a:prstGeom>
              <a:ln w="6350" cap="rnd">
                <a:solidFill>
                  <a:schemeClr val="accent1"/>
                </a:solidFill>
                <a:prstDash val="solid"/>
                <a:round/>
                <a:tailEnd type="stealt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" name="Gerader Verbinder 4">
                <a:extLst>
                  <a:ext uri="{FF2B5EF4-FFF2-40B4-BE49-F238E27FC236}">
                    <a16:creationId xmlns:a16="http://schemas.microsoft.com/office/drawing/2014/main" id="{06B707A6-24A0-FA2E-58AB-9B90448BCECB}"/>
                  </a:ext>
                </a:extLst>
              </p:cNvPr>
              <p:cNvCxnSpPr>
                <a:cxnSpLocks/>
              </p:cNvCxnSpPr>
              <p:nvPr/>
            </p:nvCxnSpPr>
            <p:spPr>
              <a:xfrm rot="19800000" flipH="1">
                <a:off x="1715894" y="1732271"/>
                <a:ext cx="16148" cy="9323"/>
              </a:xfrm>
              <a:prstGeom prst="line">
                <a:avLst/>
              </a:prstGeom>
              <a:ln w="6350" cap="rnd">
                <a:solidFill>
                  <a:schemeClr val="accent1"/>
                </a:solidFill>
                <a:prstDash val="solid"/>
                <a:round/>
                <a:tailEnd type="stealt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Gerader Verbinder 6">
                <a:extLst>
                  <a:ext uri="{FF2B5EF4-FFF2-40B4-BE49-F238E27FC236}">
                    <a16:creationId xmlns:a16="http://schemas.microsoft.com/office/drawing/2014/main" id="{8F0DC2A2-F2E6-782F-AFE4-0E37602F5EEC}"/>
                  </a:ext>
                </a:extLst>
              </p:cNvPr>
              <p:cNvCxnSpPr>
                <a:cxnSpLocks/>
              </p:cNvCxnSpPr>
              <p:nvPr/>
            </p:nvCxnSpPr>
            <p:spPr>
              <a:xfrm rot="19800000" flipH="1">
                <a:off x="1605694" y="1536379"/>
                <a:ext cx="16148" cy="9323"/>
              </a:xfrm>
              <a:prstGeom prst="line">
                <a:avLst/>
              </a:prstGeom>
              <a:ln w="6350" cap="rnd">
                <a:solidFill>
                  <a:schemeClr val="accent1"/>
                </a:solidFill>
                <a:prstDash val="solid"/>
                <a:round/>
                <a:tailEnd type="stealt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" name="Ellipse 7">
                <a:extLst>
                  <a:ext uri="{FF2B5EF4-FFF2-40B4-BE49-F238E27FC236}">
                    <a16:creationId xmlns:a16="http://schemas.microsoft.com/office/drawing/2014/main" id="{F5274D17-35AE-7BCC-76A8-195884A4BB7A}"/>
                  </a:ext>
                </a:extLst>
              </p:cNvPr>
              <p:cNvSpPr/>
              <p:nvPr/>
            </p:nvSpPr>
            <p:spPr>
              <a:xfrm>
                <a:off x="1589136" y="1429217"/>
                <a:ext cx="421043" cy="421043"/>
              </a:xfrm>
              <a:prstGeom prst="ellipse">
                <a:avLst/>
              </a:prstGeom>
              <a:noFill/>
              <a:ln w="635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2" name="Ellipse 11">
                <a:extLst>
                  <a:ext uri="{FF2B5EF4-FFF2-40B4-BE49-F238E27FC236}">
                    <a16:creationId xmlns:a16="http://schemas.microsoft.com/office/drawing/2014/main" id="{7D7C6743-487C-1F28-13F7-6C24253E7996}"/>
                  </a:ext>
                </a:extLst>
              </p:cNvPr>
              <p:cNvSpPr/>
              <p:nvPr/>
            </p:nvSpPr>
            <p:spPr>
              <a:xfrm>
                <a:off x="1651402" y="1552444"/>
                <a:ext cx="296508" cy="296508"/>
              </a:xfrm>
              <a:prstGeom prst="ellipse">
                <a:avLst/>
              </a:prstGeom>
              <a:noFill/>
              <a:ln w="635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3" name="Ellipse 12">
                <a:extLst>
                  <a:ext uri="{FF2B5EF4-FFF2-40B4-BE49-F238E27FC236}">
                    <a16:creationId xmlns:a16="http://schemas.microsoft.com/office/drawing/2014/main" id="{8490E567-483A-FC0A-28EE-8D7FDC483FB4}"/>
                  </a:ext>
                </a:extLst>
              </p:cNvPr>
              <p:cNvSpPr/>
              <p:nvPr/>
            </p:nvSpPr>
            <p:spPr>
              <a:xfrm>
                <a:off x="1715643" y="1681454"/>
                <a:ext cx="168028" cy="168028"/>
              </a:xfrm>
              <a:prstGeom prst="ellipse">
                <a:avLst/>
              </a:prstGeom>
              <a:noFill/>
              <a:ln w="635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</p:grpSp>
        <p:grpSp>
          <p:nvGrpSpPr>
            <p:cNvPr id="4" name="Gruppieren 3">
              <a:extLst>
                <a:ext uri="{FF2B5EF4-FFF2-40B4-BE49-F238E27FC236}">
                  <a16:creationId xmlns:a16="http://schemas.microsoft.com/office/drawing/2014/main" id="{32D89221-E9D8-4A15-F968-2F35C1FF2BB8}"/>
                </a:ext>
              </a:extLst>
            </p:cNvPr>
            <p:cNvGrpSpPr/>
            <p:nvPr/>
          </p:nvGrpSpPr>
          <p:grpSpPr>
            <a:xfrm flipV="1">
              <a:off x="1110771" y="1892767"/>
              <a:ext cx="421043" cy="421043"/>
              <a:chOff x="1589136" y="1429217"/>
              <a:chExt cx="421043" cy="421043"/>
            </a:xfrm>
          </p:grpSpPr>
          <p:cxnSp>
            <p:nvCxnSpPr>
              <p:cNvPr id="6" name="Gerader Verbinder 5">
                <a:extLst>
                  <a:ext uri="{FF2B5EF4-FFF2-40B4-BE49-F238E27FC236}">
                    <a16:creationId xmlns:a16="http://schemas.microsoft.com/office/drawing/2014/main" id="{73D2D1B4-26C2-4106-98C5-40F2AE0115F5}"/>
                  </a:ext>
                </a:extLst>
              </p:cNvPr>
              <p:cNvCxnSpPr>
                <a:cxnSpLocks/>
              </p:cNvCxnSpPr>
              <p:nvPr/>
            </p:nvCxnSpPr>
            <p:spPr>
              <a:xfrm rot="19800000" flipH="1">
                <a:off x="1660579" y="1628019"/>
                <a:ext cx="16148" cy="9323"/>
              </a:xfrm>
              <a:prstGeom prst="line">
                <a:avLst/>
              </a:prstGeom>
              <a:ln w="6350" cap="rnd">
                <a:solidFill>
                  <a:schemeClr val="accent1"/>
                </a:solidFill>
                <a:prstDash val="solid"/>
                <a:round/>
                <a:tailEnd type="stealt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Gerader Verbinder 8">
                <a:extLst>
                  <a:ext uri="{FF2B5EF4-FFF2-40B4-BE49-F238E27FC236}">
                    <a16:creationId xmlns:a16="http://schemas.microsoft.com/office/drawing/2014/main" id="{BA670917-C4B4-A364-3288-5D4791614AB5}"/>
                  </a:ext>
                </a:extLst>
              </p:cNvPr>
              <p:cNvCxnSpPr>
                <a:cxnSpLocks/>
              </p:cNvCxnSpPr>
              <p:nvPr/>
            </p:nvCxnSpPr>
            <p:spPr>
              <a:xfrm rot="19800000" flipH="1">
                <a:off x="1715894" y="1732271"/>
                <a:ext cx="16148" cy="9323"/>
              </a:xfrm>
              <a:prstGeom prst="line">
                <a:avLst/>
              </a:prstGeom>
              <a:ln w="6350" cap="rnd">
                <a:solidFill>
                  <a:schemeClr val="accent1"/>
                </a:solidFill>
                <a:prstDash val="solid"/>
                <a:round/>
                <a:tailEnd type="stealt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Gerader Verbinder 9">
                <a:extLst>
                  <a:ext uri="{FF2B5EF4-FFF2-40B4-BE49-F238E27FC236}">
                    <a16:creationId xmlns:a16="http://schemas.microsoft.com/office/drawing/2014/main" id="{6DE09893-6234-3845-2C36-477D04BDF1EF}"/>
                  </a:ext>
                </a:extLst>
              </p:cNvPr>
              <p:cNvCxnSpPr>
                <a:cxnSpLocks/>
              </p:cNvCxnSpPr>
              <p:nvPr/>
            </p:nvCxnSpPr>
            <p:spPr>
              <a:xfrm rot="19800000" flipH="1">
                <a:off x="1605694" y="1536379"/>
                <a:ext cx="16148" cy="9323"/>
              </a:xfrm>
              <a:prstGeom prst="line">
                <a:avLst/>
              </a:prstGeom>
              <a:ln w="6350" cap="rnd">
                <a:solidFill>
                  <a:schemeClr val="accent1"/>
                </a:solidFill>
                <a:prstDash val="solid"/>
                <a:round/>
                <a:tailEnd type="stealt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" name="Ellipse 10">
                <a:extLst>
                  <a:ext uri="{FF2B5EF4-FFF2-40B4-BE49-F238E27FC236}">
                    <a16:creationId xmlns:a16="http://schemas.microsoft.com/office/drawing/2014/main" id="{B360FD98-E748-9970-678A-EEADC979ABD0}"/>
                  </a:ext>
                </a:extLst>
              </p:cNvPr>
              <p:cNvSpPr/>
              <p:nvPr/>
            </p:nvSpPr>
            <p:spPr>
              <a:xfrm>
                <a:off x="1589136" y="1429217"/>
                <a:ext cx="421043" cy="421043"/>
              </a:xfrm>
              <a:prstGeom prst="ellipse">
                <a:avLst/>
              </a:prstGeom>
              <a:noFill/>
              <a:ln w="635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4" name="Ellipse 13">
                <a:extLst>
                  <a:ext uri="{FF2B5EF4-FFF2-40B4-BE49-F238E27FC236}">
                    <a16:creationId xmlns:a16="http://schemas.microsoft.com/office/drawing/2014/main" id="{A082E2F6-9CD2-C210-91AD-67A2466FC381}"/>
                  </a:ext>
                </a:extLst>
              </p:cNvPr>
              <p:cNvSpPr/>
              <p:nvPr/>
            </p:nvSpPr>
            <p:spPr>
              <a:xfrm>
                <a:off x="1651402" y="1552444"/>
                <a:ext cx="296508" cy="296508"/>
              </a:xfrm>
              <a:prstGeom prst="ellipse">
                <a:avLst/>
              </a:prstGeom>
              <a:noFill/>
              <a:ln w="635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6" name="Ellipse 15">
                <a:extLst>
                  <a:ext uri="{FF2B5EF4-FFF2-40B4-BE49-F238E27FC236}">
                    <a16:creationId xmlns:a16="http://schemas.microsoft.com/office/drawing/2014/main" id="{8ADAA563-A638-A8A1-331F-10CE2A8A02A0}"/>
                  </a:ext>
                </a:extLst>
              </p:cNvPr>
              <p:cNvSpPr/>
              <p:nvPr/>
            </p:nvSpPr>
            <p:spPr>
              <a:xfrm>
                <a:off x="1715643" y="1681454"/>
                <a:ext cx="168028" cy="168028"/>
              </a:xfrm>
              <a:prstGeom prst="ellipse">
                <a:avLst/>
              </a:prstGeom>
              <a:noFill/>
              <a:ln w="635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</p:grpSp>
        <p:cxnSp>
          <p:nvCxnSpPr>
            <p:cNvPr id="19" name="Gerader Verbinder 18">
              <a:extLst>
                <a:ext uri="{FF2B5EF4-FFF2-40B4-BE49-F238E27FC236}">
                  <a16:creationId xmlns:a16="http://schemas.microsoft.com/office/drawing/2014/main" id="{8EC2C7E8-90AE-4AFA-B61F-88C778F57CC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48354" y="1891475"/>
              <a:ext cx="170553" cy="0"/>
            </a:xfrm>
            <a:prstGeom prst="line">
              <a:avLst/>
            </a:prstGeom>
            <a:ln w="6350" cap="rnd">
              <a:solidFill>
                <a:schemeClr val="accent1"/>
              </a:solidFill>
              <a:prstDash val="solid"/>
              <a:round/>
              <a:headEnd type="stealth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Gerader Verbinder 21">
              <a:extLst>
                <a:ext uri="{FF2B5EF4-FFF2-40B4-BE49-F238E27FC236}">
                  <a16:creationId xmlns:a16="http://schemas.microsoft.com/office/drawing/2014/main" id="{12B03955-928D-A7AD-C32A-FD2167A1A2E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38917" y="1893380"/>
              <a:ext cx="170553" cy="0"/>
            </a:xfrm>
            <a:prstGeom prst="line">
              <a:avLst/>
            </a:prstGeom>
            <a:ln w="6350" cap="rnd">
              <a:solidFill>
                <a:schemeClr val="accent1"/>
              </a:solidFill>
              <a:prstDash val="solid"/>
              <a:round/>
              <a:headEnd type="stealth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Gruppieren 34">
            <a:extLst>
              <a:ext uri="{FF2B5EF4-FFF2-40B4-BE49-F238E27FC236}">
                <a16:creationId xmlns:a16="http://schemas.microsoft.com/office/drawing/2014/main" id="{B2EFFBF4-FA27-C16E-BB37-07B624BC5D9F}"/>
              </a:ext>
            </a:extLst>
          </p:cNvPr>
          <p:cNvGrpSpPr/>
          <p:nvPr/>
        </p:nvGrpSpPr>
        <p:grpSpPr>
          <a:xfrm>
            <a:off x="1544372" y="1189311"/>
            <a:ext cx="947244" cy="906983"/>
            <a:chOff x="477520" y="1298817"/>
            <a:chExt cx="947244" cy="906983"/>
          </a:xfrm>
        </p:grpSpPr>
        <p:cxnSp>
          <p:nvCxnSpPr>
            <p:cNvPr id="36" name="Gerade Verbindung mit Pfeil 35">
              <a:extLst>
                <a:ext uri="{FF2B5EF4-FFF2-40B4-BE49-F238E27FC236}">
                  <a16:creationId xmlns:a16="http://schemas.microsoft.com/office/drawing/2014/main" id="{491E27A3-C5F8-5B13-C25E-7295105A4095}"/>
                </a:ext>
              </a:extLst>
            </p:cNvPr>
            <p:cNvCxnSpPr/>
            <p:nvPr/>
          </p:nvCxnSpPr>
          <p:spPr>
            <a:xfrm>
              <a:off x="732807" y="1959766"/>
              <a:ext cx="551146" cy="0"/>
            </a:xfrm>
            <a:prstGeom prst="straightConnector1">
              <a:avLst/>
            </a:prstGeom>
            <a:ln w="12700" cap="rnd">
              <a:solidFill>
                <a:schemeClr val="tx1"/>
              </a:solidFill>
              <a:round/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Gerade Verbindung mit Pfeil 36">
              <a:extLst>
                <a:ext uri="{FF2B5EF4-FFF2-40B4-BE49-F238E27FC236}">
                  <a16:creationId xmlns:a16="http://schemas.microsoft.com/office/drawing/2014/main" id="{600DBCE6-5F12-1412-953E-39D6145EA26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2807" y="1399618"/>
              <a:ext cx="0" cy="560148"/>
            </a:xfrm>
            <a:prstGeom prst="straightConnector1">
              <a:avLst/>
            </a:prstGeom>
            <a:ln w="12700" cap="rnd">
              <a:solidFill>
                <a:schemeClr val="tx1"/>
              </a:solidFill>
              <a:round/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feld 37">
              <a:extLst>
                <a:ext uri="{FF2B5EF4-FFF2-40B4-BE49-F238E27FC236}">
                  <a16:creationId xmlns:a16="http://schemas.microsoft.com/office/drawing/2014/main" id="{DC758D2B-D260-8EBC-377D-E1EC544272C3}"/>
                </a:ext>
              </a:extLst>
            </p:cNvPr>
            <p:cNvSpPr txBox="1"/>
            <p:nvPr/>
          </p:nvSpPr>
          <p:spPr>
            <a:xfrm>
              <a:off x="477520" y="1298817"/>
              <a:ext cx="289560" cy="26161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de-DE" sz="1100" i="1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y</a:t>
              </a:r>
            </a:p>
          </p:txBody>
        </p:sp>
        <p:sp>
          <p:nvSpPr>
            <p:cNvPr id="39" name="Textfeld 38">
              <a:extLst>
                <a:ext uri="{FF2B5EF4-FFF2-40B4-BE49-F238E27FC236}">
                  <a16:creationId xmlns:a16="http://schemas.microsoft.com/office/drawing/2014/main" id="{18FBEC9F-C4FC-6691-2093-CB9496C21DDA}"/>
                </a:ext>
              </a:extLst>
            </p:cNvPr>
            <p:cNvSpPr txBox="1"/>
            <p:nvPr/>
          </p:nvSpPr>
          <p:spPr>
            <a:xfrm>
              <a:off x="1135204" y="1944190"/>
              <a:ext cx="289560" cy="26161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de-DE" sz="1100" i="1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x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483814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ihandform: Form 18">
            <a:extLst>
              <a:ext uri="{FF2B5EF4-FFF2-40B4-BE49-F238E27FC236}">
                <a16:creationId xmlns:a16="http://schemas.microsoft.com/office/drawing/2014/main" id="{151C4441-48DD-4F2F-B447-52D7E9CB1C37}"/>
              </a:ext>
            </a:extLst>
          </p:cNvPr>
          <p:cNvSpPr/>
          <p:nvPr/>
        </p:nvSpPr>
        <p:spPr>
          <a:xfrm>
            <a:off x="763190" y="1964676"/>
            <a:ext cx="2024063" cy="238647"/>
          </a:xfrm>
          <a:custGeom>
            <a:avLst/>
            <a:gdLst>
              <a:gd name="csX0" fmla="*/ 0 w 2024063"/>
              <a:gd name="csY0" fmla="*/ 235762 h 239334"/>
              <a:gd name="csX1" fmla="*/ 44053 w 2024063"/>
              <a:gd name="csY1" fmla="*/ 102412 h 239334"/>
              <a:gd name="csX2" fmla="*/ 170260 w 2024063"/>
              <a:gd name="csY2" fmla="*/ 16687 h 239334"/>
              <a:gd name="csX3" fmla="*/ 373856 w 2024063"/>
              <a:gd name="csY3" fmla="*/ 1209 h 239334"/>
              <a:gd name="csX4" fmla="*/ 834628 w 2024063"/>
              <a:gd name="csY4" fmla="*/ 34546 h 239334"/>
              <a:gd name="csX5" fmla="*/ 1454944 w 2024063"/>
              <a:gd name="csY5" fmla="*/ 121462 h 239334"/>
              <a:gd name="csX6" fmla="*/ 1796653 w 2024063"/>
              <a:gd name="csY6" fmla="*/ 184565 h 239334"/>
              <a:gd name="csX7" fmla="*/ 2024063 w 2024063"/>
              <a:gd name="csY7" fmla="*/ 239334 h 23933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2024063" h="239334">
                <a:moveTo>
                  <a:pt x="0" y="235762"/>
                </a:moveTo>
                <a:cubicBezTo>
                  <a:pt x="7838" y="187343"/>
                  <a:pt x="15676" y="138924"/>
                  <a:pt x="44053" y="102412"/>
                </a:cubicBezTo>
                <a:cubicBezTo>
                  <a:pt x="72430" y="65900"/>
                  <a:pt x="115293" y="33554"/>
                  <a:pt x="170260" y="16687"/>
                </a:cubicBezTo>
                <a:cubicBezTo>
                  <a:pt x="225227" y="-180"/>
                  <a:pt x="263128" y="-1768"/>
                  <a:pt x="373856" y="1209"/>
                </a:cubicBezTo>
                <a:cubicBezTo>
                  <a:pt x="484584" y="4185"/>
                  <a:pt x="654447" y="14504"/>
                  <a:pt x="834628" y="34546"/>
                </a:cubicBezTo>
                <a:cubicBezTo>
                  <a:pt x="1014809" y="54588"/>
                  <a:pt x="1294607" y="96459"/>
                  <a:pt x="1454944" y="121462"/>
                </a:cubicBezTo>
                <a:cubicBezTo>
                  <a:pt x="1615281" y="146465"/>
                  <a:pt x="1701800" y="164920"/>
                  <a:pt x="1796653" y="184565"/>
                </a:cubicBezTo>
                <a:cubicBezTo>
                  <a:pt x="1891506" y="204210"/>
                  <a:pt x="1991718" y="237151"/>
                  <a:pt x="2024063" y="239334"/>
                </a:cubicBezTo>
              </a:path>
            </a:pathLst>
          </a:custGeom>
          <a:noFill/>
          <a:ln w="12700" cap="rnd">
            <a:solidFill>
              <a:schemeClr val="accent5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" name="Freihandform: Form 19">
            <a:extLst>
              <a:ext uri="{FF2B5EF4-FFF2-40B4-BE49-F238E27FC236}">
                <a16:creationId xmlns:a16="http://schemas.microsoft.com/office/drawing/2014/main" id="{8B436675-3D4F-6572-5E1B-A231DCFFA578}"/>
              </a:ext>
            </a:extLst>
          </p:cNvPr>
          <p:cNvSpPr/>
          <p:nvPr/>
        </p:nvSpPr>
        <p:spPr>
          <a:xfrm flipV="1">
            <a:off x="763190" y="2201270"/>
            <a:ext cx="2024063" cy="238647"/>
          </a:xfrm>
          <a:custGeom>
            <a:avLst/>
            <a:gdLst>
              <a:gd name="csX0" fmla="*/ 0 w 2024063"/>
              <a:gd name="csY0" fmla="*/ 235762 h 239334"/>
              <a:gd name="csX1" fmla="*/ 44053 w 2024063"/>
              <a:gd name="csY1" fmla="*/ 102412 h 239334"/>
              <a:gd name="csX2" fmla="*/ 170260 w 2024063"/>
              <a:gd name="csY2" fmla="*/ 16687 h 239334"/>
              <a:gd name="csX3" fmla="*/ 373856 w 2024063"/>
              <a:gd name="csY3" fmla="*/ 1209 h 239334"/>
              <a:gd name="csX4" fmla="*/ 834628 w 2024063"/>
              <a:gd name="csY4" fmla="*/ 34546 h 239334"/>
              <a:gd name="csX5" fmla="*/ 1454944 w 2024063"/>
              <a:gd name="csY5" fmla="*/ 121462 h 239334"/>
              <a:gd name="csX6" fmla="*/ 1796653 w 2024063"/>
              <a:gd name="csY6" fmla="*/ 184565 h 239334"/>
              <a:gd name="csX7" fmla="*/ 2024063 w 2024063"/>
              <a:gd name="csY7" fmla="*/ 239334 h 23933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2024063" h="239334">
                <a:moveTo>
                  <a:pt x="0" y="235762"/>
                </a:moveTo>
                <a:cubicBezTo>
                  <a:pt x="7838" y="187343"/>
                  <a:pt x="15676" y="138924"/>
                  <a:pt x="44053" y="102412"/>
                </a:cubicBezTo>
                <a:cubicBezTo>
                  <a:pt x="72430" y="65900"/>
                  <a:pt x="115293" y="33554"/>
                  <a:pt x="170260" y="16687"/>
                </a:cubicBezTo>
                <a:cubicBezTo>
                  <a:pt x="225227" y="-180"/>
                  <a:pt x="263128" y="-1768"/>
                  <a:pt x="373856" y="1209"/>
                </a:cubicBezTo>
                <a:cubicBezTo>
                  <a:pt x="484584" y="4185"/>
                  <a:pt x="654447" y="14504"/>
                  <a:pt x="834628" y="34546"/>
                </a:cubicBezTo>
                <a:cubicBezTo>
                  <a:pt x="1014809" y="54588"/>
                  <a:pt x="1294607" y="96459"/>
                  <a:pt x="1454944" y="121462"/>
                </a:cubicBezTo>
                <a:cubicBezTo>
                  <a:pt x="1615281" y="146465"/>
                  <a:pt x="1701800" y="164920"/>
                  <a:pt x="1796653" y="184565"/>
                </a:cubicBezTo>
                <a:cubicBezTo>
                  <a:pt x="1891506" y="204210"/>
                  <a:pt x="1991718" y="237151"/>
                  <a:pt x="2024063" y="239334"/>
                </a:cubicBezTo>
              </a:path>
            </a:pathLst>
          </a:custGeom>
          <a:noFill/>
          <a:ln w="12700" cap="rnd">
            <a:solidFill>
              <a:schemeClr val="accent5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26" name="Gerader Verbinder 25">
            <a:extLst>
              <a:ext uri="{FF2B5EF4-FFF2-40B4-BE49-F238E27FC236}">
                <a16:creationId xmlns:a16="http://schemas.microsoft.com/office/drawing/2014/main" id="{5BA6A0CE-7317-7C32-A60C-3F37A86CFDE5}"/>
              </a:ext>
            </a:extLst>
          </p:cNvPr>
          <p:cNvCxnSpPr/>
          <p:nvPr/>
        </p:nvCxnSpPr>
        <p:spPr>
          <a:xfrm>
            <a:off x="2787253" y="2130086"/>
            <a:ext cx="0" cy="151209"/>
          </a:xfrm>
          <a:prstGeom prst="line">
            <a:avLst/>
          </a:prstGeom>
          <a:ln w="6350" cap="rnd">
            <a:round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7" name="Textfeld 26">
            <a:extLst>
              <a:ext uri="{FF2B5EF4-FFF2-40B4-BE49-F238E27FC236}">
                <a16:creationId xmlns:a16="http://schemas.microsoft.com/office/drawing/2014/main" id="{59EC42CF-C4AD-26C2-F755-67F53B0F57FA}"/>
              </a:ext>
            </a:extLst>
          </p:cNvPr>
          <p:cNvSpPr txBox="1"/>
          <p:nvPr/>
        </p:nvSpPr>
        <p:spPr>
          <a:xfrm>
            <a:off x="2658308" y="2287703"/>
            <a:ext cx="23336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1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l</a:t>
            </a:r>
          </a:p>
        </p:txBody>
      </p:sp>
      <p:cxnSp>
        <p:nvCxnSpPr>
          <p:cNvPr id="28" name="Gerade Verbindung mit Pfeil 27">
            <a:extLst>
              <a:ext uri="{FF2B5EF4-FFF2-40B4-BE49-F238E27FC236}">
                <a16:creationId xmlns:a16="http://schemas.microsoft.com/office/drawing/2014/main" id="{5AE93D75-3F67-E738-E867-40F42D1BBD2E}"/>
              </a:ext>
            </a:extLst>
          </p:cNvPr>
          <p:cNvCxnSpPr>
            <a:cxnSpLocks/>
          </p:cNvCxnSpPr>
          <p:nvPr/>
        </p:nvCxnSpPr>
        <p:spPr>
          <a:xfrm>
            <a:off x="375046" y="2203323"/>
            <a:ext cx="268725" cy="0"/>
          </a:xfrm>
          <a:prstGeom prst="straightConnector1">
            <a:avLst/>
          </a:prstGeom>
          <a:ln w="9525" cap="rnd">
            <a:solidFill>
              <a:schemeClr val="accent1"/>
            </a:solidFill>
            <a:round/>
            <a:tailEnd type="stealt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1" name="Textfeld 30">
            <a:extLst>
              <a:ext uri="{FF2B5EF4-FFF2-40B4-BE49-F238E27FC236}">
                <a16:creationId xmlns:a16="http://schemas.microsoft.com/office/drawing/2014/main" id="{8D06E8C5-3B24-B991-BD66-5A2C4FC48901}"/>
              </a:ext>
            </a:extLst>
          </p:cNvPr>
          <p:cNvSpPr txBox="1"/>
          <p:nvPr/>
        </p:nvSpPr>
        <p:spPr>
          <a:xfrm>
            <a:off x="264319" y="1909539"/>
            <a:ext cx="44969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100" i="1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U</a:t>
            </a:r>
            <a:r>
              <a:rPr lang="de-DE" sz="1100" baseline="-25000" dirty="0">
                <a:solidFill>
                  <a:schemeClr val="accent1"/>
                </a:solidFill>
                <a:latin typeface="Latin Modern Math" panose="02000503000000000000" pitchFamily="50" charset="0"/>
                <a:ea typeface="Latin Modern Math" panose="02000503000000000000" pitchFamily="50" charset="0"/>
                <a:cs typeface="CMU Serif" panose="02000603000000000000" pitchFamily="2" charset="0"/>
              </a:rPr>
              <a:t>∞</a:t>
            </a:r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63B1CE73-CB4C-3BFE-798D-740E36BECF21}"/>
              </a:ext>
            </a:extLst>
          </p:cNvPr>
          <p:cNvSpPr txBox="1"/>
          <p:nvPr/>
        </p:nvSpPr>
        <p:spPr>
          <a:xfrm>
            <a:off x="811672" y="1646189"/>
            <a:ext cx="35277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100" i="1" dirty="0" err="1">
                <a:solidFill>
                  <a:schemeClr val="accent5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y</a:t>
            </a:r>
            <a:r>
              <a:rPr lang="de-DE" sz="1100" baseline="-25000" dirty="0" err="1">
                <a:solidFill>
                  <a:schemeClr val="accent5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t</a:t>
            </a:r>
            <a:endParaRPr lang="de-DE" sz="1100" baseline="-25000" dirty="0">
              <a:solidFill>
                <a:schemeClr val="accent5"/>
              </a:solidFill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34" name="Freihandform: Form 33">
            <a:extLst>
              <a:ext uri="{FF2B5EF4-FFF2-40B4-BE49-F238E27FC236}">
                <a16:creationId xmlns:a16="http://schemas.microsoft.com/office/drawing/2014/main" id="{5431695A-CED1-A905-2B1F-29A6C8DEC3EB}"/>
              </a:ext>
            </a:extLst>
          </p:cNvPr>
          <p:cNvSpPr/>
          <p:nvPr/>
        </p:nvSpPr>
        <p:spPr>
          <a:xfrm>
            <a:off x="1069381" y="1850347"/>
            <a:ext cx="69005" cy="111398"/>
          </a:xfrm>
          <a:custGeom>
            <a:avLst/>
            <a:gdLst>
              <a:gd name="csX0" fmla="*/ 103584 w 103584"/>
              <a:gd name="csY0" fmla="*/ 139303 h 139303"/>
              <a:gd name="csX1" fmla="*/ 67866 w 103584"/>
              <a:gd name="csY1" fmla="*/ 55959 h 139303"/>
              <a:gd name="csX2" fmla="*/ 0 w 103584"/>
              <a:gd name="csY2" fmla="*/ 0 h 1393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03584" h="139303">
                <a:moveTo>
                  <a:pt x="103584" y="139303"/>
                </a:moveTo>
                <a:cubicBezTo>
                  <a:pt x="94357" y="109239"/>
                  <a:pt x="85130" y="79176"/>
                  <a:pt x="67866" y="55959"/>
                </a:cubicBezTo>
                <a:cubicBezTo>
                  <a:pt x="50602" y="32742"/>
                  <a:pt x="25301" y="16371"/>
                  <a:pt x="0" y="0"/>
                </a:cubicBezTo>
              </a:path>
            </a:pathLst>
          </a:custGeom>
          <a:ln w="6350" cap="rnd">
            <a:round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35" name="Gerade Verbindung mit Pfeil 34">
            <a:extLst>
              <a:ext uri="{FF2B5EF4-FFF2-40B4-BE49-F238E27FC236}">
                <a16:creationId xmlns:a16="http://schemas.microsoft.com/office/drawing/2014/main" id="{7BFA5323-A8BE-A1CC-F41A-84C8A9AD367C}"/>
              </a:ext>
            </a:extLst>
          </p:cNvPr>
          <p:cNvCxnSpPr>
            <a:cxnSpLocks/>
          </p:cNvCxnSpPr>
          <p:nvPr/>
        </p:nvCxnSpPr>
        <p:spPr>
          <a:xfrm>
            <a:off x="760452" y="1602349"/>
            <a:ext cx="933808" cy="0"/>
          </a:xfrm>
          <a:prstGeom prst="straightConnector1">
            <a:avLst/>
          </a:prstGeom>
          <a:ln w="9525" cap="rnd">
            <a:solidFill>
              <a:schemeClr val="tx1">
                <a:lumMod val="50000"/>
                <a:lumOff val="50000"/>
              </a:schemeClr>
            </a:solidFill>
            <a:round/>
            <a:headEnd type="stealth"/>
            <a:tailEnd type="stealt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1" name="Textfeld 40">
            <a:extLst>
              <a:ext uri="{FF2B5EF4-FFF2-40B4-BE49-F238E27FC236}">
                <a16:creationId xmlns:a16="http://schemas.microsoft.com/office/drawing/2014/main" id="{65699B83-8B53-19C4-7102-59C314F87269}"/>
              </a:ext>
            </a:extLst>
          </p:cNvPr>
          <p:cNvSpPr txBox="1"/>
          <p:nvPr/>
        </p:nvSpPr>
        <p:spPr>
          <a:xfrm>
            <a:off x="1039536" y="1382264"/>
            <a:ext cx="35277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1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x′</a:t>
            </a:r>
            <a:endParaRPr lang="de-DE" sz="1100" i="1" baseline="-25000" dirty="0">
              <a:solidFill>
                <a:schemeClr val="tx1">
                  <a:lumMod val="50000"/>
                  <a:lumOff val="50000"/>
                </a:schemeClr>
              </a:solidFill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42" name="Textfeld 41">
            <a:extLst>
              <a:ext uri="{FF2B5EF4-FFF2-40B4-BE49-F238E27FC236}">
                <a16:creationId xmlns:a16="http://schemas.microsoft.com/office/drawing/2014/main" id="{14D86BA2-54E7-7957-00BE-04015FE7DD45}"/>
              </a:ext>
            </a:extLst>
          </p:cNvPr>
          <p:cNvSpPr txBox="1"/>
          <p:nvPr/>
        </p:nvSpPr>
        <p:spPr>
          <a:xfrm>
            <a:off x="1052572" y="2171149"/>
            <a:ext cx="81426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d</a:t>
            </a:r>
            <a:r>
              <a:rPr lang="de-DE" sz="1100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Q</a:t>
            </a:r>
            <a:r>
              <a:rPr lang="de-DE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(</a:t>
            </a:r>
            <a:r>
              <a:rPr lang="de-DE" sz="11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x′</a:t>
            </a:r>
            <a:r>
              <a:rPr lang="de-DE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)</a:t>
            </a:r>
            <a:endParaRPr lang="de-DE" sz="1100" baseline="-25000" dirty="0">
              <a:solidFill>
                <a:schemeClr val="tx1">
                  <a:lumMod val="50000"/>
                  <a:lumOff val="50000"/>
                </a:schemeClr>
              </a:solidFill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cxnSp>
        <p:nvCxnSpPr>
          <p:cNvPr id="43" name="Gerader Verbinder 42">
            <a:extLst>
              <a:ext uri="{FF2B5EF4-FFF2-40B4-BE49-F238E27FC236}">
                <a16:creationId xmlns:a16="http://schemas.microsoft.com/office/drawing/2014/main" id="{3FFE89FB-4F70-6F25-3598-4E3DDEBC72B0}"/>
              </a:ext>
            </a:extLst>
          </p:cNvPr>
          <p:cNvCxnSpPr>
            <a:cxnSpLocks/>
          </p:cNvCxnSpPr>
          <p:nvPr/>
        </p:nvCxnSpPr>
        <p:spPr>
          <a:xfrm>
            <a:off x="2322910" y="1397127"/>
            <a:ext cx="0" cy="804143"/>
          </a:xfrm>
          <a:prstGeom prst="line">
            <a:avLst/>
          </a:prstGeom>
          <a:ln w="6350" cap="rnd">
            <a:solidFill>
              <a:schemeClr val="tx1">
                <a:lumMod val="50000"/>
                <a:lumOff val="50000"/>
              </a:schemeClr>
            </a:solidFill>
            <a:prstDash val="dash"/>
            <a:round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5" name="Gerader Verbinder 44">
            <a:extLst>
              <a:ext uri="{FF2B5EF4-FFF2-40B4-BE49-F238E27FC236}">
                <a16:creationId xmlns:a16="http://schemas.microsoft.com/office/drawing/2014/main" id="{D631C3CD-45EE-DBDC-A809-E1B3EFEF049D}"/>
              </a:ext>
            </a:extLst>
          </p:cNvPr>
          <p:cNvCxnSpPr>
            <a:cxnSpLocks/>
          </p:cNvCxnSpPr>
          <p:nvPr/>
        </p:nvCxnSpPr>
        <p:spPr>
          <a:xfrm flipH="1">
            <a:off x="760452" y="1401824"/>
            <a:ext cx="1562458" cy="0"/>
          </a:xfrm>
          <a:prstGeom prst="line">
            <a:avLst/>
          </a:prstGeom>
          <a:ln w="6350" cap="rnd">
            <a:solidFill>
              <a:schemeClr val="tx1">
                <a:lumMod val="50000"/>
                <a:lumOff val="50000"/>
              </a:schemeClr>
            </a:solidFill>
            <a:prstDash val="dash"/>
            <a:round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24" name="Gruppieren 23">
            <a:extLst>
              <a:ext uri="{FF2B5EF4-FFF2-40B4-BE49-F238E27FC236}">
                <a16:creationId xmlns:a16="http://schemas.microsoft.com/office/drawing/2014/main" id="{830F2661-0523-44C7-466F-F9F87DA62D50}"/>
              </a:ext>
            </a:extLst>
          </p:cNvPr>
          <p:cNvGrpSpPr/>
          <p:nvPr/>
        </p:nvGrpSpPr>
        <p:grpSpPr>
          <a:xfrm>
            <a:off x="387549" y="1135517"/>
            <a:ext cx="2891432" cy="1329416"/>
            <a:chOff x="220862" y="872331"/>
            <a:chExt cx="2891432" cy="1329416"/>
          </a:xfrm>
        </p:grpSpPr>
        <p:cxnSp>
          <p:nvCxnSpPr>
            <p:cNvPr id="5" name="Gerade Verbindung mit Pfeil 4">
              <a:extLst>
                <a:ext uri="{FF2B5EF4-FFF2-40B4-BE49-F238E27FC236}">
                  <a16:creationId xmlns:a16="http://schemas.microsoft.com/office/drawing/2014/main" id="{C01F3C5F-A810-80F8-4A24-8201A812AFF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3765" y="890650"/>
              <a:ext cx="0" cy="1049778"/>
            </a:xfrm>
            <a:prstGeom prst="straightConnector1">
              <a:avLst/>
            </a:prstGeom>
            <a:ln w="9525" cap="rnd">
              <a:round/>
              <a:tailEnd type="stealth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" name="Gerade Verbindung mit Pfeil 6">
              <a:extLst>
                <a:ext uri="{FF2B5EF4-FFF2-40B4-BE49-F238E27FC236}">
                  <a16:creationId xmlns:a16="http://schemas.microsoft.com/office/drawing/2014/main" id="{0FA0BA1A-B5BE-8FBF-A97B-F5CBF52DD647}"/>
                </a:ext>
              </a:extLst>
            </p:cNvPr>
            <p:cNvCxnSpPr>
              <a:cxnSpLocks/>
            </p:cNvCxnSpPr>
            <p:nvPr/>
          </p:nvCxnSpPr>
          <p:spPr>
            <a:xfrm>
              <a:off x="593765" y="1940428"/>
              <a:ext cx="2449473" cy="0"/>
            </a:xfrm>
            <a:prstGeom prst="straightConnector1">
              <a:avLst/>
            </a:prstGeom>
            <a:ln w="9525" cap="rnd">
              <a:round/>
              <a:tailEnd type="stealth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1" name="Textfeld 20">
              <a:extLst>
                <a:ext uri="{FF2B5EF4-FFF2-40B4-BE49-F238E27FC236}">
                  <a16:creationId xmlns:a16="http://schemas.microsoft.com/office/drawing/2014/main" id="{ECBE2A7F-1991-BE72-42D5-AEBB2839FB7A}"/>
                </a:ext>
              </a:extLst>
            </p:cNvPr>
            <p:cNvSpPr txBox="1"/>
            <p:nvPr/>
          </p:nvSpPr>
          <p:spPr>
            <a:xfrm>
              <a:off x="220862" y="872331"/>
              <a:ext cx="23336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100" i="1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y</a:t>
              </a:r>
            </a:p>
          </p:txBody>
        </p:sp>
        <p:sp>
          <p:nvSpPr>
            <p:cNvPr id="22" name="Textfeld 21">
              <a:extLst>
                <a:ext uri="{FF2B5EF4-FFF2-40B4-BE49-F238E27FC236}">
                  <a16:creationId xmlns:a16="http://schemas.microsoft.com/office/drawing/2014/main" id="{9347DDBC-7F31-07EB-6C5F-5121311B917D}"/>
                </a:ext>
              </a:extLst>
            </p:cNvPr>
            <p:cNvSpPr txBox="1"/>
            <p:nvPr/>
          </p:nvSpPr>
          <p:spPr>
            <a:xfrm>
              <a:off x="2878932" y="1940137"/>
              <a:ext cx="23336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100" i="1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x</a:t>
              </a:r>
            </a:p>
          </p:txBody>
        </p:sp>
      </p:grpSp>
      <p:sp>
        <p:nvSpPr>
          <p:cNvPr id="54" name="Textfeld 53">
            <a:extLst>
              <a:ext uri="{FF2B5EF4-FFF2-40B4-BE49-F238E27FC236}">
                <a16:creationId xmlns:a16="http://schemas.microsoft.com/office/drawing/2014/main" id="{76482CE4-7380-C028-3AC5-FFE9EEF8C2AE}"/>
              </a:ext>
            </a:extLst>
          </p:cNvPr>
          <p:cNvSpPr txBox="1"/>
          <p:nvPr/>
        </p:nvSpPr>
        <p:spPr>
          <a:xfrm>
            <a:off x="1365291" y="1173170"/>
            <a:ext cx="35277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1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x</a:t>
            </a:r>
            <a:endParaRPr lang="de-DE" sz="1100" i="1" baseline="-25000" dirty="0">
              <a:solidFill>
                <a:schemeClr val="tx1">
                  <a:lumMod val="50000"/>
                  <a:lumOff val="50000"/>
                </a:schemeClr>
              </a:solidFill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55" name="Textfeld 54">
            <a:extLst>
              <a:ext uri="{FF2B5EF4-FFF2-40B4-BE49-F238E27FC236}">
                <a16:creationId xmlns:a16="http://schemas.microsoft.com/office/drawing/2014/main" id="{22C0096F-C4D5-40BC-0C8D-C14A0E492B37}"/>
              </a:ext>
            </a:extLst>
          </p:cNvPr>
          <p:cNvSpPr txBox="1"/>
          <p:nvPr/>
        </p:nvSpPr>
        <p:spPr>
          <a:xfrm>
            <a:off x="2232809" y="1638127"/>
            <a:ext cx="35277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1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y</a:t>
            </a:r>
            <a:endParaRPr lang="de-DE" sz="1100" i="1" baseline="-25000" dirty="0">
              <a:solidFill>
                <a:schemeClr val="tx1">
                  <a:lumMod val="50000"/>
                  <a:lumOff val="50000"/>
                </a:schemeClr>
              </a:solidFill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cxnSp>
        <p:nvCxnSpPr>
          <p:cNvPr id="56" name="Gerade Verbindung mit Pfeil 55">
            <a:extLst>
              <a:ext uri="{FF2B5EF4-FFF2-40B4-BE49-F238E27FC236}">
                <a16:creationId xmlns:a16="http://schemas.microsoft.com/office/drawing/2014/main" id="{20F68DD5-BD91-6E2B-C9CE-C9C47955E97C}"/>
              </a:ext>
            </a:extLst>
          </p:cNvPr>
          <p:cNvCxnSpPr>
            <a:cxnSpLocks/>
          </p:cNvCxnSpPr>
          <p:nvPr/>
        </p:nvCxnSpPr>
        <p:spPr>
          <a:xfrm flipV="1">
            <a:off x="1694259" y="1399509"/>
            <a:ext cx="628650" cy="804143"/>
          </a:xfrm>
          <a:prstGeom prst="straightConnector1">
            <a:avLst/>
          </a:prstGeom>
          <a:ln w="9525" cap="rnd">
            <a:solidFill>
              <a:schemeClr val="accent2"/>
            </a:solidFill>
            <a:round/>
            <a:headEnd type="none"/>
            <a:tailEnd type="stealt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0" name="Ellipse 39">
            <a:extLst>
              <a:ext uri="{FF2B5EF4-FFF2-40B4-BE49-F238E27FC236}">
                <a16:creationId xmlns:a16="http://schemas.microsoft.com/office/drawing/2014/main" id="{3FB33560-7345-FD89-79FC-CB1BDB404655}"/>
              </a:ext>
            </a:extLst>
          </p:cNvPr>
          <p:cNvSpPr/>
          <p:nvPr/>
        </p:nvSpPr>
        <p:spPr>
          <a:xfrm>
            <a:off x="1671400" y="2179882"/>
            <a:ext cx="45719" cy="45719"/>
          </a:xfrm>
          <a:prstGeom prst="ellipse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38" name="Gerader Verbinder 37">
            <a:extLst>
              <a:ext uri="{FF2B5EF4-FFF2-40B4-BE49-F238E27FC236}">
                <a16:creationId xmlns:a16="http://schemas.microsoft.com/office/drawing/2014/main" id="{D6F0D60B-E555-BCF1-9ECD-AA69379956B6}"/>
              </a:ext>
            </a:extLst>
          </p:cNvPr>
          <p:cNvCxnSpPr>
            <a:cxnSpLocks/>
          </p:cNvCxnSpPr>
          <p:nvPr/>
        </p:nvCxnSpPr>
        <p:spPr>
          <a:xfrm>
            <a:off x="1694260" y="1545449"/>
            <a:ext cx="0" cy="723941"/>
          </a:xfrm>
          <a:prstGeom prst="line">
            <a:avLst/>
          </a:prstGeom>
          <a:ln w="6350" cap="rnd">
            <a:solidFill>
              <a:schemeClr val="tx1">
                <a:lumMod val="50000"/>
                <a:lumOff val="50000"/>
              </a:schemeClr>
            </a:solidFill>
            <a:round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1" name="Gerade Verbindung mit Pfeil 60">
            <a:extLst>
              <a:ext uri="{FF2B5EF4-FFF2-40B4-BE49-F238E27FC236}">
                <a16:creationId xmlns:a16="http://schemas.microsoft.com/office/drawing/2014/main" id="{622465F8-FDD1-EB3C-4B85-B27CD986FCE7}"/>
              </a:ext>
            </a:extLst>
          </p:cNvPr>
          <p:cNvCxnSpPr>
            <a:cxnSpLocks/>
          </p:cNvCxnSpPr>
          <p:nvPr/>
        </p:nvCxnSpPr>
        <p:spPr>
          <a:xfrm flipV="1">
            <a:off x="2321716" y="977920"/>
            <a:ext cx="331218" cy="423680"/>
          </a:xfrm>
          <a:prstGeom prst="straightConnector1">
            <a:avLst/>
          </a:prstGeom>
          <a:ln w="9525" cap="rnd">
            <a:solidFill>
              <a:schemeClr val="accent2"/>
            </a:solidFill>
            <a:round/>
            <a:headEnd type="none"/>
            <a:tailEnd type="stealt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0" name="Gerade Verbindung mit Pfeil 49">
            <a:extLst>
              <a:ext uri="{FF2B5EF4-FFF2-40B4-BE49-F238E27FC236}">
                <a16:creationId xmlns:a16="http://schemas.microsoft.com/office/drawing/2014/main" id="{6BF261DB-C6A6-B1F8-81BE-29EF554B1111}"/>
              </a:ext>
            </a:extLst>
          </p:cNvPr>
          <p:cNvCxnSpPr>
            <a:cxnSpLocks/>
          </p:cNvCxnSpPr>
          <p:nvPr/>
        </p:nvCxnSpPr>
        <p:spPr>
          <a:xfrm>
            <a:off x="2322909" y="1401533"/>
            <a:ext cx="362347" cy="0"/>
          </a:xfrm>
          <a:prstGeom prst="straightConnector1">
            <a:avLst/>
          </a:prstGeom>
          <a:ln w="9525" cap="rnd">
            <a:solidFill>
              <a:schemeClr val="tx1">
                <a:lumMod val="50000"/>
                <a:lumOff val="50000"/>
              </a:schemeClr>
            </a:solidFill>
            <a:round/>
            <a:headEnd type="none"/>
            <a:tailEnd type="stealt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Gerade Verbindung mit Pfeil 52">
            <a:extLst>
              <a:ext uri="{FF2B5EF4-FFF2-40B4-BE49-F238E27FC236}">
                <a16:creationId xmlns:a16="http://schemas.microsoft.com/office/drawing/2014/main" id="{55619D61-7B52-1515-6B1D-51C42D3C2F7D}"/>
              </a:ext>
            </a:extLst>
          </p:cNvPr>
          <p:cNvCxnSpPr>
            <a:cxnSpLocks/>
          </p:cNvCxnSpPr>
          <p:nvPr/>
        </p:nvCxnSpPr>
        <p:spPr>
          <a:xfrm rot="-5400000">
            <a:off x="2141735" y="1220359"/>
            <a:ext cx="362347" cy="0"/>
          </a:xfrm>
          <a:prstGeom prst="straightConnector1">
            <a:avLst/>
          </a:prstGeom>
          <a:ln w="9525" cap="rnd">
            <a:solidFill>
              <a:schemeClr val="tx1">
                <a:lumMod val="50000"/>
                <a:lumOff val="50000"/>
              </a:schemeClr>
            </a:solidFill>
            <a:round/>
            <a:headEnd type="none"/>
            <a:tailEnd type="stealt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4" name="Textfeld 63">
            <a:extLst>
              <a:ext uri="{FF2B5EF4-FFF2-40B4-BE49-F238E27FC236}">
                <a16:creationId xmlns:a16="http://schemas.microsoft.com/office/drawing/2014/main" id="{A4A26152-63D9-152C-1A8C-81837453F0B1}"/>
              </a:ext>
            </a:extLst>
          </p:cNvPr>
          <p:cNvSpPr txBox="1"/>
          <p:nvPr/>
        </p:nvSpPr>
        <p:spPr>
          <a:xfrm>
            <a:off x="2481327" y="1403944"/>
            <a:ext cx="35277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d</a:t>
            </a:r>
            <a:r>
              <a:rPr lang="de-DE" sz="11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u</a:t>
            </a:r>
            <a:endParaRPr lang="de-DE" sz="1100" i="1" baseline="-25000" dirty="0">
              <a:solidFill>
                <a:schemeClr val="tx1">
                  <a:lumMod val="50000"/>
                  <a:lumOff val="50000"/>
                </a:schemeClr>
              </a:solidFill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65" name="Textfeld 64">
            <a:extLst>
              <a:ext uri="{FF2B5EF4-FFF2-40B4-BE49-F238E27FC236}">
                <a16:creationId xmlns:a16="http://schemas.microsoft.com/office/drawing/2014/main" id="{BE435B40-5057-1274-527D-5E19682BA74B}"/>
              </a:ext>
            </a:extLst>
          </p:cNvPr>
          <p:cNvSpPr txBox="1"/>
          <p:nvPr/>
        </p:nvSpPr>
        <p:spPr>
          <a:xfrm>
            <a:off x="2000728" y="906895"/>
            <a:ext cx="35277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d</a:t>
            </a:r>
            <a:r>
              <a:rPr lang="de-DE" sz="11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v</a:t>
            </a:r>
            <a:endParaRPr lang="de-DE" sz="1100" i="1" baseline="-25000" dirty="0">
              <a:solidFill>
                <a:schemeClr val="tx1">
                  <a:lumMod val="50000"/>
                  <a:lumOff val="50000"/>
                </a:schemeClr>
              </a:solidFill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66" name="Textfeld 65">
            <a:extLst>
              <a:ext uri="{FF2B5EF4-FFF2-40B4-BE49-F238E27FC236}">
                <a16:creationId xmlns:a16="http://schemas.microsoft.com/office/drawing/2014/main" id="{E17A8616-A10C-02A7-F4E3-E879625814BB}"/>
              </a:ext>
            </a:extLst>
          </p:cNvPr>
          <p:cNvSpPr txBox="1"/>
          <p:nvPr/>
        </p:nvSpPr>
        <p:spPr>
          <a:xfrm>
            <a:off x="2556973" y="979522"/>
            <a:ext cx="42933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100" dirty="0" err="1">
                <a:solidFill>
                  <a:schemeClr val="accent2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d</a:t>
            </a:r>
            <a:r>
              <a:rPr lang="de-DE" sz="1100" i="1" dirty="0" err="1">
                <a:solidFill>
                  <a:schemeClr val="accent2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v</a:t>
            </a:r>
            <a:r>
              <a:rPr lang="de-DE" sz="1100" i="1" baseline="-25000" dirty="0" err="1">
                <a:solidFill>
                  <a:schemeClr val="accent2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r</a:t>
            </a:r>
            <a:endParaRPr lang="de-DE" sz="1100" i="1" baseline="-25000" dirty="0">
              <a:solidFill>
                <a:schemeClr val="accent2"/>
              </a:solidFill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67" name="Textfeld 66">
            <a:extLst>
              <a:ext uri="{FF2B5EF4-FFF2-40B4-BE49-F238E27FC236}">
                <a16:creationId xmlns:a16="http://schemas.microsoft.com/office/drawing/2014/main" id="{4D85C809-E44D-B771-1DDA-0F3DB1AE9532}"/>
              </a:ext>
            </a:extLst>
          </p:cNvPr>
          <p:cNvSpPr txBox="1"/>
          <p:nvPr/>
        </p:nvSpPr>
        <p:spPr>
          <a:xfrm>
            <a:off x="1908631" y="1649102"/>
            <a:ext cx="42933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100" i="1" dirty="0">
                <a:solidFill>
                  <a:schemeClr val="accent2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r</a:t>
            </a:r>
            <a:endParaRPr lang="de-DE" sz="1100" i="1" baseline="-25000" dirty="0">
              <a:solidFill>
                <a:schemeClr val="accent2"/>
              </a:solidFill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68" name="Bogen 67">
            <a:extLst>
              <a:ext uri="{FF2B5EF4-FFF2-40B4-BE49-F238E27FC236}">
                <a16:creationId xmlns:a16="http://schemas.microsoft.com/office/drawing/2014/main" id="{488935CF-E48C-ABDB-2635-5978560ED574}"/>
              </a:ext>
            </a:extLst>
          </p:cNvPr>
          <p:cNvSpPr/>
          <p:nvPr/>
        </p:nvSpPr>
        <p:spPr>
          <a:xfrm>
            <a:off x="1316325" y="1822527"/>
            <a:ext cx="758068" cy="758064"/>
          </a:xfrm>
          <a:prstGeom prst="arc">
            <a:avLst>
              <a:gd name="adj1" fmla="val 18497828"/>
              <a:gd name="adj2" fmla="val 0"/>
            </a:avLst>
          </a:prstGeom>
          <a:ln w="9525" cap="rnd">
            <a:solidFill>
              <a:schemeClr val="accent2"/>
            </a:solidFill>
            <a:round/>
            <a:headEnd type="stealth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9" name="Textfeld 68">
            <a:extLst>
              <a:ext uri="{FF2B5EF4-FFF2-40B4-BE49-F238E27FC236}">
                <a16:creationId xmlns:a16="http://schemas.microsoft.com/office/drawing/2014/main" id="{5B435A81-80E5-5619-4595-F83D7F13CA91}"/>
              </a:ext>
            </a:extLst>
          </p:cNvPr>
          <p:cNvSpPr txBox="1"/>
          <p:nvPr/>
        </p:nvSpPr>
        <p:spPr>
          <a:xfrm>
            <a:off x="1685571" y="2000610"/>
            <a:ext cx="42933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100" i="1" dirty="0">
                <a:solidFill>
                  <a:schemeClr val="accent2"/>
                </a:solidFill>
                <a:latin typeface="Latin Modern Math" panose="02000503000000000000" pitchFamily="50" charset="0"/>
                <a:ea typeface="Latin Modern Math" panose="02000503000000000000" pitchFamily="50" charset="0"/>
                <a:cs typeface="CMU Serif" panose="02000603000000000000" pitchFamily="2" charset="0"/>
              </a:rPr>
              <a:t>φ</a:t>
            </a:r>
            <a:endParaRPr lang="de-DE" sz="1100" i="1" baseline="-25000" dirty="0">
              <a:solidFill>
                <a:schemeClr val="accent2"/>
              </a:solidFill>
              <a:latin typeface="Latin Modern Math" panose="02000503000000000000" pitchFamily="50" charset="0"/>
              <a:ea typeface="Latin Modern Math" panose="02000503000000000000" pitchFamily="50" charset="0"/>
              <a:cs typeface="CMU Serif" panose="02000603000000000000" pitchFamily="2" charset="0"/>
            </a:endParaRPr>
          </a:p>
        </p:txBody>
      </p:sp>
      <p:sp>
        <p:nvSpPr>
          <p:cNvPr id="70" name="Ellipse 69">
            <a:extLst>
              <a:ext uri="{FF2B5EF4-FFF2-40B4-BE49-F238E27FC236}">
                <a16:creationId xmlns:a16="http://schemas.microsoft.com/office/drawing/2014/main" id="{E5269625-BBF3-6DE4-4099-C3A3F90518A2}"/>
              </a:ext>
            </a:extLst>
          </p:cNvPr>
          <p:cNvSpPr/>
          <p:nvPr/>
        </p:nvSpPr>
        <p:spPr>
          <a:xfrm>
            <a:off x="2301478" y="1379882"/>
            <a:ext cx="45719" cy="45719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1" name="Textfeld 70">
            <a:extLst>
              <a:ext uri="{FF2B5EF4-FFF2-40B4-BE49-F238E27FC236}">
                <a16:creationId xmlns:a16="http://schemas.microsoft.com/office/drawing/2014/main" id="{4452D4F9-41A3-D6B6-ADF1-3384F2E8C3E9}"/>
              </a:ext>
            </a:extLst>
          </p:cNvPr>
          <p:cNvSpPr txBox="1"/>
          <p:nvPr/>
        </p:nvSpPr>
        <p:spPr>
          <a:xfrm>
            <a:off x="1800225" y="1183368"/>
            <a:ext cx="5940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1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Latin Modern Math" panose="02000503000000000000" pitchFamily="50" charset="0"/>
                <a:ea typeface="Latin Modern Math" panose="02000503000000000000" pitchFamily="50" charset="0"/>
                <a:cs typeface="CMU Serif" panose="02000603000000000000" pitchFamily="2" charset="0"/>
              </a:rPr>
              <a:t>P</a:t>
            </a:r>
            <a:r>
              <a:rPr lang="de-DE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(</a:t>
            </a:r>
            <a:r>
              <a:rPr lang="de-DE" sz="1100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x</a:t>
            </a:r>
            <a:r>
              <a:rPr lang="de-DE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,</a:t>
            </a:r>
            <a:r>
              <a:rPr lang="de-DE" sz="1100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y</a:t>
            </a:r>
            <a:r>
              <a:rPr lang="de-DE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)</a:t>
            </a:r>
            <a:endParaRPr lang="de-DE" sz="1100" i="1" baseline="-25000" dirty="0">
              <a:solidFill>
                <a:schemeClr val="tx1">
                  <a:lumMod val="50000"/>
                  <a:lumOff val="50000"/>
                </a:schemeClr>
              </a:solidFill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0399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BE98C-843E-F8D8-04BB-4AA2E57FAB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Gerade Verbindung mit Pfeil 22">
            <a:extLst>
              <a:ext uri="{FF2B5EF4-FFF2-40B4-BE49-F238E27FC236}">
                <a16:creationId xmlns:a16="http://schemas.microsoft.com/office/drawing/2014/main" id="{1B787AF4-4EDE-6B6A-B022-1274C28501AA}"/>
              </a:ext>
            </a:extLst>
          </p:cNvPr>
          <p:cNvCxnSpPr>
            <a:cxnSpLocks/>
          </p:cNvCxnSpPr>
          <p:nvPr/>
        </p:nvCxnSpPr>
        <p:spPr>
          <a:xfrm flipV="1">
            <a:off x="1333065" y="1881782"/>
            <a:ext cx="0" cy="372981"/>
          </a:xfrm>
          <a:prstGeom prst="straightConnector1">
            <a:avLst/>
          </a:prstGeom>
          <a:ln w="6350" cap="rnd">
            <a:solidFill>
              <a:schemeClr val="accent2"/>
            </a:solidFill>
            <a:round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Gerade Verbindung mit Pfeil 9">
            <a:extLst>
              <a:ext uri="{FF2B5EF4-FFF2-40B4-BE49-F238E27FC236}">
                <a16:creationId xmlns:a16="http://schemas.microsoft.com/office/drawing/2014/main" id="{D41348B6-3970-371A-951B-6F1FC0D1568E}"/>
              </a:ext>
            </a:extLst>
          </p:cNvPr>
          <p:cNvCxnSpPr>
            <a:cxnSpLocks/>
          </p:cNvCxnSpPr>
          <p:nvPr/>
        </p:nvCxnSpPr>
        <p:spPr>
          <a:xfrm>
            <a:off x="860186" y="1844208"/>
            <a:ext cx="268725" cy="0"/>
          </a:xfrm>
          <a:prstGeom prst="straightConnector1">
            <a:avLst/>
          </a:prstGeom>
          <a:ln w="9525" cap="rnd">
            <a:solidFill>
              <a:schemeClr val="accent1"/>
            </a:solidFill>
            <a:round/>
            <a:tailEnd type="stealt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Textfeld 10">
            <a:extLst>
              <a:ext uri="{FF2B5EF4-FFF2-40B4-BE49-F238E27FC236}">
                <a16:creationId xmlns:a16="http://schemas.microsoft.com/office/drawing/2014/main" id="{35E21D1E-781D-5CAD-09E6-BCF363D538C4}"/>
              </a:ext>
            </a:extLst>
          </p:cNvPr>
          <p:cNvSpPr txBox="1"/>
          <p:nvPr/>
        </p:nvSpPr>
        <p:spPr>
          <a:xfrm>
            <a:off x="749459" y="1550424"/>
            <a:ext cx="44969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100" i="1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U</a:t>
            </a:r>
            <a:r>
              <a:rPr lang="de-DE" sz="1100" baseline="-25000" dirty="0">
                <a:solidFill>
                  <a:schemeClr val="accent1"/>
                </a:solidFill>
                <a:latin typeface="Latin Modern Math" panose="02000503000000000000" pitchFamily="50" charset="0"/>
                <a:ea typeface="Latin Modern Math" panose="02000503000000000000" pitchFamily="50" charset="0"/>
                <a:cs typeface="CMU Serif" panose="02000603000000000000" pitchFamily="2" charset="0"/>
              </a:rPr>
              <a:t>∞</a:t>
            </a:r>
          </a:p>
        </p:txBody>
      </p:sp>
      <p:sp>
        <p:nvSpPr>
          <p:cNvPr id="12" name="Bogen 11">
            <a:extLst>
              <a:ext uri="{FF2B5EF4-FFF2-40B4-BE49-F238E27FC236}">
                <a16:creationId xmlns:a16="http://schemas.microsoft.com/office/drawing/2014/main" id="{5994CC41-8538-C05E-4E0E-CFCD336FA37C}"/>
              </a:ext>
            </a:extLst>
          </p:cNvPr>
          <p:cNvSpPr/>
          <p:nvPr/>
        </p:nvSpPr>
        <p:spPr>
          <a:xfrm>
            <a:off x="1333065" y="1398890"/>
            <a:ext cx="890635" cy="890635"/>
          </a:xfrm>
          <a:prstGeom prst="arc">
            <a:avLst>
              <a:gd name="adj1" fmla="val 10777018"/>
              <a:gd name="adj2" fmla="val 27204"/>
            </a:avLst>
          </a:prstGeom>
          <a:ln w="6350" cap="rnd">
            <a:solidFill>
              <a:schemeClr val="accent5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BA8BCE43-7994-DEE6-0C03-5AC483CE1AC0}"/>
              </a:ext>
            </a:extLst>
          </p:cNvPr>
          <p:cNvCxnSpPr/>
          <p:nvPr/>
        </p:nvCxnSpPr>
        <p:spPr>
          <a:xfrm flipV="1">
            <a:off x="1778382" y="1363223"/>
            <a:ext cx="348251" cy="480984"/>
          </a:xfrm>
          <a:prstGeom prst="line">
            <a:avLst/>
          </a:prstGeom>
          <a:ln w="6350" cap="rnd">
            <a:solidFill>
              <a:schemeClr val="accent5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Gerader Verbinder 14">
            <a:extLst>
              <a:ext uri="{FF2B5EF4-FFF2-40B4-BE49-F238E27FC236}">
                <a16:creationId xmlns:a16="http://schemas.microsoft.com/office/drawing/2014/main" id="{2AEB9A8B-3F8C-B7C2-D4FE-A2C0A519EE7F}"/>
              </a:ext>
            </a:extLst>
          </p:cNvPr>
          <p:cNvCxnSpPr>
            <a:cxnSpLocks/>
          </p:cNvCxnSpPr>
          <p:nvPr/>
        </p:nvCxnSpPr>
        <p:spPr>
          <a:xfrm flipV="1">
            <a:off x="2038145" y="1306245"/>
            <a:ext cx="0" cy="544658"/>
          </a:xfrm>
          <a:prstGeom prst="line">
            <a:avLst/>
          </a:prstGeom>
          <a:ln w="6350" cap="rnd">
            <a:solidFill>
              <a:schemeClr val="accent5"/>
            </a:solidFill>
            <a:prstDash val="sysDash"/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Gerader Verbinder 18">
            <a:extLst>
              <a:ext uri="{FF2B5EF4-FFF2-40B4-BE49-F238E27FC236}">
                <a16:creationId xmlns:a16="http://schemas.microsoft.com/office/drawing/2014/main" id="{91AA22E6-CB18-5949-0239-133636A40DD3}"/>
              </a:ext>
            </a:extLst>
          </p:cNvPr>
          <p:cNvCxnSpPr>
            <a:cxnSpLocks/>
          </p:cNvCxnSpPr>
          <p:nvPr/>
        </p:nvCxnSpPr>
        <p:spPr>
          <a:xfrm flipV="1">
            <a:off x="1775619" y="1245113"/>
            <a:ext cx="0" cy="599094"/>
          </a:xfrm>
          <a:prstGeom prst="line">
            <a:avLst/>
          </a:prstGeom>
          <a:ln w="6350" cap="rnd">
            <a:solidFill>
              <a:schemeClr val="accent5"/>
            </a:solidFill>
            <a:prstDash val="sysDash"/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Bogen 20">
            <a:extLst>
              <a:ext uri="{FF2B5EF4-FFF2-40B4-BE49-F238E27FC236}">
                <a16:creationId xmlns:a16="http://schemas.microsoft.com/office/drawing/2014/main" id="{7D85494F-38BB-2869-73A2-F19C4157E974}"/>
              </a:ext>
            </a:extLst>
          </p:cNvPr>
          <p:cNvSpPr/>
          <p:nvPr/>
        </p:nvSpPr>
        <p:spPr>
          <a:xfrm>
            <a:off x="1481568" y="1548530"/>
            <a:ext cx="589820" cy="589818"/>
          </a:xfrm>
          <a:prstGeom prst="arc">
            <a:avLst>
              <a:gd name="adj1" fmla="val 18402390"/>
              <a:gd name="adj2" fmla="val 27204"/>
            </a:avLst>
          </a:prstGeom>
          <a:ln w="9525" cap="rnd">
            <a:solidFill>
              <a:schemeClr val="accent5"/>
            </a:solidFill>
            <a:round/>
            <a:headEnd type="stealth" w="med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7C377C8E-A6AE-21EB-3880-C2F51BCF55CE}"/>
              </a:ext>
            </a:extLst>
          </p:cNvPr>
          <p:cNvSpPr txBox="1"/>
          <p:nvPr/>
        </p:nvSpPr>
        <p:spPr>
          <a:xfrm>
            <a:off x="1975142" y="1618571"/>
            <a:ext cx="289560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1100" i="1" dirty="0">
                <a:solidFill>
                  <a:schemeClr val="accent5"/>
                </a:solidFill>
                <a:latin typeface="Latin Modern Math" panose="02000503000000000000" pitchFamily="50" charset="0"/>
                <a:ea typeface="Latin Modern Math" panose="02000503000000000000" pitchFamily="50" charset="0"/>
                <a:cs typeface="CMU Serif" panose="02000603000000000000" pitchFamily="2" charset="0"/>
              </a:rPr>
              <a:t>φ</a:t>
            </a:r>
          </a:p>
        </p:txBody>
      </p:sp>
      <p:cxnSp>
        <p:nvCxnSpPr>
          <p:cNvPr id="25" name="Gerade Verbindung mit Pfeil 24">
            <a:extLst>
              <a:ext uri="{FF2B5EF4-FFF2-40B4-BE49-F238E27FC236}">
                <a16:creationId xmlns:a16="http://schemas.microsoft.com/office/drawing/2014/main" id="{50560DFD-CFAA-468C-6BC0-8079F941D9B7}"/>
              </a:ext>
            </a:extLst>
          </p:cNvPr>
          <p:cNvCxnSpPr>
            <a:cxnSpLocks/>
          </p:cNvCxnSpPr>
          <p:nvPr/>
        </p:nvCxnSpPr>
        <p:spPr>
          <a:xfrm flipV="1">
            <a:off x="2224517" y="1843439"/>
            <a:ext cx="0" cy="411324"/>
          </a:xfrm>
          <a:prstGeom prst="straightConnector1">
            <a:avLst/>
          </a:prstGeom>
          <a:ln w="6350" cap="rnd">
            <a:solidFill>
              <a:schemeClr val="accent2"/>
            </a:solidFill>
            <a:round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Gerade Verbindung mit Pfeil 26">
            <a:extLst>
              <a:ext uri="{FF2B5EF4-FFF2-40B4-BE49-F238E27FC236}">
                <a16:creationId xmlns:a16="http://schemas.microsoft.com/office/drawing/2014/main" id="{534F6FC0-083C-DDC0-ADA3-2FD112EF19E7}"/>
              </a:ext>
            </a:extLst>
          </p:cNvPr>
          <p:cNvCxnSpPr>
            <a:cxnSpLocks/>
          </p:cNvCxnSpPr>
          <p:nvPr/>
        </p:nvCxnSpPr>
        <p:spPr>
          <a:xfrm>
            <a:off x="1333065" y="2086143"/>
            <a:ext cx="705080" cy="0"/>
          </a:xfrm>
          <a:prstGeom prst="straightConnector1">
            <a:avLst/>
          </a:prstGeom>
          <a:ln w="9525" cap="rnd">
            <a:solidFill>
              <a:schemeClr val="accent2"/>
            </a:solidFill>
            <a:round/>
            <a:tailEnd type="stealt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Gerade Verbindung mit Pfeil 28">
            <a:extLst>
              <a:ext uri="{FF2B5EF4-FFF2-40B4-BE49-F238E27FC236}">
                <a16:creationId xmlns:a16="http://schemas.microsoft.com/office/drawing/2014/main" id="{79FC342B-3C9A-3D26-3D1C-1EC2E7ADB4BF}"/>
              </a:ext>
            </a:extLst>
          </p:cNvPr>
          <p:cNvCxnSpPr>
            <a:cxnSpLocks/>
          </p:cNvCxnSpPr>
          <p:nvPr/>
        </p:nvCxnSpPr>
        <p:spPr>
          <a:xfrm>
            <a:off x="1333065" y="2211873"/>
            <a:ext cx="890635" cy="0"/>
          </a:xfrm>
          <a:prstGeom prst="straightConnector1">
            <a:avLst/>
          </a:prstGeom>
          <a:ln w="9525" cap="rnd">
            <a:solidFill>
              <a:schemeClr val="accent2"/>
            </a:solidFill>
            <a:round/>
            <a:tailEnd type="stealt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1" name="Textfeld 30">
            <a:extLst>
              <a:ext uri="{FF2B5EF4-FFF2-40B4-BE49-F238E27FC236}">
                <a16:creationId xmlns:a16="http://schemas.microsoft.com/office/drawing/2014/main" id="{575912BE-BFE9-F87F-E4AD-1527B327110A}"/>
              </a:ext>
            </a:extLst>
          </p:cNvPr>
          <p:cNvSpPr txBox="1"/>
          <p:nvPr/>
        </p:nvSpPr>
        <p:spPr>
          <a:xfrm>
            <a:off x="1100290" y="2246557"/>
            <a:ext cx="463915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1100" i="1" dirty="0">
                <a:solidFill>
                  <a:schemeClr val="accent2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X</a:t>
            </a:r>
            <a:r>
              <a:rPr lang="de-DE" sz="1100" dirty="0">
                <a:solidFill>
                  <a:schemeClr val="accent2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=0</a:t>
            </a:r>
          </a:p>
        </p:txBody>
      </p:sp>
      <p:sp>
        <p:nvSpPr>
          <p:cNvPr id="35" name="Textfeld 34">
            <a:extLst>
              <a:ext uri="{FF2B5EF4-FFF2-40B4-BE49-F238E27FC236}">
                <a16:creationId xmlns:a16="http://schemas.microsoft.com/office/drawing/2014/main" id="{412BD581-8DE2-52D4-DCDA-81BDCCFA6A5D}"/>
              </a:ext>
            </a:extLst>
          </p:cNvPr>
          <p:cNvSpPr txBox="1"/>
          <p:nvPr/>
        </p:nvSpPr>
        <p:spPr>
          <a:xfrm>
            <a:off x="1677053" y="2032274"/>
            <a:ext cx="289560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1100" i="1" dirty="0">
                <a:solidFill>
                  <a:schemeClr val="accent2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X</a:t>
            </a:r>
          </a:p>
        </p:txBody>
      </p:sp>
      <p:sp>
        <p:nvSpPr>
          <p:cNvPr id="36" name="Textfeld 35">
            <a:extLst>
              <a:ext uri="{FF2B5EF4-FFF2-40B4-BE49-F238E27FC236}">
                <a16:creationId xmlns:a16="http://schemas.microsoft.com/office/drawing/2014/main" id="{4C7467F5-D539-9B84-2589-DE0F4A18DC62}"/>
              </a:ext>
            </a:extLst>
          </p:cNvPr>
          <p:cNvSpPr txBox="1"/>
          <p:nvPr/>
        </p:nvSpPr>
        <p:spPr>
          <a:xfrm>
            <a:off x="1989385" y="2246557"/>
            <a:ext cx="463915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1100" i="1" dirty="0">
                <a:solidFill>
                  <a:schemeClr val="accent2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X</a:t>
            </a:r>
            <a:r>
              <a:rPr lang="de-DE" sz="1100" dirty="0">
                <a:solidFill>
                  <a:schemeClr val="accent2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=1</a:t>
            </a:r>
          </a:p>
        </p:txBody>
      </p:sp>
      <p:cxnSp>
        <p:nvCxnSpPr>
          <p:cNvPr id="39" name="Gerader Verbinder 38">
            <a:extLst>
              <a:ext uri="{FF2B5EF4-FFF2-40B4-BE49-F238E27FC236}">
                <a16:creationId xmlns:a16="http://schemas.microsoft.com/office/drawing/2014/main" id="{3C01385C-4EC2-3A86-23CF-B3382F04FDC1}"/>
              </a:ext>
            </a:extLst>
          </p:cNvPr>
          <p:cNvCxnSpPr>
            <a:cxnSpLocks/>
          </p:cNvCxnSpPr>
          <p:nvPr/>
        </p:nvCxnSpPr>
        <p:spPr>
          <a:xfrm flipV="1">
            <a:off x="2038145" y="1850903"/>
            <a:ext cx="0" cy="280035"/>
          </a:xfrm>
          <a:prstGeom prst="line">
            <a:avLst/>
          </a:prstGeom>
          <a:ln w="6350" cap="rnd">
            <a:solidFill>
              <a:schemeClr val="accent2"/>
            </a:solidFill>
            <a:prstDash val="sysDash"/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77136F27-3B80-62FE-7A8B-25344E500F79}"/>
              </a:ext>
            </a:extLst>
          </p:cNvPr>
          <p:cNvGrpSpPr/>
          <p:nvPr/>
        </p:nvGrpSpPr>
        <p:grpSpPr>
          <a:xfrm>
            <a:off x="1065252" y="1136075"/>
            <a:ext cx="1703731" cy="972663"/>
            <a:chOff x="464994" y="1248713"/>
            <a:chExt cx="1703731" cy="972663"/>
          </a:xfrm>
        </p:grpSpPr>
        <p:cxnSp>
          <p:nvCxnSpPr>
            <p:cNvPr id="3" name="Gerade Verbindung mit Pfeil 2">
              <a:extLst>
                <a:ext uri="{FF2B5EF4-FFF2-40B4-BE49-F238E27FC236}">
                  <a16:creationId xmlns:a16="http://schemas.microsoft.com/office/drawing/2014/main" id="{2CF6EE66-CE60-833C-C0B0-3E28FEFCA627}"/>
                </a:ext>
              </a:extLst>
            </p:cNvPr>
            <p:cNvCxnSpPr>
              <a:cxnSpLocks/>
            </p:cNvCxnSpPr>
            <p:nvPr/>
          </p:nvCxnSpPr>
          <p:spPr>
            <a:xfrm>
              <a:off x="622300" y="1959766"/>
              <a:ext cx="1401645" cy="0"/>
            </a:xfrm>
            <a:prstGeom prst="straightConnector1">
              <a:avLst/>
            </a:prstGeom>
            <a:ln w="12700" cap="rnd">
              <a:solidFill>
                <a:schemeClr val="tx1"/>
              </a:solidFill>
              <a:round/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Gerade Verbindung mit Pfeil 3">
              <a:extLst>
                <a:ext uri="{FF2B5EF4-FFF2-40B4-BE49-F238E27FC236}">
                  <a16:creationId xmlns:a16="http://schemas.microsoft.com/office/drawing/2014/main" id="{AD6E332C-3347-074B-50CF-9E4E1C15D76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2807" y="1399618"/>
              <a:ext cx="0" cy="623239"/>
            </a:xfrm>
            <a:prstGeom prst="straightConnector1">
              <a:avLst/>
            </a:prstGeom>
            <a:ln w="12700" cap="rnd">
              <a:solidFill>
                <a:schemeClr val="tx1"/>
              </a:solidFill>
              <a:round/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Textfeld 4">
              <a:extLst>
                <a:ext uri="{FF2B5EF4-FFF2-40B4-BE49-F238E27FC236}">
                  <a16:creationId xmlns:a16="http://schemas.microsoft.com/office/drawing/2014/main" id="{A375E3C8-B22A-6154-6933-DE6183B9AD7A}"/>
                </a:ext>
              </a:extLst>
            </p:cNvPr>
            <p:cNvSpPr txBox="1"/>
            <p:nvPr/>
          </p:nvSpPr>
          <p:spPr>
            <a:xfrm>
              <a:off x="464994" y="1248713"/>
              <a:ext cx="289560" cy="26161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de-DE" sz="1100" i="1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y</a:t>
              </a:r>
            </a:p>
          </p:txBody>
        </p:sp>
        <p:sp>
          <p:nvSpPr>
            <p:cNvPr id="6" name="Textfeld 5">
              <a:extLst>
                <a:ext uri="{FF2B5EF4-FFF2-40B4-BE49-F238E27FC236}">
                  <a16:creationId xmlns:a16="http://schemas.microsoft.com/office/drawing/2014/main" id="{5A146153-4DFC-DD06-A3AA-B21F4C776819}"/>
                </a:ext>
              </a:extLst>
            </p:cNvPr>
            <p:cNvSpPr txBox="1"/>
            <p:nvPr/>
          </p:nvSpPr>
          <p:spPr>
            <a:xfrm>
              <a:off x="1879165" y="1959766"/>
              <a:ext cx="289560" cy="26161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de-DE" sz="1100" i="1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x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098598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D62E64-36F2-15EF-3828-8A4565B1B1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Gerader Verbinder 10">
            <a:extLst>
              <a:ext uri="{FF2B5EF4-FFF2-40B4-BE49-F238E27FC236}">
                <a16:creationId xmlns:a16="http://schemas.microsoft.com/office/drawing/2014/main" id="{33BB54C9-D3B3-A302-2180-789EC15869FE}"/>
              </a:ext>
            </a:extLst>
          </p:cNvPr>
          <p:cNvCxnSpPr/>
          <p:nvPr/>
        </p:nvCxnSpPr>
        <p:spPr>
          <a:xfrm>
            <a:off x="1035711" y="1476644"/>
            <a:ext cx="1407160" cy="0"/>
          </a:xfrm>
          <a:prstGeom prst="line">
            <a:avLst/>
          </a:prstGeom>
          <a:ln w="9525" cap="rnd">
            <a:solidFill>
              <a:srgbClr val="C00000"/>
            </a:solidFill>
            <a:prstDash val="sysDash"/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Freihandform: Form 11">
            <a:extLst>
              <a:ext uri="{FF2B5EF4-FFF2-40B4-BE49-F238E27FC236}">
                <a16:creationId xmlns:a16="http://schemas.microsoft.com/office/drawing/2014/main" id="{56E875B8-9C59-C771-CED4-AA65714D7556}"/>
              </a:ext>
            </a:extLst>
          </p:cNvPr>
          <p:cNvSpPr/>
          <p:nvPr/>
        </p:nvSpPr>
        <p:spPr>
          <a:xfrm rot="254866">
            <a:off x="1492840" y="1334334"/>
            <a:ext cx="220980" cy="695960"/>
          </a:xfrm>
          <a:custGeom>
            <a:avLst/>
            <a:gdLst>
              <a:gd name="csX0" fmla="*/ 0 w 220980"/>
              <a:gd name="csY0" fmla="*/ 0 h 695960"/>
              <a:gd name="csX1" fmla="*/ 45720 w 220980"/>
              <a:gd name="csY1" fmla="*/ 322580 h 695960"/>
              <a:gd name="csX2" fmla="*/ 172720 w 220980"/>
              <a:gd name="csY2" fmla="*/ 472440 h 695960"/>
              <a:gd name="csX3" fmla="*/ 220980 w 220980"/>
              <a:gd name="csY3" fmla="*/ 695960 h 6959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20980" h="695960">
                <a:moveTo>
                  <a:pt x="0" y="0"/>
                </a:moveTo>
                <a:cubicBezTo>
                  <a:pt x="8466" y="121920"/>
                  <a:pt x="16933" y="243840"/>
                  <a:pt x="45720" y="322580"/>
                </a:cubicBezTo>
                <a:cubicBezTo>
                  <a:pt x="74507" y="401320"/>
                  <a:pt x="143510" y="410210"/>
                  <a:pt x="172720" y="472440"/>
                </a:cubicBezTo>
                <a:cubicBezTo>
                  <a:pt x="201930" y="534670"/>
                  <a:pt x="211455" y="615315"/>
                  <a:pt x="220980" y="695960"/>
                </a:cubicBezTo>
              </a:path>
            </a:pathLst>
          </a:custGeom>
          <a:noFill/>
          <a:ln w="9525" cap="rnd">
            <a:solidFill>
              <a:srgbClr val="C00000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4FC41459-7F4A-5C66-929D-29F5BA1DC9A3}"/>
              </a:ext>
            </a:extLst>
          </p:cNvPr>
          <p:cNvSpPr txBox="1"/>
          <p:nvPr/>
        </p:nvSpPr>
        <p:spPr>
          <a:xfrm>
            <a:off x="2402389" y="1345839"/>
            <a:ext cx="348236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1100" i="1" dirty="0">
                <a:solidFill>
                  <a:srgbClr val="C00000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T</a:t>
            </a:r>
            <a:r>
              <a:rPr lang="de-DE" sz="1100" baseline="-25000" dirty="0">
                <a:solidFill>
                  <a:srgbClr val="C00000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e</a:t>
            </a:r>
          </a:p>
        </p:txBody>
      </p: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8F1AE19F-7F4B-D77D-372B-8CB9F2F76387}"/>
              </a:ext>
            </a:extLst>
          </p:cNvPr>
          <p:cNvCxnSpPr>
            <a:cxnSpLocks/>
          </p:cNvCxnSpPr>
          <p:nvPr/>
        </p:nvCxnSpPr>
        <p:spPr>
          <a:xfrm>
            <a:off x="1685316" y="1643183"/>
            <a:ext cx="0" cy="394340"/>
          </a:xfrm>
          <a:prstGeom prst="line">
            <a:avLst/>
          </a:prstGeom>
          <a:ln w="9525" cap="rnd">
            <a:solidFill>
              <a:srgbClr val="C00000"/>
            </a:solidFill>
            <a:prstDash val="sysDot"/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Gerader Verbinder 17">
            <a:extLst>
              <a:ext uri="{FF2B5EF4-FFF2-40B4-BE49-F238E27FC236}">
                <a16:creationId xmlns:a16="http://schemas.microsoft.com/office/drawing/2014/main" id="{15CB2621-6967-0F9F-6FCC-F380F5C22CE0}"/>
              </a:ext>
            </a:extLst>
          </p:cNvPr>
          <p:cNvCxnSpPr>
            <a:cxnSpLocks/>
          </p:cNvCxnSpPr>
          <p:nvPr/>
        </p:nvCxnSpPr>
        <p:spPr>
          <a:xfrm>
            <a:off x="1473082" y="1669133"/>
            <a:ext cx="319405" cy="550545"/>
          </a:xfrm>
          <a:prstGeom prst="line">
            <a:avLst/>
          </a:prstGeom>
          <a:ln w="9525" cap="rnd">
            <a:solidFill>
              <a:srgbClr val="C00000"/>
            </a:solidFill>
            <a:prstDash val="sysDot"/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Gerader Verbinder 19">
            <a:extLst>
              <a:ext uri="{FF2B5EF4-FFF2-40B4-BE49-F238E27FC236}">
                <a16:creationId xmlns:a16="http://schemas.microsoft.com/office/drawing/2014/main" id="{ACDCF34F-97E8-A424-F451-B41048D827FC}"/>
              </a:ext>
            </a:extLst>
          </p:cNvPr>
          <p:cNvCxnSpPr>
            <a:cxnSpLocks/>
          </p:cNvCxnSpPr>
          <p:nvPr/>
        </p:nvCxnSpPr>
        <p:spPr>
          <a:xfrm flipH="1">
            <a:off x="1578121" y="1669132"/>
            <a:ext cx="330966" cy="548641"/>
          </a:xfrm>
          <a:prstGeom prst="line">
            <a:avLst/>
          </a:prstGeom>
          <a:ln w="9525" cap="rnd">
            <a:solidFill>
              <a:srgbClr val="C00000"/>
            </a:solidFill>
            <a:prstDash val="sysDot"/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A4639B3A-F621-849E-816F-AB2133F8C94B}"/>
              </a:ext>
            </a:extLst>
          </p:cNvPr>
          <p:cNvGrpSpPr/>
          <p:nvPr/>
        </p:nvGrpSpPr>
        <p:grpSpPr>
          <a:xfrm>
            <a:off x="860712" y="1118038"/>
            <a:ext cx="1697469" cy="1196755"/>
            <a:chOff x="474388" y="1040281"/>
            <a:chExt cx="1697469" cy="1196755"/>
          </a:xfrm>
        </p:grpSpPr>
        <p:cxnSp>
          <p:nvCxnSpPr>
            <p:cNvPr id="3" name="Gerade Verbindung mit Pfeil 2">
              <a:extLst>
                <a:ext uri="{FF2B5EF4-FFF2-40B4-BE49-F238E27FC236}">
                  <a16:creationId xmlns:a16="http://schemas.microsoft.com/office/drawing/2014/main" id="{10C8E4D8-E352-E169-4B52-CAA1AFA283DA}"/>
                </a:ext>
              </a:extLst>
            </p:cNvPr>
            <p:cNvCxnSpPr>
              <a:cxnSpLocks/>
            </p:cNvCxnSpPr>
            <p:nvPr/>
          </p:nvCxnSpPr>
          <p:spPr>
            <a:xfrm>
              <a:off x="732807" y="1959766"/>
              <a:ext cx="1291138" cy="0"/>
            </a:xfrm>
            <a:prstGeom prst="straightConnector1">
              <a:avLst/>
            </a:prstGeom>
            <a:ln w="12700" cap="rnd">
              <a:solidFill>
                <a:schemeClr val="tx1"/>
              </a:solidFill>
              <a:round/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Gerade Verbindung mit Pfeil 3">
              <a:extLst>
                <a:ext uri="{FF2B5EF4-FFF2-40B4-BE49-F238E27FC236}">
                  <a16:creationId xmlns:a16="http://schemas.microsoft.com/office/drawing/2014/main" id="{2D85DCBA-65BC-2E78-D4B1-20E649AA97F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2807" y="1171087"/>
              <a:ext cx="0" cy="788679"/>
            </a:xfrm>
            <a:prstGeom prst="straightConnector1">
              <a:avLst/>
            </a:prstGeom>
            <a:ln w="12700" cap="rnd">
              <a:solidFill>
                <a:schemeClr val="tx1"/>
              </a:solidFill>
              <a:round/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Textfeld 4">
              <a:extLst>
                <a:ext uri="{FF2B5EF4-FFF2-40B4-BE49-F238E27FC236}">
                  <a16:creationId xmlns:a16="http://schemas.microsoft.com/office/drawing/2014/main" id="{109AFDE5-48C2-AC9A-FEB5-8E454718E173}"/>
                </a:ext>
              </a:extLst>
            </p:cNvPr>
            <p:cNvSpPr txBox="1"/>
            <p:nvPr/>
          </p:nvSpPr>
          <p:spPr>
            <a:xfrm>
              <a:off x="474388" y="1040281"/>
              <a:ext cx="289560" cy="26161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de-DE" sz="1100" i="1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y</a:t>
              </a:r>
            </a:p>
          </p:txBody>
        </p:sp>
        <p:sp>
          <p:nvSpPr>
            <p:cNvPr id="6" name="Textfeld 5">
              <a:extLst>
                <a:ext uri="{FF2B5EF4-FFF2-40B4-BE49-F238E27FC236}">
                  <a16:creationId xmlns:a16="http://schemas.microsoft.com/office/drawing/2014/main" id="{19C21B21-D4C5-3B24-BE46-7C8C834D2711}"/>
                </a:ext>
              </a:extLst>
            </p:cNvPr>
            <p:cNvSpPr txBox="1"/>
            <p:nvPr/>
          </p:nvSpPr>
          <p:spPr>
            <a:xfrm>
              <a:off x="1882297" y="1975426"/>
              <a:ext cx="289560" cy="26161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de-DE" sz="1100" i="1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T</a:t>
              </a:r>
            </a:p>
          </p:txBody>
        </p:sp>
      </p:grpSp>
      <p:sp>
        <p:nvSpPr>
          <p:cNvPr id="25" name="Textfeld 24">
            <a:extLst>
              <a:ext uri="{FF2B5EF4-FFF2-40B4-BE49-F238E27FC236}">
                <a16:creationId xmlns:a16="http://schemas.microsoft.com/office/drawing/2014/main" id="{EF438DE3-C634-2A37-3F71-2F7A54F2DDF2}"/>
              </a:ext>
            </a:extLst>
          </p:cNvPr>
          <p:cNvSpPr txBox="1"/>
          <p:nvPr/>
        </p:nvSpPr>
        <p:spPr>
          <a:xfrm>
            <a:off x="1421727" y="2251343"/>
            <a:ext cx="517018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1100" i="1" dirty="0" err="1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T</a:t>
            </a:r>
            <a:r>
              <a:rPr lang="de-DE" sz="1100" baseline="-25000" dirty="0" err="1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aW</a:t>
            </a:r>
            <a:endParaRPr lang="de-DE" sz="1100" baseline="-250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cxnSp>
        <p:nvCxnSpPr>
          <p:cNvPr id="27" name="Gerader Verbinder 26">
            <a:extLst>
              <a:ext uri="{FF2B5EF4-FFF2-40B4-BE49-F238E27FC236}">
                <a16:creationId xmlns:a16="http://schemas.microsoft.com/office/drawing/2014/main" id="{0509C855-7E24-4457-84DC-8C9B5AF2E2DF}"/>
              </a:ext>
            </a:extLst>
          </p:cNvPr>
          <p:cNvCxnSpPr>
            <a:cxnSpLocks/>
          </p:cNvCxnSpPr>
          <p:nvPr/>
        </p:nvCxnSpPr>
        <p:spPr>
          <a:xfrm>
            <a:off x="1685316" y="2037523"/>
            <a:ext cx="0" cy="236681"/>
          </a:xfrm>
          <a:prstGeom prst="line">
            <a:avLst/>
          </a:prstGeom>
          <a:ln w="9525" cap="rnd">
            <a:solidFill>
              <a:schemeClr val="tx1"/>
            </a:solidFill>
            <a:prstDash val="solid"/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Freihandform: Form 30">
            <a:extLst>
              <a:ext uri="{FF2B5EF4-FFF2-40B4-BE49-F238E27FC236}">
                <a16:creationId xmlns:a16="http://schemas.microsoft.com/office/drawing/2014/main" id="{EEEBE9A4-BBA0-DD3C-0010-2171A986C518}"/>
              </a:ext>
            </a:extLst>
          </p:cNvPr>
          <p:cNvSpPr/>
          <p:nvPr/>
        </p:nvSpPr>
        <p:spPr>
          <a:xfrm>
            <a:off x="1698078" y="1407428"/>
            <a:ext cx="253439" cy="284079"/>
          </a:xfrm>
          <a:custGeom>
            <a:avLst/>
            <a:gdLst>
              <a:gd name="csX0" fmla="*/ 0 w 220980"/>
              <a:gd name="csY0" fmla="*/ 422910 h 422910"/>
              <a:gd name="csX1" fmla="*/ 131445 w 220980"/>
              <a:gd name="csY1" fmla="*/ 283845 h 422910"/>
              <a:gd name="csX2" fmla="*/ 220980 w 220980"/>
              <a:gd name="csY2" fmla="*/ 0 h 42291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220980" h="422910">
                <a:moveTo>
                  <a:pt x="0" y="422910"/>
                </a:moveTo>
                <a:cubicBezTo>
                  <a:pt x="47307" y="388620"/>
                  <a:pt x="94615" y="354330"/>
                  <a:pt x="131445" y="283845"/>
                </a:cubicBezTo>
                <a:cubicBezTo>
                  <a:pt x="168275" y="213360"/>
                  <a:pt x="194627" y="106680"/>
                  <a:pt x="220980" y="0"/>
                </a:cubicBezTo>
              </a:path>
            </a:pathLst>
          </a:custGeom>
          <a:noFill/>
          <a:ln w="6350" cap="rnd">
            <a:round/>
            <a:headEnd type="stealth" w="sm" len="sm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2" name="Freihandform: Form 31">
            <a:extLst>
              <a:ext uri="{FF2B5EF4-FFF2-40B4-BE49-F238E27FC236}">
                <a16:creationId xmlns:a16="http://schemas.microsoft.com/office/drawing/2014/main" id="{6F7D5A64-8C14-9966-C943-FC327A0CB537}"/>
              </a:ext>
            </a:extLst>
          </p:cNvPr>
          <p:cNvSpPr/>
          <p:nvPr/>
        </p:nvSpPr>
        <p:spPr>
          <a:xfrm>
            <a:off x="1871310" y="1744042"/>
            <a:ext cx="759521" cy="68796"/>
          </a:xfrm>
          <a:custGeom>
            <a:avLst/>
            <a:gdLst>
              <a:gd name="csX0" fmla="*/ 0 w 432435"/>
              <a:gd name="csY0" fmla="*/ 0 h 68796"/>
              <a:gd name="csX1" fmla="*/ 209550 w 432435"/>
              <a:gd name="csY1" fmla="*/ 66675 h 68796"/>
              <a:gd name="csX2" fmla="*/ 432435 w 432435"/>
              <a:gd name="csY2" fmla="*/ 45720 h 6879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432435" h="68796">
                <a:moveTo>
                  <a:pt x="0" y="0"/>
                </a:moveTo>
                <a:cubicBezTo>
                  <a:pt x="68739" y="29527"/>
                  <a:pt x="137478" y="59055"/>
                  <a:pt x="209550" y="66675"/>
                </a:cubicBezTo>
                <a:cubicBezTo>
                  <a:pt x="281622" y="74295"/>
                  <a:pt x="357028" y="60007"/>
                  <a:pt x="432435" y="45720"/>
                </a:cubicBezTo>
              </a:path>
            </a:pathLst>
          </a:custGeom>
          <a:noFill/>
          <a:ln w="6350" cap="rnd">
            <a:round/>
            <a:headEnd type="stealth" w="sm" len="sm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3" name="Freihandform: Form 32">
            <a:extLst>
              <a:ext uri="{FF2B5EF4-FFF2-40B4-BE49-F238E27FC236}">
                <a16:creationId xmlns:a16="http://schemas.microsoft.com/office/drawing/2014/main" id="{3753FA15-808B-70C6-6A22-BC941D396861}"/>
              </a:ext>
            </a:extLst>
          </p:cNvPr>
          <p:cNvSpPr/>
          <p:nvPr/>
        </p:nvSpPr>
        <p:spPr>
          <a:xfrm>
            <a:off x="978751" y="1755559"/>
            <a:ext cx="529590" cy="73194"/>
          </a:xfrm>
          <a:custGeom>
            <a:avLst/>
            <a:gdLst>
              <a:gd name="csX0" fmla="*/ 529590 w 529590"/>
              <a:gd name="csY0" fmla="*/ 0 h 73194"/>
              <a:gd name="csX1" fmla="*/ 308610 w 529590"/>
              <a:gd name="csY1" fmla="*/ 72390 h 73194"/>
              <a:gd name="csX2" fmla="*/ 0 w 529590"/>
              <a:gd name="csY2" fmla="*/ 32385 h 7319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529590" h="73194">
                <a:moveTo>
                  <a:pt x="529590" y="0"/>
                </a:moveTo>
                <a:cubicBezTo>
                  <a:pt x="463232" y="33496"/>
                  <a:pt x="396875" y="66993"/>
                  <a:pt x="308610" y="72390"/>
                </a:cubicBezTo>
                <a:cubicBezTo>
                  <a:pt x="220345" y="77788"/>
                  <a:pt x="110172" y="55086"/>
                  <a:pt x="0" y="32385"/>
                </a:cubicBezTo>
              </a:path>
            </a:pathLst>
          </a:custGeom>
          <a:noFill/>
          <a:ln w="6350" cap="rnd">
            <a:round/>
            <a:headEnd type="stealth" w="sm" len="sm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45" name="Gruppieren 44">
            <a:extLst>
              <a:ext uri="{FF2B5EF4-FFF2-40B4-BE49-F238E27FC236}">
                <a16:creationId xmlns:a16="http://schemas.microsoft.com/office/drawing/2014/main" id="{9A7B0511-C6AB-4FE3-4225-88BCFF6573CB}"/>
              </a:ext>
            </a:extLst>
          </p:cNvPr>
          <p:cNvGrpSpPr/>
          <p:nvPr/>
        </p:nvGrpSpPr>
        <p:grpSpPr>
          <a:xfrm>
            <a:off x="2536647" y="1613614"/>
            <a:ext cx="667908" cy="398447"/>
            <a:chOff x="2530973" y="2112252"/>
            <a:chExt cx="667908" cy="398447"/>
          </a:xfrm>
        </p:grpSpPr>
        <p:sp>
          <p:nvSpPr>
            <p:cNvPr id="34" name="Textfeld 33">
              <a:extLst>
                <a:ext uri="{FF2B5EF4-FFF2-40B4-BE49-F238E27FC236}">
                  <a16:creationId xmlns:a16="http://schemas.microsoft.com/office/drawing/2014/main" id="{5528FCF3-8D65-3E5F-5762-0EE35B7F9BF3}"/>
                </a:ext>
              </a:extLst>
            </p:cNvPr>
            <p:cNvSpPr txBox="1"/>
            <p:nvPr/>
          </p:nvSpPr>
          <p:spPr>
            <a:xfrm>
              <a:off x="2534783" y="2112252"/>
              <a:ext cx="477022" cy="24622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de-DE" sz="1000" i="1" dirty="0">
                  <a:latin typeface="Latin Modern Math" panose="02000503000000000000" pitchFamily="50" charset="0"/>
                  <a:ea typeface="Latin Modern Math" panose="02000503000000000000" pitchFamily="50" charset="0"/>
                  <a:cs typeface="CMU Serif" panose="02000603000000000000" pitchFamily="2" charset="0"/>
                </a:rPr>
                <a:t>∂</a:t>
              </a:r>
              <a:r>
                <a:rPr lang="de-DE" sz="1000" i="1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T</a:t>
              </a:r>
            </a:p>
          </p:txBody>
        </p:sp>
        <p:sp>
          <p:nvSpPr>
            <p:cNvPr id="35" name="Textfeld 34">
              <a:extLst>
                <a:ext uri="{FF2B5EF4-FFF2-40B4-BE49-F238E27FC236}">
                  <a16:creationId xmlns:a16="http://schemas.microsoft.com/office/drawing/2014/main" id="{D32BF64A-7291-0B01-F95C-9165327D1FA5}"/>
                </a:ext>
              </a:extLst>
            </p:cNvPr>
            <p:cNvSpPr txBox="1"/>
            <p:nvPr/>
          </p:nvSpPr>
          <p:spPr>
            <a:xfrm>
              <a:off x="2530973" y="2264478"/>
              <a:ext cx="477022" cy="24622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de-DE" sz="1000" i="1" dirty="0">
                  <a:latin typeface="Latin Modern Math" panose="02000503000000000000" pitchFamily="50" charset="0"/>
                  <a:ea typeface="Latin Modern Math" panose="02000503000000000000" pitchFamily="50" charset="0"/>
                  <a:cs typeface="CMU Serif" panose="02000603000000000000" pitchFamily="2" charset="0"/>
                </a:rPr>
                <a:t>∂</a:t>
              </a:r>
              <a:r>
                <a:rPr lang="de-DE" sz="200" i="1" dirty="0">
                  <a:latin typeface="Latin Modern Math" panose="02000503000000000000" pitchFamily="50" charset="0"/>
                  <a:ea typeface="Latin Modern Math" panose="02000503000000000000" pitchFamily="50" charset="0"/>
                  <a:cs typeface="CMU Serif" panose="02000603000000000000" pitchFamily="2" charset="0"/>
                </a:rPr>
                <a:t> </a:t>
              </a:r>
              <a:r>
                <a:rPr lang="de-DE" sz="1000" i="1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y</a:t>
              </a:r>
            </a:p>
          </p:txBody>
        </p:sp>
        <p:cxnSp>
          <p:nvCxnSpPr>
            <p:cNvPr id="37" name="Gerader Verbinder 36">
              <a:extLst>
                <a:ext uri="{FF2B5EF4-FFF2-40B4-BE49-F238E27FC236}">
                  <a16:creationId xmlns:a16="http://schemas.microsoft.com/office/drawing/2014/main" id="{4B6526F8-F1AF-7423-7232-E5108C1813F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86050" y="2285433"/>
              <a:ext cx="203835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Gerader Verbinder 40">
              <a:extLst>
                <a:ext uri="{FF2B5EF4-FFF2-40B4-BE49-F238E27FC236}">
                  <a16:creationId xmlns:a16="http://schemas.microsoft.com/office/drawing/2014/main" id="{6E8DA53B-08B2-2027-135C-BD15D971B3B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16555" y="2154555"/>
              <a:ext cx="0" cy="2667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Textfeld 43">
              <a:extLst>
                <a:ext uri="{FF2B5EF4-FFF2-40B4-BE49-F238E27FC236}">
                  <a16:creationId xmlns:a16="http://schemas.microsoft.com/office/drawing/2014/main" id="{E0E47520-6160-4A02-A30A-AACA075AAAC0}"/>
                </a:ext>
              </a:extLst>
            </p:cNvPr>
            <p:cNvSpPr txBox="1"/>
            <p:nvPr/>
          </p:nvSpPr>
          <p:spPr>
            <a:xfrm>
              <a:off x="2721859" y="2303168"/>
              <a:ext cx="477022" cy="20005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de-DE" sz="700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0</a:t>
              </a:r>
            </a:p>
          </p:txBody>
        </p:sp>
      </p:grpSp>
      <p:grpSp>
        <p:nvGrpSpPr>
          <p:cNvPr id="46" name="Gruppieren 45">
            <a:extLst>
              <a:ext uri="{FF2B5EF4-FFF2-40B4-BE49-F238E27FC236}">
                <a16:creationId xmlns:a16="http://schemas.microsoft.com/office/drawing/2014/main" id="{24AC1AA9-549C-FB6A-D0B7-205A2449DB5D}"/>
              </a:ext>
            </a:extLst>
          </p:cNvPr>
          <p:cNvGrpSpPr/>
          <p:nvPr/>
        </p:nvGrpSpPr>
        <p:grpSpPr>
          <a:xfrm>
            <a:off x="1749253" y="1037075"/>
            <a:ext cx="667908" cy="398447"/>
            <a:chOff x="2530973" y="2112252"/>
            <a:chExt cx="667908" cy="398447"/>
          </a:xfrm>
        </p:grpSpPr>
        <p:sp>
          <p:nvSpPr>
            <p:cNvPr id="47" name="Textfeld 46">
              <a:extLst>
                <a:ext uri="{FF2B5EF4-FFF2-40B4-BE49-F238E27FC236}">
                  <a16:creationId xmlns:a16="http://schemas.microsoft.com/office/drawing/2014/main" id="{D6D8D75D-3291-E455-539F-8A221ED39D91}"/>
                </a:ext>
              </a:extLst>
            </p:cNvPr>
            <p:cNvSpPr txBox="1"/>
            <p:nvPr/>
          </p:nvSpPr>
          <p:spPr>
            <a:xfrm>
              <a:off x="2534783" y="2112252"/>
              <a:ext cx="477022" cy="24622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de-DE" sz="1000" i="1" dirty="0">
                  <a:latin typeface="Latin Modern Math" panose="02000503000000000000" pitchFamily="50" charset="0"/>
                  <a:ea typeface="Latin Modern Math" panose="02000503000000000000" pitchFamily="50" charset="0"/>
                  <a:cs typeface="CMU Serif" panose="02000603000000000000" pitchFamily="2" charset="0"/>
                </a:rPr>
                <a:t>∂</a:t>
              </a:r>
              <a:r>
                <a:rPr lang="de-DE" sz="1000" i="1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T</a:t>
              </a:r>
            </a:p>
          </p:txBody>
        </p:sp>
        <p:sp>
          <p:nvSpPr>
            <p:cNvPr id="48" name="Textfeld 47">
              <a:extLst>
                <a:ext uri="{FF2B5EF4-FFF2-40B4-BE49-F238E27FC236}">
                  <a16:creationId xmlns:a16="http://schemas.microsoft.com/office/drawing/2014/main" id="{EEEFBA25-1F6A-6B34-63F0-A389C6B5ECEF}"/>
                </a:ext>
              </a:extLst>
            </p:cNvPr>
            <p:cNvSpPr txBox="1"/>
            <p:nvPr/>
          </p:nvSpPr>
          <p:spPr>
            <a:xfrm>
              <a:off x="2530973" y="2264478"/>
              <a:ext cx="477022" cy="24622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de-DE" sz="1000" i="1" dirty="0">
                  <a:latin typeface="Latin Modern Math" panose="02000503000000000000" pitchFamily="50" charset="0"/>
                  <a:ea typeface="Latin Modern Math" panose="02000503000000000000" pitchFamily="50" charset="0"/>
                  <a:cs typeface="CMU Serif" panose="02000603000000000000" pitchFamily="2" charset="0"/>
                </a:rPr>
                <a:t>∂</a:t>
              </a:r>
              <a:r>
                <a:rPr lang="de-DE" sz="200" i="1" dirty="0">
                  <a:latin typeface="Latin Modern Math" panose="02000503000000000000" pitchFamily="50" charset="0"/>
                  <a:ea typeface="Latin Modern Math" panose="02000503000000000000" pitchFamily="50" charset="0"/>
                  <a:cs typeface="CMU Serif" panose="02000603000000000000" pitchFamily="2" charset="0"/>
                </a:rPr>
                <a:t> </a:t>
              </a:r>
              <a:r>
                <a:rPr lang="de-DE" sz="1000" i="1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y</a:t>
              </a:r>
            </a:p>
          </p:txBody>
        </p:sp>
        <p:cxnSp>
          <p:nvCxnSpPr>
            <p:cNvPr id="49" name="Gerader Verbinder 48">
              <a:extLst>
                <a:ext uri="{FF2B5EF4-FFF2-40B4-BE49-F238E27FC236}">
                  <a16:creationId xmlns:a16="http://schemas.microsoft.com/office/drawing/2014/main" id="{D65FEF15-CE78-5184-F472-95AC23CB67F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86050" y="2285433"/>
              <a:ext cx="203835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Gerader Verbinder 49">
              <a:extLst>
                <a:ext uri="{FF2B5EF4-FFF2-40B4-BE49-F238E27FC236}">
                  <a16:creationId xmlns:a16="http://schemas.microsoft.com/office/drawing/2014/main" id="{EC1ECEBE-AD95-3CB2-2CB0-AE04267E114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16555" y="2154555"/>
              <a:ext cx="0" cy="2667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Textfeld 50">
              <a:extLst>
                <a:ext uri="{FF2B5EF4-FFF2-40B4-BE49-F238E27FC236}">
                  <a16:creationId xmlns:a16="http://schemas.microsoft.com/office/drawing/2014/main" id="{6937A435-4A69-5BF4-7DF6-2408ABB1FF88}"/>
                </a:ext>
              </a:extLst>
            </p:cNvPr>
            <p:cNvSpPr txBox="1"/>
            <p:nvPr/>
          </p:nvSpPr>
          <p:spPr>
            <a:xfrm>
              <a:off x="2721859" y="2303168"/>
              <a:ext cx="477022" cy="20005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de-DE" sz="700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0</a:t>
              </a:r>
            </a:p>
          </p:txBody>
        </p:sp>
      </p:grpSp>
      <p:grpSp>
        <p:nvGrpSpPr>
          <p:cNvPr id="52" name="Gruppieren 51">
            <a:extLst>
              <a:ext uri="{FF2B5EF4-FFF2-40B4-BE49-F238E27FC236}">
                <a16:creationId xmlns:a16="http://schemas.microsoft.com/office/drawing/2014/main" id="{E4CD542F-FDBE-E92B-3822-15CBDAB55C04}"/>
              </a:ext>
            </a:extLst>
          </p:cNvPr>
          <p:cNvGrpSpPr/>
          <p:nvPr/>
        </p:nvGrpSpPr>
        <p:grpSpPr>
          <a:xfrm>
            <a:off x="245784" y="1607449"/>
            <a:ext cx="667908" cy="398447"/>
            <a:chOff x="2530973" y="2112252"/>
            <a:chExt cx="667908" cy="398447"/>
          </a:xfrm>
        </p:grpSpPr>
        <p:sp>
          <p:nvSpPr>
            <p:cNvPr id="53" name="Textfeld 52">
              <a:extLst>
                <a:ext uri="{FF2B5EF4-FFF2-40B4-BE49-F238E27FC236}">
                  <a16:creationId xmlns:a16="http://schemas.microsoft.com/office/drawing/2014/main" id="{9054B167-D562-20BB-6D26-4AFB35A0B14A}"/>
                </a:ext>
              </a:extLst>
            </p:cNvPr>
            <p:cNvSpPr txBox="1"/>
            <p:nvPr/>
          </p:nvSpPr>
          <p:spPr>
            <a:xfrm>
              <a:off x="2534783" y="2112252"/>
              <a:ext cx="477022" cy="24622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de-DE" sz="1000" i="1" dirty="0">
                  <a:latin typeface="Latin Modern Math" panose="02000503000000000000" pitchFamily="50" charset="0"/>
                  <a:ea typeface="Latin Modern Math" panose="02000503000000000000" pitchFamily="50" charset="0"/>
                  <a:cs typeface="CMU Serif" panose="02000603000000000000" pitchFamily="2" charset="0"/>
                </a:rPr>
                <a:t>∂</a:t>
              </a:r>
              <a:r>
                <a:rPr lang="de-DE" sz="1000" i="1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T</a:t>
              </a:r>
            </a:p>
          </p:txBody>
        </p:sp>
        <p:sp>
          <p:nvSpPr>
            <p:cNvPr id="54" name="Textfeld 53">
              <a:extLst>
                <a:ext uri="{FF2B5EF4-FFF2-40B4-BE49-F238E27FC236}">
                  <a16:creationId xmlns:a16="http://schemas.microsoft.com/office/drawing/2014/main" id="{81D4DCE6-96A3-5474-0440-EF63A52F5953}"/>
                </a:ext>
              </a:extLst>
            </p:cNvPr>
            <p:cNvSpPr txBox="1"/>
            <p:nvPr/>
          </p:nvSpPr>
          <p:spPr>
            <a:xfrm>
              <a:off x="2530973" y="2264478"/>
              <a:ext cx="477022" cy="24622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de-DE" sz="1000" i="1" dirty="0">
                  <a:latin typeface="Latin Modern Math" panose="02000503000000000000" pitchFamily="50" charset="0"/>
                  <a:ea typeface="Latin Modern Math" panose="02000503000000000000" pitchFamily="50" charset="0"/>
                  <a:cs typeface="CMU Serif" panose="02000603000000000000" pitchFamily="2" charset="0"/>
                </a:rPr>
                <a:t>∂</a:t>
              </a:r>
              <a:r>
                <a:rPr lang="de-DE" sz="200" i="1" dirty="0">
                  <a:latin typeface="Latin Modern Math" panose="02000503000000000000" pitchFamily="50" charset="0"/>
                  <a:ea typeface="Latin Modern Math" panose="02000503000000000000" pitchFamily="50" charset="0"/>
                  <a:cs typeface="CMU Serif" panose="02000603000000000000" pitchFamily="2" charset="0"/>
                </a:rPr>
                <a:t> </a:t>
              </a:r>
              <a:r>
                <a:rPr lang="de-DE" sz="1000" i="1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y</a:t>
              </a:r>
            </a:p>
          </p:txBody>
        </p:sp>
        <p:cxnSp>
          <p:nvCxnSpPr>
            <p:cNvPr id="55" name="Gerader Verbinder 54">
              <a:extLst>
                <a:ext uri="{FF2B5EF4-FFF2-40B4-BE49-F238E27FC236}">
                  <a16:creationId xmlns:a16="http://schemas.microsoft.com/office/drawing/2014/main" id="{77BBACE8-B6DB-2552-9E9B-52F19E1355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86050" y="2285433"/>
              <a:ext cx="203835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Gerader Verbinder 55">
              <a:extLst>
                <a:ext uri="{FF2B5EF4-FFF2-40B4-BE49-F238E27FC236}">
                  <a16:creationId xmlns:a16="http://schemas.microsoft.com/office/drawing/2014/main" id="{82ACB7C6-67A2-B615-0B4F-E39E48DAEA0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16555" y="2154555"/>
              <a:ext cx="0" cy="2667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Textfeld 56">
              <a:extLst>
                <a:ext uri="{FF2B5EF4-FFF2-40B4-BE49-F238E27FC236}">
                  <a16:creationId xmlns:a16="http://schemas.microsoft.com/office/drawing/2014/main" id="{69A3B320-B61B-53C0-B9A0-0C27BB13EA6C}"/>
                </a:ext>
              </a:extLst>
            </p:cNvPr>
            <p:cNvSpPr txBox="1"/>
            <p:nvPr/>
          </p:nvSpPr>
          <p:spPr>
            <a:xfrm>
              <a:off x="2721859" y="2303168"/>
              <a:ext cx="477022" cy="20005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de-DE" sz="700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0</a:t>
              </a:r>
            </a:p>
          </p:txBody>
        </p:sp>
      </p:grpSp>
      <p:sp>
        <p:nvSpPr>
          <p:cNvPr id="64" name="Textfeld 63">
            <a:extLst>
              <a:ext uri="{FF2B5EF4-FFF2-40B4-BE49-F238E27FC236}">
                <a16:creationId xmlns:a16="http://schemas.microsoft.com/office/drawing/2014/main" id="{6685FF83-70AA-E4B3-7404-A4AB17DD008E}"/>
              </a:ext>
            </a:extLst>
          </p:cNvPr>
          <p:cNvSpPr txBox="1"/>
          <p:nvPr/>
        </p:nvSpPr>
        <p:spPr>
          <a:xfrm>
            <a:off x="599522" y="1649752"/>
            <a:ext cx="437063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11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&lt;</a:t>
            </a:r>
            <a:r>
              <a:rPr lang="de-DE" sz="6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</a:t>
            </a:r>
            <a:r>
              <a:rPr lang="de-DE" sz="11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0</a:t>
            </a:r>
          </a:p>
        </p:txBody>
      </p:sp>
      <p:sp>
        <p:nvSpPr>
          <p:cNvPr id="65" name="Textfeld 64">
            <a:extLst>
              <a:ext uri="{FF2B5EF4-FFF2-40B4-BE49-F238E27FC236}">
                <a16:creationId xmlns:a16="http://schemas.microsoft.com/office/drawing/2014/main" id="{7A0C94AA-7C6D-E54A-48A7-87F481C459B7}"/>
              </a:ext>
            </a:extLst>
          </p:cNvPr>
          <p:cNvSpPr txBox="1"/>
          <p:nvPr/>
        </p:nvSpPr>
        <p:spPr>
          <a:xfrm>
            <a:off x="2898394" y="1655990"/>
            <a:ext cx="437063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11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&gt;</a:t>
            </a:r>
            <a:r>
              <a:rPr lang="de-DE" sz="6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</a:t>
            </a:r>
            <a:r>
              <a:rPr lang="de-DE" sz="11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0</a:t>
            </a:r>
          </a:p>
        </p:txBody>
      </p:sp>
      <p:sp>
        <p:nvSpPr>
          <p:cNvPr id="66" name="Textfeld 65">
            <a:extLst>
              <a:ext uri="{FF2B5EF4-FFF2-40B4-BE49-F238E27FC236}">
                <a16:creationId xmlns:a16="http://schemas.microsoft.com/office/drawing/2014/main" id="{98DA9D43-93D6-D4C9-72FD-4599A62A9586}"/>
              </a:ext>
            </a:extLst>
          </p:cNvPr>
          <p:cNvSpPr txBox="1"/>
          <p:nvPr/>
        </p:nvSpPr>
        <p:spPr>
          <a:xfrm>
            <a:off x="2101282" y="1071990"/>
            <a:ext cx="437063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11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=</a:t>
            </a:r>
            <a:r>
              <a:rPr lang="de-DE" sz="4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</a:t>
            </a:r>
            <a:r>
              <a:rPr lang="de-DE" sz="11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28889714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24A7D1-CD85-4B85-B0AE-CB58A654BB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Gerader Verbinder 2">
            <a:extLst>
              <a:ext uri="{FF2B5EF4-FFF2-40B4-BE49-F238E27FC236}">
                <a16:creationId xmlns:a16="http://schemas.microsoft.com/office/drawing/2014/main" id="{017CC7E7-4429-4A6E-33F8-DEC0122AF91F}"/>
              </a:ext>
            </a:extLst>
          </p:cNvPr>
          <p:cNvCxnSpPr>
            <a:cxnSpLocks/>
          </p:cNvCxnSpPr>
          <p:nvPr/>
        </p:nvCxnSpPr>
        <p:spPr>
          <a:xfrm>
            <a:off x="413454" y="1312101"/>
            <a:ext cx="2867797" cy="0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Gerader Verbinder 3">
            <a:extLst>
              <a:ext uri="{FF2B5EF4-FFF2-40B4-BE49-F238E27FC236}">
                <a16:creationId xmlns:a16="http://schemas.microsoft.com/office/drawing/2014/main" id="{3504846D-5E05-682C-49BD-49CE4E49DE18}"/>
              </a:ext>
            </a:extLst>
          </p:cNvPr>
          <p:cNvCxnSpPr>
            <a:cxnSpLocks/>
          </p:cNvCxnSpPr>
          <p:nvPr/>
        </p:nvCxnSpPr>
        <p:spPr>
          <a:xfrm>
            <a:off x="398371" y="1949885"/>
            <a:ext cx="2882880" cy="0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1A00BD13-BC23-8D3B-4219-3A3738951BE3}"/>
              </a:ext>
            </a:extLst>
          </p:cNvPr>
          <p:cNvCxnSpPr>
            <a:cxnSpLocks/>
          </p:cNvCxnSpPr>
          <p:nvPr/>
        </p:nvCxnSpPr>
        <p:spPr>
          <a:xfrm rot="-2700000">
            <a:off x="-85171" y="1037019"/>
            <a:ext cx="778049" cy="0"/>
          </a:xfrm>
          <a:prstGeom prst="line">
            <a:avLst/>
          </a:prstGeom>
          <a:ln w="9525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Gerader Verbinder 6">
            <a:extLst>
              <a:ext uri="{FF2B5EF4-FFF2-40B4-BE49-F238E27FC236}">
                <a16:creationId xmlns:a16="http://schemas.microsoft.com/office/drawing/2014/main" id="{66F45D2A-EB23-C815-6356-7B41CDDCD569}"/>
              </a:ext>
            </a:extLst>
          </p:cNvPr>
          <p:cNvCxnSpPr>
            <a:cxnSpLocks/>
          </p:cNvCxnSpPr>
          <p:nvPr/>
        </p:nvCxnSpPr>
        <p:spPr>
          <a:xfrm rot="-2700000">
            <a:off x="-11251" y="1037020"/>
            <a:ext cx="778049" cy="0"/>
          </a:xfrm>
          <a:prstGeom prst="line">
            <a:avLst/>
          </a:prstGeom>
          <a:ln w="9525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B0CFC68A-9BF7-7F95-260E-515452DE5E82}"/>
              </a:ext>
            </a:extLst>
          </p:cNvPr>
          <p:cNvCxnSpPr>
            <a:cxnSpLocks/>
          </p:cNvCxnSpPr>
          <p:nvPr/>
        </p:nvCxnSpPr>
        <p:spPr>
          <a:xfrm rot="18900000">
            <a:off x="62669" y="1037018"/>
            <a:ext cx="778049" cy="0"/>
          </a:xfrm>
          <a:prstGeom prst="line">
            <a:avLst/>
          </a:prstGeom>
          <a:ln w="9525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Gerader Verbinder 8">
            <a:extLst>
              <a:ext uri="{FF2B5EF4-FFF2-40B4-BE49-F238E27FC236}">
                <a16:creationId xmlns:a16="http://schemas.microsoft.com/office/drawing/2014/main" id="{31679AF2-5226-F247-4781-B5C9443C4899}"/>
              </a:ext>
            </a:extLst>
          </p:cNvPr>
          <p:cNvCxnSpPr>
            <a:cxnSpLocks/>
          </p:cNvCxnSpPr>
          <p:nvPr/>
        </p:nvCxnSpPr>
        <p:spPr>
          <a:xfrm rot="18900000">
            <a:off x="136589" y="1037019"/>
            <a:ext cx="778049" cy="0"/>
          </a:xfrm>
          <a:prstGeom prst="line">
            <a:avLst/>
          </a:prstGeom>
          <a:ln w="9525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Gerader Verbinder 9">
            <a:extLst>
              <a:ext uri="{FF2B5EF4-FFF2-40B4-BE49-F238E27FC236}">
                <a16:creationId xmlns:a16="http://schemas.microsoft.com/office/drawing/2014/main" id="{6270AAC6-0481-C14C-7719-D70C6752D2FB}"/>
              </a:ext>
            </a:extLst>
          </p:cNvPr>
          <p:cNvCxnSpPr>
            <a:cxnSpLocks/>
          </p:cNvCxnSpPr>
          <p:nvPr/>
        </p:nvCxnSpPr>
        <p:spPr>
          <a:xfrm rot="18900000">
            <a:off x="210509" y="1037018"/>
            <a:ext cx="778049" cy="0"/>
          </a:xfrm>
          <a:prstGeom prst="line">
            <a:avLst/>
          </a:prstGeom>
          <a:ln w="9525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Gerader Verbinder 10">
            <a:extLst>
              <a:ext uri="{FF2B5EF4-FFF2-40B4-BE49-F238E27FC236}">
                <a16:creationId xmlns:a16="http://schemas.microsoft.com/office/drawing/2014/main" id="{688085A8-5B8C-F1A7-2A7D-3B4CDD5E60AA}"/>
              </a:ext>
            </a:extLst>
          </p:cNvPr>
          <p:cNvCxnSpPr>
            <a:cxnSpLocks/>
          </p:cNvCxnSpPr>
          <p:nvPr/>
        </p:nvCxnSpPr>
        <p:spPr>
          <a:xfrm rot="18900000">
            <a:off x="284429" y="1037018"/>
            <a:ext cx="778049" cy="0"/>
          </a:xfrm>
          <a:prstGeom prst="line">
            <a:avLst/>
          </a:prstGeom>
          <a:ln w="9525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Gerader Verbinder 11">
            <a:extLst>
              <a:ext uri="{FF2B5EF4-FFF2-40B4-BE49-F238E27FC236}">
                <a16:creationId xmlns:a16="http://schemas.microsoft.com/office/drawing/2014/main" id="{CDF745F6-F6AA-26A9-8CB8-D7585CCA9BD6}"/>
              </a:ext>
            </a:extLst>
          </p:cNvPr>
          <p:cNvCxnSpPr>
            <a:cxnSpLocks/>
          </p:cNvCxnSpPr>
          <p:nvPr/>
        </p:nvCxnSpPr>
        <p:spPr>
          <a:xfrm rot="18900000">
            <a:off x="358349" y="1037016"/>
            <a:ext cx="778049" cy="0"/>
          </a:xfrm>
          <a:prstGeom prst="line">
            <a:avLst/>
          </a:prstGeom>
          <a:ln w="9525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Gerader Verbinder 12">
            <a:extLst>
              <a:ext uri="{FF2B5EF4-FFF2-40B4-BE49-F238E27FC236}">
                <a16:creationId xmlns:a16="http://schemas.microsoft.com/office/drawing/2014/main" id="{FBD322B7-DA0D-4174-46A6-59086357BED3}"/>
              </a:ext>
            </a:extLst>
          </p:cNvPr>
          <p:cNvCxnSpPr>
            <a:cxnSpLocks/>
          </p:cNvCxnSpPr>
          <p:nvPr/>
        </p:nvCxnSpPr>
        <p:spPr>
          <a:xfrm rot="18900000">
            <a:off x="432269" y="1037013"/>
            <a:ext cx="778049" cy="0"/>
          </a:xfrm>
          <a:prstGeom prst="line">
            <a:avLst/>
          </a:prstGeom>
          <a:ln w="9525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23CE1148-295F-62F7-F054-1AE9845EAC20}"/>
              </a:ext>
            </a:extLst>
          </p:cNvPr>
          <p:cNvCxnSpPr>
            <a:cxnSpLocks/>
          </p:cNvCxnSpPr>
          <p:nvPr/>
        </p:nvCxnSpPr>
        <p:spPr>
          <a:xfrm rot="18900000">
            <a:off x="506189" y="1037006"/>
            <a:ext cx="778049" cy="0"/>
          </a:xfrm>
          <a:prstGeom prst="line">
            <a:avLst/>
          </a:prstGeom>
          <a:ln w="9525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Gerader Verbinder 14">
            <a:extLst>
              <a:ext uri="{FF2B5EF4-FFF2-40B4-BE49-F238E27FC236}">
                <a16:creationId xmlns:a16="http://schemas.microsoft.com/office/drawing/2014/main" id="{8F801564-8FA4-7BEE-2FCE-E57D9871BC96}"/>
              </a:ext>
            </a:extLst>
          </p:cNvPr>
          <p:cNvCxnSpPr>
            <a:cxnSpLocks/>
          </p:cNvCxnSpPr>
          <p:nvPr/>
        </p:nvCxnSpPr>
        <p:spPr>
          <a:xfrm rot="18900000">
            <a:off x="580109" y="1036993"/>
            <a:ext cx="778049" cy="0"/>
          </a:xfrm>
          <a:prstGeom prst="line">
            <a:avLst/>
          </a:prstGeom>
          <a:ln w="9525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Gerader Verbinder 15">
            <a:extLst>
              <a:ext uri="{FF2B5EF4-FFF2-40B4-BE49-F238E27FC236}">
                <a16:creationId xmlns:a16="http://schemas.microsoft.com/office/drawing/2014/main" id="{9140F54E-1C37-A179-08CE-C4764C081E36}"/>
              </a:ext>
            </a:extLst>
          </p:cNvPr>
          <p:cNvCxnSpPr>
            <a:cxnSpLocks/>
          </p:cNvCxnSpPr>
          <p:nvPr/>
        </p:nvCxnSpPr>
        <p:spPr>
          <a:xfrm rot="18900000">
            <a:off x="654029" y="1036994"/>
            <a:ext cx="778049" cy="0"/>
          </a:xfrm>
          <a:prstGeom prst="line">
            <a:avLst/>
          </a:prstGeom>
          <a:ln w="9525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Gerader Verbinder 16">
            <a:extLst>
              <a:ext uri="{FF2B5EF4-FFF2-40B4-BE49-F238E27FC236}">
                <a16:creationId xmlns:a16="http://schemas.microsoft.com/office/drawing/2014/main" id="{63AF7F34-DE20-3E10-CD25-6288FD6C3B60}"/>
              </a:ext>
            </a:extLst>
          </p:cNvPr>
          <p:cNvCxnSpPr>
            <a:cxnSpLocks/>
          </p:cNvCxnSpPr>
          <p:nvPr/>
        </p:nvCxnSpPr>
        <p:spPr>
          <a:xfrm rot="18900000">
            <a:off x="727949" y="1036968"/>
            <a:ext cx="778049" cy="0"/>
          </a:xfrm>
          <a:prstGeom prst="line">
            <a:avLst/>
          </a:prstGeom>
          <a:ln w="9525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Gerader Verbinder 17">
            <a:extLst>
              <a:ext uri="{FF2B5EF4-FFF2-40B4-BE49-F238E27FC236}">
                <a16:creationId xmlns:a16="http://schemas.microsoft.com/office/drawing/2014/main" id="{61424284-F5FB-DAF4-BF0C-469A6F105167}"/>
              </a:ext>
            </a:extLst>
          </p:cNvPr>
          <p:cNvCxnSpPr>
            <a:cxnSpLocks/>
          </p:cNvCxnSpPr>
          <p:nvPr/>
        </p:nvCxnSpPr>
        <p:spPr>
          <a:xfrm rot="18900000">
            <a:off x="801869" y="1036967"/>
            <a:ext cx="778049" cy="0"/>
          </a:xfrm>
          <a:prstGeom prst="line">
            <a:avLst/>
          </a:prstGeom>
          <a:ln w="9525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Gerader Verbinder 18">
            <a:extLst>
              <a:ext uri="{FF2B5EF4-FFF2-40B4-BE49-F238E27FC236}">
                <a16:creationId xmlns:a16="http://schemas.microsoft.com/office/drawing/2014/main" id="{577D9DD5-6A98-D0A6-E6F6-F71EBE5D4B6A}"/>
              </a:ext>
            </a:extLst>
          </p:cNvPr>
          <p:cNvCxnSpPr>
            <a:cxnSpLocks/>
          </p:cNvCxnSpPr>
          <p:nvPr/>
        </p:nvCxnSpPr>
        <p:spPr>
          <a:xfrm rot="18900000">
            <a:off x="875789" y="1036968"/>
            <a:ext cx="778049" cy="0"/>
          </a:xfrm>
          <a:prstGeom prst="line">
            <a:avLst/>
          </a:prstGeom>
          <a:ln w="9525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Gerader Verbinder 19">
            <a:extLst>
              <a:ext uri="{FF2B5EF4-FFF2-40B4-BE49-F238E27FC236}">
                <a16:creationId xmlns:a16="http://schemas.microsoft.com/office/drawing/2014/main" id="{B113899D-C4C1-FA92-B79B-ED5C56F94A71}"/>
              </a:ext>
            </a:extLst>
          </p:cNvPr>
          <p:cNvCxnSpPr>
            <a:cxnSpLocks/>
          </p:cNvCxnSpPr>
          <p:nvPr/>
        </p:nvCxnSpPr>
        <p:spPr>
          <a:xfrm rot="18900000">
            <a:off x="949709" y="1036966"/>
            <a:ext cx="778049" cy="0"/>
          </a:xfrm>
          <a:prstGeom prst="line">
            <a:avLst/>
          </a:prstGeom>
          <a:ln w="9525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Gerader Verbinder 20">
            <a:extLst>
              <a:ext uri="{FF2B5EF4-FFF2-40B4-BE49-F238E27FC236}">
                <a16:creationId xmlns:a16="http://schemas.microsoft.com/office/drawing/2014/main" id="{CE506781-42D6-D7C5-A440-205E7C6A95F5}"/>
              </a:ext>
            </a:extLst>
          </p:cNvPr>
          <p:cNvCxnSpPr>
            <a:cxnSpLocks/>
          </p:cNvCxnSpPr>
          <p:nvPr/>
        </p:nvCxnSpPr>
        <p:spPr>
          <a:xfrm rot="18900000">
            <a:off x="1023629" y="1036967"/>
            <a:ext cx="778049" cy="0"/>
          </a:xfrm>
          <a:prstGeom prst="line">
            <a:avLst/>
          </a:prstGeom>
          <a:ln w="9525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Gerader Verbinder 21">
            <a:extLst>
              <a:ext uri="{FF2B5EF4-FFF2-40B4-BE49-F238E27FC236}">
                <a16:creationId xmlns:a16="http://schemas.microsoft.com/office/drawing/2014/main" id="{68736ECD-A533-B8D7-4BDA-476DC4A40865}"/>
              </a:ext>
            </a:extLst>
          </p:cNvPr>
          <p:cNvCxnSpPr>
            <a:cxnSpLocks/>
          </p:cNvCxnSpPr>
          <p:nvPr/>
        </p:nvCxnSpPr>
        <p:spPr>
          <a:xfrm rot="18900000">
            <a:off x="1097549" y="1036966"/>
            <a:ext cx="778049" cy="0"/>
          </a:xfrm>
          <a:prstGeom prst="line">
            <a:avLst/>
          </a:prstGeom>
          <a:ln w="9525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Gerader Verbinder 22">
            <a:extLst>
              <a:ext uri="{FF2B5EF4-FFF2-40B4-BE49-F238E27FC236}">
                <a16:creationId xmlns:a16="http://schemas.microsoft.com/office/drawing/2014/main" id="{C0C4D374-8C54-08EB-0C3C-4175164D4521}"/>
              </a:ext>
            </a:extLst>
          </p:cNvPr>
          <p:cNvCxnSpPr>
            <a:cxnSpLocks/>
          </p:cNvCxnSpPr>
          <p:nvPr/>
        </p:nvCxnSpPr>
        <p:spPr>
          <a:xfrm rot="18900000">
            <a:off x="1171469" y="1036966"/>
            <a:ext cx="778049" cy="0"/>
          </a:xfrm>
          <a:prstGeom prst="line">
            <a:avLst/>
          </a:prstGeom>
          <a:ln w="9525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Gerader Verbinder 23">
            <a:extLst>
              <a:ext uri="{FF2B5EF4-FFF2-40B4-BE49-F238E27FC236}">
                <a16:creationId xmlns:a16="http://schemas.microsoft.com/office/drawing/2014/main" id="{C91A6192-F180-1501-F109-608A0755DE77}"/>
              </a:ext>
            </a:extLst>
          </p:cNvPr>
          <p:cNvCxnSpPr>
            <a:cxnSpLocks/>
          </p:cNvCxnSpPr>
          <p:nvPr/>
        </p:nvCxnSpPr>
        <p:spPr>
          <a:xfrm rot="18900000">
            <a:off x="1245389" y="1036964"/>
            <a:ext cx="778049" cy="0"/>
          </a:xfrm>
          <a:prstGeom prst="line">
            <a:avLst/>
          </a:prstGeom>
          <a:ln w="9525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Gerader Verbinder 24">
            <a:extLst>
              <a:ext uri="{FF2B5EF4-FFF2-40B4-BE49-F238E27FC236}">
                <a16:creationId xmlns:a16="http://schemas.microsoft.com/office/drawing/2014/main" id="{0908842F-C0E6-6930-7E89-377F62434304}"/>
              </a:ext>
            </a:extLst>
          </p:cNvPr>
          <p:cNvCxnSpPr>
            <a:cxnSpLocks/>
          </p:cNvCxnSpPr>
          <p:nvPr/>
        </p:nvCxnSpPr>
        <p:spPr>
          <a:xfrm rot="18900000">
            <a:off x="1319309" y="1036961"/>
            <a:ext cx="778049" cy="0"/>
          </a:xfrm>
          <a:prstGeom prst="line">
            <a:avLst/>
          </a:prstGeom>
          <a:ln w="9525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Gerader Verbinder 25">
            <a:extLst>
              <a:ext uri="{FF2B5EF4-FFF2-40B4-BE49-F238E27FC236}">
                <a16:creationId xmlns:a16="http://schemas.microsoft.com/office/drawing/2014/main" id="{127ABD75-DDCD-40E9-5CDC-5484C2B176CC}"/>
              </a:ext>
            </a:extLst>
          </p:cNvPr>
          <p:cNvCxnSpPr>
            <a:cxnSpLocks/>
          </p:cNvCxnSpPr>
          <p:nvPr/>
        </p:nvCxnSpPr>
        <p:spPr>
          <a:xfrm rot="18900000">
            <a:off x="1393229" y="1036954"/>
            <a:ext cx="778049" cy="0"/>
          </a:xfrm>
          <a:prstGeom prst="line">
            <a:avLst/>
          </a:prstGeom>
          <a:ln w="9525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Gerader Verbinder 26">
            <a:extLst>
              <a:ext uri="{FF2B5EF4-FFF2-40B4-BE49-F238E27FC236}">
                <a16:creationId xmlns:a16="http://schemas.microsoft.com/office/drawing/2014/main" id="{577E3B49-602F-2AF8-BF10-EB3AA3961A37}"/>
              </a:ext>
            </a:extLst>
          </p:cNvPr>
          <p:cNvCxnSpPr>
            <a:cxnSpLocks/>
          </p:cNvCxnSpPr>
          <p:nvPr/>
        </p:nvCxnSpPr>
        <p:spPr>
          <a:xfrm rot="18900000">
            <a:off x="1467149" y="1036941"/>
            <a:ext cx="778049" cy="0"/>
          </a:xfrm>
          <a:prstGeom prst="line">
            <a:avLst/>
          </a:prstGeom>
          <a:ln w="9525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Gerader Verbinder 27">
            <a:extLst>
              <a:ext uri="{FF2B5EF4-FFF2-40B4-BE49-F238E27FC236}">
                <a16:creationId xmlns:a16="http://schemas.microsoft.com/office/drawing/2014/main" id="{EEF6DDC4-FACE-3426-D79C-263E4300B50F}"/>
              </a:ext>
            </a:extLst>
          </p:cNvPr>
          <p:cNvCxnSpPr>
            <a:cxnSpLocks/>
          </p:cNvCxnSpPr>
          <p:nvPr/>
        </p:nvCxnSpPr>
        <p:spPr>
          <a:xfrm rot="18900000">
            <a:off x="1541069" y="1036942"/>
            <a:ext cx="778049" cy="0"/>
          </a:xfrm>
          <a:prstGeom prst="line">
            <a:avLst/>
          </a:prstGeom>
          <a:ln w="9525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Gerader Verbinder 28">
            <a:extLst>
              <a:ext uri="{FF2B5EF4-FFF2-40B4-BE49-F238E27FC236}">
                <a16:creationId xmlns:a16="http://schemas.microsoft.com/office/drawing/2014/main" id="{FD681F28-F088-7754-A3EF-EBD8695312D3}"/>
              </a:ext>
            </a:extLst>
          </p:cNvPr>
          <p:cNvCxnSpPr>
            <a:cxnSpLocks/>
          </p:cNvCxnSpPr>
          <p:nvPr/>
        </p:nvCxnSpPr>
        <p:spPr>
          <a:xfrm rot="18900000">
            <a:off x="1614989" y="1036916"/>
            <a:ext cx="778049" cy="0"/>
          </a:xfrm>
          <a:prstGeom prst="line">
            <a:avLst/>
          </a:prstGeom>
          <a:ln w="9525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Gerader Verbinder 29">
            <a:extLst>
              <a:ext uri="{FF2B5EF4-FFF2-40B4-BE49-F238E27FC236}">
                <a16:creationId xmlns:a16="http://schemas.microsoft.com/office/drawing/2014/main" id="{58F4F587-778F-E405-B894-271F0DF889D2}"/>
              </a:ext>
            </a:extLst>
          </p:cNvPr>
          <p:cNvCxnSpPr>
            <a:cxnSpLocks/>
          </p:cNvCxnSpPr>
          <p:nvPr/>
        </p:nvCxnSpPr>
        <p:spPr>
          <a:xfrm rot="18900000">
            <a:off x="1688909" y="1036863"/>
            <a:ext cx="778049" cy="0"/>
          </a:xfrm>
          <a:prstGeom prst="line">
            <a:avLst/>
          </a:prstGeom>
          <a:ln w="9525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Gerader Verbinder 30">
            <a:extLst>
              <a:ext uri="{FF2B5EF4-FFF2-40B4-BE49-F238E27FC236}">
                <a16:creationId xmlns:a16="http://schemas.microsoft.com/office/drawing/2014/main" id="{390C77D8-91C6-C8D8-8A0A-1464812398D6}"/>
              </a:ext>
            </a:extLst>
          </p:cNvPr>
          <p:cNvCxnSpPr>
            <a:cxnSpLocks/>
          </p:cNvCxnSpPr>
          <p:nvPr/>
        </p:nvCxnSpPr>
        <p:spPr>
          <a:xfrm rot="18900000">
            <a:off x="1762829" y="1036864"/>
            <a:ext cx="778049" cy="0"/>
          </a:xfrm>
          <a:prstGeom prst="line">
            <a:avLst/>
          </a:prstGeom>
          <a:ln w="9525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Gerader Verbinder 31">
            <a:extLst>
              <a:ext uri="{FF2B5EF4-FFF2-40B4-BE49-F238E27FC236}">
                <a16:creationId xmlns:a16="http://schemas.microsoft.com/office/drawing/2014/main" id="{B71DB089-E01C-8184-3306-84D677CF2B08}"/>
              </a:ext>
            </a:extLst>
          </p:cNvPr>
          <p:cNvCxnSpPr>
            <a:cxnSpLocks/>
          </p:cNvCxnSpPr>
          <p:nvPr/>
        </p:nvCxnSpPr>
        <p:spPr>
          <a:xfrm rot="18900000">
            <a:off x="1836749" y="1036862"/>
            <a:ext cx="778049" cy="0"/>
          </a:xfrm>
          <a:prstGeom prst="line">
            <a:avLst/>
          </a:prstGeom>
          <a:ln w="9525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Gerader Verbinder 32">
            <a:extLst>
              <a:ext uri="{FF2B5EF4-FFF2-40B4-BE49-F238E27FC236}">
                <a16:creationId xmlns:a16="http://schemas.microsoft.com/office/drawing/2014/main" id="{9675AE37-F32B-FA09-75C7-CF7BE1EBDFD0}"/>
              </a:ext>
            </a:extLst>
          </p:cNvPr>
          <p:cNvCxnSpPr>
            <a:cxnSpLocks/>
          </p:cNvCxnSpPr>
          <p:nvPr/>
        </p:nvCxnSpPr>
        <p:spPr>
          <a:xfrm rot="18900000">
            <a:off x="1910669" y="1036863"/>
            <a:ext cx="778049" cy="0"/>
          </a:xfrm>
          <a:prstGeom prst="line">
            <a:avLst/>
          </a:prstGeom>
          <a:ln w="9525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Gerader Verbinder 33">
            <a:extLst>
              <a:ext uri="{FF2B5EF4-FFF2-40B4-BE49-F238E27FC236}">
                <a16:creationId xmlns:a16="http://schemas.microsoft.com/office/drawing/2014/main" id="{143404C7-EF04-F8D2-AA6C-3C05637ACBB4}"/>
              </a:ext>
            </a:extLst>
          </p:cNvPr>
          <p:cNvCxnSpPr>
            <a:cxnSpLocks/>
          </p:cNvCxnSpPr>
          <p:nvPr/>
        </p:nvCxnSpPr>
        <p:spPr>
          <a:xfrm rot="18900000">
            <a:off x="1984589" y="1036862"/>
            <a:ext cx="778049" cy="0"/>
          </a:xfrm>
          <a:prstGeom prst="line">
            <a:avLst/>
          </a:prstGeom>
          <a:ln w="9525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Gerader Verbinder 34">
            <a:extLst>
              <a:ext uri="{FF2B5EF4-FFF2-40B4-BE49-F238E27FC236}">
                <a16:creationId xmlns:a16="http://schemas.microsoft.com/office/drawing/2014/main" id="{77FB55BC-D3C2-BD4C-D773-30A3F8CF3A77}"/>
              </a:ext>
            </a:extLst>
          </p:cNvPr>
          <p:cNvCxnSpPr>
            <a:cxnSpLocks/>
          </p:cNvCxnSpPr>
          <p:nvPr/>
        </p:nvCxnSpPr>
        <p:spPr>
          <a:xfrm rot="18900000">
            <a:off x="2058509" y="1036862"/>
            <a:ext cx="778049" cy="0"/>
          </a:xfrm>
          <a:prstGeom prst="line">
            <a:avLst/>
          </a:prstGeom>
          <a:ln w="9525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Gerader Verbinder 35">
            <a:extLst>
              <a:ext uri="{FF2B5EF4-FFF2-40B4-BE49-F238E27FC236}">
                <a16:creationId xmlns:a16="http://schemas.microsoft.com/office/drawing/2014/main" id="{A861DFCF-8E0A-A3A9-6046-0C4BF8AB4C65}"/>
              </a:ext>
            </a:extLst>
          </p:cNvPr>
          <p:cNvCxnSpPr>
            <a:cxnSpLocks/>
          </p:cNvCxnSpPr>
          <p:nvPr/>
        </p:nvCxnSpPr>
        <p:spPr>
          <a:xfrm rot="18900000">
            <a:off x="2132429" y="1036860"/>
            <a:ext cx="778049" cy="0"/>
          </a:xfrm>
          <a:prstGeom prst="line">
            <a:avLst/>
          </a:prstGeom>
          <a:ln w="9525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Gerader Verbinder 36">
            <a:extLst>
              <a:ext uri="{FF2B5EF4-FFF2-40B4-BE49-F238E27FC236}">
                <a16:creationId xmlns:a16="http://schemas.microsoft.com/office/drawing/2014/main" id="{295093CB-0E62-BBC8-F104-4080ECE685AC}"/>
              </a:ext>
            </a:extLst>
          </p:cNvPr>
          <p:cNvCxnSpPr>
            <a:cxnSpLocks/>
          </p:cNvCxnSpPr>
          <p:nvPr/>
        </p:nvCxnSpPr>
        <p:spPr>
          <a:xfrm rot="18900000">
            <a:off x="2206349" y="1036857"/>
            <a:ext cx="778049" cy="0"/>
          </a:xfrm>
          <a:prstGeom prst="line">
            <a:avLst/>
          </a:prstGeom>
          <a:ln w="9525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Gerader Verbinder 37">
            <a:extLst>
              <a:ext uri="{FF2B5EF4-FFF2-40B4-BE49-F238E27FC236}">
                <a16:creationId xmlns:a16="http://schemas.microsoft.com/office/drawing/2014/main" id="{D0BAE0C1-7601-D10D-DE43-02FF5E24442D}"/>
              </a:ext>
            </a:extLst>
          </p:cNvPr>
          <p:cNvCxnSpPr>
            <a:cxnSpLocks/>
          </p:cNvCxnSpPr>
          <p:nvPr/>
        </p:nvCxnSpPr>
        <p:spPr>
          <a:xfrm rot="18900000">
            <a:off x="2280269" y="1036850"/>
            <a:ext cx="778049" cy="0"/>
          </a:xfrm>
          <a:prstGeom prst="line">
            <a:avLst/>
          </a:prstGeom>
          <a:ln w="9525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Gerader Verbinder 38">
            <a:extLst>
              <a:ext uri="{FF2B5EF4-FFF2-40B4-BE49-F238E27FC236}">
                <a16:creationId xmlns:a16="http://schemas.microsoft.com/office/drawing/2014/main" id="{E7AC587A-CC35-1037-9601-9CE88438F2EF}"/>
              </a:ext>
            </a:extLst>
          </p:cNvPr>
          <p:cNvCxnSpPr>
            <a:cxnSpLocks/>
          </p:cNvCxnSpPr>
          <p:nvPr/>
        </p:nvCxnSpPr>
        <p:spPr>
          <a:xfrm rot="18900000">
            <a:off x="2354189" y="1036837"/>
            <a:ext cx="778049" cy="0"/>
          </a:xfrm>
          <a:prstGeom prst="line">
            <a:avLst/>
          </a:prstGeom>
          <a:ln w="9525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Gerader Verbinder 39">
            <a:extLst>
              <a:ext uri="{FF2B5EF4-FFF2-40B4-BE49-F238E27FC236}">
                <a16:creationId xmlns:a16="http://schemas.microsoft.com/office/drawing/2014/main" id="{92AA2034-8931-9AD8-1A20-0DC1DD0AE816}"/>
              </a:ext>
            </a:extLst>
          </p:cNvPr>
          <p:cNvCxnSpPr>
            <a:cxnSpLocks/>
          </p:cNvCxnSpPr>
          <p:nvPr/>
        </p:nvCxnSpPr>
        <p:spPr>
          <a:xfrm rot="18900000">
            <a:off x="2428109" y="1036838"/>
            <a:ext cx="778049" cy="0"/>
          </a:xfrm>
          <a:prstGeom prst="line">
            <a:avLst/>
          </a:prstGeom>
          <a:ln w="9525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Gerader Verbinder 40">
            <a:extLst>
              <a:ext uri="{FF2B5EF4-FFF2-40B4-BE49-F238E27FC236}">
                <a16:creationId xmlns:a16="http://schemas.microsoft.com/office/drawing/2014/main" id="{300D69B2-774D-BD36-E237-355FCD0D291F}"/>
              </a:ext>
            </a:extLst>
          </p:cNvPr>
          <p:cNvCxnSpPr>
            <a:cxnSpLocks/>
          </p:cNvCxnSpPr>
          <p:nvPr/>
        </p:nvCxnSpPr>
        <p:spPr>
          <a:xfrm rot="18900000">
            <a:off x="2502029" y="1036812"/>
            <a:ext cx="778049" cy="0"/>
          </a:xfrm>
          <a:prstGeom prst="line">
            <a:avLst/>
          </a:prstGeom>
          <a:ln w="9525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Gerader Verbinder 41">
            <a:extLst>
              <a:ext uri="{FF2B5EF4-FFF2-40B4-BE49-F238E27FC236}">
                <a16:creationId xmlns:a16="http://schemas.microsoft.com/office/drawing/2014/main" id="{317A849F-35A0-F69E-45F7-2A19617657D1}"/>
              </a:ext>
            </a:extLst>
          </p:cNvPr>
          <p:cNvCxnSpPr>
            <a:cxnSpLocks/>
          </p:cNvCxnSpPr>
          <p:nvPr/>
        </p:nvCxnSpPr>
        <p:spPr>
          <a:xfrm rot="18900000">
            <a:off x="2575949" y="1036656"/>
            <a:ext cx="778049" cy="0"/>
          </a:xfrm>
          <a:prstGeom prst="line">
            <a:avLst/>
          </a:prstGeom>
          <a:ln w="9525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Gerader Verbinder 42">
            <a:extLst>
              <a:ext uri="{FF2B5EF4-FFF2-40B4-BE49-F238E27FC236}">
                <a16:creationId xmlns:a16="http://schemas.microsoft.com/office/drawing/2014/main" id="{9F9543AA-0A80-E9CE-1116-F16173DD2453}"/>
              </a:ext>
            </a:extLst>
          </p:cNvPr>
          <p:cNvCxnSpPr>
            <a:cxnSpLocks/>
          </p:cNvCxnSpPr>
          <p:nvPr/>
        </p:nvCxnSpPr>
        <p:spPr>
          <a:xfrm rot="18900000">
            <a:off x="2649869" y="1036657"/>
            <a:ext cx="778049" cy="0"/>
          </a:xfrm>
          <a:prstGeom prst="line">
            <a:avLst/>
          </a:prstGeom>
          <a:ln w="9525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Gerader Verbinder 43">
            <a:extLst>
              <a:ext uri="{FF2B5EF4-FFF2-40B4-BE49-F238E27FC236}">
                <a16:creationId xmlns:a16="http://schemas.microsoft.com/office/drawing/2014/main" id="{065DCCD1-E3E1-EA3C-3483-10355EEBFF0B}"/>
              </a:ext>
            </a:extLst>
          </p:cNvPr>
          <p:cNvCxnSpPr>
            <a:cxnSpLocks/>
          </p:cNvCxnSpPr>
          <p:nvPr/>
        </p:nvCxnSpPr>
        <p:spPr>
          <a:xfrm rot="18900000">
            <a:off x="2723789" y="1036655"/>
            <a:ext cx="778049" cy="0"/>
          </a:xfrm>
          <a:prstGeom prst="line">
            <a:avLst/>
          </a:prstGeom>
          <a:ln w="9525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Gerader Verbinder 44">
            <a:extLst>
              <a:ext uri="{FF2B5EF4-FFF2-40B4-BE49-F238E27FC236}">
                <a16:creationId xmlns:a16="http://schemas.microsoft.com/office/drawing/2014/main" id="{59BB875D-FE40-5D9C-9616-563FE9F0CAFB}"/>
              </a:ext>
            </a:extLst>
          </p:cNvPr>
          <p:cNvCxnSpPr>
            <a:cxnSpLocks/>
          </p:cNvCxnSpPr>
          <p:nvPr/>
        </p:nvCxnSpPr>
        <p:spPr>
          <a:xfrm rot="18900000">
            <a:off x="2797709" y="1036656"/>
            <a:ext cx="778049" cy="0"/>
          </a:xfrm>
          <a:prstGeom prst="line">
            <a:avLst/>
          </a:prstGeom>
          <a:ln w="9525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Gerader Verbinder 45">
            <a:extLst>
              <a:ext uri="{FF2B5EF4-FFF2-40B4-BE49-F238E27FC236}">
                <a16:creationId xmlns:a16="http://schemas.microsoft.com/office/drawing/2014/main" id="{A38946A7-2ECB-5255-3E8B-8AB83911EA4E}"/>
              </a:ext>
            </a:extLst>
          </p:cNvPr>
          <p:cNvCxnSpPr>
            <a:cxnSpLocks/>
          </p:cNvCxnSpPr>
          <p:nvPr/>
        </p:nvCxnSpPr>
        <p:spPr>
          <a:xfrm rot="18900000">
            <a:off x="2871629" y="1036655"/>
            <a:ext cx="778049" cy="0"/>
          </a:xfrm>
          <a:prstGeom prst="line">
            <a:avLst/>
          </a:prstGeom>
          <a:ln w="9525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Gerader Verbinder 46">
            <a:extLst>
              <a:ext uri="{FF2B5EF4-FFF2-40B4-BE49-F238E27FC236}">
                <a16:creationId xmlns:a16="http://schemas.microsoft.com/office/drawing/2014/main" id="{EBA06136-8504-EF19-48C2-99FD7E5646FC}"/>
              </a:ext>
            </a:extLst>
          </p:cNvPr>
          <p:cNvCxnSpPr>
            <a:cxnSpLocks/>
          </p:cNvCxnSpPr>
          <p:nvPr/>
        </p:nvCxnSpPr>
        <p:spPr>
          <a:xfrm rot="18900000">
            <a:off x="2945549" y="1036655"/>
            <a:ext cx="778049" cy="0"/>
          </a:xfrm>
          <a:prstGeom prst="line">
            <a:avLst/>
          </a:prstGeom>
          <a:ln w="9525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Gerader Verbinder 67">
            <a:extLst>
              <a:ext uri="{FF2B5EF4-FFF2-40B4-BE49-F238E27FC236}">
                <a16:creationId xmlns:a16="http://schemas.microsoft.com/office/drawing/2014/main" id="{9EB4A64B-E936-47F7-1C5B-93ACB39EBCEF}"/>
              </a:ext>
            </a:extLst>
          </p:cNvPr>
          <p:cNvCxnSpPr>
            <a:cxnSpLocks/>
          </p:cNvCxnSpPr>
          <p:nvPr/>
        </p:nvCxnSpPr>
        <p:spPr>
          <a:xfrm rot="18900000">
            <a:off x="-144008" y="2224965"/>
            <a:ext cx="778049" cy="0"/>
          </a:xfrm>
          <a:prstGeom prst="line">
            <a:avLst/>
          </a:prstGeom>
          <a:ln w="9525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Gerader Verbinder 68">
            <a:extLst>
              <a:ext uri="{FF2B5EF4-FFF2-40B4-BE49-F238E27FC236}">
                <a16:creationId xmlns:a16="http://schemas.microsoft.com/office/drawing/2014/main" id="{524003E5-6893-98D3-D3E1-5EB08C68701C}"/>
              </a:ext>
            </a:extLst>
          </p:cNvPr>
          <p:cNvCxnSpPr>
            <a:cxnSpLocks/>
          </p:cNvCxnSpPr>
          <p:nvPr/>
        </p:nvCxnSpPr>
        <p:spPr>
          <a:xfrm rot="18900000">
            <a:off x="-70088" y="2224966"/>
            <a:ext cx="778049" cy="0"/>
          </a:xfrm>
          <a:prstGeom prst="line">
            <a:avLst/>
          </a:prstGeom>
          <a:ln w="9525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Gerader Verbinder 69">
            <a:extLst>
              <a:ext uri="{FF2B5EF4-FFF2-40B4-BE49-F238E27FC236}">
                <a16:creationId xmlns:a16="http://schemas.microsoft.com/office/drawing/2014/main" id="{8C187BAC-F4C3-B205-6C0A-38310FCFF885}"/>
              </a:ext>
            </a:extLst>
          </p:cNvPr>
          <p:cNvCxnSpPr>
            <a:cxnSpLocks/>
          </p:cNvCxnSpPr>
          <p:nvPr/>
        </p:nvCxnSpPr>
        <p:spPr>
          <a:xfrm rot="18900000">
            <a:off x="3832" y="2224965"/>
            <a:ext cx="778049" cy="0"/>
          </a:xfrm>
          <a:prstGeom prst="line">
            <a:avLst/>
          </a:prstGeom>
          <a:ln w="9525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Gerader Verbinder 70">
            <a:extLst>
              <a:ext uri="{FF2B5EF4-FFF2-40B4-BE49-F238E27FC236}">
                <a16:creationId xmlns:a16="http://schemas.microsoft.com/office/drawing/2014/main" id="{CC1F271E-C71B-971E-A818-356B0B0C0A72}"/>
              </a:ext>
            </a:extLst>
          </p:cNvPr>
          <p:cNvCxnSpPr>
            <a:cxnSpLocks/>
          </p:cNvCxnSpPr>
          <p:nvPr/>
        </p:nvCxnSpPr>
        <p:spPr>
          <a:xfrm rot="18900000">
            <a:off x="77752" y="2224965"/>
            <a:ext cx="778049" cy="0"/>
          </a:xfrm>
          <a:prstGeom prst="line">
            <a:avLst/>
          </a:prstGeom>
          <a:ln w="9525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Gerader Verbinder 71">
            <a:extLst>
              <a:ext uri="{FF2B5EF4-FFF2-40B4-BE49-F238E27FC236}">
                <a16:creationId xmlns:a16="http://schemas.microsoft.com/office/drawing/2014/main" id="{CD7BE19B-AA3B-A2F1-DF0C-561FA22B74F7}"/>
              </a:ext>
            </a:extLst>
          </p:cNvPr>
          <p:cNvCxnSpPr>
            <a:cxnSpLocks/>
          </p:cNvCxnSpPr>
          <p:nvPr/>
        </p:nvCxnSpPr>
        <p:spPr>
          <a:xfrm rot="18900000">
            <a:off x="151672" y="2224963"/>
            <a:ext cx="778049" cy="0"/>
          </a:xfrm>
          <a:prstGeom prst="line">
            <a:avLst/>
          </a:prstGeom>
          <a:ln w="9525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Gerader Verbinder 72">
            <a:extLst>
              <a:ext uri="{FF2B5EF4-FFF2-40B4-BE49-F238E27FC236}">
                <a16:creationId xmlns:a16="http://schemas.microsoft.com/office/drawing/2014/main" id="{2B052DF2-4693-F58D-C0F6-1DAC7B820079}"/>
              </a:ext>
            </a:extLst>
          </p:cNvPr>
          <p:cNvCxnSpPr>
            <a:cxnSpLocks/>
          </p:cNvCxnSpPr>
          <p:nvPr/>
        </p:nvCxnSpPr>
        <p:spPr>
          <a:xfrm rot="18900000">
            <a:off x="225592" y="2224960"/>
            <a:ext cx="778049" cy="0"/>
          </a:xfrm>
          <a:prstGeom prst="line">
            <a:avLst/>
          </a:prstGeom>
          <a:ln w="9525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Gerader Verbinder 73">
            <a:extLst>
              <a:ext uri="{FF2B5EF4-FFF2-40B4-BE49-F238E27FC236}">
                <a16:creationId xmlns:a16="http://schemas.microsoft.com/office/drawing/2014/main" id="{73059F70-3B77-8E0F-0924-06F1E94757B1}"/>
              </a:ext>
            </a:extLst>
          </p:cNvPr>
          <p:cNvCxnSpPr>
            <a:cxnSpLocks/>
          </p:cNvCxnSpPr>
          <p:nvPr/>
        </p:nvCxnSpPr>
        <p:spPr>
          <a:xfrm rot="18900000">
            <a:off x="299512" y="2224953"/>
            <a:ext cx="778049" cy="0"/>
          </a:xfrm>
          <a:prstGeom prst="line">
            <a:avLst/>
          </a:prstGeom>
          <a:ln w="9525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Gerader Verbinder 74">
            <a:extLst>
              <a:ext uri="{FF2B5EF4-FFF2-40B4-BE49-F238E27FC236}">
                <a16:creationId xmlns:a16="http://schemas.microsoft.com/office/drawing/2014/main" id="{6E720DDD-BA44-0A67-2A54-F88867A3ABBC}"/>
              </a:ext>
            </a:extLst>
          </p:cNvPr>
          <p:cNvCxnSpPr>
            <a:cxnSpLocks/>
          </p:cNvCxnSpPr>
          <p:nvPr/>
        </p:nvCxnSpPr>
        <p:spPr>
          <a:xfrm rot="18900000">
            <a:off x="373432" y="2224940"/>
            <a:ext cx="778049" cy="0"/>
          </a:xfrm>
          <a:prstGeom prst="line">
            <a:avLst/>
          </a:prstGeom>
          <a:ln w="9525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Gerader Verbinder 75">
            <a:extLst>
              <a:ext uri="{FF2B5EF4-FFF2-40B4-BE49-F238E27FC236}">
                <a16:creationId xmlns:a16="http://schemas.microsoft.com/office/drawing/2014/main" id="{ECCFC2A3-7289-3A0D-53C5-C79D3A1E38D9}"/>
              </a:ext>
            </a:extLst>
          </p:cNvPr>
          <p:cNvCxnSpPr>
            <a:cxnSpLocks/>
          </p:cNvCxnSpPr>
          <p:nvPr/>
        </p:nvCxnSpPr>
        <p:spPr>
          <a:xfrm rot="18900000">
            <a:off x="447352" y="2224941"/>
            <a:ext cx="778049" cy="0"/>
          </a:xfrm>
          <a:prstGeom prst="line">
            <a:avLst/>
          </a:prstGeom>
          <a:ln w="9525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Gerader Verbinder 76">
            <a:extLst>
              <a:ext uri="{FF2B5EF4-FFF2-40B4-BE49-F238E27FC236}">
                <a16:creationId xmlns:a16="http://schemas.microsoft.com/office/drawing/2014/main" id="{A556B875-7F05-FD16-20F3-201CB8D79955}"/>
              </a:ext>
            </a:extLst>
          </p:cNvPr>
          <p:cNvCxnSpPr>
            <a:cxnSpLocks/>
          </p:cNvCxnSpPr>
          <p:nvPr/>
        </p:nvCxnSpPr>
        <p:spPr>
          <a:xfrm rot="18900000">
            <a:off x="521272" y="2224915"/>
            <a:ext cx="778049" cy="0"/>
          </a:xfrm>
          <a:prstGeom prst="line">
            <a:avLst/>
          </a:prstGeom>
          <a:ln w="9525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Gerader Verbinder 77">
            <a:extLst>
              <a:ext uri="{FF2B5EF4-FFF2-40B4-BE49-F238E27FC236}">
                <a16:creationId xmlns:a16="http://schemas.microsoft.com/office/drawing/2014/main" id="{2F8B0BC2-06BF-4276-4FF2-8ADF7ACA1C6E}"/>
              </a:ext>
            </a:extLst>
          </p:cNvPr>
          <p:cNvCxnSpPr>
            <a:cxnSpLocks/>
          </p:cNvCxnSpPr>
          <p:nvPr/>
        </p:nvCxnSpPr>
        <p:spPr>
          <a:xfrm rot="18900000">
            <a:off x="595192" y="2224914"/>
            <a:ext cx="778049" cy="0"/>
          </a:xfrm>
          <a:prstGeom prst="line">
            <a:avLst/>
          </a:prstGeom>
          <a:ln w="9525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Gerader Verbinder 78">
            <a:extLst>
              <a:ext uri="{FF2B5EF4-FFF2-40B4-BE49-F238E27FC236}">
                <a16:creationId xmlns:a16="http://schemas.microsoft.com/office/drawing/2014/main" id="{C08F05BA-E8CD-C2AC-05BA-2C9AE66BAA6A}"/>
              </a:ext>
            </a:extLst>
          </p:cNvPr>
          <p:cNvCxnSpPr>
            <a:cxnSpLocks/>
          </p:cNvCxnSpPr>
          <p:nvPr/>
        </p:nvCxnSpPr>
        <p:spPr>
          <a:xfrm rot="18900000">
            <a:off x="669112" y="2224915"/>
            <a:ext cx="778049" cy="0"/>
          </a:xfrm>
          <a:prstGeom prst="line">
            <a:avLst/>
          </a:prstGeom>
          <a:ln w="9525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Gerader Verbinder 79">
            <a:extLst>
              <a:ext uri="{FF2B5EF4-FFF2-40B4-BE49-F238E27FC236}">
                <a16:creationId xmlns:a16="http://schemas.microsoft.com/office/drawing/2014/main" id="{A4DAA243-7E74-8297-9041-DE88F599A123}"/>
              </a:ext>
            </a:extLst>
          </p:cNvPr>
          <p:cNvCxnSpPr>
            <a:cxnSpLocks/>
          </p:cNvCxnSpPr>
          <p:nvPr/>
        </p:nvCxnSpPr>
        <p:spPr>
          <a:xfrm rot="18900000">
            <a:off x="743032" y="2224913"/>
            <a:ext cx="778049" cy="0"/>
          </a:xfrm>
          <a:prstGeom prst="line">
            <a:avLst/>
          </a:prstGeom>
          <a:ln w="9525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Gerader Verbinder 80">
            <a:extLst>
              <a:ext uri="{FF2B5EF4-FFF2-40B4-BE49-F238E27FC236}">
                <a16:creationId xmlns:a16="http://schemas.microsoft.com/office/drawing/2014/main" id="{7DB1A4B4-0F28-4BC0-BA3A-33E136696786}"/>
              </a:ext>
            </a:extLst>
          </p:cNvPr>
          <p:cNvCxnSpPr>
            <a:cxnSpLocks/>
          </p:cNvCxnSpPr>
          <p:nvPr/>
        </p:nvCxnSpPr>
        <p:spPr>
          <a:xfrm rot="18900000">
            <a:off x="816952" y="2224914"/>
            <a:ext cx="778049" cy="0"/>
          </a:xfrm>
          <a:prstGeom prst="line">
            <a:avLst/>
          </a:prstGeom>
          <a:ln w="9525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Gerader Verbinder 81">
            <a:extLst>
              <a:ext uri="{FF2B5EF4-FFF2-40B4-BE49-F238E27FC236}">
                <a16:creationId xmlns:a16="http://schemas.microsoft.com/office/drawing/2014/main" id="{E01E06E4-85DA-3847-288C-EB658CF06AC9}"/>
              </a:ext>
            </a:extLst>
          </p:cNvPr>
          <p:cNvCxnSpPr>
            <a:cxnSpLocks/>
          </p:cNvCxnSpPr>
          <p:nvPr/>
        </p:nvCxnSpPr>
        <p:spPr>
          <a:xfrm rot="18900000">
            <a:off x="890872" y="2224913"/>
            <a:ext cx="778049" cy="0"/>
          </a:xfrm>
          <a:prstGeom prst="line">
            <a:avLst/>
          </a:prstGeom>
          <a:ln w="9525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Gerader Verbinder 82">
            <a:extLst>
              <a:ext uri="{FF2B5EF4-FFF2-40B4-BE49-F238E27FC236}">
                <a16:creationId xmlns:a16="http://schemas.microsoft.com/office/drawing/2014/main" id="{AE766037-D521-3BCE-D449-C394B60DD74F}"/>
              </a:ext>
            </a:extLst>
          </p:cNvPr>
          <p:cNvCxnSpPr>
            <a:cxnSpLocks/>
          </p:cNvCxnSpPr>
          <p:nvPr/>
        </p:nvCxnSpPr>
        <p:spPr>
          <a:xfrm rot="18900000">
            <a:off x="964792" y="2224913"/>
            <a:ext cx="778049" cy="0"/>
          </a:xfrm>
          <a:prstGeom prst="line">
            <a:avLst/>
          </a:prstGeom>
          <a:ln w="9525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Gerader Verbinder 83">
            <a:extLst>
              <a:ext uri="{FF2B5EF4-FFF2-40B4-BE49-F238E27FC236}">
                <a16:creationId xmlns:a16="http://schemas.microsoft.com/office/drawing/2014/main" id="{B1CF7104-3185-B763-01B7-D2FE7D04D206}"/>
              </a:ext>
            </a:extLst>
          </p:cNvPr>
          <p:cNvCxnSpPr>
            <a:cxnSpLocks/>
          </p:cNvCxnSpPr>
          <p:nvPr/>
        </p:nvCxnSpPr>
        <p:spPr>
          <a:xfrm rot="18900000">
            <a:off x="1038712" y="2224911"/>
            <a:ext cx="778049" cy="0"/>
          </a:xfrm>
          <a:prstGeom prst="line">
            <a:avLst/>
          </a:prstGeom>
          <a:ln w="9525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Gerader Verbinder 84">
            <a:extLst>
              <a:ext uri="{FF2B5EF4-FFF2-40B4-BE49-F238E27FC236}">
                <a16:creationId xmlns:a16="http://schemas.microsoft.com/office/drawing/2014/main" id="{6102A169-8823-5B9B-BD0E-8F6ECC7FEFEC}"/>
              </a:ext>
            </a:extLst>
          </p:cNvPr>
          <p:cNvCxnSpPr>
            <a:cxnSpLocks/>
          </p:cNvCxnSpPr>
          <p:nvPr/>
        </p:nvCxnSpPr>
        <p:spPr>
          <a:xfrm rot="18900000">
            <a:off x="1112632" y="2224908"/>
            <a:ext cx="778049" cy="0"/>
          </a:xfrm>
          <a:prstGeom prst="line">
            <a:avLst/>
          </a:prstGeom>
          <a:ln w="9525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Gerader Verbinder 85">
            <a:extLst>
              <a:ext uri="{FF2B5EF4-FFF2-40B4-BE49-F238E27FC236}">
                <a16:creationId xmlns:a16="http://schemas.microsoft.com/office/drawing/2014/main" id="{D918E2E2-684E-A3A0-295B-2B4A676006A3}"/>
              </a:ext>
            </a:extLst>
          </p:cNvPr>
          <p:cNvCxnSpPr>
            <a:cxnSpLocks/>
          </p:cNvCxnSpPr>
          <p:nvPr/>
        </p:nvCxnSpPr>
        <p:spPr>
          <a:xfrm rot="18900000">
            <a:off x="1186552" y="2224901"/>
            <a:ext cx="778049" cy="0"/>
          </a:xfrm>
          <a:prstGeom prst="line">
            <a:avLst/>
          </a:prstGeom>
          <a:ln w="9525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Gerader Verbinder 86">
            <a:extLst>
              <a:ext uri="{FF2B5EF4-FFF2-40B4-BE49-F238E27FC236}">
                <a16:creationId xmlns:a16="http://schemas.microsoft.com/office/drawing/2014/main" id="{9CAECC48-D62C-D64E-7CBC-B5600336A632}"/>
              </a:ext>
            </a:extLst>
          </p:cNvPr>
          <p:cNvCxnSpPr>
            <a:cxnSpLocks/>
          </p:cNvCxnSpPr>
          <p:nvPr/>
        </p:nvCxnSpPr>
        <p:spPr>
          <a:xfrm rot="18900000">
            <a:off x="1260472" y="2224888"/>
            <a:ext cx="778049" cy="0"/>
          </a:xfrm>
          <a:prstGeom prst="line">
            <a:avLst/>
          </a:prstGeom>
          <a:ln w="9525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Gerader Verbinder 87">
            <a:extLst>
              <a:ext uri="{FF2B5EF4-FFF2-40B4-BE49-F238E27FC236}">
                <a16:creationId xmlns:a16="http://schemas.microsoft.com/office/drawing/2014/main" id="{2AAAA27D-A743-66B1-D562-D3843B216907}"/>
              </a:ext>
            </a:extLst>
          </p:cNvPr>
          <p:cNvCxnSpPr>
            <a:cxnSpLocks/>
          </p:cNvCxnSpPr>
          <p:nvPr/>
        </p:nvCxnSpPr>
        <p:spPr>
          <a:xfrm rot="18900000">
            <a:off x="1334392" y="2224889"/>
            <a:ext cx="778049" cy="0"/>
          </a:xfrm>
          <a:prstGeom prst="line">
            <a:avLst/>
          </a:prstGeom>
          <a:ln w="9525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Gerader Verbinder 88">
            <a:extLst>
              <a:ext uri="{FF2B5EF4-FFF2-40B4-BE49-F238E27FC236}">
                <a16:creationId xmlns:a16="http://schemas.microsoft.com/office/drawing/2014/main" id="{4CA7FFC3-253A-3766-D4E6-B14AA22BD5BB}"/>
              </a:ext>
            </a:extLst>
          </p:cNvPr>
          <p:cNvCxnSpPr>
            <a:cxnSpLocks/>
          </p:cNvCxnSpPr>
          <p:nvPr/>
        </p:nvCxnSpPr>
        <p:spPr>
          <a:xfrm rot="18900000">
            <a:off x="1408312" y="2224863"/>
            <a:ext cx="778049" cy="0"/>
          </a:xfrm>
          <a:prstGeom prst="line">
            <a:avLst/>
          </a:prstGeom>
          <a:ln w="9525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Gerader Verbinder 89">
            <a:extLst>
              <a:ext uri="{FF2B5EF4-FFF2-40B4-BE49-F238E27FC236}">
                <a16:creationId xmlns:a16="http://schemas.microsoft.com/office/drawing/2014/main" id="{BA500A41-7942-6E7E-E5FA-86CCF6857C0B}"/>
              </a:ext>
            </a:extLst>
          </p:cNvPr>
          <p:cNvCxnSpPr>
            <a:cxnSpLocks/>
          </p:cNvCxnSpPr>
          <p:nvPr/>
        </p:nvCxnSpPr>
        <p:spPr>
          <a:xfrm rot="18900000">
            <a:off x="1482232" y="2224810"/>
            <a:ext cx="778049" cy="0"/>
          </a:xfrm>
          <a:prstGeom prst="line">
            <a:avLst/>
          </a:prstGeom>
          <a:ln w="9525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Gerader Verbinder 90">
            <a:extLst>
              <a:ext uri="{FF2B5EF4-FFF2-40B4-BE49-F238E27FC236}">
                <a16:creationId xmlns:a16="http://schemas.microsoft.com/office/drawing/2014/main" id="{3BB5EF17-9952-234B-783C-E2E9A3A939AE}"/>
              </a:ext>
            </a:extLst>
          </p:cNvPr>
          <p:cNvCxnSpPr>
            <a:cxnSpLocks/>
          </p:cNvCxnSpPr>
          <p:nvPr/>
        </p:nvCxnSpPr>
        <p:spPr>
          <a:xfrm rot="18900000">
            <a:off x="1556152" y="2224811"/>
            <a:ext cx="778049" cy="0"/>
          </a:xfrm>
          <a:prstGeom prst="line">
            <a:avLst/>
          </a:prstGeom>
          <a:ln w="9525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Gerader Verbinder 91">
            <a:extLst>
              <a:ext uri="{FF2B5EF4-FFF2-40B4-BE49-F238E27FC236}">
                <a16:creationId xmlns:a16="http://schemas.microsoft.com/office/drawing/2014/main" id="{34C907E5-3949-603E-95D0-1963FDD2B840}"/>
              </a:ext>
            </a:extLst>
          </p:cNvPr>
          <p:cNvCxnSpPr>
            <a:cxnSpLocks/>
          </p:cNvCxnSpPr>
          <p:nvPr/>
        </p:nvCxnSpPr>
        <p:spPr>
          <a:xfrm rot="18900000">
            <a:off x="1630072" y="2224809"/>
            <a:ext cx="778049" cy="0"/>
          </a:xfrm>
          <a:prstGeom prst="line">
            <a:avLst/>
          </a:prstGeom>
          <a:ln w="9525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Gerader Verbinder 92">
            <a:extLst>
              <a:ext uri="{FF2B5EF4-FFF2-40B4-BE49-F238E27FC236}">
                <a16:creationId xmlns:a16="http://schemas.microsoft.com/office/drawing/2014/main" id="{1725B203-51E6-AE47-1C11-705EF2424F4D}"/>
              </a:ext>
            </a:extLst>
          </p:cNvPr>
          <p:cNvCxnSpPr>
            <a:cxnSpLocks/>
          </p:cNvCxnSpPr>
          <p:nvPr/>
        </p:nvCxnSpPr>
        <p:spPr>
          <a:xfrm rot="18900000">
            <a:off x="1703992" y="2224810"/>
            <a:ext cx="778049" cy="0"/>
          </a:xfrm>
          <a:prstGeom prst="line">
            <a:avLst/>
          </a:prstGeom>
          <a:ln w="9525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Gerader Verbinder 93">
            <a:extLst>
              <a:ext uri="{FF2B5EF4-FFF2-40B4-BE49-F238E27FC236}">
                <a16:creationId xmlns:a16="http://schemas.microsoft.com/office/drawing/2014/main" id="{E9BBDD28-BB2A-0BD6-D7E1-FABD3A4EAD07}"/>
              </a:ext>
            </a:extLst>
          </p:cNvPr>
          <p:cNvCxnSpPr>
            <a:cxnSpLocks/>
          </p:cNvCxnSpPr>
          <p:nvPr/>
        </p:nvCxnSpPr>
        <p:spPr>
          <a:xfrm rot="18900000">
            <a:off x="1777912" y="2224809"/>
            <a:ext cx="778049" cy="0"/>
          </a:xfrm>
          <a:prstGeom prst="line">
            <a:avLst/>
          </a:prstGeom>
          <a:ln w="9525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Gerader Verbinder 94">
            <a:extLst>
              <a:ext uri="{FF2B5EF4-FFF2-40B4-BE49-F238E27FC236}">
                <a16:creationId xmlns:a16="http://schemas.microsoft.com/office/drawing/2014/main" id="{2A1EA76B-0DA5-E35E-2990-E6DB4C248242}"/>
              </a:ext>
            </a:extLst>
          </p:cNvPr>
          <p:cNvCxnSpPr>
            <a:cxnSpLocks/>
          </p:cNvCxnSpPr>
          <p:nvPr/>
        </p:nvCxnSpPr>
        <p:spPr>
          <a:xfrm rot="18900000">
            <a:off x="1851832" y="2224809"/>
            <a:ext cx="778049" cy="0"/>
          </a:xfrm>
          <a:prstGeom prst="line">
            <a:avLst/>
          </a:prstGeom>
          <a:ln w="9525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Gerader Verbinder 95">
            <a:extLst>
              <a:ext uri="{FF2B5EF4-FFF2-40B4-BE49-F238E27FC236}">
                <a16:creationId xmlns:a16="http://schemas.microsoft.com/office/drawing/2014/main" id="{62D89B5D-E9D0-BC1B-4146-D1AA2C8F4067}"/>
              </a:ext>
            </a:extLst>
          </p:cNvPr>
          <p:cNvCxnSpPr>
            <a:cxnSpLocks/>
          </p:cNvCxnSpPr>
          <p:nvPr/>
        </p:nvCxnSpPr>
        <p:spPr>
          <a:xfrm rot="18900000">
            <a:off x="1925752" y="2224807"/>
            <a:ext cx="778049" cy="0"/>
          </a:xfrm>
          <a:prstGeom prst="line">
            <a:avLst/>
          </a:prstGeom>
          <a:ln w="9525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Gerader Verbinder 96">
            <a:extLst>
              <a:ext uri="{FF2B5EF4-FFF2-40B4-BE49-F238E27FC236}">
                <a16:creationId xmlns:a16="http://schemas.microsoft.com/office/drawing/2014/main" id="{54010AAD-6C85-1FD0-DF55-8ED791588A28}"/>
              </a:ext>
            </a:extLst>
          </p:cNvPr>
          <p:cNvCxnSpPr>
            <a:cxnSpLocks/>
          </p:cNvCxnSpPr>
          <p:nvPr/>
        </p:nvCxnSpPr>
        <p:spPr>
          <a:xfrm rot="18900000">
            <a:off x="1999672" y="2224804"/>
            <a:ext cx="778049" cy="0"/>
          </a:xfrm>
          <a:prstGeom prst="line">
            <a:avLst/>
          </a:prstGeom>
          <a:ln w="9525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Gerader Verbinder 97">
            <a:extLst>
              <a:ext uri="{FF2B5EF4-FFF2-40B4-BE49-F238E27FC236}">
                <a16:creationId xmlns:a16="http://schemas.microsoft.com/office/drawing/2014/main" id="{FBB29BBC-42A2-A381-9C6A-8DBFF9979B8C}"/>
              </a:ext>
            </a:extLst>
          </p:cNvPr>
          <p:cNvCxnSpPr>
            <a:cxnSpLocks/>
          </p:cNvCxnSpPr>
          <p:nvPr/>
        </p:nvCxnSpPr>
        <p:spPr>
          <a:xfrm rot="18900000">
            <a:off x="2073592" y="2224797"/>
            <a:ext cx="778049" cy="0"/>
          </a:xfrm>
          <a:prstGeom prst="line">
            <a:avLst/>
          </a:prstGeom>
          <a:ln w="9525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Gerader Verbinder 98">
            <a:extLst>
              <a:ext uri="{FF2B5EF4-FFF2-40B4-BE49-F238E27FC236}">
                <a16:creationId xmlns:a16="http://schemas.microsoft.com/office/drawing/2014/main" id="{2E023CE7-CAD1-7AD8-143E-30E018A53243}"/>
              </a:ext>
            </a:extLst>
          </p:cNvPr>
          <p:cNvCxnSpPr>
            <a:cxnSpLocks/>
          </p:cNvCxnSpPr>
          <p:nvPr/>
        </p:nvCxnSpPr>
        <p:spPr>
          <a:xfrm rot="18900000">
            <a:off x="2147512" y="2224784"/>
            <a:ext cx="778049" cy="0"/>
          </a:xfrm>
          <a:prstGeom prst="line">
            <a:avLst/>
          </a:prstGeom>
          <a:ln w="9525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Gerader Verbinder 99">
            <a:extLst>
              <a:ext uri="{FF2B5EF4-FFF2-40B4-BE49-F238E27FC236}">
                <a16:creationId xmlns:a16="http://schemas.microsoft.com/office/drawing/2014/main" id="{78CEE577-511C-6758-65DC-0E2BCA68A7D7}"/>
              </a:ext>
            </a:extLst>
          </p:cNvPr>
          <p:cNvCxnSpPr>
            <a:cxnSpLocks/>
          </p:cNvCxnSpPr>
          <p:nvPr/>
        </p:nvCxnSpPr>
        <p:spPr>
          <a:xfrm rot="18900000">
            <a:off x="2221432" y="2224785"/>
            <a:ext cx="778049" cy="0"/>
          </a:xfrm>
          <a:prstGeom prst="line">
            <a:avLst/>
          </a:prstGeom>
          <a:ln w="9525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Gerader Verbinder 100">
            <a:extLst>
              <a:ext uri="{FF2B5EF4-FFF2-40B4-BE49-F238E27FC236}">
                <a16:creationId xmlns:a16="http://schemas.microsoft.com/office/drawing/2014/main" id="{B750CEBF-FDF1-58AE-ACAA-5B2F1FFF44A9}"/>
              </a:ext>
            </a:extLst>
          </p:cNvPr>
          <p:cNvCxnSpPr>
            <a:cxnSpLocks/>
          </p:cNvCxnSpPr>
          <p:nvPr/>
        </p:nvCxnSpPr>
        <p:spPr>
          <a:xfrm rot="18900000">
            <a:off x="2295352" y="2224759"/>
            <a:ext cx="778049" cy="0"/>
          </a:xfrm>
          <a:prstGeom prst="line">
            <a:avLst/>
          </a:prstGeom>
          <a:ln w="9525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Gerader Verbinder 101">
            <a:extLst>
              <a:ext uri="{FF2B5EF4-FFF2-40B4-BE49-F238E27FC236}">
                <a16:creationId xmlns:a16="http://schemas.microsoft.com/office/drawing/2014/main" id="{CFFCAFF9-D86B-FAA5-8529-CBA6906AAFB4}"/>
              </a:ext>
            </a:extLst>
          </p:cNvPr>
          <p:cNvCxnSpPr>
            <a:cxnSpLocks/>
          </p:cNvCxnSpPr>
          <p:nvPr/>
        </p:nvCxnSpPr>
        <p:spPr>
          <a:xfrm rot="18900000">
            <a:off x="2369272" y="2224603"/>
            <a:ext cx="778049" cy="0"/>
          </a:xfrm>
          <a:prstGeom prst="line">
            <a:avLst/>
          </a:prstGeom>
          <a:ln w="9525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Gerader Verbinder 102">
            <a:extLst>
              <a:ext uri="{FF2B5EF4-FFF2-40B4-BE49-F238E27FC236}">
                <a16:creationId xmlns:a16="http://schemas.microsoft.com/office/drawing/2014/main" id="{04EAF030-42D5-6696-6908-73F2E2F4DFFF}"/>
              </a:ext>
            </a:extLst>
          </p:cNvPr>
          <p:cNvCxnSpPr>
            <a:cxnSpLocks/>
          </p:cNvCxnSpPr>
          <p:nvPr/>
        </p:nvCxnSpPr>
        <p:spPr>
          <a:xfrm rot="18900000">
            <a:off x="2443192" y="2224604"/>
            <a:ext cx="778049" cy="0"/>
          </a:xfrm>
          <a:prstGeom prst="line">
            <a:avLst/>
          </a:prstGeom>
          <a:ln w="9525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Gerader Verbinder 103">
            <a:extLst>
              <a:ext uri="{FF2B5EF4-FFF2-40B4-BE49-F238E27FC236}">
                <a16:creationId xmlns:a16="http://schemas.microsoft.com/office/drawing/2014/main" id="{05063A53-911E-5767-23CD-BE0463AAC749}"/>
              </a:ext>
            </a:extLst>
          </p:cNvPr>
          <p:cNvCxnSpPr>
            <a:cxnSpLocks/>
          </p:cNvCxnSpPr>
          <p:nvPr/>
        </p:nvCxnSpPr>
        <p:spPr>
          <a:xfrm rot="18900000">
            <a:off x="2517112" y="2224602"/>
            <a:ext cx="778049" cy="0"/>
          </a:xfrm>
          <a:prstGeom prst="line">
            <a:avLst/>
          </a:prstGeom>
          <a:ln w="9525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Gerader Verbinder 104">
            <a:extLst>
              <a:ext uri="{FF2B5EF4-FFF2-40B4-BE49-F238E27FC236}">
                <a16:creationId xmlns:a16="http://schemas.microsoft.com/office/drawing/2014/main" id="{B47535CD-2D9C-5CF2-27F6-651885A517AA}"/>
              </a:ext>
            </a:extLst>
          </p:cNvPr>
          <p:cNvCxnSpPr>
            <a:cxnSpLocks/>
          </p:cNvCxnSpPr>
          <p:nvPr/>
        </p:nvCxnSpPr>
        <p:spPr>
          <a:xfrm rot="18900000">
            <a:off x="2591032" y="2224603"/>
            <a:ext cx="778049" cy="0"/>
          </a:xfrm>
          <a:prstGeom prst="line">
            <a:avLst/>
          </a:prstGeom>
          <a:ln w="9525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Gerader Verbinder 105">
            <a:extLst>
              <a:ext uri="{FF2B5EF4-FFF2-40B4-BE49-F238E27FC236}">
                <a16:creationId xmlns:a16="http://schemas.microsoft.com/office/drawing/2014/main" id="{F7F873E4-2AFE-E624-E230-F8A99E14A0FE}"/>
              </a:ext>
            </a:extLst>
          </p:cNvPr>
          <p:cNvCxnSpPr>
            <a:cxnSpLocks/>
          </p:cNvCxnSpPr>
          <p:nvPr/>
        </p:nvCxnSpPr>
        <p:spPr>
          <a:xfrm rot="18900000">
            <a:off x="2664952" y="2224602"/>
            <a:ext cx="778049" cy="0"/>
          </a:xfrm>
          <a:prstGeom prst="line">
            <a:avLst/>
          </a:prstGeom>
          <a:ln w="9525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Gerader Verbinder 106">
            <a:extLst>
              <a:ext uri="{FF2B5EF4-FFF2-40B4-BE49-F238E27FC236}">
                <a16:creationId xmlns:a16="http://schemas.microsoft.com/office/drawing/2014/main" id="{60FF6139-E4C2-D5DA-848D-54DEA3039129}"/>
              </a:ext>
            </a:extLst>
          </p:cNvPr>
          <p:cNvCxnSpPr>
            <a:cxnSpLocks/>
          </p:cNvCxnSpPr>
          <p:nvPr/>
        </p:nvCxnSpPr>
        <p:spPr>
          <a:xfrm rot="18900000">
            <a:off x="2738872" y="2224602"/>
            <a:ext cx="778049" cy="0"/>
          </a:xfrm>
          <a:prstGeom prst="line">
            <a:avLst/>
          </a:prstGeom>
          <a:ln w="9525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Gerader Verbinder 107">
            <a:extLst>
              <a:ext uri="{FF2B5EF4-FFF2-40B4-BE49-F238E27FC236}">
                <a16:creationId xmlns:a16="http://schemas.microsoft.com/office/drawing/2014/main" id="{57FBEBA2-C9BE-6696-CE54-AF2F73A56F80}"/>
              </a:ext>
            </a:extLst>
          </p:cNvPr>
          <p:cNvCxnSpPr>
            <a:cxnSpLocks/>
          </p:cNvCxnSpPr>
          <p:nvPr/>
        </p:nvCxnSpPr>
        <p:spPr>
          <a:xfrm rot="18900000">
            <a:off x="2812792" y="2224600"/>
            <a:ext cx="778049" cy="0"/>
          </a:xfrm>
          <a:prstGeom prst="line">
            <a:avLst/>
          </a:prstGeom>
          <a:ln w="9525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Gerader Verbinder 108">
            <a:extLst>
              <a:ext uri="{FF2B5EF4-FFF2-40B4-BE49-F238E27FC236}">
                <a16:creationId xmlns:a16="http://schemas.microsoft.com/office/drawing/2014/main" id="{EDD7330B-CCD1-5693-741D-3088EFF96F0E}"/>
              </a:ext>
            </a:extLst>
          </p:cNvPr>
          <p:cNvCxnSpPr>
            <a:cxnSpLocks/>
          </p:cNvCxnSpPr>
          <p:nvPr/>
        </p:nvCxnSpPr>
        <p:spPr>
          <a:xfrm rot="18900000">
            <a:off x="2886712" y="2224597"/>
            <a:ext cx="778049" cy="0"/>
          </a:xfrm>
          <a:prstGeom prst="line">
            <a:avLst/>
          </a:prstGeom>
          <a:ln w="9525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Gerader Verbinder 109">
            <a:extLst>
              <a:ext uri="{FF2B5EF4-FFF2-40B4-BE49-F238E27FC236}">
                <a16:creationId xmlns:a16="http://schemas.microsoft.com/office/drawing/2014/main" id="{2A784D3C-4B28-ED7B-5128-D40374FA3C62}"/>
              </a:ext>
            </a:extLst>
          </p:cNvPr>
          <p:cNvCxnSpPr>
            <a:cxnSpLocks/>
          </p:cNvCxnSpPr>
          <p:nvPr/>
        </p:nvCxnSpPr>
        <p:spPr>
          <a:xfrm rot="18900000">
            <a:off x="2960632" y="2224590"/>
            <a:ext cx="778049" cy="0"/>
          </a:xfrm>
          <a:prstGeom prst="line">
            <a:avLst/>
          </a:prstGeom>
          <a:ln w="9525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9" name="Rechteck 118">
            <a:extLst>
              <a:ext uri="{FF2B5EF4-FFF2-40B4-BE49-F238E27FC236}">
                <a16:creationId xmlns:a16="http://schemas.microsoft.com/office/drawing/2014/main" id="{70EE6998-5CE7-58BE-B95E-91E62B896AE8}"/>
              </a:ext>
            </a:extLst>
          </p:cNvPr>
          <p:cNvSpPr/>
          <p:nvPr/>
        </p:nvSpPr>
        <p:spPr>
          <a:xfrm>
            <a:off x="250531" y="753770"/>
            <a:ext cx="3099388" cy="1746096"/>
          </a:xfrm>
          <a:prstGeom prst="rect">
            <a:avLst/>
          </a:prstGeom>
          <a:noFill/>
          <a:ln w="508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20" name="Gerader Verbinder 119">
            <a:extLst>
              <a:ext uri="{FF2B5EF4-FFF2-40B4-BE49-F238E27FC236}">
                <a16:creationId xmlns:a16="http://schemas.microsoft.com/office/drawing/2014/main" id="{483F9436-D8EA-B3C4-D0C4-0D1AC44BB2C1}"/>
              </a:ext>
            </a:extLst>
          </p:cNvPr>
          <p:cNvCxnSpPr>
            <a:cxnSpLocks/>
          </p:cNvCxnSpPr>
          <p:nvPr/>
        </p:nvCxnSpPr>
        <p:spPr>
          <a:xfrm>
            <a:off x="1924579" y="1311725"/>
            <a:ext cx="0" cy="638002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7" name="Textfeld 386">
            <a:extLst>
              <a:ext uri="{FF2B5EF4-FFF2-40B4-BE49-F238E27FC236}">
                <a16:creationId xmlns:a16="http://schemas.microsoft.com/office/drawing/2014/main" id="{9F5B7C7A-C0DF-F532-7F9B-334542C4B1D5}"/>
              </a:ext>
            </a:extLst>
          </p:cNvPr>
          <p:cNvSpPr txBox="1"/>
          <p:nvPr/>
        </p:nvSpPr>
        <p:spPr>
          <a:xfrm>
            <a:off x="1919851" y="1292270"/>
            <a:ext cx="28956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16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2</a:t>
            </a:r>
          </a:p>
        </p:txBody>
      </p:sp>
      <p:sp>
        <p:nvSpPr>
          <p:cNvPr id="388" name="Textfeld 387">
            <a:extLst>
              <a:ext uri="{FF2B5EF4-FFF2-40B4-BE49-F238E27FC236}">
                <a16:creationId xmlns:a16="http://schemas.microsoft.com/office/drawing/2014/main" id="{F7E3EB8B-7203-E116-BDB5-B215220E5E2E}"/>
              </a:ext>
            </a:extLst>
          </p:cNvPr>
          <p:cNvSpPr txBox="1"/>
          <p:nvPr/>
        </p:nvSpPr>
        <p:spPr>
          <a:xfrm>
            <a:off x="1636770" y="1292282"/>
            <a:ext cx="28956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16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1</a:t>
            </a:r>
          </a:p>
        </p:txBody>
      </p:sp>
      <p:cxnSp>
        <p:nvCxnSpPr>
          <p:cNvPr id="389" name="Gerade Verbindung mit Pfeil 388">
            <a:extLst>
              <a:ext uri="{FF2B5EF4-FFF2-40B4-BE49-F238E27FC236}">
                <a16:creationId xmlns:a16="http://schemas.microsoft.com/office/drawing/2014/main" id="{867CDF9B-D81E-DF1F-7612-D0242AF2F198}"/>
              </a:ext>
            </a:extLst>
          </p:cNvPr>
          <p:cNvCxnSpPr>
            <a:cxnSpLocks/>
          </p:cNvCxnSpPr>
          <p:nvPr/>
        </p:nvCxnSpPr>
        <p:spPr>
          <a:xfrm>
            <a:off x="853160" y="1631265"/>
            <a:ext cx="368757" cy="0"/>
          </a:xfrm>
          <a:prstGeom prst="straightConnector1">
            <a:avLst/>
          </a:prstGeom>
          <a:ln w="15875" cap="rnd">
            <a:solidFill>
              <a:schemeClr val="accent1"/>
            </a:solidFill>
            <a:round/>
            <a:headEnd w="med" len="med"/>
            <a:tailEnd type="stealth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1" name="Gerade Verbindung mit Pfeil 390">
            <a:extLst>
              <a:ext uri="{FF2B5EF4-FFF2-40B4-BE49-F238E27FC236}">
                <a16:creationId xmlns:a16="http://schemas.microsoft.com/office/drawing/2014/main" id="{D5BCBE6E-7F02-C20F-7C91-82464238C6E5}"/>
              </a:ext>
            </a:extLst>
          </p:cNvPr>
          <p:cNvCxnSpPr>
            <a:cxnSpLocks/>
          </p:cNvCxnSpPr>
          <p:nvPr/>
        </p:nvCxnSpPr>
        <p:spPr>
          <a:xfrm>
            <a:off x="2331560" y="1636485"/>
            <a:ext cx="368757" cy="0"/>
          </a:xfrm>
          <a:prstGeom prst="straightConnector1">
            <a:avLst/>
          </a:prstGeom>
          <a:ln w="15875" cap="rnd">
            <a:solidFill>
              <a:schemeClr val="accent1"/>
            </a:solidFill>
            <a:round/>
            <a:headEnd w="med" len="med"/>
            <a:tailEnd type="stealth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92" name="Freihandform: Form 391">
            <a:extLst>
              <a:ext uri="{FF2B5EF4-FFF2-40B4-BE49-F238E27FC236}">
                <a16:creationId xmlns:a16="http://schemas.microsoft.com/office/drawing/2014/main" id="{252EBB8A-18F0-2F23-2F0E-54D56FDC660C}"/>
              </a:ext>
            </a:extLst>
          </p:cNvPr>
          <p:cNvSpPr/>
          <p:nvPr/>
        </p:nvSpPr>
        <p:spPr>
          <a:xfrm>
            <a:off x="1925878" y="1784960"/>
            <a:ext cx="363254" cy="544881"/>
          </a:xfrm>
          <a:custGeom>
            <a:avLst/>
            <a:gdLst>
              <a:gd name="csX0" fmla="*/ 0 w 598118"/>
              <a:gd name="csY0" fmla="*/ 0 h 1086633"/>
              <a:gd name="csX1" fmla="*/ 382044 w 598118"/>
              <a:gd name="csY1" fmla="*/ 413359 h 1086633"/>
              <a:gd name="csX2" fmla="*/ 598118 w 598118"/>
              <a:gd name="csY2" fmla="*/ 1086633 h 108663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598118" h="1086633">
                <a:moveTo>
                  <a:pt x="0" y="0"/>
                </a:moveTo>
                <a:cubicBezTo>
                  <a:pt x="141179" y="116126"/>
                  <a:pt x="282358" y="232253"/>
                  <a:pt x="382044" y="413359"/>
                </a:cubicBezTo>
                <a:cubicBezTo>
                  <a:pt x="481730" y="594465"/>
                  <a:pt x="539924" y="840549"/>
                  <a:pt x="598118" y="1086633"/>
                </a:cubicBezTo>
              </a:path>
            </a:pathLst>
          </a:custGeom>
          <a:noFill/>
          <a:ln w="6350" cap="rnd"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93" name="Textfeld 392">
            <a:extLst>
              <a:ext uri="{FF2B5EF4-FFF2-40B4-BE49-F238E27FC236}">
                <a16:creationId xmlns:a16="http://schemas.microsoft.com/office/drawing/2014/main" id="{BB472CC7-7DB7-473C-1F37-D36AACDCAFD4}"/>
              </a:ext>
            </a:extLst>
          </p:cNvPr>
          <p:cNvSpPr txBox="1"/>
          <p:nvPr/>
        </p:nvSpPr>
        <p:spPr>
          <a:xfrm>
            <a:off x="1973954" y="2274212"/>
            <a:ext cx="6652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16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Stoß</a:t>
            </a:r>
          </a:p>
        </p:txBody>
      </p:sp>
    </p:spTree>
    <p:extLst>
      <p:ext uri="{BB962C8B-B14F-4D97-AF65-F5344CB8AC3E}">
        <p14:creationId xmlns:p14="http://schemas.microsoft.com/office/powerpoint/2010/main" val="40514869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0FDEEB-AEB3-2357-8179-8999944499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ruppieren 48">
            <a:extLst>
              <a:ext uri="{FF2B5EF4-FFF2-40B4-BE49-F238E27FC236}">
                <a16:creationId xmlns:a16="http://schemas.microsoft.com/office/drawing/2014/main" id="{EA1D6029-E445-0C55-0200-C806F3C3A168}"/>
              </a:ext>
            </a:extLst>
          </p:cNvPr>
          <p:cNvGrpSpPr/>
          <p:nvPr/>
        </p:nvGrpSpPr>
        <p:grpSpPr>
          <a:xfrm>
            <a:off x="508697" y="837428"/>
            <a:ext cx="2541205" cy="2109161"/>
            <a:chOff x="508697" y="837428"/>
            <a:chExt cx="2541205" cy="2109161"/>
          </a:xfrm>
        </p:grpSpPr>
        <p:cxnSp>
          <p:nvCxnSpPr>
            <p:cNvPr id="3" name="Gerade Verbindung mit Pfeil 2">
              <a:extLst>
                <a:ext uri="{FF2B5EF4-FFF2-40B4-BE49-F238E27FC236}">
                  <a16:creationId xmlns:a16="http://schemas.microsoft.com/office/drawing/2014/main" id="{5640878E-ADAD-E2FE-691D-2FE6F4C87CFF}"/>
                </a:ext>
              </a:extLst>
            </p:cNvPr>
            <p:cNvCxnSpPr>
              <a:cxnSpLocks/>
            </p:cNvCxnSpPr>
            <p:nvPr/>
          </p:nvCxnSpPr>
          <p:spPr>
            <a:xfrm>
              <a:off x="864905" y="2528788"/>
              <a:ext cx="1727321" cy="0"/>
            </a:xfrm>
            <a:prstGeom prst="straightConnector1">
              <a:avLst/>
            </a:prstGeom>
            <a:ln w="12700" cap="rnd">
              <a:solidFill>
                <a:schemeClr val="tx1"/>
              </a:solidFill>
              <a:round/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Gerade Verbindung mit Pfeil 3">
              <a:extLst>
                <a:ext uri="{FF2B5EF4-FFF2-40B4-BE49-F238E27FC236}">
                  <a16:creationId xmlns:a16="http://schemas.microsoft.com/office/drawing/2014/main" id="{5752F034-9D0E-0E09-43A7-56229FF78E0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75412" y="892479"/>
              <a:ext cx="0" cy="1699400"/>
            </a:xfrm>
            <a:prstGeom prst="straightConnector1">
              <a:avLst/>
            </a:prstGeom>
            <a:ln w="12700" cap="rnd">
              <a:solidFill>
                <a:schemeClr val="tx1"/>
              </a:solidFill>
              <a:round/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2" name="Gruppieren 11">
              <a:extLst>
                <a:ext uri="{FF2B5EF4-FFF2-40B4-BE49-F238E27FC236}">
                  <a16:creationId xmlns:a16="http://schemas.microsoft.com/office/drawing/2014/main" id="{01043070-E88A-C152-6970-7F88B1E8431D}"/>
                </a:ext>
              </a:extLst>
            </p:cNvPr>
            <p:cNvGrpSpPr/>
            <p:nvPr/>
          </p:nvGrpSpPr>
          <p:grpSpPr>
            <a:xfrm>
              <a:off x="508697" y="837428"/>
              <a:ext cx="507425" cy="430887"/>
              <a:chOff x="555670" y="846823"/>
              <a:chExt cx="507425" cy="430887"/>
            </a:xfrm>
          </p:grpSpPr>
          <p:sp>
            <p:nvSpPr>
              <p:cNvPr id="5" name="Textfeld 4">
                <a:extLst>
                  <a:ext uri="{FF2B5EF4-FFF2-40B4-BE49-F238E27FC236}">
                    <a16:creationId xmlns:a16="http://schemas.microsoft.com/office/drawing/2014/main" id="{2D448731-853D-CE88-99A6-4ACF4EA02E3D}"/>
                  </a:ext>
                </a:extLst>
              </p:cNvPr>
              <p:cNvSpPr txBox="1"/>
              <p:nvPr/>
            </p:nvSpPr>
            <p:spPr>
              <a:xfrm>
                <a:off x="555670" y="846823"/>
                <a:ext cx="507425" cy="430887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de-DE" sz="1100" i="1" dirty="0"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p</a:t>
                </a:r>
                <a:r>
                  <a:rPr lang="de-DE" sz="1100" baseline="-25000" dirty="0"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2</a:t>
                </a:r>
              </a:p>
              <a:p>
                <a:pPr algn="ctr"/>
                <a:r>
                  <a:rPr lang="de-DE" sz="1100" i="1" dirty="0"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p</a:t>
                </a:r>
                <a:r>
                  <a:rPr lang="de-DE" sz="1100" baseline="-25000" dirty="0"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1</a:t>
                </a:r>
              </a:p>
            </p:txBody>
          </p:sp>
          <p:cxnSp>
            <p:nvCxnSpPr>
              <p:cNvPr id="11" name="Gerader Verbinder 10">
                <a:extLst>
                  <a:ext uri="{FF2B5EF4-FFF2-40B4-BE49-F238E27FC236}">
                    <a16:creationId xmlns:a16="http://schemas.microsoft.com/office/drawing/2014/main" id="{9D90DD4D-75E0-9150-16D1-C98384DA004F}"/>
                  </a:ext>
                </a:extLst>
              </p:cNvPr>
              <p:cNvCxnSpPr/>
              <p:nvPr/>
            </p:nvCxnSpPr>
            <p:spPr>
              <a:xfrm>
                <a:off x="718894" y="1083221"/>
                <a:ext cx="180975" cy="0"/>
              </a:xfrm>
              <a:prstGeom prst="line">
                <a:avLst/>
              </a:prstGeom>
              <a:ln w="63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3" name="Gruppieren 12">
              <a:extLst>
                <a:ext uri="{FF2B5EF4-FFF2-40B4-BE49-F238E27FC236}">
                  <a16:creationId xmlns:a16="http://schemas.microsoft.com/office/drawing/2014/main" id="{332B37F2-16F8-D3E1-8052-35AC12BD6CEA}"/>
                </a:ext>
              </a:extLst>
            </p:cNvPr>
            <p:cNvGrpSpPr/>
            <p:nvPr/>
          </p:nvGrpSpPr>
          <p:grpSpPr>
            <a:xfrm>
              <a:off x="816344" y="2577257"/>
              <a:ext cx="708229" cy="369332"/>
              <a:chOff x="555670" y="877600"/>
              <a:chExt cx="507425" cy="369332"/>
            </a:xfrm>
          </p:grpSpPr>
          <p:sp>
            <p:nvSpPr>
              <p:cNvPr id="14" name="Textfeld 13">
                <a:extLst>
                  <a:ext uri="{FF2B5EF4-FFF2-40B4-BE49-F238E27FC236}">
                    <a16:creationId xmlns:a16="http://schemas.microsoft.com/office/drawing/2014/main" id="{BF35FF89-2DC3-4798-34EB-15EAD0F58985}"/>
                  </a:ext>
                </a:extLst>
              </p:cNvPr>
              <p:cNvSpPr txBox="1"/>
              <p:nvPr/>
            </p:nvSpPr>
            <p:spPr>
              <a:xfrm>
                <a:off x="555670" y="877600"/>
                <a:ext cx="507425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de-DE" sz="900" i="1" dirty="0">
                    <a:latin typeface="Latin Modern Math" panose="02000503000000000000" pitchFamily="50" charset="0"/>
                    <a:ea typeface="Latin Modern Math" panose="02000503000000000000" pitchFamily="50" charset="0"/>
                    <a:cs typeface="CMU Serif" panose="02000603000000000000" pitchFamily="2" charset="0"/>
                  </a:rPr>
                  <a:t>κ</a:t>
                </a:r>
                <a:r>
                  <a:rPr lang="de-DE" sz="900" baseline="-25000" dirty="0"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 </a:t>
                </a:r>
                <a:r>
                  <a:rPr lang="de-DE" sz="900" dirty="0"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+</a:t>
                </a:r>
                <a:r>
                  <a:rPr lang="de-DE" sz="900" dirty="0">
                    <a:latin typeface="Latin Modern Math" panose="02000503000000000000" pitchFamily="50" charset="0"/>
                    <a:ea typeface="Latin Modern Math" panose="02000503000000000000" pitchFamily="50" charset="0"/>
                    <a:cs typeface="CMU Serif" panose="02000603000000000000" pitchFamily="2" charset="0"/>
                  </a:rPr>
                  <a:t>1</a:t>
                </a:r>
                <a:endParaRPr lang="de-DE" sz="900" baseline="-25000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endParaRPr>
              </a:p>
              <a:p>
                <a:pPr algn="ctr"/>
                <a:r>
                  <a:rPr lang="de-DE" sz="900" i="1" dirty="0">
                    <a:latin typeface="Latin Modern Math" panose="02000503000000000000" pitchFamily="50" charset="0"/>
                    <a:ea typeface="Latin Modern Math" panose="02000503000000000000" pitchFamily="50" charset="0"/>
                    <a:cs typeface="CMU Serif" panose="02000603000000000000" pitchFamily="2" charset="0"/>
                  </a:rPr>
                  <a:t>κ</a:t>
                </a:r>
                <a:r>
                  <a:rPr lang="de-DE" sz="900" baseline="-25000" dirty="0"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 </a:t>
                </a:r>
                <a:r>
                  <a:rPr lang="de-DE" sz="900" dirty="0">
                    <a:latin typeface="Latin Modern Math" panose="02000503000000000000" pitchFamily="50" charset="0"/>
                    <a:ea typeface="Latin Modern Math" panose="02000503000000000000" pitchFamily="50" charset="0"/>
                    <a:cs typeface="CMU Serif" panose="02000603000000000000" pitchFamily="2" charset="0"/>
                  </a:rPr>
                  <a:t>−1</a:t>
                </a:r>
                <a:endParaRPr lang="de-DE" sz="900" baseline="-25000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endParaRPr>
              </a:p>
            </p:txBody>
          </p:sp>
          <p:cxnSp>
            <p:nvCxnSpPr>
              <p:cNvPr id="15" name="Gerader Verbinder 14">
                <a:extLst>
                  <a:ext uri="{FF2B5EF4-FFF2-40B4-BE49-F238E27FC236}">
                    <a16:creationId xmlns:a16="http://schemas.microsoft.com/office/drawing/2014/main" id="{C8756E81-31D9-2F85-AEB1-48E597DB6CE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12701" y="1043216"/>
                <a:ext cx="190704" cy="0"/>
              </a:xfrm>
              <a:prstGeom prst="line">
                <a:avLst/>
              </a:prstGeom>
              <a:ln w="63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18" name="Gerader Verbinder 17">
              <a:extLst>
                <a:ext uri="{FF2B5EF4-FFF2-40B4-BE49-F238E27FC236}">
                  <a16:creationId xmlns:a16="http://schemas.microsoft.com/office/drawing/2014/main" id="{14D0670E-12A3-0AD9-6CF4-B996EDB9325B}"/>
                </a:ext>
              </a:extLst>
            </p:cNvPr>
            <p:cNvCxnSpPr/>
            <p:nvPr/>
          </p:nvCxnSpPr>
          <p:spPr>
            <a:xfrm>
              <a:off x="2425717" y="2463295"/>
              <a:ext cx="0" cy="128584"/>
            </a:xfrm>
            <a:prstGeom prst="line">
              <a:avLst/>
            </a:prstGeom>
            <a:ln w="12700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Gerader Verbinder 18">
              <a:extLst>
                <a:ext uri="{FF2B5EF4-FFF2-40B4-BE49-F238E27FC236}">
                  <a16:creationId xmlns:a16="http://schemas.microsoft.com/office/drawing/2014/main" id="{F3C3CD1D-54D0-AF45-3B5D-9B5940FC4920}"/>
                </a:ext>
              </a:extLst>
            </p:cNvPr>
            <p:cNvCxnSpPr>
              <a:cxnSpLocks/>
            </p:cNvCxnSpPr>
            <p:nvPr/>
          </p:nvCxnSpPr>
          <p:spPr>
            <a:xfrm>
              <a:off x="915404" y="2275649"/>
              <a:ext cx="120015" cy="0"/>
            </a:xfrm>
            <a:prstGeom prst="line">
              <a:avLst/>
            </a:prstGeom>
            <a:ln w="12700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Gerader Verbinder 20">
              <a:extLst>
                <a:ext uri="{FF2B5EF4-FFF2-40B4-BE49-F238E27FC236}">
                  <a16:creationId xmlns:a16="http://schemas.microsoft.com/office/drawing/2014/main" id="{964F2D4A-51CF-4118-8495-C6E28BFAC038}"/>
                </a:ext>
              </a:extLst>
            </p:cNvPr>
            <p:cNvCxnSpPr/>
            <p:nvPr/>
          </p:nvCxnSpPr>
          <p:spPr>
            <a:xfrm>
              <a:off x="1172227" y="2462590"/>
              <a:ext cx="0" cy="128584"/>
            </a:xfrm>
            <a:prstGeom prst="line">
              <a:avLst/>
            </a:prstGeom>
            <a:ln w="12700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Gerader Verbinder 21">
              <a:extLst>
                <a:ext uri="{FF2B5EF4-FFF2-40B4-BE49-F238E27FC236}">
                  <a16:creationId xmlns:a16="http://schemas.microsoft.com/office/drawing/2014/main" id="{424303FB-20ED-3E03-F34D-14FF26182B35}"/>
                </a:ext>
              </a:extLst>
            </p:cNvPr>
            <p:cNvCxnSpPr>
              <a:cxnSpLocks/>
            </p:cNvCxnSpPr>
            <p:nvPr/>
          </p:nvCxnSpPr>
          <p:spPr>
            <a:xfrm>
              <a:off x="975411" y="2275649"/>
              <a:ext cx="1450306" cy="0"/>
            </a:xfrm>
            <a:prstGeom prst="line">
              <a:avLst/>
            </a:prstGeom>
            <a:ln w="6350" cap="rnd">
              <a:solidFill>
                <a:schemeClr val="tx1"/>
              </a:solidFill>
              <a:prstDash val="sysDash"/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Freihandform: Form 23">
              <a:extLst>
                <a:ext uri="{FF2B5EF4-FFF2-40B4-BE49-F238E27FC236}">
                  <a16:creationId xmlns:a16="http://schemas.microsoft.com/office/drawing/2014/main" id="{1C72756B-A290-53DF-2E07-FEDDE4012CDE}"/>
                </a:ext>
              </a:extLst>
            </p:cNvPr>
            <p:cNvSpPr/>
            <p:nvPr/>
          </p:nvSpPr>
          <p:spPr>
            <a:xfrm>
              <a:off x="1325516" y="992635"/>
              <a:ext cx="1100202" cy="1280160"/>
            </a:xfrm>
            <a:custGeom>
              <a:avLst/>
              <a:gdLst>
                <a:gd name="csX0" fmla="*/ 0 w 1064895"/>
                <a:gd name="csY0" fmla="*/ 0 h 1280160"/>
                <a:gd name="csX1" fmla="*/ 232410 w 1064895"/>
                <a:gd name="csY1" fmla="*/ 889635 h 1280160"/>
                <a:gd name="csX2" fmla="*/ 1064895 w 1064895"/>
                <a:gd name="csY2" fmla="*/ 1280160 h 12801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1064895" h="1280160">
                  <a:moveTo>
                    <a:pt x="0" y="0"/>
                  </a:moveTo>
                  <a:cubicBezTo>
                    <a:pt x="27464" y="338137"/>
                    <a:pt x="54928" y="676275"/>
                    <a:pt x="232410" y="889635"/>
                  </a:cubicBezTo>
                  <a:cubicBezTo>
                    <a:pt x="409892" y="1102995"/>
                    <a:pt x="737393" y="1191577"/>
                    <a:pt x="1064895" y="1280160"/>
                  </a:cubicBezTo>
                </a:path>
              </a:pathLst>
            </a:custGeom>
            <a:noFill/>
            <a:ln w="12700" cap="rnd">
              <a:solidFill>
                <a:schemeClr val="accent3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5" name="Freihandform: Form 24">
              <a:extLst>
                <a:ext uri="{FF2B5EF4-FFF2-40B4-BE49-F238E27FC236}">
                  <a16:creationId xmlns:a16="http://schemas.microsoft.com/office/drawing/2014/main" id="{DE98003F-57D2-C158-B58D-7CB1086E1B0E}"/>
                </a:ext>
              </a:extLst>
            </p:cNvPr>
            <p:cNvSpPr/>
            <p:nvPr/>
          </p:nvSpPr>
          <p:spPr>
            <a:xfrm>
              <a:off x="1233012" y="1192659"/>
              <a:ext cx="1192705" cy="1080135"/>
            </a:xfrm>
            <a:custGeom>
              <a:avLst/>
              <a:gdLst>
                <a:gd name="csX0" fmla="*/ 0 w 1064895"/>
                <a:gd name="csY0" fmla="*/ 0 h 1280160"/>
                <a:gd name="csX1" fmla="*/ 232410 w 1064895"/>
                <a:gd name="csY1" fmla="*/ 889635 h 1280160"/>
                <a:gd name="csX2" fmla="*/ 1064895 w 1064895"/>
                <a:gd name="csY2" fmla="*/ 1280160 h 12801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1064895" h="1280160">
                  <a:moveTo>
                    <a:pt x="0" y="0"/>
                  </a:moveTo>
                  <a:cubicBezTo>
                    <a:pt x="27464" y="338137"/>
                    <a:pt x="54928" y="676275"/>
                    <a:pt x="232410" y="889635"/>
                  </a:cubicBezTo>
                  <a:cubicBezTo>
                    <a:pt x="409892" y="1102995"/>
                    <a:pt x="737393" y="1191577"/>
                    <a:pt x="1064895" y="1280160"/>
                  </a:cubicBezTo>
                </a:path>
              </a:pathLst>
            </a:custGeom>
            <a:noFill/>
            <a:ln w="12700" cap="rnd">
              <a:solidFill>
                <a:schemeClr val="accent3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27" name="Gerader Verbinder 26">
              <a:extLst>
                <a:ext uri="{FF2B5EF4-FFF2-40B4-BE49-F238E27FC236}">
                  <a16:creationId xmlns:a16="http://schemas.microsoft.com/office/drawing/2014/main" id="{F4B204BE-8A6B-9C83-8653-36476FA299B2}"/>
                </a:ext>
              </a:extLst>
            </p:cNvPr>
            <p:cNvCxnSpPr>
              <a:cxnSpLocks/>
              <a:stCxn id="25" idx="2"/>
            </p:cNvCxnSpPr>
            <p:nvPr/>
          </p:nvCxnSpPr>
          <p:spPr>
            <a:xfrm flipH="1" flipV="1">
              <a:off x="1370600" y="1389830"/>
              <a:ext cx="1055117" cy="882964"/>
            </a:xfrm>
            <a:prstGeom prst="line">
              <a:avLst/>
            </a:prstGeom>
            <a:ln w="9525" cap="rnd">
              <a:solidFill>
                <a:schemeClr val="accent3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Ellipse 27">
              <a:extLst>
                <a:ext uri="{FF2B5EF4-FFF2-40B4-BE49-F238E27FC236}">
                  <a16:creationId xmlns:a16="http://schemas.microsoft.com/office/drawing/2014/main" id="{111498CE-1783-4131-5734-6A4AFFE19AAC}"/>
                </a:ext>
              </a:extLst>
            </p:cNvPr>
            <p:cNvSpPr/>
            <p:nvPr/>
          </p:nvSpPr>
          <p:spPr>
            <a:xfrm>
              <a:off x="1350247" y="1372385"/>
              <a:ext cx="45719" cy="45719"/>
            </a:xfrm>
            <a:prstGeom prst="ellipse">
              <a:avLst/>
            </a:prstGeom>
            <a:noFill/>
            <a:ln w="63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9" name="Ellipse 28">
              <a:extLst>
                <a:ext uri="{FF2B5EF4-FFF2-40B4-BE49-F238E27FC236}">
                  <a16:creationId xmlns:a16="http://schemas.microsoft.com/office/drawing/2014/main" id="{78EDA269-2594-692B-F34D-07E633DC53D9}"/>
                </a:ext>
              </a:extLst>
            </p:cNvPr>
            <p:cNvSpPr/>
            <p:nvPr/>
          </p:nvSpPr>
          <p:spPr>
            <a:xfrm>
              <a:off x="2400352" y="2249935"/>
              <a:ext cx="45719" cy="45719"/>
            </a:xfrm>
            <a:prstGeom prst="ellipse">
              <a:avLst/>
            </a:prstGeom>
            <a:noFill/>
            <a:ln w="63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30" name="Gerader Verbinder 29">
              <a:extLst>
                <a:ext uri="{FF2B5EF4-FFF2-40B4-BE49-F238E27FC236}">
                  <a16:creationId xmlns:a16="http://schemas.microsoft.com/office/drawing/2014/main" id="{42B33C77-69E2-08C2-AB2B-662AAC3ACF1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73006" y="935485"/>
              <a:ext cx="0" cy="1600922"/>
            </a:xfrm>
            <a:prstGeom prst="line">
              <a:avLst/>
            </a:prstGeom>
            <a:ln w="6350" cap="rnd">
              <a:solidFill>
                <a:schemeClr val="tx1"/>
              </a:solidFill>
              <a:prstDash val="sysDash"/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7" name="Gruppieren 36">
              <a:extLst>
                <a:ext uri="{FF2B5EF4-FFF2-40B4-BE49-F238E27FC236}">
                  <a16:creationId xmlns:a16="http://schemas.microsoft.com/office/drawing/2014/main" id="{2DD600D6-7CE4-B4C6-96DD-F9216B7823CF}"/>
                </a:ext>
              </a:extLst>
            </p:cNvPr>
            <p:cNvGrpSpPr/>
            <p:nvPr/>
          </p:nvGrpSpPr>
          <p:grpSpPr>
            <a:xfrm>
              <a:off x="2485842" y="2320963"/>
              <a:ext cx="507425" cy="430887"/>
              <a:chOff x="555670" y="846823"/>
              <a:chExt cx="507425" cy="430887"/>
            </a:xfrm>
          </p:grpSpPr>
          <p:sp>
            <p:nvSpPr>
              <p:cNvPr id="38" name="Textfeld 37">
                <a:extLst>
                  <a:ext uri="{FF2B5EF4-FFF2-40B4-BE49-F238E27FC236}">
                    <a16:creationId xmlns:a16="http://schemas.microsoft.com/office/drawing/2014/main" id="{B26A0A4E-C70A-907D-C11E-58DEB83576CA}"/>
                  </a:ext>
                </a:extLst>
              </p:cNvPr>
              <p:cNvSpPr txBox="1"/>
              <p:nvPr/>
            </p:nvSpPr>
            <p:spPr>
              <a:xfrm>
                <a:off x="555670" y="846823"/>
                <a:ext cx="507425" cy="430887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de-DE" sz="1100" i="1" dirty="0">
                    <a:latin typeface="Latin Modern Math" panose="02000503000000000000" pitchFamily="50" charset="0"/>
                    <a:ea typeface="Latin Modern Math" panose="02000503000000000000" pitchFamily="50" charset="0"/>
                    <a:cs typeface="CMU Serif" panose="02000603000000000000" pitchFamily="2" charset="0"/>
                  </a:rPr>
                  <a:t>ρ</a:t>
                </a:r>
                <a:r>
                  <a:rPr lang="de-DE" sz="1100" baseline="-25000" dirty="0"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2</a:t>
                </a:r>
              </a:p>
              <a:p>
                <a:pPr algn="ctr"/>
                <a:r>
                  <a:rPr lang="de-DE" sz="1100" i="1" dirty="0">
                    <a:latin typeface="Latin Modern Math" panose="02000503000000000000" pitchFamily="50" charset="0"/>
                    <a:ea typeface="Latin Modern Math" panose="02000503000000000000" pitchFamily="50" charset="0"/>
                    <a:cs typeface="CMU Serif" panose="02000603000000000000" pitchFamily="2" charset="0"/>
                  </a:rPr>
                  <a:t>ρ</a:t>
                </a:r>
                <a:r>
                  <a:rPr lang="de-DE" sz="1100" baseline="-25000" dirty="0"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1</a:t>
                </a:r>
              </a:p>
            </p:txBody>
          </p:sp>
          <p:cxnSp>
            <p:nvCxnSpPr>
              <p:cNvPr id="39" name="Gerader Verbinder 38">
                <a:extLst>
                  <a:ext uri="{FF2B5EF4-FFF2-40B4-BE49-F238E27FC236}">
                    <a16:creationId xmlns:a16="http://schemas.microsoft.com/office/drawing/2014/main" id="{B3635BFE-6922-0BE3-6000-6FBDB38776A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26514" y="1052741"/>
                <a:ext cx="159311" cy="0"/>
              </a:xfrm>
              <a:prstGeom prst="line">
                <a:avLst/>
              </a:prstGeom>
              <a:ln w="63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42" name="Textfeld 41">
              <a:extLst>
                <a:ext uri="{FF2B5EF4-FFF2-40B4-BE49-F238E27FC236}">
                  <a16:creationId xmlns:a16="http://schemas.microsoft.com/office/drawing/2014/main" id="{2CFC0B4F-5839-5A0B-96DC-569005CB23B8}"/>
                </a:ext>
              </a:extLst>
            </p:cNvPr>
            <p:cNvSpPr txBox="1"/>
            <p:nvPr/>
          </p:nvSpPr>
          <p:spPr>
            <a:xfrm>
              <a:off x="1175190" y="983811"/>
              <a:ext cx="1874712" cy="24622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de-DE" sz="1000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Rankine-</a:t>
              </a:r>
              <a:r>
                <a:rPr lang="de-DE" sz="1000" dirty="0" err="1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Hugoniot</a:t>
              </a:r>
              <a:r>
                <a:rPr lang="de-DE" sz="1000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-Kurve</a:t>
              </a:r>
              <a:endParaRPr lang="de-DE" sz="1000" baseline="-25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endParaRPr>
            </a:p>
          </p:txBody>
        </p:sp>
        <p:sp>
          <p:nvSpPr>
            <p:cNvPr id="45" name="Textfeld 44">
              <a:extLst>
                <a:ext uri="{FF2B5EF4-FFF2-40B4-BE49-F238E27FC236}">
                  <a16:creationId xmlns:a16="http://schemas.microsoft.com/office/drawing/2014/main" id="{CD924D3F-B605-3067-A0B9-4B539D65670F}"/>
                </a:ext>
              </a:extLst>
            </p:cNvPr>
            <p:cNvSpPr txBox="1"/>
            <p:nvPr/>
          </p:nvSpPr>
          <p:spPr>
            <a:xfrm>
              <a:off x="1329891" y="1218452"/>
              <a:ext cx="379360" cy="24622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de-DE" sz="1000" dirty="0">
                  <a:solidFill>
                    <a:schemeClr val="accent3"/>
                  </a:solidFill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(2)</a:t>
              </a:r>
              <a:endParaRPr lang="de-DE" sz="1000" baseline="-25000" dirty="0">
                <a:solidFill>
                  <a:schemeClr val="accent3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endParaRPr>
            </a:p>
          </p:txBody>
        </p:sp>
        <p:sp>
          <p:nvSpPr>
            <p:cNvPr id="46" name="Textfeld 45">
              <a:extLst>
                <a:ext uri="{FF2B5EF4-FFF2-40B4-BE49-F238E27FC236}">
                  <a16:creationId xmlns:a16="http://schemas.microsoft.com/office/drawing/2014/main" id="{82FABDD5-E0DA-EBBB-9DA1-9209B9A9E392}"/>
                </a:ext>
              </a:extLst>
            </p:cNvPr>
            <p:cNvSpPr txBox="1"/>
            <p:nvPr/>
          </p:nvSpPr>
          <p:spPr>
            <a:xfrm>
              <a:off x="2328541" y="2026573"/>
              <a:ext cx="379360" cy="24622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de-DE" sz="1000" dirty="0">
                  <a:solidFill>
                    <a:schemeClr val="accent3"/>
                  </a:solidFill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(1)</a:t>
              </a:r>
              <a:endParaRPr lang="de-DE" sz="1000" baseline="-25000" dirty="0">
                <a:solidFill>
                  <a:schemeClr val="accent3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endParaRPr>
            </a:p>
          </p:txBody>
        </p:sp>
        <p:sp>
          <p:nvSpPr>
            <p:cNvPr id="47" name="Textfeld 46">
              <a:extLst>
                <a:ext uri="{FF2B5EF4-FFF2-40B4-BE49-F238E27FC236}">
                  <a16:creationId xmlns:a16="http://schemas.microsoft.com/office/drawing/2014/main" id="{DF73C847-88BD-E249-D958-BA95B73E02BF}"/>
                </a:ext>
              </a:extLst>
            </p:cNvPr>
            <p:cNvSpPr txBox="1"/>
            <p:nvPr/>
          </p:nvSpPr>
          <p:spPr>
            <a:xfrm>
              <a:off x="1049742" y="2030205"/>
              <a:ext cx="881133" cy="2308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de-DE" sz="900" dirty="0">
                  <a:solidFill>
                    <a:schemeClr val="accent3"/>
                  </a:solidFill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Isentrope</a:t>
              </a:r>
              <a:endParaRPr lang="de-DE" sz="900" baseline="-25000" dirty="0">
                <a:solidFill>
                  <a:schemeClr val="accent3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endParaRPr>
            </a:p>
          </p:txBody>
        </p:sp>
        <p:sp>
          <p:nvSpPr>
            <p:cNvPr id="48" name="Textfeld 47">
              <a:extLst>
                <a:ext uri="{FF2B5EF4-FFF2-40B4-BE49-F238E27FC236}">
                  <a16:creationId xmlns:a16="http://schemas.microsoft.com/office/drawing/2014/main" id="{58FAB947-2BC6-F1B6-3353-06E1A367A223}"/>
                </a:ext>
              </a:extLst>
            </p:cNvPr>
            <p:cNvSpPr txBox="1"/>
            <p:nvPr/>
          </p:nvSpPr>
          <p:spPr>
            <a:xfrm rot="2376176">
              <a:off x="1451368" y="1607582"/>
              <a:ext cx="1122045" cy="2308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de-DE" sz="900" dirty="0">
                  <a:solidFill>
                    <a:schemeClr val="accent3"/>
                  </a:solidFill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Rayleigh-Gerade</a:t>
              </a:r>
              <a:endParaRPr lang="de-DE" sz="900" baseline="-25000" dirty="0">
                <a:solidFill>
                  <a:schemeClr val="accent3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183915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6A5652-B6F8-67DA-700C-9E81718096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Gerader Verbinder 3">
            <a:extLst>
              <a:ext uri="{FF2B5EF4-FFF2-40B4-BE49-F238E27FC236}">
                <a16:creationId xmlns:a16="http://schemas.microsoft.com/office/drawing/2014/main" id="{3178F538-E815-4139-D5D6-DF3918564C33}"/>
              </a:ext>
            </a:extLst>
          </p:cNvPr>
          <p:cNvCxnSpPr>
            <a:cxnSpLocks/>
          </p:cNvCxnSpPr>
          <p:nvPr/>
        </p:nvCxnSpPr>
        <p:spPr>
          <a:xfrm flipH="1">
            <a:off x="789140" y="1800225"/>
            <a:ext cx="944410" cy="0"/>
          </a:xfrm>
          <a:prstGeom prst="line">
            <a:avLst/>
          </a:prstGeom>
          <a:ln w="12700" cap="rnd">
            <a:solidFill>
              <a:schemeClr val="tx1"/>
            </a:solidFill>
            <a:prstDash val="solid"/>
            <a:round/>
            <a:head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Gerader Verbinder 9">
            <a:extLst>
              <a:ext uri="{FF2B5EF4-FFF2-40B4-BE49-F238E27FC236}">
                <a16:creationId xmlns:a16="http://schemas.microsoft.com/office/drawing/2014/main" id="{8079877B-4522-F604-8D72-CC8A4DBCE2A3}"/>
              </a:ext>
            </a:extLst>
          </p:cNvPr>
          <p:cNvCxnSpPr>
            <a:cxnSpLocks/>
          </p:cNvCxnSpPr>
          <p:nvPr/>
        </p:nvCxnSpPr>
        <p:spPr>
          <a:xfrm flipH="1">
            <a:off x="789140" y="1800225"/>
            <a:ext cx="1011085" cy="470117"/>
          </a:xfrm>
          <a:prstGeom prst="line">
            <a:avLst/>
          </a:prstGeom>
          <a:ln w="12700" cap="rnd">
            <a:solidFill>
              <a:schemeClr val="tx1"/>
            </a:solidFill>
            <a:prstDash val="solid"/>
            <a:round/>
            <a:head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234A5C7A-2A24-E2CF-5923-175E032C94CC}"/>
              </a:ext>
            </a:extLst>
          </p:cNvPr>
          <p:cNvCxnSpPr>
            <a:cxnSpLocks/>
          </p:cNvCxnSpPr>
          <p:nvPr/>
        </p:nvCxnSpPr>
        <p:spPr>
          <a:xfrm>
            <a:off x="789140" y="1796247"/>
            <a:ext cx="0" cy="474095"/>
          </a:xfrm>
          <a:prstGeom prst="line">
            <a:avLst/>
          </a:prstGeom>
          <a:ln w="12700" cap="rnd">
            <a:solidFill>
              <a:schemeClr val="tx1"/>
            </a:solidFill>
            <a:prstDash val="solid"/>
            <a:round/>
            <a:head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Gerader Verbinder 21">
            <a:extLst>
              <a:ext uri="{FF2B5EF4-FFF2-40B4-BE49-F238E27FC236}">
                <a16:creationId xmlns:a16="http://schemas.microsoft.com/office/drawing/2014/main" id="{E71A15E9-6DCF-4B2D-1873-DCA8059B8992}"/>
              </a:ext>
            </a:extLst>
          </p:cNvPr>
          <p:cNvCxnSpPr>
            <a:cxnSpLocks/>
          </p:cNvCxnSpPr>
          <p:nvPr/>
        </p:nvCxnSpPr>
        <p:spPr>
          <a:xfrm flipH="1">
            <a:off x="1790829" y="1248622"/>
            <a:ext cx="673667" cy="547625"/>
          </a:xfrm>
          <a:prstGeom prst="line">
            <a:avLst/>
          </a:prstGeom>
          <a:ln w="12700" cap="rnd">
            <a:solidFill>
              <a:schemeClr val="tx1"/>
            </a:solidFill>
            <a:prstDash val="solid"/>
            <a:round/>
            <a:head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Gerader Verbinder 23">
            <a:extLst>
              <a:ext uri="{FF2B5EF4-FFF2-40B4-BE49-F238E27FC236}">
                <a16:creationId xmlns:a16="http://schemas.microsoft.com/office/drawing/2014/main" id="{9C69F08C-15C0-D54B-C0BD-F681C1EA5722}"/>
              </a:ext>
            </a:extLst>
          </p:cNvPr>
          <p:cNvCxnSpPr>
            <a:cxnSpLocks/>
          </p:cNvCxnSpPr>
          <p:nvPr/>
        </p:nvCxnSpPr>
        <p:spPr>
          <a:xfrm flipH="1">
            <a:off x="2309968" y="1800057"/>
            <a:ext cx="154528" cy="0"/>
          </a:xfrm>
          <a:prstGeom prst="line">
            <a:avLst/>
          </a:prstGeom>
          <a:ln w="12700" cap="rnd">
            <a:solidFill>
              <a:schemeClr val="tx1"/>
            </a:solidFill>
            <a:prstDash val="solid"/>
            <a:round/>
            <a:head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Gerader Verbinder 27">
            <a:extLst>
              <a:ext uri="{FF2B5EF4-FFF2-40B4-BE49-F238E27FC236}">
                <a16:creationId xmlns:a16="http://schemas.microsoft.com/office/drawing/2014/main" id="{FBDA4583-9A3B-8D91-8192-8E5C1342D7D2}"/>
              </a:ext>
            </a:extLst>
          </p:cNvPr>
          <p:cNvCxnSpPr>
            <a:cxnSpLocks/>
          </p:cNvCxnSpPr>
          <p:nvPr/>
        </p:nvCxnSpPr>
        <p:spPr>
          <a:xfrm>
            <a:off x="2464496" y="1268730"/>
            <a:ext cx="0" cy="527517"/>
          </a:xfrm>
          <a:prstGeom prst="line">
            <a:avLst/>
          </a:prstGeom>
          <a:ln w="12700" cap="rnd">
            <a:solidFill>
              <a:schemeClr val="tx1"/>
            </a:solidFill>
            <a:prstDash val="solid"/>
            <a:round/>
            <a:head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Gerader Verbinder 38">
            <a:extLst>
              <a:ext uri="{FF2B5EF4-FFF2-40B4-BE49-F238E27FC236}">
                <a16:creationId xmlns:a16="http://schemas.microsoft.com/office/drawing/2014/main" id="{5C7233E6-F0F6-C031-9057-22B60FD65573}"/>
              </a:ext>
            </a:extLst>
          </p:cNvPr>
          <p:cNvCxnSpPr>
            <a:cxnSpLocks/>
          </p:cNvCxnSpPr>
          <p:nvPr/>
        </p:nvCxnSpPr>
        <p:spPr>
          <a:xfrm>
            <a:off x="789140" y="1802468"/>
            <a:ext cx="0" cy="152400"/>
          </a:xfrm>
          <a:prstGeom prst="line">
            <a:avLst/>
          </a:prstGeom>
          <a:ln w="12700" cap="rnd">
            <a:solidFill>
              <a:schemeClr val="tx1"/>
            </a:solidFill>
            <a:prstDash val="solid"/>
            <a:round/>
            <a:head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Gerader Verbinder 40">
            <a:extLst>
              <a:ext uri="{FF2B5EF4-FFF2-40B4-BE49-F238E27FC236}">
                <a16:creationId xmlns:a16="http://schemas.microsoft.com/office/drawing/2014/main" id="{C262E7DD-2ED1-7F08-68CA-A63B57E61AC2}"/>
              </a:ext>
            </a:extLst>
          </p:cNvPr>
          <p:cNvCxnSpPr>
            <a:cxnSpLocks/>
          </p:cNvCxnSpPr>
          <p:nvPr/>
        </p:nvCxnSpPr>
        <p:spPr>
          <a:xfrm flipH="1">
            <a:off x="1705574" y="1800901"/>
            <a:ext cx="758922" cy="0"/>
          </a:xfrm>
          <a:prstGeom prst="line">
            <a:avLst/>
          </a:prstGeom>
          <a:ln w="12700" cap="rnd">
            <a:solidFill>
              <a:schemeClr val="tx1"/>
            </a:solidFill>
            <a:prstDash val="solid"/>
            <a:round/>
            <a:head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Gerader Verbinder 45">
            <a:extLst>
              <a:ext uri="{FF2B5EF4-FFF2-40B4-BE49-F238E27FC236}">
                <a16:creationId xmlns:a16="http://schemas.microsoft.com/office/drawing/2014/main" id="{1D95660C-1C24-3E35-46A9-A786D27AD48B}"/>
              </a:ext>
            </a:extLst>
          </p:cNvPr>
          <p:cNvCxnSpPr>
            <a:cxnSpLocks/>
          </p:cNvCxnSpPr>
          <p:nvPr/>
        </p:nvCxnSpPr>
        <p:spPr>
          <a:xfrm flipV="1">
            <a:off x="2464496" y="1248622"/>
            <a:ext cx="0" cy="97323"/>
          </a:xfrm>
          <a:prstGeom prst="line">
            <a:avLst/>
          </a:prstGeom>
          <a:ln w="12700" cap="rnd">
            <a:solidFill>
              <a:schemeClr val="tx1"/>
            </a:solidFill>
            <a:prstDash val="solid"/>
            <a:round/>
            <a:head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Gerader Verbinder 50">
            <a:extLst>
              <a:ext uri="{FF2B5EF4-FFF2-40B4-BE49-F238E27FC236}">
                <a16:creationId xmlns:a16="http://schemas.microsoft.com/office/drawing/2014/main" id="{9782122D-E4F0-52FD-4581-86DFD79E1538}"/>
              </a:ext>
            </a:extLst>
          </p:cNvPr>
          <p:cNvCxnSpPr>
            <a:cxnSpLocks/>
          </p:cNvCxnSpPr>
          <p:nvPr/>
        </p:nvCxnSpPr>
        <p:spPr>
          <a:xfrm flipV="1">
            <a:off x="2410583" y="1247779"/>
            <a:ext cx="53914" cy="42925"/>
          </a:xfrm>
          <a:prstGeom prst="line">
            <a:avLst/>
          </a:prstGeom>
          <a:ln w="12700" cap="rnd">
            <a:solidFill>
              <a:schemeClr val="tx1"/>
            </a:solidFill>
            <a:prstDash val="solid"/>
            <a:round/>
            <a:head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Gerader Verbinder 55">
            <a:extLst>
              <a:ext uri="{FF2B5EF4-FFF2-40B4-BE49-F238E27FC236}">
                <a16:creationId xmlns:a16="http://schemas.microsoft.com/office/drawing/2014/main" id="{0BF5B274-2042-3900-20BD-5CF972F6CA49}"/>
              </a:ext>
            </a:extLst>
          </p:cNvPr>
          <p:cNvCxnSpPr>
            <a:cxnSpLocks/>
          </p:cNvCxnSpPr>
          <p:nvPr/>
        </p:nvCxnSpPr>
        <p:spPr>
          <a:xfrm flipH="1">
            <a:off x="1781434" y="1247779"/>
            <a:ext cx="1200904" cy="558376"/>
          </a:xfrm>
          <a:prstGeom prst="line">
            <a:avLst/>
          </a:prstGeom>
          <a:ln w="6350" cap="rnd">
            <a:solidFill>
              <a:schemeClr val="tx1"/>
            </a:solidFill>
            <a:prstDash val="sysDash"/>
            <a:round/>
            <a:head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Gerader Verbinder 57">
            <a:extLst>
              <a:ext uri="{FF2B5EF4-FFF2-40B4-BE49-F238E27FC236}">
                <a16:creationId xmlns:a16="http://schemas.microsoft.com/office/drawing/2014/main" id="{62861E3D-D6B7-5E3E-EB60-011AF12FAC6A}"/>
              </a:ext>
            </a:extLst>
          </p:cNvPr>
          <p:cNvCxnSpPr>
            <a:cxnSpLocks/>
          </p:cNvCxnSpPr>
          <p:nvPr/>
        </p:nvCxnSpPr>
        <p:spPr>
          <a:xfrm flipH="1">
            <a:off x="2410570" y="972483"/>
            <a:ext cx="391463" cy="318221"/>
          </a:xfrm>
          <a:prstGeom prst="line">
            <a:avLst/>
          </a:prstGeom>
          <a:ln w="6350" cap="rnd">
            <a:solidFill>
              <a:schemeClr val="tx1"/>
            </a:solidFill>
            <a:prstDash val="sysDash"/>
            <a:round/>
            <a:head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Bogen 60">
            <a:extLst>
              <a:ext uri="{FF2B5EF4-FFF2-40B4-BE49-F238E27FC236}">
                <a16:creationId xmlns:a16="http://schemas.microsoft.com/office/drawing/2014/main" id="{E4DE06BE-755B-4153-E410-F6FEB3492690}"/>
              </a:ext>
            </a:extLst>
          </p:cNvPr>
          <p:cNvSpPr/>
          <p:nvPr/>
        </p:nvSpPr>
        <p:spPr>
          <a:xfrm>
            <a:off x="597244" y="612570"/>
            <a:ext cx="2387170" cy="2387170"/>
          </a:xfrm>
          <a:prstGeom prst="arc">
            <a:avLst>
              <a:gd name="adj1" fmla="val 19234753"/>
              <a:gd name="adj2" fmla="val 20088720"/>
            </a:avLst>
          </a:prstGeom>
          <a:ln w="635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3" name="Textfeld 62">
            <a:extLst>
              <a:ext uri="{FF2B5EF4-FFF2-40B4-BE49-F238E27FC236}">
                <a16:creationId xmlns:a16="http://schemas.microsoft.com/office/drawing/2014/main" id="{05F913F6-440E-0EC0-A87E-02F6F8BAC63D}"/>
              </a:ext>
            </a:extLst>
          </p:cNvPr>
          <p:cNvSpPr txBox="1"/>
          <p:nvPr/>
        </p:nvSpPr>
        <p:spPr>
          <a:xfrm>
            <a:off x="1897944" y="1091929"/>
            <a:ext cx="489288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1600" i="1" u="sng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v</a:t>
            </a:r>
            <a:r>
              <a:rPr lang="de-DE" sz="1600" baseline="-25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2</a:t>
            </a:r>
          </a:p>
        </p:txBody>
      </p:sp>
      <p:sp>
        <p:nvSpPr>
          <p:cNvPr id="64" name="Textfeld 63">
            <a:extLst>
              <a:ext uri="{FF2B5EF4-FFF2-40B4-BE49-F238E27FC236}">
                <a16:creationId xmlns:a16="http://schemas.microsoft.com/office/drawing/2014/main" id="{C05D0D89-4923-ADD9-7B06-653B3AB35B64}"/>
              </a:ext>
            </a:extLst>
          </p:cNvPr>
          <p:cNvSpPr txBox="1"/>
          <p:nvPr/>
        </p:nvSpPr>
        <p:spPr>
          <a:xfrm>
            <a:off x="2363576" y="1465650"/>
            <a:ext cx="96828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16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v</a:t>
            </a:r>
            <a:r>
              <a:rPr lang="de-DE" sz="1600" baseline="-25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2</a:t>
            </a:r>
            <a:r>
              <a:rPr lang="de-DE" sz="16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= </a:t>
            </a:r>
            <a:r>
              <a:rPr lang="de-DE" sz="16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v</a:t>
            </a:r>
            <a:r>
              <a:rPr lang="de-DE" sz="1600" baseline="-25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1</a:t>
            </a:r>
          </a:p>
        </p:txBody>
      </p:sp>
      <p:sp>
        <p:nvSpPr>
          <p:cNvPr id="65" name="Textfeld 64">
            <a:extLst>
              <a:ext uri="{FF2B5EF4-FFF2-40B4-BE49-F238E27FC236}">
                <a16:creationId xmlns:a16="http://schemas.microsoft.com/office/drawing/2014/main" id="{41703745-9C8A-0BF5-F6C5-25993A921EE5}"/>
              </a:ext>
            </a:extLst>
          </p:cNvPr>
          <p:cNvSpPr txBox="1"/>
          <p:nvPr/>
        </p:nvSpPr>
        <p:spPr>
          <a:xfrm>
            <a:off x="1942768" y="1753792"/>
            <a:ext cx="385194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16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u</a:t>
            </a:r>
            <a:r>
              <a:rPr lang="de-DE" sz="1600" baseline="-25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2</a:t>
            </a:r>
          </a:p>
        </p:txBody>
      </p:sp>
      <p:sp>
        <p:nvSpPr>
          <p:cNvPr id="66" name="Textfeld 65">
            <a:extLst>
              <a:ext uri="{FF2B5EF4-FFF2-40B4-BE49-F238E27FC236}">
                <a16:creationId xmlns:a16="http://schemas.microsoft.com/office/drawing/2014/main" id="{9847A3AE-4601-7AEA-B667-8E2793725266}"/>
              </a:ext>
            </a:extLst>
          </p:cNvPr>
          <p:cNvSpPr txBox="1"/>
          <p:nvPr/>
        </p:nvSpPr>
        <p:spPr>
          <a:xfrm>
            <a:off x="1141369" y="1995648"/>
            <a:ext cx="385194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1600" i="1" u="sng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v</a:t>
            </a:r>
            <a:r>
              <a:rPr lang="de-DE" sz="1600" baseline="-25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1</a:t>
            </a:r>
          </a:p>
        </p:txBody>
      </p:sp>
      <p:sp>
        <p:nvSpPr>
          <p:cNvPr id="67" name="Textfeld 66">
            <a:extLst>
              <a:ext uri="{FF2B5EF4-FFF2-40B4-BE49-F238E27FC236}">
                <a16:creationId xmlns:a16="http://schemas.microsoft.com/office/drawing/2014/main" id="{E02FF2BF-C97A-C6E0-CFC9-C0641D5A1E66}"/>
              </a:ext>
            </a:extLst>
          </p:cNvPr>
          <p:cNvSpPr txBox="1"/>
          <p:nvPr/>
        </p:nvSpPr>
        <p:spPr>
          <a:xfrm>
            <a:off x="1050487" y="1468260"/>
            <a:ext cx="385194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16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u</a:t>
            </a:r>
            <a:r>
              <a:rPr lang="de-DE" sz="1600" baseline="-25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1</a:t>
            </a:r>
          </a:p>
        </p:txBody>
      </p:sp>
      <p:sp>
        <p:nvSpPr>
          <p:cNvPr id="68" name="Textfeld 67">
            <a:extLst>
              <a:ext uri="{FF2B5EF4-FFF2-40B4-BE49-F238E27FC236}">
                <a16:creationId xmlns:a16="http://schemas.microsoft.com/office/drawing/2014/main" id="{5B93244F-DF53-5BF9-4447-C30074F3A592}"/>
              </a:ext>
            </a:extLst>
          </p:cNvPr>
          <p:cNvSpPr txBox="1"/>
          <p:nvPr/>
        </p:nvSpPr>
        <p:spPr>
          <a:xfrm>
            <a:off x="441695" y="1855740"/>
            <a:ext cx="385194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16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v</a:t>
            </a:r>
            <a:r>
              <a:rPr lang="de-DE" sz="1600" baseline="-25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1</a:t>
            </a:r>
          </a:p>
        </p:txBody>
      </p:sp>
      <p:sp>
        <p:nvSpPr>
          <p:cNvPr id="69" name="Bogen 68">
            <a:extLst>
              <a:ext uri="{FF2B5EF4-FFF2-40B4-BE49-F238E27FC236}">
                <a16:creationId xmlns:a16="http://schemas.microsoft.com/office/drawing/2014/main" id="{2C656FF7-B3B4-D50F-AA74-C85721A984E9}"/>
              </a:ext>
            </a:extLst>
          </p:cNvPr>
          <p:cNvSpPr/>
          <p:nvPr/>
        </p:nvSpPr>
        <p:spPr>
          <a:xfrm>
            <a:off x="1441307" y="1456633"/>
            <a:ext cx="699044" cy="699044"/>
          </a:xfrm>
          <a:prstGeom prst="arc">
            <a:avLst>
              <a:gd name="adj1" fmla="val 16176701"/>
              <a:gd name="adj2" fmla="val 19171028"/>
            </a:avLst>
          </a:prstGeom>
          <a:ln w="635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3" name="Gerader Verbinder 2">
            <a:extLst>
              <a:ext uri="{FF2B5EF4-FFF2-40B4-BE49-F238E27FC236}">
                <a16:creationId xmlns:a16="http://schemas.microsoft.com/office/drawing/2014/main" id="{8F1ED6EB-A09D-9EE6-FB7F-60B08B039C8C}"/>
              </a:ext>
            </a:extLst>
          </p:cNvPr>
          <p:cNvCxnSpPr>
            <a:cxnSpLocks/>
          </p:cNvCxnSpPr>
          <p:nvPr/>
        </p:nvCxnSpPr>
        <p:spPr>
          <a:xfrm>
            <a:off x="1790829" y="1248622"/>
            <a:ext cx="0" cy="1119122"/>
          </a:xfrm>
          <a:prstGeom prst="line">
            <a:avLst/>
          </a:prstGeom>
          <a:ln cap="rnd">
            <a:solidFill>
              <a:srgbClr val="C00000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feld 74">
            <a:extLst>
              <a:ext uri="{FF2B5EF4-FFF2-40B4-BE49-F238E27FC236}">
                <a16:creationId xmlns:a16="http://schemas.microsoft.com/office/drawing/2014/main" id="{A7A5CFF6-0ED5-EC4D-EE17-9D84A12E70ED}"/>
              </a:ext>
            </a:extLst>
          </p:cNvPr>
          <p:cNvSpPr txBox="1"/>
          <p:nvPr/>
        </p:nvSpPr>
        <p:spPr>
          <a:xfrm>
            <a:off x="865446" y="1080716"/>
            <a:ext cx="709845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2400" i="1" baseline="-25000" dirty="0">
                <a:latin typeface="Latin Modern Math" panose="02000503000000000000" pitchFamily="50" charset="0"/>
                <a:ea typeface="Latin Modern Math" panose="02000503000000000000" pitchFamily="50" charset="0"/>
                <a:cs typeface="CMU Serif" panose="02000603000000000000" pitchFamily="2" charset="0"/>
              </a:rPr>
              <a:t>σ − </a:t>
            </a:r>
            <a:r>
              <a:rPr lang="el-GR" sz="2400" i="1" baseline="-25000" dirty="0">
                <a:latin typeface="Latin Modern Math" panose="02000503000000000000" pitchFamily="50" charset="0"/>
                <a:ea typeface="Latin Modern Math" panose="02000503000000000000" pitchFamily="50" charset="0"/>
                <a:cs typeface="CMU Serif" panose="02000603000000000000" pitchFamily="2" charset="0"/>
              </a:rPr>
              <a:t>ϑ</a:t>
            </a:r>
            <a:endParaRPr lang="de-DE" sz="2400" baseline="-25000" dirty="0">
              <a:latin typeface="Latin Modern Math" panose="02000503000000000000" pitchFamily="50" charset="0"/>
              <a:ea typeface="Latin Modern Math" panose="02000503000000000000" pitchFamily="50" charset="0"/>
              <a:cs typeface="CMU Serif" panose="02000603000000000000" pitchFamily="2" charset="0"/>
            </a:endParaRPr>
          </a:p>
        </p:txBody>
      </p:sp>
      <p:sp>
        <p:nvSpPr>
          <p:cNvPr id="80" name="Freihandform: Form 79">
            <a:extLst>
              <a:ext uri="{FF2B5EF4-FFF2-40B4-BE49-F238E27FC236}">
                <a16:creationId xmlns:a16="http://schemas.microsoft.com/office/drawing/2014/main" id="{C57623CB-6BB4-575B-97DF-6D5768A6F26D}"/>
              </a:ext>
            </a:extLst>
          </p:cNvPr>
          <p:cNvSpPr/>
          <p:nvPr/>
        </p:nvSpPr>
        <p:spPr>
          <a:xfrm>
            <a:off x="1567814" y="1339719"/>
            <a:ext cx="287655" cy="235715"/>
          </a:xfrm>
          <a:custGeom>
            <a:avLst/>
            <a:gdLst>
              <a:gd name="csX0" fmla="*/ 369570 w 369570"/>
              <a:gd name="csY0" fmla="*/ 327660 h 327660"/>
              <a:gd name="csX1" fmla="*/ 198120 w 369570"/>
              <a:gd name="csY1" fmla="*/ 259080 h 327660"/>
              <a:gd name="csX2" fmla="*/ 148590 w 369570"/>
              <a:gd name="csY2" fmla="*/ 99060 h 327660"/>
              <a:gd name="csX3" fmla="*/ 0 w 369570"/>
              <a:gd name="csY3" fmla="*/ 0 h 3276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69570" h="327660">
                <a:moveTo>
                  <a:pt x="369570" y="327660"/>
                </a:moveTo>
                <a:cubicBezTo>
                  <a:pt x="302260" y="312420"/>
                  <a:pt x="234950" y="297180"/>
                  <a:pt x="198120" y="259080"/>
                </a:cubicBezTo>
                <a:cubicBezTo>
                  <a:pt x="161290" y="220980"/>
                  <a:pt x="181610" y="142240"/>
                  <a:pt x="148590" y="99060"/>
                </a:cubicBezTo>
                <a:cubicBezTo>
                  <a:pt x="115570" y="55880"/>
                  <a:pt x="42227" y="23495"/>
                  <a:pt x="0" y="0"/>
                </a:cubicBezTo>
              </a:path>
            </a:pathLst>
          </a:custGeom>
          <a:noFill/>
          <a:ln w="6350" cap="rnd"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1" name="Bogen 80">
            <a:extLst>
              <a:ext uri="{FF2B5EF4-FFF2-40B4-BE49-F238E27FC236}">
                <a16:creationId xmlns:a16="http://schemas.microsoft.com/office/drawing/2014/main" id="{AE3BD25F-CC75-A618-D117-270CC94213BB}"/>
              </a:ext>
            </a:extLst>
          </p:cNvPr>
          <p:cNvSpPr/>
          <p:nvPr/>
        </p:nvSpPr>
        <p:spPr>
          <a:xfrm>
            <a:off x="481252" y="1960163"/>
            <a:ext cx="619928" cy="619928"/>
          </a:xfrm>
          <a:prstGeom prst="arc">
            <a:avLst>
              <a:gd name="adj1" fmla="val 16176701"/>
              <a:gd name="adj2" fmla="val 20141679"/>
            </a:avLst>
          </a:prstGeom>
          <a:ln w="635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3" name="Textfeld 82">
            <a:extLst>
              <a:ext uri="{FF2B5EF4-FFF2-40B4-BE49-F238E27FC236}">
                <a16:creationId xmlns:a16="http://schemas.microsoft.com/office/drawing/2014/main" id="{B6C37A0A-105F-B948-666C-BA356CA9E7B9}"/>
              </a:ext>
            </a:extLst>
          </p:cNvPr>
          <p:cNvSpPr txBox="1"/>
          <p:nvPr/>
        </p:nvSpPr>
        <p:spPr>
          <a:xfrm>
            <a:off x="737383" y="1774549"/>
            <a:ext cx="28976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2400" i="1" baseline="-25000" dirty="0">
                <a:latin typeface="Latin Modern Math" panose="02000503000000000000" pitchFamily="50" charset="0"/>
                <a:ea typeface="Latin Modern Math" panose="02000503000000000000" pitchFamily="50" charset="0"/>
                <a:cs typeface="CMU Serif" panose="02000603000000000000" pitchFamily="2" charset="0"/>
              </a:rPr>
              <a:t>σ</a:t>
            </a:r>
            <a:endParaRPr lang="de-DE" sz="2400" dirty="0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77A74257-ABBF-2704-AA19-286591EFB3FC}"/>
              </a:ext>
            </a:extLst>
          </p:cNvPr>
          <p:cNvSpPr txBox="1"/>
          <p:nvPr/>
        </p:nvSpPr>
        <p:spPr>
          <a:xfrm>
            <a:off x="2729584" y="958383"/>
            <a:ext cx="375285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l-GR" sz="1600" i="1" dirty="0">
                <a:latin typeface="Latin Modern Math" panose="02000503000000000000" pitchFamily="50" charset="0"/>
                <a:ea typeface="Latin Modern Math" panose="02000503000000000000" pitchFamily="50" charset="0"/>
                <a:cs typeface="CMU Serif" panose="02000603000000000000" pitchFamily="2" charset="0"/>
              </a:rPr>
              <a:t>ϑ</a:t>
            </a:r>
            <a:endParaRPr lang="de-DE" sz="1600" i="1" dirty="0">
              <a:latin typeface="Latin Modern Math" panose="02000503000000000000" pitchFamily="50" charset="0"/>
              <a:ea typeface="Latin Modern Math" panose="02000503000000000000" pitchFamily="50" charset="0"/>
              <a:cs typeface="CMU Serif" panose="02000603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325316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392587-1F21-8D71-CF7D-BDCB9B6C15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3" name="Gerader Verbinder 202">
            <a:extLst>
              <a:ext uri="{FF2B5EF4-FFF2-40B4-BE49-F238E27FC236}">
                <a16:creationId xmlns:a16="http://schemas.microsoft.com/office/drawing/2014/main" id="{3E74F348-332E-4D4B-D86C-24FF6B9A1A1E}"/>
              </a:ext>
            </a:extLst>
          </p:cNvPr>
          <p:cNvCxnSpPr>
            <a:cxnSpLocks/>
          </p:cNvCxnSpPr>
          <p:nvPr/>
        </p:nvCxnSpPr>
        <p:spPr>
          <a:xfrm flipH="1">
            <a:off x="2013800" y="1932833"/>
            <a:ext cx="61040" cy="290262"/>
          </a:xfrm>
          <a:prstGeom prst="line">
            <a:avLst/>
          </a:prstGeom>
          <a:ln w="9525" cap="rnd">
            <a:solidFill>
              <a:schemeClr val="tx1"/>
            </a:solidFill>
            <a:prstDash val="solid"/>
            <a:round/>
            <a:head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Gerader Verbinder 203">
            <a:extLst>
              <a:ext uri="{FF2B5EF4-FFF2-40B4-BE49-F238E27FC236}">
                <a16:creationId xmlns:a16="http://schemas.microsoft.com/office/drawing/2014/main" id="{85E97462-6820-DAF4-9432-8AF3B2C35B71}"/>
              </a:ext>
            </a:extLst>
          </p:cNvPr>
          <p:cNvCxnSpPr>
            <a:cxnSpLocks/>
          </p:cNvCxnSpPr>
          <p:nvPr/>
        </p:nvCxnSpPr>
        <p:spPr>
          <a:xfrm flipH="1">
            <a:off x="2075230" y="1744990"/>
            <a:ext cx="93774" cy="445920"/>
          </a:xfrm>
          <a:prstGeom prst="line">
            <a:avLst/>
          </a:prstGeom>
          <a:ln w="9525" cap="rnd">
            <a:solidFill>
              <a:schemeClr val="tx1"/>
            </a:solidFill>
            <a:prstDash val="solid"/>
            <a:round/>
            <a:head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Gerader Verbinder 206">
            <a:extLst>
              <a:ext uri="{FF2B5EF4-FFF2-40B4-BE49-F238E27FC236}">
                <a16:creationId xmlns:a16="http://schemas.microsoft.com/office/drawing/2014/main" id="{5686A0D2-EDA5-2C1F-AD06-8B896EB0F60D}"/>
              </a:ext>
            </a:extLst>
          </p:cNvPr>
          <p:cNvCxnSpPr>
            <a:cxnSpLocks/>
          </p:cNvCxnSpPr>
          <p:nvPr/>
        </p:nvCxnSpPr>
        <p:spPr>
          <a:xfrm flipH="1">
            <a:off x="2134504" y="1576057"/>
            <a:ext cx="124688" cy="592920"/>
          </a:xfrm>
          <a:prstGeom prst="line">
            <a:avLst/>
          </a:prstGeom>
          <a:ln w="9525" cap="rnd">
            <a:solidFill>
              <a:schemeClr val="tx1"/>
            </a:solidFill>
            <a:prstDash val="solid"/>
            <a:round/>
            <a:head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Gerader Verbinder 211">
            <a:extLst>
              <a:ext uri="{FF2B5EF4-FFF2-40B4-BE49-F238E27FC236}">
                <a16:creationId xmlns:a16="http://schemas.microsoft.com/office/drawing/2014/main" id="{E4AFC634-2913-0C4E-E4E7-8936E2C932F2}"/>
              </a:ext>
            </a:extLst>
          </p:cNvPr>
          <p:cNvCxnSpPr>
            <a:cxnSpLocks/>
          </p:cNvCxnSpPr>
          <p:nvPr/>
        </p:nvCxnSpPr>
        <p:spPr>
          <a:xfrm flipH="1">
            <a:off x="2195201" y="1379842"/>
            <a:ext cx="159916" cy="760437"/>
          </a:xfrm>
          <a:prstGeom prst="line">
            <a:avLst/>
          </a:prstGeom>
          <a:ln w="9525" cap="rnd">
            <a:solidFill>
              <a:schemeClr val="tx1"/>
            </a:solidFill>
            <a:prstDash val="solid"/>
            <a:round/>
            <a:head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Gerader Verbinder 212">
            <a:extLst>
              <a:ext uri="{FF2B5EF4-FFF2-40B4-BE49-F238E27FC236}">
                <a16:creationId xmlns:a16="http://schemas.microsoft.com/office/drawing/2014/main" id="{CF0747D7-1A21-C0EF-6F68-8F2851547CB1}"/>
              </a:ext>
            </a:extLst>
          </p:cNvPr>
          <p:cNvCxnSpPr>
            <a:cxnSpLocks/>
          </p:cNvCxnSpPr>
          <p:nvPr/>
        </p:nvCxnSpPr>
        <p:spPr>
          <a:xfrm flipH="1">
            <a:off x="2251774" y="1193152"/>
            <a:ext cx="197266" cy="938046"/>
          </a:xfrm>
          <a:prstGeom prst="line">
            <a:avLst/>
          </a:prstGeom>
          <a:ln w="9525" cap="rnd">
            <a:solidFill>
              <a:schemeClr val="tx1"/>
            </a:solidFill>
            <a:prstDash val="solid"/>
            <a:round/>
            <a:head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Gerader Verbinder 198">
            <a:extLst>
              <a:ext uri="{FF2B5EF4-FFF2-40B4-BE49-F238E27FC236}">
                <a16:creationId xmlns:a16="http://schemas.microsoft.com/office/drawing/2014/main" id="{AF134CEF-B4D5-6941-12FB-16060A61E2DC}"/>
              </a:ext>
            </a:extLst>
          </p:cNvPr>
          <p:cNvCxnSpPr>
            <a:cxnSpLocks/>
          </p:cNvCxnSpPr>
          <p:nvPr/>
        </p:nvCxnSpPr>
        <p:spPr>
          <a:xfrm flipH="1">
            <a:off x="1955232" y="2131198"/>
            <a:ext cx="23231" cy="110469"/>
          </a:xfrm>
          <a:prstGeom prst="line">
            <a:avLst/>
          </a:prstGeom>
          <a:ln w="9525" cap="rnd">
            <a:solidFill>
              <a:schemeClr val="tx1"/>
            </a:solidFill>
            <a:prstDash val="solid"/>
            <a:round/>
            <a:head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Bogen 60">
            <a:extLst>
              <a:ext uri="{FF2B5EF4-FFF2-40B4-BE49-F238E27FC236}">
                <a16:creationId xmlns:a16="http://schemas.microsoft.com/office/drawing/2014/main" id="{616F5B7A-30D6-94A5-6A97-7D16A891F9D0}"/>
              </a:ext>
            </a:extLst>
          </p:cNvPr>
          <p:cNvSpPr/>
          <p:nvPr/>
        </p:nvSpPr>
        <p:spPr>
          <a:xfrm>
            <a:off x="196585" y="1848814"/>
            <a:ext cx="834998" cy="834998"/>
          </a:xfrm>
          <a:prstGeom prst="arc">
            <a:avLst>
              <a:gd name="adj1" fmla="val 19730771"/>
              <a:gd name="adj2" fmla="val 21590440"/>
            </a:avLst>
          </a:prstGeom>
          <a:ln w="635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6" name="Textfeld 65">
            <a:extLst>
              <a:ext uri="{FF2B5EF4-FFF2-40B4-BE49-F238E27FC236}">
                <a16:creationId xmlns:a16="http://schemas.microsoft.com/office/drawing/2014/main" id="{D43ED28E-E0E6-1053-4DBD-21D5D617E2E5}"/>
              </a:ext>
            </a:extLst>
          </p:cNvPr>
          <p:cNvSpPr txBox="1"/>
          <p:nvPr/>
        </p:nvSpPr>
        <p:spPr>
          <a:xfrm>
            <a:off x="384098" y="1461671"/>
            <a:ext cx="1088416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1600" i="1" u="sng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v</a:t>
            </a:r>
            <a:r>
              <a:rPr lang="de-DE" sz="1600" baseline="-25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1</a:t>
            </a:r>
            <a:r>
              <a:rPr lang="de-DE" sz="16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, Ma</a:t>
            </a:r>
            <a:r>
              <a:rPr lang="de-DE" sz="1600" baseline="-25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1</a:t>
            </a:r>
          </a:p>
        </p:txBody>
      </p:sp>
      <p:sp>
        <p:nvSpPr>
          <p:cNvPr id="81" name="Bogen 80">
            <a:extLst>
              <a:ext uri="{FF2B5EF4-FFF2-40B4-BE49-F238E27FC236}">
                <a16:creationId xmlns:a16="http://schemas.microsoft.com/office/drawing/2014/main" id="{B1420AB2-40B2-CA4C-6E8D-924F01B0BD7A}"/>
              </a:ext>
            </a:extLst>
          </p:cNvPr>
          <p:cNvSpPr/>
          <p:nvPr/>
        </p:nvSpPr>
        <p:spPr>
          <a:xfrm>
            <a:off x="1414141" y="1765881"/>
            <a:ext cx="1000444" cy="1000444"/>
          </a:xfrm>
          <a:prstGeom prst="arc">
            <a:avLst>
              <a:gd name="adj1" fmla="val 17752132"/>
              <a:gd name="adj2" fmla="val 20141679"/>
            </a:avLst>
          </a:prstGeom>
          <a:ln w="635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9" name="Gerader Verbinder 8">
            <a:extLst>
              <a:ext uri="{FF2B5EF4-FFF2-40B4-BE49-F238E27FC236}">
                <a16:creationId xmlns:a16="http://schemas.microsoft.com/office/drawing/2014/main" id="{59679BDE-2345-7CA4-95F8-EC474569AB4A}"/>
              </a:ext>
            </a:extLst>
          </p:cNvPr>
          <p:cNvCxnSpPr>
            <a:cxnSpLocks/>
          </p:cNvCxnSpPr>
          <p:nvPr/>
        </p:nvCxnSpPr>
        <p:spPr>
          <a:xfrm flipH="1">
            <a:off x="355669" y="2267273"/>
            <a:ext cx="127334" cy="152400"/>
          </a:xfrm>
          <a:prstGeom prst="line">
            <a:avLst/>
          </a:prstGeom>
          <a:ln w="9525" cap="rnd">
            <a:solidFill>
              <a:schemeClr val="tx1"/>
            </a:solidFill>
            <a:prstDash val="solid"/>
            <a:round/>
            <a:head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Gerader Verbinder 11">
            <a:extLst>
              <a:ext uri="{FF2B5EF4-FFF2-40B4-BE49-F238E27FC236}">
                <a16:creationId xmlns:a16="http://schemas.microsoft.com/office/drawing/2014/main" id="{C979A999-9A6A-D7CE-C9C6-D2D42696A398}"/>
              </a:ext>
            </a:extLst>
          </p:cNvPr>
          <p:cNvCxnSpPr>
            <a:cxnSpLocks/>
          </p:cNvCxnSpPr>
          <p:nvPr/>
        </p:nvCxnSpPr>
        <p:spPr>
          <a:xfrm flipH="1">
            <a:off x="401939" y="2267273"/>
            <a:ext cx="127334" cy="152400"/>
          </a:xfrm>
          <a:prstGeom prst="line">
            <a:avLst/>
          </a:prstGeom>
          <a:ln w="9525" cap="rnd">
            <a:solidFill>
              <a:schemeClr val="tx1"/>
            </a:solidFill>
            <a:prstDash val="solid"/>
            <a:round/>
            <a:head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Gerader Verbinder 12">
            <a:extLst>
              <a:ext uri="{FF2B5EF4-FFF2-40B4-BE49-F238E27FC236}">
                <a16:creationId xmlns:a16="http://schemas.microsoft.com/office/drawing/2014/main" id="{839FDAA7-4706-1BF4-03EC-4B7B99D30807}"/>
              </a:ext>
            </a:extLst>
          </p:cNvPr>
          <p:cNvCxnSpPr>
            <a:cxnSpLocks/>
          </p:cNvCxnSpPr>
          <p:nvPr/>
        </p:nvCxnSpPr>
        <p:spPr>
          <a:xfrm flipH="1">
            <a:off x="448209" y="2267273"/>
            <a:ext cx="127334" cy="152400"/>
          </a:xfrm>
          <a:prstGeom prst="line">
            <a:avLst/>
          </a:prstGeom>
          <a:ln w="9525" cap="rnd">
            <a:solidFill>
              <a:schemeClr val="tx1"/>
            </a:solidFill>
            <a:prstDash val="solid"/>
            <a:round/>
            <a:head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Gerader Verbinder 14">
            <a:extLst>
              <a:ext uri="{FF2B5EF4-FFF2-40B4-BE49-F238E27FC236}">
                <a16:creationId xmlns:a16="http://schemas.microsoft.com/office/drawing/2014/main" id="{24C71118-EF66-8C24-1B25-31AFF91D6EC6}"/>
              </a:ext>
            </a:extLst>
          </p:cNvPr>
          <p:cNvCxnSpPr>
            <a:cxnSpLocks/>
          </p:cNvCxnSpPr>
          <p:nvPr/>
        </p:nvCxnSpPr>
        <p:spPr>
          <a:xfrm flipH="1">
            <a:off x="494479" y="2267273"/>
            <a:ext cx="127334" cy="152400"/>
          </a:xfrm>
          <a:prstGeom prst="line">
            <a:avLst/>
          </a:prstGeom>
          <a:ln w="9525" cap="rnd">
            <a:solidFill>
              <a:schemeClr val="tx1"/>
            </a:solidFill>
            <a:prstDash val="solid"/>
            <a:round/>
            <a:head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Gerader Verbinder 15">
            <a:extLst>
              <a:ext uri="{FF2B5EF4-FFF2-40B4-BE49-F238E27FC236}">
                <a16:creationId xmlns:a16="http://schemas.microsoft.com/office/drawing/2014/main" id="{54B3BD3E-AB0B-7AC2-C49A-F0B76113B73F}"/>
              </a:ext>
            </a:extLst>
          </p:cNvPr>
          <p:cNvCxnSpPr>
            <a:cxnSpLocks/>
          </p:cNvCxnSpPr>
          <p:nvPr/>
        </p:nvCxnSpPr>
        <p:spPr>
          <a:xfrm flipH="1">
            <a:off x="540749" y="2267273"/>
            <a:ext cx="127334" cy="152400"/>
          </a:xfrm>
          <a:prstGeom prst="line">
            <a:avLst/>
          </a:prstGeom>
          <a:ln w="9525" cap="rnd">
            <a:solidFill>
              <a:schemeClr val="tx1"/>
            </a:solidFill>
            <a:prstDash val="solid"/>
            <a:round/>
            <a:head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Gerader Verbinder 16">
            <a:extLst>
              <a:ext uri="{FF2B5EF4-FFF2-40B4-BE49-F238E27FC236}">
                <a16:creationId xmlns:a16="http://schemas.microsoft.com/office/drawing/2014/main" id="{1E25D76D-868A-CE58-09E3-1A06C0AB3D7F}"/>
              </a:ext>
            </a:extLst>
          </p:cNvPr>
          <p:cNvCxnSpPr>
            <a:cxnSpLocks/>
          </p:cNvCxnSpPr>
          <p:nvPr/>
        </p:nvCxnSpPr>
        <p:spPr>
          <a:xfrm flipH="1">
            <a:off x="587019" y="2267273"/>
            <a:ext cx="127334" cy="152400"/>
          </a:xfrm>
          <a:prstGeom prst="line">
            <a:avLst/>
          </a:prstGeom>
          <a:ln w="9525" cap="rnd">
            <a:solidFill>
              <a:schemeClr val="tx1"/>
            </a:solidFill>
            <a:prstDash val="solid"/>
            <a:round/>
            <a:head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Gerader Verbinder 17">
            <a:extLst>
              <a:ext uri="{FF2B5EF4-FFF2-40B4-BE49-F238E27FC236}">
                <a16:creationId xmlns:a16="http://schemas.microsoft.com/office/drawing/2014/main" id="{1D537240-E198-EA45-4AB7-C04C644CBD55}"/>
              </a:ext>
            </a:extLst>
          </p:cNvPr>
          <p:cNvCxnSpPr>
            <a:cxnSpLocks/>
          </p:cNvCxnSpPr>
          <p:nvPr/>
        </p:nvCxnSpPr>
        <p:spPr>
          <a:xfrm flipH="1">
            <a:off x="633289" y="2267273"/>
            <a:ext cx="127334" cy="152400"/>
          </a:xfrm>
          <a:prstGeom prst="line">
            <a:avLst/>
          </a:prstGeom>
          <a:ln w="9525" cap="rnd">
            <a:solidFill>
              <a:schemeClr val="tx1"/>
            </a:solidFill>
            <a:prstDash val="solid"/>
            <a:round/>
            <a:head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Gerader Verbinder 18">
            <a:extLst>
              <a:ext uri="{FF2B5EF4-FFF2-40B4-BE49-F238E27FC236}">
                <a16:creationId xmlns:a16="http://schemas.microsoft.com/office/drawing/2014/main" id="{35EC26CB-96C7-3CFD-1E35-326094CBD8D1}"/>
              </a:ext>
            </a:extLst>
          </p:cNvPr>
          <p:cNvCxnSpPr>
            <a:cxnSpLocks/>
          </p:cNvCxnSpPr>
          <p:nvPr/>
        </p:nvCxnSpPr>
        <p:spPr>
          <a:xfrm flipH="1">
            <a:off x="679559" y="2267273"/>
            <a:ext cx="127334" cy="152400"/>
          </a:xfrm>
          <a:prstGeom prst="line">
            <a:avLst/>
          </a:prstGeom>
          <a:ln w="9525" cap="rnd">
            <a:solidFill>
              <a:schemeClr val="tx1"/>
            </a:solidFill>
            <a:prstDash val="solid"/>
            <a:round/>
            <a:head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Gerader Verbinder 19">
            <a:extLst>
              <a:ext uri="{FF2B5EF4-FFF2-40B4-BE49-F238E27FC236}">
                <a16:creationId xmlns:a16="http://schemas.microsoft.com/office/drawing/2014/main" id="{BC55A142-09AB-2E21-CD7D-2F1B000685F0}"/>
              </a:ext>
            </a:extLst>
          </p:cNvPr>
          <p:cNvCxnSpPr>
            <a:cxnSpLocks/>
          </p:cNvCxnSpPr>
          <p:nvPr/>
        </p:nvCxnSpPr>
        <p:spPr>
          <a:xfrm flipH="1">
            <a:off x="725829" y="2267273"/>
            <a:ext cx="127334" cy="152400"/>
          </a:xfrm>
          <a:prstGeom prst="line">
            <a:avLst/>
          </a:prstGeom>
          <a:ln w="9525" cap="rnd">
            <a:solidFill>
              <a:schemeClr val="tx1"/>
            </a:solidFill>
            <a:prstDash val="solid"/>
            <a:round/>
            <a:head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Gerader Verbinder 20">
            <a:extLst>
              <a:ext uri="{FF2B5EF4-FFF2-40B4-BE49-F238E27FC236}">
                <a16:creationId xmlns:a16="http://schemas.microsoft.com/office/drawing/2014/main" id="{BA62D4C7-683A-D200-8149-4EF8C98EFDFB}"/>
              </a:ext>
            </a:extLst>
          </p:cNvPr>
          <p:cNvCxnSpPr>
            <a:cxnSpLocks/>
          </p:cNvCxnSpPr>
          <p:nvPr/>
        </p:nvCxnSpPr>
        <p:spPr>
          <a:xfrm flipH="1">
            <a:off x="772099" y="2267273"/>
            <a:ext cx="127334" cy="152400"/>
          </a:xfrm>
          <a:prstGeom prst="line">
            <a:avLst/>
          </a:prstGeom>
          <a:ln w="9525" cap="rnd">
            <a:solidFill>
              <a:schemeClr val="tx1"/>
            </a:solidFill>
            <a:prstDash val="solid"/>
            <a:round/>
            <a:head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Gerader Verbinder 22">
            <a:extLst>
              <a:ext uri="{FF2B5EF4-FFF2-40B4-BE49-F238E27FC236}">
                <a16:creationId xmlns:a16="http://schemas.microsoft.com/office/drawing/2014/main" id="{2767FB8E-9760-39AA-17AA-7E9A8A3E1D40}"/>
              </a:ext>
            </a:extLst>
          </p:cNvPr>
          <p:cNvCxnSpPr>
            <a:cxnSpLocks/>
          </p:cNvCxnSpPr>
          <p:nvPr/>
        </p:nvCxnSpPr>
        <p:spPr>
          <a:xfrm flipH="1">
            <a:off x="818369" y="2267273"/>
            <a:ext cx="127334" cy="152400"/>
          </a:xfrm>
          <a:prstGeom prst="line">
            <a:avLst/>
          </a:prstGeom>
          <a:ln w="9525" cap="rnd">
            <a:solidFill>
              <a:schemeClr val="tx1"/>
            </a:solidFill>
            <a:prstDash val="solid"/>
            <a:round/>
            <a:head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Gerader Verbinder 24">
            <a:extLst>
              <a:ext uri="{FF2B5EF4-FFF2-40B4-BE49-F238E27FC236}">
                <a16:creationId xmlns:a16="http://schemas.microsoft.com/office/drawing/2014/main" id="{0951BFBD-383D-5784-7122-6FBBC132ECB7}"/>
              </a:ext>
            </a:extLst>
          </p:cNvPr>
          <p:cNvCxnSpPr>
            <a:cxnSpLocks/>
          </p:cNvCxnSpPr>
          <p:nvPr/>
        </p:nvCxnSpPr>
        <p:spPr>
          <a:xfrm flipH="1">
            <a:off x="864639" y="2267273"/>
            <a:ext cx="127334" cy="152400"/>
          </a:xfrm>
          <a:prstGeom prst="line">
            <a:avLst/>
          </a:prstGeom>
          <a:ln w="9525" cap="rnd">
            <a:solidFill>
              <a:schemeClr val="tx1"/>
            </a:solidFill>
            <a:prstDash val="solid"/>
            <a:round/>
            <a:head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Gerader Verbinder 25">
            <a:extLst>
              <a:ext uri="{FF2B5EF4-FFF2-40B4-BE49-F238E27FC236}">
                <a16:creationId xmlns:a16="http://schemas.microsoft.com/office/drawing/2014/main" id="{3761BBE2-6480-15EC-BECA-7DF87F736A5F}"/>
              </a:ext>
            </a:extLst>
          </p:cNvPr>
          <p:cNvCxnSpPr>
            <a:cxnSpLocks/>
          </p:cNvCxnSpPr>
          <p:nvPr/>
        </p:nvCxnSpPr>
        <p:spPr>
          <a:xfrm flipH="1">
            <a:off x="910909" y="2267273"/>
            <a:ext cx="127334" cy="152400"/>
          </a:xfrm>
          <a:prstGeom prst="line">
            <a:avLst/>
          </a:prstGeom>
          <a:ln w="9525" cap="rnd">
            <a:solidFill>
              <a:schemeClr val="tx1"/>
            </a:solidFill>
            <a:prstDash val="solid"/>
            <a:round/>
            <a:head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Gerader Verbinder 26">
            <a:extLst>
              <a:ext uri="{FF2B5EF4-FFF2-40B4-BE49-F238E27FC236}">
                <a16:creationId xmlns:a16="http://schemas.microsoft.com/office/drawing/2014/main" id="{AD156A65-AED0-4540-D82A-F2154BA7EF51}"/>
              </a:ext>
            </a:extLst>
          </p:cNvPr>
          <p:cNvCxnSpPr>
            <a:cxnSpLocks/>
          </p:cNvCxnSpPr>
          <p:nvPr/>
        </p:nvCxnSpPr>
        <p:spPr>
          <a:xfrm flipH="1">
            <a:off x="957179" y="2267273"/>
            <a:ext cx="127334" cy="152400"/>
          </a:xfrm>
          <a:prstGeom prst="line">
            <a:avLst/>
          </a:prstGeom>
          <a:ln w="9525" cap="rnd">
            <a:solidFill>
              <a:schemeClr val="tx1"/>
            </a:solidFill>
            <a:prstDash val="solid"/>
            <a:round/>
            <a:head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Gerader Verbinder 28">
            <a:extLst>
              <a:ext uri="{FF2B5EF4-FFF2-40B4-BE49-F238E27FC236}">
                <a16:creationId xmlns:a16="http://schemas.microsoft.com/office/drawing/2014/main" id="{749A0FAC-74F4-3B7C-E13E-6A5F851AE213}"/>
              </a:ext>
            </a:extLst>
          </p:cNvPr>
          <p:cNvCxnSpPr>
            <a:cxnSpLocks/>
          </p:cNvCxnSpPr>
          <p:nvPr/>
        </p:nvCxnSpPr>
        <p:spPr>
          <a:xfrm flipH="1">
            <a:off x="1003449" y="2267273"/>
            <a:ext cx="127334" cy="152400"/>
          </a:xfrm>
          <a:prstGeom prst="line">
            <a:avLst/>
          </a:prstGeom>
          <a:ln w="9525" cap="rnd">
            <a:solidFill>
              <a:schemeClr val="tx1"/>
            </a:solidFill>
            <a:prstDash val="solid"/>
            <a:round/>
            <a:head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Gerader Verbinder 29">
            <a:extLst>
              <a:ext uri="{FF2B5EF4-FFF2-40B4-BE49-F238E27FC236}">
                <a16:creationId xmlns:a16="http://schemas.microsoft.com/office/drawing/2014/main" id="{F110B614-E1C5-7689-4B0C-F1F47AFFFE76}"/>
              </a:ext>
            </a:extLst>
          </p:cNvPr>
          <p:cNvCxnSpPr>
            <a:cxnSpLocks/>
          </p:cNvCxnSpPr>
          <p:nvPr/>
        </p:nvCxnSpPr>
        <p:spPr>
          <a:xfrm flipH="1">
            <a:off x="1049719" y="2267273"/>
            <a:ext cx="127334" cy="152400"/>
          </a:xfrm>
          <a:prstGeom prst="line">
            <a:avLst/>
          </a:prstGeom>
          <a:ln w="9525" cap="rnd">
            <a:solidFill>
              <a:schemeClr val="tx1"/>
            </a:solidFill>
            <a:prstDash val="solid"/>
            <a:round/>
            <a:head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Gerader Verbinder 30">
            <a:extLst>
              <a:ext uri="{FF2B5EF4-FFF2-40B4-BE49-F238E27FC236}">
                <a16:creationId xmlns:a16="http://schemas.microsoft.com/office/drawing/2014/main" id="{395B74F4-4D5C-6E40-19BE-C428EF738568}"/>
              </a:ext>
            </a:extLst>
          </p:cNvPr>
          <p:cNvCxnSpPr>
            <a:cxnSpLocks/>
          </p:cNvCxnSpPr>
          <p:nvPr/>
        </p:nvCxnSpPr>
        <p:spPr>
          <a:xfrm flipH="1">
            <a:off x="1095989" y="2267273"/>
            <a:ext cx="127334" cy="152400"/>
          </a:xfrm>
          <a:prstGeom prst="line">
            <a:avLst/>
          </a:prstGeom>
          <a:ln w="9525" cap="rnd">
            <a:solidFill>
              <a:schemeClr val="tx1"/>
            </a:solidFill>
            <a:prstDash val="solid"/>
            <a:round/>
            <a:head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Gerader Verbinder 31">
            <a:extLst>
              <a:ext uri="{FF2B5EF4-FFF2-40B4-BE49-F238E27FC236}">
                <a16:creationId xmlns:a16="http://schemas.microsoft.com/office/drawing/2014/main" id="{0968BC19-4DAD-0C43-36D0-958AA116ED02}"/>
              </a:ext>
            </a:extLst>
          </p:cNvPr>
          <p:cNvCxnSpPr>
            <a:cxnSpLocks/>
          </p:cNvCxnSpPr>
          <p:nvPr/>
        </p:nvCxnSpPr>
        <p:spPr>
          <a:xfrm flipH="1">
            <a:off x="1142259" y="2267273"/>
            <a:ext cx="127334" cy="152400"/>
          </a:xfrm>
          <a:prstGeom prst="line">
            <a:avLst/>
          </a:prstGeom>
          <a:ln w="9525" cap="rnd">
            <a:solidFill>
              <a:schemeClr val="tx1"/>
            </a:solidFill>
            <a:prstDash val="solid"/>
            <a:round/>
            <a:head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Gerader Verbinder 32">
            <a:extLst>
              <a:ext uri="{FF2B5EF4-FFF2-40B4-BE49-F238E27FC236}">
                <a16:creationId xmlns:a16="http://schemas.microsoft.com/office/drawing/2014/main" id="{D89EDB67-B2A1-6597-637E-9B1DE93163A8}"/>
              </a:ext>
            </a:extLst>
          </p:cNvPr>
          <p:cNvCxnSpPr>
            <a:cxnSpLocks/>
          </p:cNvCxnSpPr>
          <p:nvPr/>
        </p:nvCxnSpPr>
        <p:spPr>
          <a:xfrm flipH="1">
            <a:off x="1188529" y="2267273"/>
            <a:ext cx="127334" cy="152400"/>
          </a:xfrm>
          <a:prstGeom prst="line">
            <a:avLst/>
          </a:prstGeom>
          <a:ln w="9525" cap="rnd">
            <a:solidFill>
              <a:schemeClr val="tx1"/>
            </a:solidFill>
            <a:prstDash val="solid"/>
            <a:round/>
            <a:head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Gerader Verbinder 33">
            <a:extLst>
              <a:ext uri="{FF2B5EF4-FFF2-40B4-BE49-F238E27FC236}">
                <a16:creationId xmlns:a16="http://schemas.microsoft.com/office/drawing/2014/main" id="{D9F083C0-92CD-E174-33C2-354D2641E393}"/>
              </a:ext>
            </a:extLst>
          </p:cNvPr>
          <p:cNvCxnSpPr>
            <a:cxnSpLocks/>
          </p:cNvCxnSpPr>
          <p:nvPr/>
        </p:nvCxnSpPr>
        <p:spPr>
          <a:xfrm flipH="1">
            <a:off x="1234799" y="2267273"/>
            <a:ext cx="127334" cy="152400"/>
          </a:xfrm>
          <a:prstGeom prst="line">
            <a:avLst/>
          </a:prstGeom>
          <a:ln w="9525" cap="rnd">
            <a:solidFill>
              <a:schemeClr val="tx1"/>
            </a:solidFill>
            <a:prstDash val="solid"/>
            <a:round/>
            <a:head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Gerader Verbinder 34">
            <a:extLst>
              <a:ext uri="{FF2B5EF4-FFF2-40B4-BE49-F238E27FC236}">
                <a16:creationId xmlns:a16="http://schemas.microsoft.com/office/drawing/2014/main" id="{AAFB1F18-EECA-A024-36B3-8A094B0BEE5E}"/>
              </a:ext>
            </a:extLst>
          </p:cNvPr>
          <p:cNvCxnSpPr>
            <a:cxnSpLocks/>
          </p:cNvCxnSpPr>
          <p:nvPr/>
        </p:nvCxnSpPr>
        <p:spPr>
          <a:xfrm flipH="1">
            <a:off x="1281069" y="2267273"/>
            <a:ext cx="127334" cy="152400"/>
          </a:xfrm>
          <a:prstGeom prst="line">
            <a:avLst/>
          </a:prstGeom>
          <a:ln w="9525" cap="rnd">
            <a:solidFill>
              <a:schemeClr val="tx1"/>
            </a:solidFill>
            <a:prstDash val="solid"/>
            <a:round/>
            <a:head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Gerader Verbinder 35">
            <a:extLst>
              <a:ext uri="{FF2B5EF4-FFF2-40B4-BE49-F238E27FC236}">
                <a16:creationId xmlns:a16="http://schemas.microsoft.com/office/drawing/2014/main" id="{76A70FC7-4DB0-8C66-67BD-7A2EEDBF7115}"/>
              </a:ext>
            </a:extLst>
          </p:cNvPr>
          <p:cNvCxnSpPr>
            <a:cxnSpLocks/>
          </p:cNvCxnSpPr>
          <p:nvPr/>
        </p:nvCxnSpPr>
        <p:spPr>
          <a:xfrm flipH="1">
            <a:off x="1327339" y="2267273"/>
            <a:ext cx="127334" cy="152400"/>
          </a:xfrm>
          <a:prstGeom prst="line">
            <a:avLst/>
          </a:prstGeom>
          <a:ln w="9525" cap="rnd">
            <a:solidFill>
              <a:schemeClr val="tx1"/>
            </a:solidFill>
            <a:prstDash val="solid"/>
            <a:round/>
            <a:head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Gerader Verbinder 36">
            <a:extLst>
              <a:ext uri="{FF2B5EF4-FFF2-40B4-BE49-F238E27FC236}">
                <a16:creationId xmlns:a16="http://schemas.microsoft.com/office/drawing/2014/main" id="{8FAB4FB0-8702-3D22-6558-492C841B46B4}"/>
              </a:ext>
            </a:extLst>
          </p:cNvPr>
          <p:cNvCxnSpPr>
            <a:cxnSpLocks/>
          </p:cNvCxnSpPr>
          <p:nvPr/>
        </p:nvCxnSpPr>
        <p:spPr>
          <a:xfrm flipH="1">
            <a:off x="1373609" y="2267273"/>
            <a:ext cx="127334" cy="152400"/>
          </a:xfrm>
          <a:prstGeom prst="line">
            <a:avLst/>
          </a:prstGeom>
          <a:ln w="9525" cap="rnd">
            <a:solidFill>
              <a:schemeClr val="tx1"/>
            </a:solidFill>
            <a:prstDash val="solid"/>
            <a:round/>
            <a:head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Gerader Verbinder 37">
            <a:extLst>
              <a:ext uri="{FF2B5EF4-FFF2-40B4-BE49-F238E27FC236}">
                <a16:creationId xmlns:a16="http://schemas.microsoft.com/office/drawing/2014/main" id="{8CA0FCE5-CB75-ADA4-7845-EF4DEB69F5C5}"/>
              </a:ext>
            </a:extLst>
          </p:cNvPr>
          <p:cNvCxnSpPr>
            <a:cxnSpLocks/>
          </p:cNvCxnSpPr>
          <p:nvPr/>
        </p:nvCxnSpPr>
        <p:spPr>
          <a:xfrm flipH="1">
            <a:off x="1419879" y="2267273"/>
            <a:ext cx="127334" cy="152400"/>
          </a:xfrm>
          <a:prstGeom prst="line">
            <a:avLst/>
          </a:prstGeom>
          <a:ln w="9525" cap="rnd">
            <a:solidFill>
              <a:schemeClr val="tx1"/>
            </a:solidFill>
            <a:prstDash val="solid"/>
            <a:round/>
            <a:head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Gerader Verbinder 39">
            <a:extLst>
              <a:ext uri="{FF2B5EF4-FFF2-40B4-BE49-F238E27FC236}">
                <a16:creationId xmlns:a16="http://schemas.microsoft.com/office/drawing/2014/main" id="{AF794C44-4979-1AB4-7FC2-5AF5EFDD0646}"/>
              </a:ext>
            </a:extLst>
          </p:cNvPr>
          <p:cNvCxnSpPr>
            <a:cxnSpLocks/>
          </p:cNvCxnSpPr>
          <p:nvPr/>
        </p:nvCxnSpPr>
        <p:spPr>
          <a:xfrm flipH="1">
            <a:off x="1466149" y="2267273"/>
            <a:ext cx="127334" cy="152400"/>
          </a:xfrm>
          <a:prstGeom prst="line">
            <a:avLst/>
          </a:prstGeom>
          <a:ln w="9525" cap="rnd">
            <a:solidFill>
              <a:schemeClr val="tx1"/>
            </a:solidFill>
            <a:prstDash val="solid"/>
            <a:round/>
            <a:head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Gerader Verbinder 41">
            <a:extLst>
              <a:ext uri="{FF2B5EF4-FFF2-40B4-BE49-F238E27FC236}">
                <a16:creationId xmlns:a16="http://schemas.microsoft.com/office/drawing/2014/main" id="{30D21508-358F-4994-0675-0F2007FD1A40}"/>
              </a:ext>
            </a:extLst>
          </p:cNvPr>
          <p:cNvCxnSpPr>
            <a:cxnSpLocks/>
          </p:cNvCxnSpPr>
          <p:nvPr/>
        </p:nvCxnSpPr>
        <p:spPr>
          <a:xfrm flipH="1">
            <a:off x="1512419" y="2267273"/>
            <a:ext cx="127334" cy="152400"/>
          </a:xfrm>
          <a:prstGeom prst="line">
            <a:avLst/>
          </a:prstGeom>
          <a:ln w="9525" cap="rnd">
            <a:solidFill>
              <a:schemeClr val="tx1"/>
            </a:solidFill>
            <a:prstDash val="solid"/>
            <a:round/>
            <a:head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Gerader Verbinder 42">
            <a:extLst>
              <a:ext uri="{FF2B5EF4-FFF2-40B4-BE49-F238E27FC236}">
                <a16:creationId xmlns:a16="http://schemas.microsoft.com/office/drawing/2014/main" id="{365A003A-0BBD-150F-481F-D76B3C2B81DE}"/>
              </a:ext>
            </a:extLst>
          </p:cNvPr>
          <p:cNvCxnSpPr>
            <a:cxnSpLocks/>
          </p:cNvCxnSpPr>
          <p:nvPr/>
        </p:nvCxnSpPr>
        <p:spPr>
          <a:xfrm flipH="1">
            <a:off x="1558689" y="2267273"/>
            <a:ext cx="127334" cy="152400"/>
          </a:xfrm>
          <a:prstGeom prst="line">
            <a:avLst/>
          </a:prstGeom>
          <a:ln w="9525" cap="rnd">
            <a:solidFill>
              <a:schemeClr val="tx1"/>
            </a:solidFill>
            <a:prstDash val="solid"/>
            <a:round/>
            <a:head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Gerader Verbinder 43">
            <a:extLst>
              <a:ext uri="{FF2B5EF4-FFF2-40B4-BE49-F238E27FC236}">
                <a16:creationId xmlns:a16="http://schemas.microsoft.com/office/drawing/2014/main" id="{16C4FD86-51C6-7E25-F26B-41AA020FE52C}"/>
              </a:ext>
            </a:extLst>
          </p:cNvPr>
          <p:cNvCxnSpPr>
            <a:cxnSpLocks/>
          </p:cNvCxnSpPr>
          <p:nvPr/>
        </p:nvCxnSpPr>
        <p:spPr>
          <a:xfrm flipH="1">
            <a:off x="1604959" y="2267273"/>
            <a:ext cx="127334" cy="152400"/>
          </a:xfrm>
          <a:prstGeom prst="line">
            <a:avLst/>
          </a:prstGeom>
          <a:ln w="9525" cap="rnd">
            <a:solidFill>
              <a:schemeClr val="tx1"/>
            </a:solidFill>
            <a:prstDash val="solid"/>
            <a:round/>
            <a:head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Gerader Verbinder 44">
            <a:extLst>
              <a:ext uri="{FF2B5EF4-FFF2-40B4-BE49-F238E27FC236}">
                <a16:creationId xmlns:a16="http://schemas.microsoft.com/office/drawing/2014/main" id="{5778DED6-EB99-8B26-4621-3E1E01BD9A07}"/>
              </a:ext>
            </a:extLst>
          </p:cNvPr>
          <p:cNvCxnSpPr>
            <a:cxnSpLocks/>
          </p:cNvCxnSpPr>
          <p:nvPr/>
        </p:nvCxnSpPr>
        <p:spPr>
          <a:xfrm flipH="1">
            <a:off x="1651229" y="2267273"/>
            <a:ext cx="127334" cy="152400"/>
          </a:xfrm>
          <a:prstGeom prst="line">
            <a:avLst/>
          </a:prstGeom>
          <a:ln w="9525" cap="rnd">
            <a:solidFill>
              <a:schemeClr val="tx1"/>
            </a:solidFill>
            <a:prstDash val="solid"/>
            <a:round/>
            <a:head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Gerader Verbinder 46">
            <a:extLst>
              <a:ext uri="{FF2B5EF4-FFF2-40B4-BE49-F238E27FC236}">
                <a16:creationId xmlns:a16="http://schemas.microsoft.com/office/drawing/2014/main" id="{9B153E26-4B72-61B5-98C5-3741231C197A}"/>
              </a:ext>
            </a:extLst>
          </p:cNvPr>
          <p:cNvCxnSpPr>
            <a:cxnSpLocks/>
          </p:cNvCxnSpPr>
          <p:nvPr/>
        </p:nvCxnSpPr>
        <p:spPr>
          <a:xfrm flipH="1">
            <a:off x="1697499" y="2267273"/>
            <a:ext cx="127334" cy="152400"/>
          </a:xfrm>
          <a:prstGeom prst="line">
            <a:avLst/>
          </a:prstGeom>
          <a:ln w="9525" cap="rnd">
            <a:solidFill>
              <a:schemeClr val="tx1"/>
            </a:solidFill>
            <a:prstDash val="solid"/>
            <a:round/>
            <a:head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Gerader Verbinder 47">
            <a:extLst>
              <a:ext uri="{FF2B5EF4-FFF2-40B4-BE49-F238E27FC236}">
                <a16:creationId xmlns:a16="http://schemas.microsoft.com/office/drawing/2014/main" id="{A4059586-622E-501C-DC18-15603F6141C6}"/>
              </a:ext>
            </a:extLst>
          </p:cNvPr>
          <p:cNvCxnSpPr>
            <a:cxnSpLocks/>
          </p:cNvCxnSpPr>
          <p:nvPr/>
        </p:nvCxnSpPr>
        <p:spPr>
          <a:xfrm flipH="1">
            <a:off x="1743769" y="2267273"/>
            <a:ext cx="127334" cy="152400"/>
          </a:xfrm>
          <a:prstGeom prst="line">
            <a:avLst/>
          </a:prstGeom>
          <a:ln w="9525" cap="rnd">
            <a:solidFill>
              <a:schemeClr val="tx1"/>
            </a:solidFill>
            <a:prstDash val="solid"/>
            <a:round/>
            <a:head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Gerader Verbinder 48">
            <a:extLst>
              <a:ext uri="{FF2B5EF4-FFF2-40B4-BE49-F238E27FC236}">
                <a16:creationId xmlns:a16="http://schemas.microsoft.com/office/drawing/2014/main" id="{69C43EE4-9605-BDBB-5548-2CDAC9E84135}"/>
              </a:ext>
            </a:extLst>
          </p:cNvPr>
          <p:cNvCxnSpPr>
            <a:cxnSpLocks/>
          </p:cNvCxnSpPr>
          <p:nvPr/>
        </p:nvCxnSpPr>
        <p:spPr>
          <a:xfrm flipH="1">
            <a:off x="1790039" y="2267273"/>
            <a:ext cx="127334" cy="152400"/>
          </a:xfrm>
          <a:prstGeom prst="line">
            <a:avLst/>
          </a:prstGeom>
          <a:ln w="9525" cap="rnd">
            <a:solidFill>
              <a:schemeClr val="tx1"/>
            </a:solidFill>
            <a:prstDash val="solid"/>
            <a:round/>
            <a:head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Gerader Verbinder 103">
            <a:extLst>
              <a:ext uri="{FF2B5EF4-FFF2-40B4-BE49-F238E27FC236}">
                <a16:creationId xmlns:a16="http://schemas.microsoft.com/office/drawing/2014/main" id="{3801AB5E-57F8-CB10-EC79-67DF3BDC433B}"/>
              </a:ext>
            </a:extLst>
          </p:cNvPr>
          <p:cNvCxnSpPr>
            <a:cxnSpLocks/>
          </p:cNvCxnSpPr>
          <p:nvPr/>
        </p:nvCxnSpPr>
        <p:spPr>
          <a:xfrm flipH="1">
            <a:off x="1836309" y="2223095"/>
            <a:ext cx="164246" cy="196578"/>
          </a:xfrm>
          <a:prstGeom prst="line">
            <a:avLst/>
          </a:prstGeom>
          <a:ln w="9525" cap="rnd">
            <a:solidFill>
              <a:schemeClr val="tx1"/>
            </a:solidFill>
            <a:prstDash val="solid"/>
            <a:round/>
            <a:head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Gerader Verbinder 104">
            <a:extLst>
              <a:ext uri="{FF2B5EF4-FFF2-40B4-BE49-F238E27FC236}">
                <a16:creationId xmlns:a16="http://schemas.microsoft.com/office/drawing/2014/main" id="{D3B430DF-9B78-84E8-7787-07A952D0B0E4}"/>
              </a:ext>
            </a:extLst>
          </p:cNvPr>
          <p:cNvCxnSpPr>
            <a:cxnSpLocks/>
          </p:cNvCxnSpPr>
          <p:nvPr/>
        </p:nvCxnSpPr>
        <p:spPr>
          <a:xfrm flipH="1">
            <a:off x="1882579" y="2190910"/>
            <a:ext cx="191137" cy="228763"/>
          </a:xfrm>
          <a:prstGeom prst="line">
            <a:avLst/>
          </a:prstGeom>
          <a:ln w="9525" cap="rnd">
            <a:solidFill>
              <a:schemeClr val="tx1"/>
            </a:solidFill>
            <a:prstDash val="solid"/>
            <a:round/>
            <a:head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Gerader Verbinder 105">
            <a:extLst>
              <a:ext uri="{FF2B5EF4-FFF2-40B4-BE49-F238E27FC236}">
                <a16:creationId xmlns:a16="http://schemas.microsoft.com/office/drawing/2014/main" id="{91D23638-A2E3-655D-9F61-9483F576FD63}"/>
              </a:ext>
            </a:extLst>
          </p:cNvPr>
          <p:cNvCxnSpPr>
            <a:cxnSpLocks/>
          </p:cNvCxnSpPr>
          <p:nvPr/>
        </p:nvCxnSpPr>
        <p:spPr>
          <a:xfrm flipH="1">
            <a:off x="1928849" y="2168977"/>
            <a:ext cx="209463" cy="250696"/>
          </a:xfrm>
          <a:prstGeom prst="line">
            <a:avLst/>
          </a:prstGeom>
          <a:ln w="9525" cap="rnd">
            <a:solidFill>
              <a:schemeClr val="tx1"/>
            </a:solidFill>
            <a:prstDash val="solid"/>
            <a:round/>
            <a:head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Gerader Verbinder 106">
            <a:extLst>
              <a:ext uri="{FF2B5EF4-FFF2-40B4-BE49-F238E27FC236}">
                <a16:creationId xmlns:a16="http://schemas.microsoft.com/office/drawing/2014/main" id="{8296D9DD-B288-638B-2941-02DFC7F68047}"/>
              </a:ext>
            </a:extLst>
          </p:cNvPr>
          <p:cNvCxnSpPr>
            <a:cxnSpLocks/>
          </p:cNvCxnSpPr>
          <p:nvPr/>
        </p:nvCxnSpPr>
        <p:spPr>
          <a:xfrm flipH="1">
            <a:off x="1975119" y="2140279"/>
            <a:ext cx="233441" cy="279394"/>
          </a:xfrm>
          <a:prstGeom prst="line">
            <a:avLst/>
          </a:prstGeom>
          <a:ln w="9525" cap="rnd">
            <a:solidFill>
              <a:schemeClr val="tx1"/>
            </a:solidFill>
            <a:prstDash val="solid"/>
            <a:round/>
            <a:head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Gerader Verbinder 107">
            <a:extLst>
              <a:ext uri="{FF2B5EF4-FFF2-40B4-BE49-F238E27FC236}">
                <a16:creationId xmlns:a16="http://schemas.microsoft.com/office/drawing/2014/main" id="{EF08EFDE-EBBF-4D75-7134-F7AB26F7018E}"/>
              </a:ext>
            </a:extLst>
          </p:cNvPr>
          <p:cNvCxnSpPr>
            <a:cxnSpLocks/>
          </p:cNvCxnSpPr>
          <p:nvPr/>
        </p:nvCxnSpPr>
        <p:spPr>
          <a:xfrm flipH="1">
            <a:off x="2021389" y="2106450"/>
            <a:ext cx="261706" cy="313223"/>
          </a:xfrm>
          <a:prstGeom prst="line">
            <a:avLst/>
          </a:prstGeom>
          <a:ln w="9525" cap="rnd">
            <a:solidFill>
              <a:schemeClr val="tx1"/>
            </a:solidFill>
            <a:prstDash val="solid"/>
            <a:round/>
            <a:head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Gerader Verbinder 108">
            <a:extLst>
              <a:ext uri="{FF2B5EF4-FFF2-40B4-BE49-F238E27FC236}">
                <a16:creationId xmlns:a16="http://schemas.microsoft.com/office/drawing/2014/main" id="{8E426CBB-EDC2-1C82-6035-9F0F425F4079}"/>
              </a:ext>
            </a:extLst>
          </p:cNvPr>
          <p:cNvCxnSpPr>
            <a:cxnSpLocks/>
          </p:cNvCxnSpPr>
          <p:nvPr/>
        </p:nvCxnSpPr>
        <p:spPr>
          <a:xfrm flipH="1">
            <a:off x="2067659" y="2083129"/>
            <a:ext cx="281191" cy="336544"/>
          </a:xfrm>
          <a:prstGeom prst="line">
            <a:avLst/>
          </a:prstGeom>
          <a:ln w="9525" cap="rnd">
            <a:solidFill>
              <a:schemeClr val="tx1"/>
            </a:solidFill>
            <a:prstDash val="solid"/>
            <a:round/>
            <a:head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Gerader Verbinder 109">
            <a:extLst>
              <a:ext uri="{FF2B5EF4-FFF2-40B4-BE49-F238E27FC236}">
                <a16:creationId xmlns:a16="http://schemas.microsoft.com/office/drawing/2014/main" id="{3AFBBE9F-D259-E2B3-5C44-C370E38AF8C4}"/>
              </a:ext>
            </a:extLst>
          </p:cNvPr>
          <p:cNvCxnSpPr>
            <a:cxnSpLocks/>
          </p:cNvCxnSpPr>
          <p:nvPr/>
        </p:nvCxnSpPr>
        <p:spPr>
          <a:xfrm flipH="1">
            <a:off x="2113929" y="2062174"/>
            <a:ext cx="298699" cy="357499"/>
          </a:xfrm>
          <a:prstGeom prst="line">
            <a:avLst/>
          </a:prstGeom>
          <a:ln w="9525" cap="rnd">
            <a:solidFill>
              <a:schemeClr val="tx1"/>
            </a:solidFill>
            <a:prstDash val="solid"/>
            <a:round/>
            <a:head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Gerader Verbinder 110">
            <a:extLst>
              <a:ext uri="{FF2B5EF4-FFF2-40B4-BE49-F238E27FC236}">
                <a16:creationId xmlns:a16="http://schemas.microsoft.com/office/drawing/2014/main" id="{CA93549E-0F75-21BC-F9B4-86C609F1B630}"/>
              </a:ext>
            </a:extLst>
          </p:cNvPr>
          <p:cNvCxnSpPr>
            <a:cxnSpLocks/>
          </p:cNvCxnSpPr>
          <p:nvPr/>
        </p:nvCxnSpPr>
        <p:spPr>
          <a:xfrm flipH="1">
            <a:off x="2160199" y="2027884"/>
            <a:ext cx="327349" cy="391789"/>
          </a:xfrm>
          <a:prstGeom prst="line">
            <a:avLst/>
          </a:prstGeom>
          <a:ln w="9525" cap="rnd">
            <a:solidFill>
              <a:schemeClr val="tx1"/>
            </a:solidFill>
            <a:prstDash val="solid"/>
            <a:round/>
            <a:head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Gerader Verbinder 111">
            <a:extLst>
              <a:ext uri="{FF2B5EF4-FFF2-40B4-BE49-F238E27FC236}">
                <a16:creationId xmlns:a16="http://schemas.microsoft.com/office/drawing/2014/main" id="{EB1E0F9B-6C87-A012-D64C-3F1216CF6283}"/>
              </a:ext>
            </a:extLst>
          </p:cNvPr>
          <p:cNvCxnSpPr>
            <a:cxnSpLocks/>
          </p:cNvCxnSpPr>
          <p:nvPr/>
        </p:nvCxnSpPr>
        <p:spPr>
          <a:xfrm flipH="1">
            <a:off x="2206469" y="1997362"/>
            <a:ext cx="352851" cy="422311"/>
          </a:xfrm>
          <a:prstGeom prst="line">
            <a:avLst/>
          </a:prstGeom>
          <a:ln w="9525" cap="rnd">
            <a:solidFill>
              <a:schemeClr val="tx1"/>
            </a:solidFill>
            <a:prstDash val="solid"/>
            <a:round/>
            <a:head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Gerader Verbinder 112">
            <a:extLst>
              <a:ext uri="{FF2B5EF4-FFF2-40B4-BE49-F238E27FC236}">
                <a16:creationId xmlns:a16="http://schemas.microsoft.com/office/drawing/2014/main" id="{10DA393F-999A-19C1-C5B0-C05B242B1D47}"/>
              </a:ext>
            </a:extLst>
          </p:cNvPr>
          <p:cNvCxnSpPr>
            <a:cxnSpLocks/>
          </p:cNvCxnSpPr>
          <p:nvPr/>
        </p:nvCxnSpPr>
        <p:spPr>
          <a:xfrm flipH="1">
            <a:off x="2252739" y="1965019"/>
            <a:ext cx="379875" cy="454654"/>
          </a:xfrm>
          <a:prstGeom prst="line">
            <a:avLst/>
          </a:prstGeom>
          <a:ln w="9525" cap="rnd">
            <a:solidFill>
              <a:schemeClr val="tx1"/>
            </a:solidFill>
            <a:prstDash val="solid"/>
            <a:round/>
            <a:head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Gerader Verbinder 113">
            <a:extLst>
              <a:ext uri="{FF2B5EF4-FFF2-40B4-BE49-F238E27FC236}">
                <a16:creationId xmlns:a16="http://schemas.microsoft.com/office/drawing/2014/main" id="{689CEB42-35E5-0AD8-9DF7-0C92CE7FD8F5}"/>
              </a:ext>
            </a:extLst>
          </p:cNvPr>
          <p:cNvCxnSpPr>
            <a:cxnSpLocks/>
          </p:cNvCxnSpPr>
          <p:nvPr/>
        </p:nvCxnSpPr>
        <p:spPr>
          <a:xfrm flipH="1">
            <a:off x="2299009" y="1948519"/>
            <a:ext cx="393661" cy="471154"/>
          </a:xfrm>
          <a:prstGeom prst="line">
            <a:avLst/>
          </a:prstGeom>
          <a:ln w="9525" cap="rnd">
            <a:solidFill>
              <a:schemeClr val="tx1"/>
            </a:solidFill>
            <a:prstDash val="solid"/>
            <a:round/>
            <a:head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Gerader Verbinder 114">
            <a:extLst>
              <a:ext uri="{FF2B5EF4-FFF2-40B4-BE49-F238E27FC236}">
                <a16:creationId xmlns:a16="http://schemas.microsoft.com/office/drawing/2014/main" id="{2FA9869C-81C3-EB5B-4CBF-47D94DF19D6E}"/>
              </a:ext>
            </a:extLst>
          </p:cNvPr>
          <p:cNvCxnSpPr>
            <a:cxnSpLocks/>
          </p:cNvCxnSpPr>
          <p:nvPr/>
        </p:nvCxnSpPr>
        <p:spPr>
          <a:xfrm flipH="1">
            <a:off x="2345279" y="1919537"/>
            <a:ext cx="417876" cy="500136"/>
          </a:xfrm>
          <a:prstGeom prst="line">
            <a:avLst/>
          </a:prstGeom>
          <a:ln w="9525" cap="rnd">
            <a:solidFill>
              <a:schemeClr val="tx1"/>
            </a:solidFill>
            <a:prstDash val="solid"/>
            <a:round/>
            <a:head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Gerader Verbinder 115">
            <a:extLst>
              <a:ext uri="{FF2B5EF4-FFF2-40B4-BE49-F238E27FC236}">
                <a16:creationId xmlns:a16="http://schemas.microsoft.com/office/drawing/2014/main" id="{18DD3ACD-CA5F-83FB-0ED3-2981E96C0107}"/>
              </a:ext>
            </a:extLst>
          </p:cNvPr>
          <p:cNvCxnSpPr>
            <a:cxnSpLocks/>
          </p:cNvCxnSpPr>
          <p:nvPr/>
        </p:nvCxnSpPr>
        <p:spPr>
          <a:xfrm flipH="1">
            <a:off x="2391549" y="1877389"/>
            <a:ext cx="453092" cy="542284"/>
          </a:xfrm>
          <a:prstGeom prst="line">
            <a:avLst/>
          </a:prstGeom>
          <a:ln w="9525" cap="rnd">
            <a:solidFill>
              <a:schemeClr val="tx1"/>
            </a:solidFill>
            <a:prstDash val="solid"/>
            <a:round/>
            <a:head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Gerader Verbinder 116">
            <a:extLst>
              <a:ext uri="{FF2B5EF4-FFF2-40B4-BE49-F238E27FC236}">
                <a16:creationId xmlns:a16="http://schemas.microsoft.com/office/drawing/2014/main" id="{C1BFA490-B92B-7359-9860-5EBD7D16711A}"/>
              </a:ext>
            </a:extLst>
          </p:cNvPr>
          <p:cNvCxnSpPr>
            <a:cxnSpLocks/>
          </p:cNvCxnSpPr>
          <p:nvPr/>
        </p:nvCxnSpPr>
        <p:spPr>
          <a:xfrm flipH="1">
            <a:off x="2437819" y="1848814"/>
            <a:ext cx="476967" cy="570859"/>
          </a:xfrm>
          <a:prstGeom prst="line">
            <a:avLst/>
          </a:prstGeom>
          <a:ln w="9525" cap="rnd">
            <a:solidFill>
              <a:schemeClr val="tx1"/>
            </a:solidFill>
            <a:prstDash val="solid"/>
            <a:round/>
            <a:head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Gerader Verbinder 117">
            <a:extLst>
              <a:ext uri="{FF2B5EF4-FFF2-40B4-BE49-F238E27FC236}">
                <a16:creationId xmlns:a16="http://schemas.microsoft.com/office/drawing/2014/main" id="{3D915AF9-2B1A-6C0F-26E6-86BFAC0C6A7E}"/>
              </a:ext>
            </a:extLst>
          </p:cNvPr>
          <p:cNvCxnSpPr>
            <a:cxnSpLocks/>
          </p:cNvCxnSpPr>
          <p:nvPr/>
        </p:nvCxnSpPr>
        <p:spPr>
          <a:xfrm flipH="1">
            <a:off x="2484089" y="1818334"/>
            <a:ext cx="502434" cy="601339"/>
          </a:xfrm>
          <a:prstGeom prst="line">
            <a:avLst/>
          </a:prstGeom>
          <a:ln w="9525" cap="rnd">
            <a:solidFill>
              <a:schemeClr val="tx1"/>
            </a:solidFill>
            <a:prstDash val="solid"/>
            <a:round/>
            <a:head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Gerader Verbinder 118">
            <a:extLst>
              <a:ext uri="{FF2B5EF4-FFF2-40B4-BE49-F238E27FC236}">
                <a16:creationId xmlns:a16="http://schemas.microsoft.com/office/drawing/2014/main" id="{6D2477E9-0096-8D83-AA3D-77F2800C6A6B}"/>
              </a:ext>
            </a:extLst>
          </p:cNvPr>
          <p:cNvCxnSpPr>
            <a:cxnSpLocks/>
          </p:cNvCxnSpPr>
          <p:nvPr/>
        </p:nvCxnSpPr>
        <p:spPr>
          <a:xfrm flipH="1">
            <a:off x="2530359" y="1797652"/>
            <a:ext cx="519714" cy="622021"/>
          </a:xfrm>
          <a:prstGeom prst="line">
            <a:avLst/>
          </a:prstGeom>
          <a:ln w="9525" cap="rnd">
            <a:solidFill>
              <a:schemeClr val="tx1"/>
            </a:solidFill>
            <a:prstDash val="solid"/>
            <a:round/>
            <a:head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Gerader Verbinder 119">
            <a:extLst>
              <a:ext uri="{FF2B5EF4-FFF2-40B4-BE49-F238E27FC236}">
                <a16:creationId xmlns:a16="http://schemas.microsoft.com/office/drawing/2014/main" id="{CE056C5B-85D2-77CF-9ABB-0B6BE6D7B9EE}"/>
              </a:ext>
            </a:extLst>
          </p:cNvPr>
          <p:cNvCxnSpPr>
            <a:cxnSpLocks/>
          </p:cNvCxnSpPr>
          <p:nvPr/>
        </p:nvCxnSpPr>
        <p:spPr>
          <a:xfrm flipH="1">
            <a:off x="2576629" y="1761530"/>
            <a:ext cx="549895" cy="658143"/>
          </a:xfrm>
          <a:prstGeom prst="line">
            <a:avLst/>
          </a:prstGeom>
          <a:ln w="9525" cap="rnd">
            <a:solidFill>
              <a:schemeClr val="tx1"/>
            </a:solidFill>
            <a:prstDash val="solid"/>
            <a:round/>
            <a:head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Gerader Verbinder 120">
            <a:extLst>
              <a:ext uri="{FF2B5EF4-FFF2-40B4-BE49-F238E27FC236}">
                <a16:creationId xmlns:a16="http://schemas.microsoft.com/office/drawing/2014/main" id="{E38B80F7-415D-B0DB-43C9-E0B9AFC01576}"/>
              </a:ext>
            </a:extLst>
          </p:cNvPr>
          <p:cNvCxnSpPr>
            <a:cxnSpLocks/>
          </p:cNvCxnSpPr>
          <p:nvPr/>
        </p:nvCxnSpPr>
        <p:spPr>
          <a:xfrm flipH="1">
            <a:off x="2622899" y="1733722"/>
            <a:ext cx="573129" cy="685951"/>
          </a:xfrm>
          <a:prstGeom prst="line">
            <a:avLst/>
          </a:prstGeom>
          <a:ln w="9525" cap="rnd">
            <a:solidFill>
              <a:schemeClr val="tx1"/>
            </a:solidFill>
            <a:prstDash val="solid"/>
            <a:round/>
            <a:head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Gerader Verbinder 121">
            <a:extLst>
              <a:ext uri="{FF2B5EF4-FFF2-40B4-BE49-F238E27FC236}">
                <a16:creationId xmlns:a16="http://schemas.microsoft.com/office/drawing/2014/main" id="{E23A1FDF-8664-F4A6-F0AC-1FA6791E2D5F}"/>
              </a:ext>
            </a:extLst>
          </p:cNvPr>
          <p:cNvCxnSpPr>
            <a:cxnSpLocks/>
          </p:cNvCxnSpPr>
          <p:nvPr/>
        </p:nvCxnSpPr>
        <p:spPr>
          <a:xfrm flipH="1">
            <a:off x="2669169" y="1774643"/>
            <a:ext cx="538939" cy="645030"/>
          </a:xfrm>
          <a:prstGeom prst="line">
            <a:avLst/>
          </a:prstGeom>
          <a:ln w="9525" cap="rnd">
            <a:solidFill>
              <a:schemeClr val="tx1"/>
            </a:solidFill>
            <a:prstDash val="solid"/>
            <a:round/>
            <a:head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Gerader Verbinder 122">
            <a:extLst>
              <a:ext uri="{FF2B5EF4-FFF2-40B4-BE49-F238E27FC236}">
                <a16:creationId xmlns:a16="http://schemas.microsoft.com/office/drawing/2014/main" id="{49360DE0-F2A4-D80F-9ED8-F10792571405}"/>
              </a:ext>
            </a:extLst>
          </p:cNvPr>
          <p:cNvCxnSpPr>
            <a:cxnSpLocks/>
          </p:cNvCxnSpPr>
          <p:nvPr/>
        </p:nvCxnSpPr>
        <p:spPr>
          <a:xfrm flipH="1">
            <a:off x="2715439" y="1822356"/>
            <a:ext cx="499073" cy="597317"/>
          </a:xfrm>
          <a:prstGeom prst="line">
            <a:avLst/>
          </a:prstGeom>
          <a:ln w="9525" cap="rnd">
            <a:solidFill>
              <a:schemeClr val="tx1"/>
            </a:solidFill>
            <a:prstDash val="solid"/>
            <a:round/>
            <a:head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Gerader Verbinder 123">
            <a:extLst>
              <a:ext uri="{FF2B5EF4-FFF2-40B4-BE49-F238E27FC236}">
                <a16:creationId xmlns:a16="http://schemas.microsoft.com/office/drawing/2014/main" id="{BB7C5878-41EE-7C4F-43BC-9AD8DA62B391}"/>
              </a:ext>
            </a:extLst>
          </p:cNvPr>
          <p:cNvCxnSpPr>
            <a:cxnSpLocks/>
          </p:cNvCxnSpPr>
          <p:nvPr/>
        </p:nvCxnSpPr>
        <p:spPr>
          <a:xfrm flipH="1">
            <a:off x="2761709" y="1856441"/>
            <a:ext cx="470594" cy="563232"/>
          </a:xfrm>
          <a:prstGeom prst="line">
            <a:avLst/>
          </a:prstGeom>
          <a:ln w="9525" cap="rnd">
            <a:solidFill>
              <a:schemeClr val="tx1"/>
            </a:solidFill>
            <a:prstDash val="solid"/>
            <a:round/>
            <a:head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Gerader Verbinder 124">
            <a:extLst>
              <a:ext uri="{FF2B5EF4-FFF2-40B4-BE49-F238E27FC236}">
                <a16:creationId xmlns:a16="http://schemas.microsoft.com/office/drawing/2014/main" id="{B2C7FAC5-C7D1-342E-7441-73735C2DCC8D}"/>
              </a:ext>
            </a:extLst>
          </p:cNvPr>
          <p:cNvCxnSpPr>
            <a:cxnSpLocks/>
          </p:cNvCxnSpPr>
          <p:nvPr/>
        </p:nvCxnSpPr>
        <p:spPr>
          <a:xfrm flipH="1">
            <a:off x="2807979" y="1919537"/>
            <a:ext cx="417876" cy="500136"/>
          </a:xfrm>
          <a:prstGeom prst="line">
            <a:avLst/>
          </a:prstGeom>
          <a:ln w="9525" cap="rnd">
            <a:solidFill>
              <a:schemeClr val="tx1"/>
            </a:solidFill>
            <a:prstDash val="solid"/>
            <a:round/>
            <a:head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Gerader Verbinder 125">
            <a:extLst>
              <a:ext uri="{FF2B5EF4-FFF2-40B4-BE49-F238E27FC236}">
                <a16:creationId xmlns:a16="http://schemas.microsoft.com/office/drawing/2014/main" id="{B5C389B3-D51B-5455-D483-985D6E300747}"/>
              </a:ext>
            </a:extLst>
          </p:cNvPr>
          <p:cNvCxnSpPr>
            <a:cxnSpLocks/>
          </p:cNvCxnSpPr>
          <p:nvPr/>
        </p:nvCxnSpPr>
        <p:spPr>
          <a:xfrm flipH="1">
            <a:off x="2854249" y="1945744"/>
            <a:ext cx="395979" cy="473929"/>
          </a:xfrm>
          <a:prstGeom prst="line">
            <a:avLst/>
          </a:prstGeom>
          <a:ln w="9525" cap="rnd">
            <a:solidFill>
              <a:schemeClr val="tx1"/>
            </a:solidFill>
            <a:prstDash val="solid"/>
            <a:round/>
            <a:head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3" name="Rechteck 172">
            <a:extLst>
              <a:ext uri="{FF2B5EF4-FFF2-40B4-BE49-F238E27FC236}">
                <a16:creationId xmlns:a16="http://schemas.microsoft.com/office/drawing/2014/main" id="{375EB25A-4FBD-B1E8-B2D3-C53E7A4B5054}"/>
              </a:ext>
            </a:extLst>
          </p:cNvPr>
          <p:cNvSpPr/>
          <p:nvPr/>
        </p:nvSpPr>
        <p:spPr>
          <a:xfrm>
            <a:off x="332150" y="2407181"/>
            <a:ext cx="2635517" cy="39597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4" name="Rechteck 173">
            <a:extLst>
              <a:ext uri="{FF2B5EF4-FFF2-40B4-BE49-F238E27FC236}">
                <a16:creationId xmlns:a16="http://schemas.microsoft.com/office/drawing/2014/main" id="{7CC89F84-9B69-0003-7DD0-690ADA6DED0C}"/>
              </a:ext>
            </a:extLst>
          </p:cNvPr>
          <p:cNvSpPr/>
          <p:nvPr/>
        </p:nvSpPr>
        <p:spPr>
          <a:xfrm rot="20255693">
            <a:off x="1495110" y="2186592"/>
            <a:ext cx="1998781" cy="39597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80" name="Gerader Verbinder 179">
            <a:extLst>
              <a:ext uri="{FF2B5EF4-FFF2-40B4-BE49-F238E27FC236}">
                <a16:creationId xmlns:a16="http://schemas.microsoft.com/office/drawing/2014/main" id="{376AF2E5-386A-55CB-488E-ED1DF63E55CB}"/>
              </a:ext>
            </a:extLst>
          </p:cNvPr>
          <p:cNvCxnSpPr>
            <a:cxnSpLocks/>
          </p:cNvCxnSpPr>
          <p:nvPr/>
        </p:nvCxnSpPr>
        <p:spPr>
          <a:xfrm flipV="1">
            <a:off x="2446487" y="1429770"/>
            <a:ext cx="427647" cy="176398"/>
          </a:xfrm>
          <a:prstGeom prst="line">
            <a:avLst/>
          </a:prstGeom>
          <a:ln w="15875" cap="rnd">
            <a:solidFill>
              <a:schemeClr val="tx1"/>
            </a:solidFill>
            <a:prstDash val="solid"/>
            <a:round/>
            <a:headEnd type="none" w="med" len="med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Gerader Verbinder 181">
            <a:extLst>
              <a:ext uri="{FF2B5EF4-FFF2-40B4-BE49-F238E27FC236}">
                <a16:creationId xmlns:a16="http://schemas.microsoft.com/office/drawing/2014/main" id="{17DB9188-C2E8-977C-CD6F-998BEF87B9DE}"/>
              </a:ext>
            </a:extLst>
          </p:cNvPr>
          <p:cNvCxnSpPr>
            <a:cxnSpLocks/>
          </p:cNvCxnSpPr>
          <p:nvPr/>
        </p:nvCxnSpPr>
        <p:spPr>
          <a:xfrm>
            <a:off x="928306" y="1818334"/>
            <a:ext cx="815785" cy="0"/>
          </a:xfrm>
          <a:prstGeom prst="line">
            <a:avLst/>
          </a:prstGeom>
          <a:ln w="15875" cap="rnd">
            <a:solidFill>
              <a:schemeClr val="tx1"/>
            </a:solidFill>
            <a:prstDash val="solid"/>
            <a:round/>
            <a:headEnd type="none" w="med" len="med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Gerader Verbinder 184">
            <a:extLst>
              <a:ext uri="{FF2B5EF4-FFF2-40B4-BE49-F238E27FC236}">
                <a16:creationId xmlns:a16="http://schemas.microsoft.com/office/drawing/2014/main" id="{58740716-6090-290E-4397-F192AC92BCE1}"/>
              </a:ext>
            </a:extLst>
          </p:cNvPr>
          <p:cNvCxnSpPr>
            <a:cxnSpLocks/>
          </p:cNvCxnSpPr>
          <p:nvPr/>
        </p:nvCxnSpPr>
        <p:spPr>
          <a:xfrm flipH="1">
            <a:off x="1746164" y="2127881"/>
            <a:ext cx="232827" cy="135180"/>
          </a:xfrm>
          <a:prstGeom prst="line">
            <a:avLst/>
          </a:prstGeom>
          <a:ln w="9525" cap="rnd">
            <a:solidFill>
              <a:schemeClr val="tx1"/>
            </a:solidFill>
            <a:prstDash val="solid"/>
            <a:round/>
            <a:head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Gerader Verbinder 187">
            <a:extLst>
              <a:ext uri="{FF2B5EF4-FFF2-40B4-BE49-F238E27FC236}">
                <a16:creationId xmlns:a16="http://schemas.microsoft.com/office/drawing/2014/main" id="{6021888D-AC54-8980-ED03-58610EC605D7}"/>
              </a:ext>
            </a:extLst>
          </p:cNvPr>
          <p:cNvCxnSpPr>
            <a:cxnSpLocks/>
          </p:cNvCxnSpPr>
          <p:nvPr/>
        </p:nvCxnSpPr>
        <p:spPr>
          <a:xfrm flipH="1">
            <a:off x="1517816" y="1940304"/>
            <a:ext cx="555900" cy="322757"/>
          </a:xfrm>
          <a:prstGeom prst="line">
            <a:avLst/>
          </a:prstGeom>
          <a:ln w="9525" cap="rnd">
            <a:solidFill>
              <a:schemeClr val="tx1"/>
            </a:solidFill>
            <a:prstDash val="solid"/>
            <a:round/>
            <a:head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Gerader Verbinder 188">
            <a:extLst>
              <a:ext uri="{FF2B5EF4-FFF2-40B4-BE49-F238E27FC236}">
                <a16:creationId xmlns:a16="http://schemas.microsoft.com/office/drawing/2014/main" id="{B421D5F2-4D25-CAA4-A3B5-2E30287E3946}"/>
              </a:ext>
            </a:extLst>
          </p:cNvPr>
          <p:cNvCxnSpPr>
            <a:cxnSpLocks/>
          </p:cNvCxnSpPr>
          <p:nvPr/>
        </p:nvCxnSpPr>
        <p:spPr>
          <a:xfrm flipH="1">
            <a:off x="1289466" y="1756410"/>
            <a:ext cx="872629" cy="506651"/>
          </a:xfrm>
          <a:prstGeom prst="line">
            <a:avLst/>
          </a:prstGeom>
          <a:ln w="9525" cap="rnd">
            <a:solidFill>
              <a:schemeClr val="tx1"/>
            </a:solidFill>
            <a:prstDash val="solid"/>
            <a:round/>
            <a:head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Gerader Verbinder 189">
            <a:extLst>
              <a:ext uri="{FF2B5EF4-FFF2-40B4-BE49-F238E27FC236}">
                <a16:creationId xmlns:a16="http://schemas.microsoft.com/office/drawing/2014/main" id="{55C4AA31-069C-879F-3380-EE64EC73CAFB}"/>
              </a:ext>
            </a:extLst>
          </p:cNvPr>
          <p:cNvCxnSpPr>
            <a:cxnSpLocks/>
          </p:cNvCxnSpPr>
          <p:nvPr/>
        </p:nvCxnSpPr>
        <p:spPr>
          <a:xfrm flipH="1">
            <a:off x="1061116" y="1564627"/>
            <a:ext cx="1202946" cy="698434"/>
          </a:xfrm>
          <a:prstGeom prst="line">
            <a:avLst/>
          </a:prstGeom>
          <a:ln w="9525" cap="rnd">
            <a:solidFill>
              <a:schemeClr val="tx1"/>
            </a:solidFill>
            <a:prstDash val="solid"/>
            <a:round/>
            <a:head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Gerader Verbinder 190">
            <a:extLst>
              <a:ext uri="{FF2B5EF4-FFF2-40B4-BE49-F238E27FC236}">
                <a16:creationId xmlns:a16="http://schemas.microsoft.com/office/drawing/2014/main" id="{FBACF17A-9706-2DA1-BE7C-1AB439733D0B}"/>
              </a:ext>
            </a:extLst>
          </p:cNvPr>
          <p:cNvCxnSpPr>
            <a:cxnSpLocks/>
          </p:cNvCxnSpPr>
          <p:nvPr/>
        </p:nvCxnSpPr>
        <p:spPr>
          <a:xfrm flipH="1">
            <a:off x="832766" y="1379842"/>
            <a:ext cx="1521210" cy="883219"/>
          </a:xfrm>
          <a:prstGeom prst="line">
            <a:avLst/>
          </a:prstGeom>
          <a:ln w="9525" cap="rnd">
            <a:solidFill>
              <a:schemeClr val="tx1"/>
            </a:solidFill>
            <a:prstDash val="solid"/>
            <a:round/>
            <a:head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Gerader Verbinder 191">
            <a:extLst>
              <a:ext uri="{FF2B5EF4-FFF2-40B4-BE49-F238E27FC236}">
                <a16:creationId xmlns:a16="http://schemas.microsoft.com/office/drawing/2014/main" id="{E26E2619-32FE-BF4B-0DD1-59CDFD71248F}"/>
              </a:ext>
            </a:extLst>
          </p:cNvPr>
          <p:cNvCxnSpPr>
            <a:cxnSpLocks/>
          </p:cNvCxnSpPr>
          <p:nvPr/>
        </p:nvCxnSpPr>
        <p:spPr>
          <a:xfrm flipH="1">
            <a:off x="604416" y="1194704"/>
            <a:ext cx="1840083" cy="1068357"/>
          </a:xfrm>
          <a:prstGeom prst="line">
            <a:avLst/>
          </a:prstGeom>
          <a:ln w="9525" cap="rnd">
            <a:solidFill>
              <a:schemeClr val="tx1"/>
            </a:solidFill>
            <a:prstDash val="solid"/>
            <a:round/>
            <a:head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Gerader Verbinder 2">
            <a:extLst>
              <a:ext uri="{FF2B5EF4-FFF2-40B4-BE49-F238E27FC236}">
                <a16:creationId xmlns:a16="http://schemas.microsoft.com/office/drawing/2014/main" id="{C0B21917-EFAC-A880-A623-09ECF6461D85}"/>
              </a:ext>
            </a:extLst>
          </p:cNvPr>
          <p:cNvCxnSpPr>
            <a:cxnSpLocks/>
          </p:cNvCxnSpPr>
          <p:nvPr/>
        </p:nvCxnSpPr>
        <p:spPr>
          <a:xfrm flipH="1">
            <a:off x="1906612" y="1079870"/>
            <a:ext cx="599690" cy="1187403"/>
          </a:xfrm>
          <a:prstGeom prst="line">
            <a:avLst/>
          </a:prstGeom>
          <a:ln cap="rnd">
            <a:solidFill>
              <a:srgbClr val="C00000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" name="Gerader Verbinder 1">
            <a:extLst>
              <a:ext uri="{FF2B5EF4-FFF2-40B4-BE49-F238E27FC236}">
                <a16:creationId xmlns:a16="http://schemas.microsoft.com/office/drawing/2014/main" id="{66578025-AC9A-87BC-9B38-F61DBE384070}"/>
              </a:ext>
            </a:extLst>
          </p:cNvPr>
          <p:cNvCxnSpPr>
            <a:cxnSpLocks/>
          </p:cNvCxnSpPr>
          <p:nvPr/>
        </p:nvCxnSpPr>
        <p:spPr>
          <a:xfrm flipH="1">
            <a:off x="471741" y="2267279"/>
            <a:ext cx="1432894" cy="0"/>
          </a:xfrm>
          <a:prstGeom prst="line">
            <a:avLst/>
          </a:prstGeom>
          <a:ln w="19050" cap="rnd">
            <a:solidFill>
              <a:schemeClr val="tx1"/>
            </a:solidFill>
            <a:prstDash val="solid"/>
            <a:round/>
            <a:head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Gerader Verbinder 5">
            <a:extLst>
              <a:ext uri="{FF2B5EF4-FFF2-40B4-BE49-F238E27FC236}">
                <a16:creationId xmlns:a16="http://schemas.microsoft.com/office/drawing/2014/main" id="{E7E1B909-4043-CBD0-5AA8-85D386B97D3C}"/>
              </a:ext>
            </a:extLst>
          </p:cNvPr>
          <p:cNvCxnSpPr>
            <a:cxnSpLocks/>
          </p:cNvCxnSpPr>
          <p:nvPr/>
        </p:nvCxnSpPr>
        <p:spPr>
          <a:xfrm flipV="1">
            <a:off x="1904635" y="1739232"/>
            <a:ext cx="1280160" cy="528047"/>
          </a:xfrm>
          <a:prstGeom prst="line">
            <a:avLst/>
          </a:prstGeom>
          <a:ln w="19050" cap="rnd">
            <a:solidFill>
              <a:schemeClr val="tx1"/>
            </a:solidFill>
            <a:prstDash val="solid"/>
            <a:round/>
            <a:head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5" name="Rechteck 174">
            <a:extLst>
              <a:ext uri="{FF2B5EF4-FFF2-40B4-BE49-F238E27FC236}">
                <a16:creationId xmlns:a16="http://schemas.microsoft.com/office/drawing/2014/main" id="{C3A35641-D384-E80B-6E5C-3F7225DCE81B}"/>
              </a:ext>
            </a:extLst>
          </p:cNvPr>
          <p:cNvSpPr/>
          <p:nvPr/>
        </p:nvSpPr>
        <p:spPr>
          <a:xfrm>
            <a:off x="103776" y="2134243"/>
            <a:ext cx="368613" cy="39597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8" name="Rechteck 177">
            <a:extLst>
              <a:ext uri="{FF2B5EF4-FFF2-40B4-BE49-F238E27FC236}">
                <a16:creationId xmlns:a16="http://schemas.microsoft.com/office/drawing/2014/main" id="{A7CBC54E-7C6E-220F-45DD-99A90A6C25E8}"/>
              </a:ext>
            </a:extLst>
          </p:cNvPr>
          <p:cNvSpPr/>
          <p:nvPr/>
        </p:nvSpPr>
        <p:spPr>
          <a:xfrm>
            <a:off x="3175592" y="1593814"/>
            <a:ext cx="300033" cy="39597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8" name="Textfeld 197">
            <a:extLst>
              <a:ext uri="{FF2B5EF4-FFF2-40B4-BE49-F238E27FC236}">
                <a16:creationId xmlns:a16="http://schemas.microsoft.com/office/drawing/2014/main" id="{23F66EB3-DD4C-8616-C480-D0C8D33620C3}"/>
              </a:ext>
            </a:extLst>
          </p:cNvPr>
          <p:cNvSpPr txBox="1"/>
          <p:nvPr/>
        </p:nvSpPr>
        <p:spPr>
          <a:xfrm>
            <a:off x="2333357" y="1067961"/>
            <a:ext cx="1088416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1600" i="1" u="sng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v</a:t>
            </a:r>
            <a:r>
              <a:rPr lang="de-DE" sz="1600" baseline="-25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2</a:t>
            </a:r>
            <a:r>
              <a:rPr lang="de-DE" sz="16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, Ma</a:t>
            </a:r>
            <a:r>
              <a:rPr lang="de-DE" sz="1600" baseline="-25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2</a:t>
            </a:r>
          </a:p>
        </p:txBody>
      </p:sp>
      <p:sp>
        <p:nvSpPr>
          <p:cNvPr id="227" name="Ellipse 226">
            <a:extLst>
              <a:ext uri="{FF2B5EF4-FFF2-40B4-BE49-F238E27FC236}">
                <a16:creationId xmlns:a16="http://schemas.microsoft.com/office/drawing/2014/main" id="{0E2F7F71-9550-2738-8A4D-D9CAD83BDB2E}"/>
              </a:ext>
            </a:extLst>
          </p:cNvPr>
          <p:cNvSpPr/>
          <p:nvPr/>
        </p:nvSpPr>
        <p:spPr>
          <a:xfrm>
            <a:off x="2081716" y="1911310"/>
            <a:ext cx="208094" cy="20809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3" name="Textfeld 82">
            <a:extLst>
              <a:ext uri="{FF2B5EF4-FFF2-40B4-BE49-F238E27FC236}">
                <a16:creationId xmlns:a16="http://schemas.microsoft.com/office/drawing/2014/main" id="{82631859-FD01-EB4B-4F0F-01290F2CEDE4}"/>
              </a:ext>
            </a:extLst>
          </p:cNvPr>
          <p:cNvSpPr txBox="1"/>
          <p:nvPr/>
        </p:nvSpPr>
        <p:spPr>
          <a:xfrm>
            <a:off x="2022125" y="1676613"/>
            <a:ext cx="28976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2400" i="1" baseline="-25000" dirty="0">
                <a:latin typeface="Latin Modern Math" panose="02000503000000000000" pitchFamily="50" charset="0"/>
                <a:ea typeface="Latin Modern Math" panose="02000503000000000000" pitchFamily="50" charset="0"/>
                <a:cs typeface="CMU Serif" panose="02000603000000000000" pitchFamily="2" charset="0"/>
              </a:rPr>
              <a:t>σ</a:t>
            </a:r>
            <a:endParaRPr lang="de-DE" sz="2400" dirty="0"/>
          </a:p>
        </p:txBody>
      </p:sp>
      <p:sp>
        <p:nvSpPr>
          <p:cNvPr id="228" name="Textfeld 227">
            <a:extLst>
              <a:ext uri="{FF2B5EF4-FFF2-40B4-BE49-F238E27FC236}">
                <a16:creationId xmlns:a16="http://schemas.microsoft.com/office/drawing/2014/main" id="{81F5CA6B-124D-9D5D-D7EC-04768E2CB59F}"/>
              </a:ext>
            </a:extLst>
          </p:cNvPr>
          <p:cNvSpPr txBox="1"/>
          <p:nvPr/>
        </p:nvSpPr>
        <p:spPr>
          <a:xfrm>
            <a:off x="309177" y="1825013"/>
            <a:ext cx="37016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l-GR" sz="1600" i="1" dirty="0">
                <a:latin typeface="Latin Modern Math" panose="02000503000000000000" pitchFamily="50" charset="0"/>
                <a:ea typeface="Latin Modern Math" panose="02000503000000000000" pitchFamily="50" charset="0"/>
                <a:cs typeface="CMU Serif" panose="02000603000000000000" pitchFamily="2" charset="0"/>
              </a:rPr>
              <a:t>μ</a:t>
            </a:r>
            <a:r>
              <a:rPr lang="de-DE" sz="1600" baseline="-25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1</a:t>
            </a:r>
          </a:p>
        </p:txBody>
      </p:sp>
      <p:sp>
        <p:nvSpPr>
          <p:cNvPr id="229" name="Textfeld 228">
            <a:extLst>
              <a:ext uri="{FF2B5EF4-FFF2-40B4-BE49-F238E27FC236}">
                <a16:creationId xmlns:a16="http://schemas.microsoft.com/office/drawing/2014/main" id="{B9800FEE-6B88-DB2A-A406-FE749608613F}"/>
              </a:ext>
            </a:extLst>
          </p:cNvPr>
          <p:cNvSpPr txBox="1"/>
          <p:nvPr/>
        </p:nvSpPr>
        <p:spPr>
          <a:xfrm>
            <a:off x="2576356" y="1549495"/>
            <a:ext cx="37016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l-GR" sz="1600" i="1" dirty="0">
                <a:latin typeface="Latin Modern Math" panose="02000503000000000000" pitchFamily="50" charset="0"/>
                <a:ea typeface="Latin Modern Math" panose="02000503000000000000" pitchFamily="50" charset="0"/>
                <a:cs typeface="CMU Serif" panose="02000603000000000000" pitchFamily="2" charset="0"/>
              </a:rPr>
              <a:t>μ</a:t>
            </a:r>
            <a:r>
              <a:rPr lang="de-DE" sz="1600" baseline="-25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2</a:t>
            </a:r>
          </a:p>
        </p:txBody>
      </p:sp>
      <p:sp>
        <p:nvSpPr>
          <p:cNvPr id="230" name="Bogen 229">
            <a:extLst>
              <a:ext uri="{FF2B5EF4-FFF2-40B4-BE49-F238E27FC236}">
                <a16:creationId xmlns:a16="http://schemas.microsoft.com/office/drawing/2014/main" id="{5BB9DCB1-5E1E-0514-90B7-1E8849636265}"/>
              </a:ext>
            </a:extLst>
          </p:cNvPr>
          <p:cNvSpPr/>
          <p:nvPr/>
        </p:nvSpPr>
        <p:spPr>
          <a:xfrm>
            <a:off x="1895047" y="1757171"/>
            <a:ext cx="718244" cy="718244"/>
          </a:xfrm>
          <a:prstGeom prst="arc">
            <a:avLst>
              <a:gd name="adj1" fmla="val 16953993"/>
              <a:gd name="adj2" fmla="val 20296691"/>
            </a:avLst>
          </a:prstGeom>
          <a:ln w="635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232" name="Gerader Verbinder 231">
            <a:extLst>
              <a:ext uri="{FF2B5EF4-FFF2-40B4-BE49-F238E27FC236}">
                <a16:creationId xmlns:a16="http://schemas.microsoft.com/office/drawing/2014/main" id="{98F6E4DE-B02E-A049-B80A-149685DA54B5}"/>
              </a:ext>
            </a:extLst>
          </p:cNvPr>
          <p:cNvCxnSpPr>
            <a:cxnSpLocks/>
          </p:cNvCxnSpPr>
          <p:nvPr/>
        </p:nvCxnSpPr>
        <p:spPr>
          <a:xfrm flipV="1">
            <a:off x="2448413" y="1760220"/>
            <a:ext cx="165247" cy="146714"/>
          </a:xfrm>
          <a:prstGeom prst="line">
            <a:avLst/>
          </a:prstGeom>
          <a:ln w="6350" cap="rnd">
            <a:solidFill>
              <a:schemeClr val="tx1"/>
            </a:solidFill>
            <a:prstDash val="solid"/>
            <a:round/>
            <a:head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5" name="Gerader Verbinder 234">
            <a:extLst>
              <a:ext uri="{FF2B5EF4-FFF2-40B4-BE49-F238E27FC236}">
                <a16:creationId xmlns:a16="http://schemas.microsoft.com/office/drawing/2014/main" id="{DB882FC7-C8CE-5AFB-D8A6-7671D96C9914}"/>
              </a:ext>
            </a:extLst>
          </p:cNvPr>
          <p:cNvCxnSpPr>
            <a:cxnSpLocks/>
          </p:cNvCxnSpPr>
          <p:nvPr/>
        </p:nvCxnSpPr>
        <p:spPr>
          <a:xfrm>
            <a:off x="632460" y="2023110"/>
            <a:ext cx="246434" cy="159598"/>
          </a:xfrm>
          <a:prstGeom prst="line">
            <a:avLst/>
          </a:prstGeom>
          <a:ln w="6350" cap="rnd">
            <a:solidFill>
              <a:schemeClr val="tx1"/>
            </a:solidFill>
            <a:prstDash val="solid"/>
            <a:round/>
            <a:head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5" name="Bogen 244">
            <a:extLst>
              <a:ext uri="{FF2B5EF4-FFF2-40B4-BE49-F238E27FC236}">
                <a16:creationId xmlns:a16="http://schemas.microsoft.com/office/drawing/2014/main" id="{3A8CA83B-49B9-CD38-96B8-97B049662930}"/>
              </a:ext>
            </a:extLst>
          </p:cNvPr>
          <p:cNvSpPr/>
          <p:nvPr/>
        </p:nvSpPr>
        <p:spPr>
          <a:xfrm>
            <a:off x="909549" y="1261528"/>
            <a:ext cx="2011342" cy="2011342"/>
          </a:xfrm>
          <a:prstGeom prst="arc">
            <a:avLst>
              <a:gd name="adj1" fmla="val 20258999"/>
              <a:gd name="adj2" fmla="val 21573252"/>
            </a:avLst>
          </a:prstGeom>
          <a:ln w="635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246" name="Gerader Verbinder 245">
            <a:extLst>
              <a:ext uri="{FF2B5EF4-FFF2-40B4-BE49-F238E27FC236}">
                <a16:creationId xmlns:a16="http://schemas.microsoft.com/office/drawing/2014/main" id="{56D1BC3D-2ECF-1262-3497-6E94FC96AFE6}"/>
              </a:ext>
            </a:extLst>
          </p:cNvPr>
          <p:cNvCxnSpPr>
            <a:cxnSpLocks/>
          </p:cNvCxnSpPr>
          <p:nvPr/>
        </p:nvCxnSpPr>
        <p:spPr>
          <a:xfrm flipH="1">
            <a:off x="1842873" y="2266871"/>
            <a:ext cx="1247037" cy="0"/>
          </a:xfrm>
          <a:prstGeom prst="line">
            <a:avLst/>
          </a:prstGeom>
          <a:ln w="6350" cap="rnd">
            <a:solidFill>
              <a:schemeClr val="tx1"/>
            </a:solidFill>
            <a:prstDash val="sysDash"/>
            <a:round/>
            <a:head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8" name="Textfeld 247">
            <a:extLst>
              <a:ext uri="{FF2B5EF4-FFF2-40B4-BE49-F238E27FC236}">
                <a16:creationId xmlns:a16="http://schemas.microsoft.com/office/drawing/2014/main" id="{D3922726-2249-657B-76CC-A10C33202110}"/>
              </a:ext>
            </a:extLst>
          </p:cNvPr>
          <p:cNvSpPr txBox="1"/>
          <p:nvPr/>
        </p:nvSpPr>
        <p:spPr>
          <a:xfrm>
            <a:off x="2820397" y="1979254"/>
            <a:ext cx="375285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l-GR" sz="1600" i="1" dirty="0">
                <a:latin typeface="Latin Modern Math" panose="02000503000000000000" pitchFamily="50" charset="0"/>
                <a:ea typeface="Latin Modern Math" panose="02000503000000000000" pitchFamily="50" charset="0"/>
                <a:cs typeface="CMU Serif" panose="02000603000000000000" pitchFamily="2" charset="0"/>
              </a:rPr>
              <a:t>ϑ</a:t>
            </a:r>
            <a:endParaRPr lang="de-DE" sz="1600" i="1" dirty="0">
              <a:latin typeface="Latin Modern Math" panose="02000503000000000000" pitchFamily="50" charset="0"/>
              <a:ea typeface="Latin Modern Math" panose="02000503000000000000" pitchFamily="50" charset="0"/>
              <a:cs typeface="CMU Serif" panose="02000603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410809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BD05F7-4359-8DEA-EC66-3D30D89859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7" name="Gruppieren 186">
            <a:extLst>
              <a:ext uri="{FF2B5EF4-FFF2-40B4-BE49-F238E27FC236}">
                <a16:creationId xmlns:a16="http://schemas.microsoft.com/office/drawing/2014/main" id="{23DDE420-389A-F026-D3FD-A38235B1B26B}"/>
              </a:ext>
            </a:extLst>
          </p:cNvPr>
          <p:cNvGrpSpPr/>
          <p:nvPr/>
        </p:nvGrpSpPr>
        <p:grpSpPr>
          <a:xfrm>
            <a:off x="319308" y="589021"/>
            <a:ext cx="2855152" cy="2134723"/>
            <a:chOff x="403965" y="705517"/>
            <a:chExt cx="2855152" cy="2134723"/>
          </a:xfrm>
        </p:grpSpPr>
        <p:grpSp>
          <p:nvGrpSpPr>
            <p:cNvPr id="7" name="Gruppieren 6">
              <a:extLst>
                <a:ext uri="{FF2B5EF4-FFF2-40B4-BE49-F238E27FC236}">
                  <a16:creationId xmlns:a16="http://schemas.microsoft.com/office/drawing/2014/main" id="{79B400B0-CB55-F845-05B6-45032CAAC484}"/>
                </a:ext>
              </a:extLst>
            </p:cNvPr>
            <p:cNvGrpSpPr/>
            <p:nvPr/>
          </p:nvGrpSpPr>
          <p:grpSpPr>
            <a:xfrm>
              <a:off x="637646" y="1258398"/>
              <a:ext cx="2397950" cy="1032822"/>
              <a:chOff x="601250" y="675938"/>
              <a:chExt cx="2397950" cy="1032822"/>
            </a:xfrm>
          </p:grpSpPr>
          <p:sp>
            <p:nvSpPr>
              <p:cNvPr id="2" name="Freihandform: Form 1">
                <a:extLst>
                  <a:ext uri="{FF2B5EF4-FFF2-40B4-BE49-F238E27FC236}">
                    <a16:creationId xmlns:a16="http://schemas.microsoft.com/office/drawing/2014/main" id="{773C12FD-F516-C1AE-6C14-56D388DA1544}"/>
                  </a:ext>
                </a:extLst>
              </p:cNvPr>
              <p:cNvSpPr/>
              <p:nvPr/>
            </p:nvSpPr>
            <p:spPr>
              <a:xfrm>
                <a:off x="601250" y="675939"/>
                <a:ext cx="1198976" cy="257251"/>
              </a:xfrm>
              <a:custGeom>
                <a:avLst/>
                <a:gdLst>
                  <a:gd name="csX0" fmla="*/ 0 w 1155526"/>
                  <a:gd name="csY0" fmla="*/ 466 h 485850"/>
                  <a:gd name="csX1" fmla="*/ 338203 w 1155526"/>
                  <a:gd name="csY1" fmla="*/ 66228 h 485850"/>
                  <a:gd name="csX2" fmla="*/ 814192 w 1155526"/>
                  <a:gd name="csY2" fmla="*/ 413825 h 485850"/>
                  <a:gd name="csX3" fmla="*/ 1155526 w 1155526"/>
                  <a:gd name="csY3" fmla="*/ 485850 h 4858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155526" h="485850">
                    <a:moveTo>
                      <a:pt x="0" y="466"/>
                    </a:moveTo>
                    <a:cubicBezTo>
                      <a:pt x="101252" y="-1100"/>
                      <a:pt x="202504" y="-2665"/>
                      <a:pt x="338203" y="66228"/>
                    </a:cubicBezTo>
                    <a:cubicBezTo>
                      <a:pt x="473902" y="135121"/>
                      <a:pt x="677972" y="343888"/>
                      <a:pt x="814192" y="413825"/>
                    </a:cubicBezTo>
                    <a:cubicBezTo>
                      <a:pt x="950412" y="483762"/>
                      <a:pt x="1052969" y="484806"/>
                      <a:pt x="1155526" y="485850"/>
                    </a:cubicBezTo>
                  </a:path>
                </a:pathLst>
              </a:custGeom>
              <a:noFill/>
              <a:ln w="19050" cap="rnd"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3" name="Freihandform: Form 2">
                <a:extLst>
                  <a:ext uri="{FF2B5EF4-FFF2-40B4-BE49-F238E27FC236}">
                    <a16:creationId xmlns:a16="http://schemas.microsoft.com/office/drawing/2014/main" id="{DBE50164-D2A0-8F53-BC25-2C6AEE202D84}"/>
                  </a:ext>
                </a:extLst>
              </p:cNvPr>
              <p:cNvSpPr/>
              <p:nvPr/>
            </p:nvSpPr>
            <p:spPr>
              <a:xfrm flipH="1">
                <a:off x="1800224" y="675938"/>
                <a:ext cx="1198976" cy="257251"/>
              </a:xfrm>
              <a:custGeom>
                <a:avLst/>
                <a:gdLst>
                  <a:gd name="csX0" fmla="*/ 0 w 1155526"/>
                  <a:gd name="csY0" fmla="*/ 466 h 485850"/>
                  <a:gd name="csX1" fmla="*/ 338203 w 1155526"/>
                  <a:gd name="csY1" fmla="*/ 66228 h 485850"/>
                  <a:gd name="csX2" fmla="*/ 814192 w 1155526"/>
                  <a:gd name="csY2" fmla="*/ 413825 h 485850"/>
                  <a:gd name="csX3" fmla="*/ 1155526 w 1155526"/>
                  <a:gd name="csY3" fmla="*/ 485850 h 4858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155526" h="485850">
                    <a:moveTo>
                      <a:pt x="0" y="466"/>
                    </a:moveTo>
                    <a:cubicBezTo>
                      <a:pt x="101252" y="-1100"/>
                      <a:pt x="202504" y="-2665"/>
                      <a:pt x="338203" y="66228"/>
                    </a:cubicBezTo>
                    <a:cubicBezTo>
                      <a:pt x="473902" y="135121"/>
                      <a:pt x="677972" y="343888"/>
                      <a:pt x="814192" y="413825"/>
                    </a:cubicBezTo>
                    <a:cubicBezTo>
                      <a:pt x="950412" y="483762"/>
                      <a:pt x="1052969" y="484806"/>
                      <a:pt x="1155526" y="485850"/>
                    </a:cubicBezTo>
                  </a:path>
                </a:pathLst>
              </a:custGeom>
              <a:noFill/>
              <a:ln w="19050" cap="rnd"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5" name="Freihandform: Form 4">
                <a:extLst>
                  <a:ext uri="{FF2B5EF4-FFF2-40B4-BE49-F238E27FC236}">
                    <a16:creationId xmlns:a16="http://schemas.microsoft.com/office/drawing/2014/main" id="{4E477484-553F-2639-0178-7ED61CBD4FDF}"/>
                  </a:ext>
                </a:extLst>
              </p:cNvPr>
              <p:cNvSpPr/>
              <p:nvPr/>
            </p:nvSpPr>
            <p:spPr>
              <a:xfrm flipV="1">
                <a:off x="601250" y="1451509"/>
                <a:ext cx="1198976" cy="257251"/>
              </a:xfrm>
              <a:custGeom>
                <a:avLst/>
                <a:gdLst>
                  <a:gd name="csX0" fmla="*/ 0 w 1155526"/>
                  <a:gd name="csY0" fmla="*/ 466 h 485850"/>
                  <a:gd name="csX1" fmla="*/ 338203 w 1155526"/>
                  <a:gd name="csY1" fmla="*/ 66228 h 485850"/>
                  <a:gd name="csX2" fmla="*/ 814192 w 1155526"/>
                  <a:gd name="csY2" fmla="*/ 413825 h 485850"/>
                  <a:gd name="csX3" fmla="*/ 1155526 w 1155526"/>
                  <a:gd name="csY3" fmla="*/ 485850 h 4858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155526" h="485850">
                    <a:moveTo>
                      <a:pt x="0" y="466"/>
                    </a:moveTo>
                    <a:cubicBezTo>
                      <a:pt x="101252" y="-1100"/>
                      <a:pt x="202504" y="-2665"/>
                      <a:pt x="338203" y="66228"/>
                    </a:cubicBezTo>
                    <a:cubicBezTo>
                      <a:pt x="473902" y="135121"/>
                      <a:pt x="677972" y="343888"/>
                      <a:pt x="814192" y="413825"/>
                    </a:cubicBezTo>
                    <a:cubicBezTo>
                      <a:pt x="950412" y="483762"/>
                      <a:pt x="1052969" y="484806"/>
                      <a:pt x="1155526" y="485850"/>
                    </a:cubicBezTo>
                  </a:path>
                </a:pathLst>
              </a:custGeom>
              <a:noFill/>
              <a:ln w="19050" cap="rnd"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6" name="Freihandform: Form 5">
                <a:extLst>
                  <a:ext uri="{FF2B5EF4-FFF2-40B4-BE49-F238E27FC236}">
                    <a16:creationId xmlns:a16="http://schemas.microsoft.com/office/drawing/2014/main" id="{7FF56955-B351-031D-5139-586B23BCF18C}"/>
                  </a:ext>
                </a:extLst>
              </p:cNvPr>
              <p:cNvSpPr/>
              <p:nvPr/>
            </p:nvSpPr>
            <p:spPr>
              <a:xfrm flipH="1" flipV="1">
                <a:off x="1800224" y="1451508"/>
                <a:ext cx="1198976" cy="257251"/>
              </a:xfrm>
              <a:custGeom>
                <a:avLst/>
                <a:gdLst>
                  <a:gd name="csX0" fmla="*/ 0 w 1155526"/>
                  <a:gd name="csY0" fmla="*/ 466 h 485850"/>
                  <a:gd name="csX1" fmla="*/ 338203 w 1155526"/>
                  <a:gd name="csY1" fmla="*/ 66228 h 485850"/>
                  <a:gd name="csX2" fmla="*/ 814192 w 1155526"/>
                  <a:gd name="csY2" fmla="*/ 413825 h 485850"/>
                  <a:gd name="csX3" fmla="*/ 1155526 w 1155526"/>
                  <a:gd name="csY3" fmla="*/ 485850 h 4858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155526" h="485850">
                    <a:moveTo>
                      <a:pt x="0" y="466"/>
                    </a:moveTo>
                    <a:cubicBezTo>
                      <a:pt x="101252" y="-1100"/>
                      <a:pt x="202504" y="-2665"/>
                      <a:pt x="338203" y="66228"/>
                    </a:cubicBezTo>
                    <a:cubicBezTo>
                      <a:pt x="473902" y="135121"/>
                      <a:pt x="677972" y="343888"/>
                      <a:pt x="814192" y="413825"/>
                    </a:cubicBezTo>
                    <a:cubicBezTo>
                      <a:pt x="950412" y="483762"/>
                      <a:pt x="1052969" y="484806"/>
                      <a:pt x="1155526" y="485850"/>
                    </a:cubicBezTo>
                  </a:path>
                </a:pathLst>
              </a:custGeom>
              <a:noFill/>
              <a:ln w="19050" cap="rnd"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</p:grpSp>
        <p:grpSp>
          <p:nvGrpSpPr>
            <p:cNvPr id="143" name="Gruppieren 142">
              <a:extLst>
                <a:ext uri="{FF2B5EF4-FFF2-40B4-BE49-F238E27FC236}">
                  <a16:creationId xmlns:a16="http://schemas.microsoft.com/office/drawing/2014/main" id="{7A9C4EDA-4816-17D0-B3C4-9A88294B87E7}"/>
                </a:ext>
              </a:extLst>
            </p:cNvPr>
            <p:cNvGrpSpPr/>
            <p:nvPr/>
          </p:nvGrpSpPr>
          <p:grpSpPr>
            <a:xfrm>
              <a:off x="492932" y="705517"/>
              <a:ext cx="2687379" cy="806123"/>
              <a:chOff x="450422" y="123057"/>
              <a:chExt cx="2687379" cy="806123"/>
            </a:xfrm>
          </p:grpSpPr>
          <p:cxnSp>
            <p:nvCxnSpPr>
              <p:cNvPr id="9" name="Gerader Verbinder 8">
                <a:extLst>
                  <a:ext uri="{FF2B5EF4-FFF2-40B4-BE49-F238E27FC236}">
                    <a16:creationId xmlns:a16="http://schemas.microsoft.com/office/drawing/2014/main" id="{8D89C45E-30C9-25C4-EFF8-35E94A0CE7B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21646" y="123057"/>
                <a:ext cx="75443" cy="75443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Gerader Verbinder 9">
                <a:extLst>
                  <a:ext uri="{FF2B5EF4-FFF2-40B4-BE49-F238E27FC236}">
                    <a16:creationId xmlns:a16="http://schemas.microsoft.com/office/drawing/2014/main" id="{A1451206-BC0F-6987-CE12-DA7FF82F3C7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7648" y="123057"/>
                <a:ext cx="153361" cy="153360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Gerader Verbinder 10">
                <a:extLst>
                  <a:ext uri="{FF2B5EF4-FFF2-40B4-BE49-F238E27FC236}">
                    <a16:creationId xmlns:a16="http://schemas.microsoft.com/office/drawing/2014/main" id="{B058A63A-33E3-4FD4-A83B-A07B5E5C8E2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8413" y="123057"/>
                <a:ext cx="226516" cy="226515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Gerader Verbinder 11">
                <a:extLst>
                  <a:ext uri="{FF2B5EF4-FFF2-40B4-BE49-F238E27FC236}">
                    <a16:creationId xmlns:a16="http://schemas.microsoft.com/office/drawing/2014/main" id="{C370D0C0-F9F6-A382-3D5C-9F576C8871B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4416" y="123057"/>
                <a:ext cx="304433" cy="304433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Gerader Verbinder 12">
                <a:extLst>
                  <a:ext uri="{FF2B5EF4-FFF2-40B4-BE49-F238E27FC236}">
                    <a16:creationId xmlns:a16="http://schemas.microsoft.com/office/drawing/2014/main" id="{29FAB7C8-46F3-62B0-8B79-6CDEABABE7D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4907" y="123057"/>
                <a:ext cx="377862" cy="377861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Gerader Verbinder 13">
                <a:extLst>
                  <a:ext uri="{FF2B5EF4-FFF2-40B4-BE49-F238E27FC236}">
                    <a16:creationId xmlns:a16="http://schemas.microsoft.com/office/drawing/2014/main" id="{699173EE-12BB-D59C-D3B6-B90FCF9A524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3473" y="123057"/>
                <a:ext cx="453216" cy="453216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Gerader Verbinder 14">
                <a:extLst>
                  <a:ext uri="{FF2B5EF4-FFF2-40B4-BE49-F238E27FC236}">
                    <a16:creationId xmlns:a16="http://schemas.microsoft.com/office/drawing/2014/main" id="{988AD062-C8F7-A919-D9DB-4EA1421358F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3177" y="123057"/>
                <a:ext cx="527432" cy="527431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Gerader Verbinder 15">
                <a:extLst>
                  <a:ext uri="{FF2B5EF4-FFF2-40B4-BE49-F238E27FC236}">
                    <a16:creationId xmlns:a16="http://schemas.microsoft.com/office/drawing/2014/main" id="{0EB2F675-4153-C62C-9ABA-9561384A4F9D}"/>
                  </a:ext>
                </a:extLst>
              </p:cNvPr>
              <p:cNvCxnSpPr>
                <a:cxnSpLocks/>
              </p:cNvCxnSpPr>
              <p:nvPr/>
            </p:nvCxnSpPr>
            <p:spPr>
              <a:xfrm rot="18900000">
                <a:off x="450422" y="398139"/>
                <a:ext cx="778049" cy="0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Gerader Verbinder 16">
                <a:extLst>
                  <a:ext uri="{FF2B5EF4-FFF2-40B4-BE49-F238E27FC236}">
                    <a16:creationId xmlns:a16="http://schemas.microsoft.com/office/drawing/2014/main" id="{AD1AAA75-F83C-9306-62AB-E36563CFDC7A}"/>
                  </a:ext>
                </a:extLst>
              </p:cNvPr>
              <p:cNvCxnSpPr>
                <a:cxnSpLocks/>
              </p:cNvCxnSpPr>
              <p:nvPr/>
            </p:nvCxnSpPr>
            <p:spPr>
              <a:xfrm rot="18900000">
                <a:off x="524342" y="398139"/>
                <a:ext cx="778049" cy="0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Gerader Verbinder 17">
                <a:extLst>
                  <a:ext uri="{FF2B5EF4-FFF2-40B4-BE49-F238E27FC236}">
                    <a16:creationId xmlns:a16="http://schemas.microsoft.com/office/drawing/2014/main" id="{D4581B59-DB48-06E6-14CD-59715D2FD389}"/>
                  </a:ext>
                </a:extLst>
              </p:cNvPr>
              <p:cNvCxnSpPr>
                <a:cxnSpLocks/>
              </p:cNvCxnSpPr>
              <p:nvPr/>
            </p:nvCxnSpPr>
            <p:spPr>
              <a:xfrm rot="18900000">
                <a:off x="598262" y="398139"/>
                <a:ext cx="778049" cy="0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Gerader Verbinder 18">
                <a:extLst>
                  <a:ext uri="{FF2B5EF4-FFF2-40B4-BE49-F238E27FC236}">
                    <a16:creationId xmlns:a16="http://schemas.microsoft.com/office/drawing/2014/main" id="{3F89B5FB-4C24-2B51-A715-94A22DE04E5E}"/>
                  </a:ext>
                </a:extLst>
              </p:cNvPr>
              <p:cNvCxnSpPr>
                <a:cxnSpLocks/>
              </p:cNvCxnSpPr>
              <p:nvPr/>
            </p:nvCxnSpPr>
            <p:spPr>
              <a:xfrm rot="18900000">
                <a:off x="672182" y="398139"/>
                <a:ext cx="778049" cy="0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Gerader Verbinder 19">
                <a:extLst>
                  <a:ext uri="{FF2B5EF4-FFF2-40B4-BE49-F238E27FC236}">
                    <a16:creationId xmlns:a16="http://schemas.microsoft.com/office/drawing/2014/main" id="{B335995C-F335-F4AA-2C3D-844B7D52C50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46643" y="123057"/>
                <a:ext cx="563566" cy="563566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Gerader Verbinder 20">
                <a:extLst>
                  <a:ext uri="{FF2B5EF4-FFF2-40B4-BE49-F238E27FC236}">
                    <a16:creationId xmlns:a16="http://schemas.microsoft.com/office/drawing/2014/main" id="{545AB171-8DB3-5C6A-9C1D-796E878502C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05510" y="123057"/>
                <a:ext cx="578619" cy="578619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Gerader Verbinder 21">
                <a:extLst>
                  <a:ext uri="{FF2B5EF4-FFF2-40B4-BE49-F238E27FC236}">
                    <a16:creationId xmlns:a16="http://schemas.microsoft.com/office/drawing/2014/main" id="{33177AF8-9611-40E2-24BD-74DC776769A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65330" y="123057"/>
                <a:ext cx="592719" cy="592718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Gerader Verbinder 22">
                <a:extLst>
                  <a:ext uri="{FF2B5EF4-FFF2-40B4-BE49-F238E27FC236}">
                    <a16:creationId xmlns:a16="http://schemas.microsoft.com/office/drawing/2014/main" id="{A143C17E-A200-E1B2-AE5A-85AA82A1BA8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22292" y="123057"/>
                <a:ext cx="609677" cy="609676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Gerader Verbinder 23">
                <a:extLst>
                  <a:ext uri="{FF2B5EF4-FFF2-40B4-BE49-F238E27FC236}">
                    <a16:creationId xmlns:a16="http://schemas.microsoft.com/office/drawing/2014/main" id="{06E86B22-2DE9-ED20-6A76-D8B77ACE98F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77553" y="123057"/>
                <a:ext cx="628336" cy="628335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Gerader Verbinder 24">
                <a:extLst>
                  <a:ext uri="{FF2B5EF4-FFF2-40B4-BE49-F238E27FC236}">
                    <a16:creationId xmlns:a16="http://schemas.microsoft.com/office/drawing/2014/main" id="{98FB9E68-0B18-2406-431F-871FF35467D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28353" y="123057"/>
                <a:ext cx="651456" cy="651455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Gerader Verbinder 25">
                <a:extLst>
                  <a:ext uri="{FF2B5EF4-FFF2-40B4-BE49-F238E27FC236}">
                    <a16:creationId xmlns:a16="http://schemas.microsoft.com/office/drawing/2014/main" id="{A5FEDA8E-4403-6CE3-7C6E-33BB8BCBE1A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82567" y="123057"/>
                <a:ext cx="671162" cy="671162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Gerader Verbinder 26">
                <a:extLst>
                  <a:ext uri="{FF2B5EF4-FFF2-40B4-BE49-F238E27FC236}">
                    <a16:creationId xmlns:a16="http://schemas.microsoft.com/office/drawing/2014/main" id="{1A19B3D3-F6CE-F02A-3587-05CBBF620B3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235402" y="123057"/>
                <a:ext cx="692247" cy="692246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Gerader Verbinder 27">
                <a:extLst>
                  <a:ext uri="{FF2B5EF4-FFF2-40B4-BE49-F238E27FC236}">
                    <a16:creationId xmlns:a16="http://schemas.microsoft.com/office/drawing/2014/main" id="{28A725E6-E2A6-5910-9C21-747659A594E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288294" y="123057"/>
                <a:ext cx="713275" cy="713274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Gerader Verbinder 28">
                <a:extLst>
                  <a:ext uri="{FF2B5EF4-FFF2-40B4-BE49-F238E27FC236}">
                    <a16:creationId xmlns:a16="http://schemas.microsoft.com/office/drawing/2014/main" id="{AA3F90F5-A995-8AF5-83BB-9484971DB4A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341207" y="123057"/>
                <a:ext cx="734282" cy="734281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Gerader Verbinder 29">
                <a:extLst>
                  <a:ext uri="{FF2B5EF4-FFF2-40B4-BE49-F238E27FC236}">
                    <a16:creationId xmlns:a16="http://schemas.microsoft.com/office/drawing/2014/main" id="{56CF1C24-4589-2ACF-90C9-A78EDF0C623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396265" y="123057"/>
                <a:ext cx="753144" cy="753143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Gerader Verbinder 30">
                <a:extLst>
                  <a:ext uri="{FF2B5EF4-FFF2-40B4-BE49-F238E27FC236}">
                    <a16:creationId xmlns:a16="http://schemas.microsoft.com/office/drawing/2014/main" id="{DF889877-F75B-BFC7-4238-659611098D2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453228" y="123057"/>
                <a:ext cx="770101" cy="770101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Gerader Verbinder 31">
                <a:extLst>
                  <a:ext uri="{FF2B5EF4-FFF2-40B4-BE49-F238E27FC236}">
                    <a16:creationId xmlns:a16="http://schemas.microsoft.com/office/drawing/2014/main" id="{A6CFB6BA-82BF-808B-FCAC-C3A00A821D9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514953" y="123057"/>
                <a:ext cx="782296" cy="782296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Gerader Verbinder 32">
                <a:extLst>
                  <a:ext uri="{FF2B5EF4-FFF2-40B4-BE49-F238E27FC236}">
                    <a16:creationId xmlns:a16="http://schemas.microsoft.com/office/drawing/2014/main" id="{B4FC7CEF-12E4-1D3F-357E-3FDDB4E20D8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579535" y="123057"/>
                <a:ext cx="791634" cy="791633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Gerader Verbinder 33">
                <a:extLst>
                  <a:ext uri="{FF2B5EF4-FFF2-40B4-BE49-F238E27FC236}">
                    <a16:creationId xmlns:a16="http://schemas.microsoft.com/office/drawing/2014/main" id="{6E9A232A-CA0A-DCC1-9D8B-94921434D0F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42212" y="123057"/>
                <a:ext cx="802877" cy="802876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Gerader Verbinder 34">
                <a:extLst>
                  <a:ext uri="{FF2B5EF4-FFF2-40B4-BE49-F238E27FC236}">
                    <a16:creationId xmlns:a16="http://schemas.microsoft.com/office/drawing/2014/main" id="{B32B67AE-41B0-CB77-5110-844D144FB1A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716321" y="123057"/>
                <a:ext cx="802688" cy="802688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Gerader Verbinder 35">
                <a:extLst>
                  <a:ext uri="{FF2B5EF4-FFF2-40B4-BE49-F238E27FC236}">
                    <a16:creationId xmlns:a16="http://schemas.microsoft.com/office/drawing/2014/main" id="{13F79964-5282-9714-C31B-C05C8257624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789475" y="123057"/>
                <a:ext cx="803454" cy="803453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Gerader Verbinder 36">
                <a:extLst>
                  <a:ext uri="{FF2B5EF4-FFF2-40B4-BE49-F238E27FC236}">
                    <a16:creationId xmlns:a16="http://schemas.microsoft.com/office/drawing/2014/main" id="{22021D1F-3319-9586-07FD-2413FD85B37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60725" y="123057"/>
                <a:ext cx="806124" cy="806123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Gerader Verbinder 37">
                <a:extLst>
                  <a:ext uri="{FF2B5EF4-FFF2-40B4-BE49-F238E27FC236}">
                    <a16:creationId xmlns:a16="http://schemas.microsoft.com/office/drawing/2014/main" id="{1FD4DCCF-4204-6BFC-5DED-ED033850CA6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936738" y="123057"/>
                <a:ext cx="804031" cy="804031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Gerader Verbinder 38">
                <a:extLst>
                  <a:ext uri="{FF2B5EF4-FFF2-40B4-BE49-F238E27FC236}">
                    <a16:creationId xmlns:a16="http://schemas.microsoft.com/office/drawing/2014/main" id="{E65F98A7-4E11-27AF-3D21-ECEB9527D84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016560" y="123057"/>
                <a:ext cx="798129" cy="798129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Gerader Verbinder 39">
                <a:extLst>
                  <a:ext uri="{FF2B5EF4-FFF2-40B4-BE49-F238E27FC236}">
                    <a16:creationId xmlns:a16="http://schemas.microsoft.com/office/drawing/2014/main" id="{BDB39B53-817E-36C1-9FFD-A2A91FD0A9B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106860" y="123057"/>
                <a:ext cx="781749" cy="781748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Gerader Verbinder 40">
                <a:extLst>
                  <a:ext uri="{FF2B5EF4-FFF2-40B4-BE49-F238E27FC236}">
                    <a16:creationId xmlns:a16="http://schemas.microsoft.com/office/drawing/2014/main" id="{5A5836F6-9A9F-DDB9-5656-1713A3CD60B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214305" y="123057"/>
                <a:ext cx="748224" cy="748223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Gerader Verbinder 41">
                <a:extLst>
                  <a:ext uri="{FF2B5EF4-FFF2-40B4-BE49-F238E27FC236}">
                    <a16:creationId xmlns:a16="http://schemas.microsoft.com/office/drawing/2014/main" id="{801FF109-DA8F-B429-C3C3-D3454D44AC1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331720" y="123057"/>
                <a:ext cx="704729" cy="704728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Gerader Verbinder 42">
                <a:extLst>
                  <a:ext uri="{FF2B5EF4-FFF2-40B4-BE49-F238E27FC236}">
                    <a16:creationId xmlns:a16="http://schemas.microsoft.com/office/drawing/2014/main" id="{7EB4A510-D928-9042-8FB6-12048BFFD54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453640" y="123057"/>
                <a:ext cx="656729" cy="656728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Gerader Verbinder 43">
                <a:extLst>
                  <a:ext uri="{FF2B5EF4-FFF2-40B4-BE49-F238E27FC236}">
                    <a16:creationId xmlns:a16="http://schemas.microsoft.com/office/drawing/2014/main" id="{84A8C55B-F798-7436-7E4A-C28E5925E77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573920" y="169545"/>
                <a:ext cx="563881" cy="563880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Gerader Verbinder 44">
                <a:extLst>
                  <a:ext uri="{FF2B5EF4-FFF2-40B4-BE49-F238E27FC236}">
                    <a16:creationId xmlns:a16="http://schemas.microsoft.com/office/drawing/2014/main" id="{F73C2D59-17F7-59B0-E83B-C126B60E3DE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678320" y="245745"/>
                <a:ext cx="457201" cy="457200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Gerader Verbinder 45">
                <a:extLst>
                  <a:ext uri="{FF2B5EF4-FFF2-40B4-BE49-F238E27FC236}">
                    <a16:creationId xmlns:a16="http://schemas.microsoft.com/office/drawing/2014/main" id="{DD9DE011-6A37-0F63-F529-F9B4B06B3A5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771290" y="327176"/>
                <a:ext cx="356720" cy="356719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Gerader Verbinder 46">
                <a:extLst>
                  <a:ext uri="{FF2B5EF4-FFF2-40B4-BE49-F238E27FC236}">
                    <a16:creationId xmlns:a16="http://schemas.microsoft.com/office/drawing/2014/main" id="{5BDD09C8-AF5F-8214-38FA-067BEB6AB2A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855885" y="399620"/>
                <a:ext cx="273600" cy="273601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Gerader Verbinder 47">
                <a:extLst>
                  <a:ext uri="{FF2B5EF4-FFF2-40B4-BE49-F238E27FC236}">
                    <a16:creationId xmlns:a16="http://schemas.microsoft.com/office/drawing/2014/main" id="{B61D0C9A-473C-4B55-6C02-344E6E89298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929805" y="472775"/>
                <a:ext cx="200445" cy="200446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Gerader Verbinder 48">
                <a:extLst>
                  <a:ext uri="{FF2B5EF4-FFF2-40B4-BE49-F238E27FC236}">
                    <a16:creationId xmlns:a16="http://schemas.microsoft.com/office/drawing/2014/main" id="{96AB0456-62E7-E757-8343-D94A1E09CC7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003725" y="544978"/>
                <a:ext cx="128243" cy="128243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44" name="Gruppieren 143">
              <a:extLst>
                <a:ext uri="{FF2B5EF4-FFF2-40B4-BE49-F238E27FC236}">
                  <a16:creationId xmlns:a16="http://schemas.microsoft.com/office/drawing/2014/main" id="{ADFCE8C1-3BBB-B0C3-A2D9-D2FA55F1CEEF}"/>
                </a:ext>
              </a:extLst>
            </p:cNvPr>
            <p:cNvGrpSpPr/>
            <p:nvPr/>
          </p:nvGrpSpPr>
          <p:grpSpPr>
            <a:xfrm rot="10800000">
              <a:off x="492932" y="2034117"/>
              <a:ext cx="2687379" cy="806123"/>
              <a:chOff x="450422" y="123057"/>
              <a:chExt cx="2687379" cy="806123"/>
            </a:xfrm>
          </p:grpSpPr>
          <p:cxnSp>
            <p:nvCxnSpPr>
              <p:cNvPr id="145" name="Gerader Verbinder 144">
                <a:extLst>
                  <a:ext uri="{FF2B5EF4-FFF2-40B4-BE49-F238E27FC236}">
                    <a16:creationId xmlns:a16="http://schemas.microsoft.com/office/drawing/2014/main" id="{472CC0AD-15A8-77B9-D741-56ADDB0B5B9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21646" y="123057"/>
                <a:ext cx="75443" cy="75443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6" name="Gerader Verbinder 145">
                <a:extLst>
                  <a:ext uri="{FF2B5EF4-FFF2-40B4-BE49-F238E27FC236}">
                    <a16:creationId xmlns:a16="http://schemas.microsoft.com/office/drawing/2014/main" id="{BE10E1C3-CEB9-FCC3-86D9-B93AE616553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7648" y="123057"/>
                <a:ext cx="153361" cy="153360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7" name="Gerader Verbinder 146">
                <a:extLst>
                  <a:ext uri="{FF2B5EF4-FFF2-40B4-BE49-F238E27FC236}">
                    <a16:creationId xmlns:a16="http://schemas.microsoft.com/office/drawing/2014/main" id="{FC83037F-0038-FB35-3764-D1E7489440E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8413" y="123057"/>
                <a:ext cx="226516" cy="226515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8" name="Gerader Verbinder 147">
                <a:extLst>
                  <a:ext uri="{FF2B5EF4-FFF2-40B4-BE49-F238E27FC236}">
                    <a16:creationId xmlns:a16="http://schemas.microsoft.com/office/drawing/2014/main" id="{5302D85B-E14D-D577-3EF3-8422B22E0B3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4416" y="123057"/>
                <a:ext cx="304433" cy="304433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9" name="Gerader Verbinder 148">
                <a:extLst>
                  <a:ext uri="{FF2B5EF4-FFF2-40B4-BE49-F238E27FC236}">
                    <a16:creationId xmlns:a16="http://schemas.microsoft.com/office/drawing/2014/main" id="{0F7AA4DD-B0B0-4F1A-F181-A5F567812F2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4907" y="123057"/>
                <a:ext cx="377862" cy="377861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" name="Gerader Verbinder 149">
                <a:extLst>
                  <a:ext uri="{FF2B5EF4-FFF2-40B4-BE49-F238E27FC236}">
                    <a16:creationId xmlns:a16="http://schemas.microsoft.com/office/drawing/2014/main" id="{2877144F-BBD1-BBFA-7F49-33A0168FEBA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3473" y="123057"/>
                <a:ext cx="453216" cy="453216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1" name="Gerader Verbinder 150">
                <a:extLst>
                  <a:ext uri="{FF2B5EF4-FFF2-40B4-BE49-F238E27FC236}">
                    <a16:creationId xmlns:a16="http://schemas.microsoft.com/office/drawing/2014/main" id="{6E483B7F-DB6E-30A5-E361-45E2F16F905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3177" y="123057"/>
                <a:ext cx="527432" cy="527431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2" name="Gerader Verbinder 151">
                <a:extLst>
                  <a:ext uri="{FF2B5EF4-FFF2-40B4-BE49-F238E27FC236}">
                    <a16:creationId xmlns:a16="http://schemas.microsoft.com/office/drawing/2014/main" id="{025EECB2-AD23-1DCC-1F0D-6026698DD5DE}"/>
                  </a:ext>
                </a:extLst>
              </p:cNvPr>
              <p:cNvCxnSpPr>
                <a:cxnSpLocks/>
              </p:cNvCxnSpPr>
              <p:nvPr/>
            </p:nvCxnSpPr>
            <p:spPr>
              <a:xfrm rot="18900000">
                <a:off x="450422" y="398139"/>
                <a:ext cx="778049" cy="0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3" name="Gerader Verbinder 152">
                <a:extLst>
                  <a:ext uri="{FF2B5EF4-FFF2-40B4-BE49-F238E27FC236}">
                    <a16:creationId xmlns:a16="http://schemas.microsoft.com/office/drawing/2014/main" id="{C076CD16-CFC7-5FCD-8A37-F2E35CFBDB8E}"/>
                  </a:ext>
                </a:extLst>
              </p:cNvPr>
              <p:cNvCxnSpPr>
                <a:cxnSpLocks/>
              </p:cNvCxnSpPr>
              <p:nvPr/>
            </p:nvCxnSpPr>
            <p:spPr>
              <a:xfrm rot="18900000">
                <a:off x="524342" y="398139"/>
                <a:ext cx="778049" cy="0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4" name="Gerader Verbinder 153">
                <a:extLst>
                  <a:ext uri="{FF2B5EF4-FFF2-40B4-BE49-F238E27FC236}">
                    <a16:creationId xmlns:a16="http://schemas.microsoft.com/office/drawing/2014/main" id="{768438AA-907F-BCE6-58D4-49D5D92B445C}"/>
                  </a:ext>
                </a:extLst>
              </p:cNvPr>
              <p:cNvCxnSpPr>
                <a:cxnSpLocks/>
              </p:cNvCxnSpPr>
              <p:nvPr/>
            </p:nvCxnSpPr>
            <p:spPr>
              <a:xfrm rot="18900000">
                <a:off x="598262" y="398139"/>
                <a:ext cx="778049" cy="0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5" name="Gerader Verbinder 154">
                <a:extLst>
                  <a:ext uri="{FF2B5EF4-FFF2-40B4-BE49-F238E27FC236}">
                    <a16:creationId xmlns:a16="http://schemas.microsoft.com/office/drawing/2014/main" id="{9FFCA70F-AD3B-275A-2967-CA58799E8BDF}"/>
                  </a:ext>
                </a:extLst>
              </p:cNvPr>
              <p:cNvCxnSpPr>
                <a:cxnSpLocks/>
              </p:cNvCxnSpPr>
              <p:nvPr/>
            </p:nvCxnSpPr>
            <p:spPr>
              <a:xfrm rot="18900000">
                <a:off x="672182" y="398139"/>
                <a:ext cx="778049" cy="0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6" name="Gerader Verbinder 155">
                <a:extLst>
                  <a:ext uri="{FF2B5EF4-FFF2-40B4-BE49-F238E27FC236}">
                    <a16:creationId xmlns:a16="http://schemas.microsoft.com/office/drawing/2014/main" id="{10DE778D-55E8-D616-1F1E-F7C0BB10A18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46643" y="123057"/>
                <a:ext cx="563566" cy="563566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7" name="Gerader Verbinder 156">
                <a:extLst>
                  <a:ext uri="{FF2B5EF4-FFF2-40B4-BE49-F238E27FC236}">
                    <a16:creationId xmlns:a16="http://schemas.microsoft.com/office/drawing/2014/main" id="{FAA23546-74BE-CA30-BA38-4BE67553166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05510" y="123057"/>
                <a:ext cx="578619" cy="578619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8" name="Gerader Verbinder 157">
                <a:extLst>
                  <a:ext uri="{FF2B5EF4-FFF2-40B4-BE49-F238E27FC236}">
                    <a16:creationId xmlns:a16="http://schemas.microsoft.com/office/drawing/2014/main" id="{BF555F48-C304-6943-19CD-1FDDD418EE1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65330" y="123057"/>
                <a:ext cx="592719" cy="592718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9" name="Gerader Verbinder 158">
                <a:extLst>
                  <a:ext uri="{FF2B5EF4-FFF2-40B4-BE49-F238E27FC236}">
                    <a16:creationId xmlns:a16="http://schemas.microsoft.com/office/drawing/2014/main" id="{D7CBF4E1-933C-6C2F-F980-11A6AFE39DC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22292" y="123057"/>
                <a:ext cx="609677" cy="609676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0" name="Gerader Verbinder 159">
                <a:extLst>
                  <a:ext uri="{FF2B5EF4-FFF2-40B4-BE49-F238E27FC236}">
                    <a16:creationId xmlns:a16="http://schemas.microsoft.com/office/drawing/2014/main" id="{855EB870-A5E0-D24C-CCAD-068F0CD40C3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77553" y="123057"/>
                <a:ext cx="628336" cy="628335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1" name="Gerader Verbinder 160">
                <a:extLst>
                  <a:ext uri="{FF2B5EF4-FFF2-40B4-BE49-F238E27FC236}">
                    <a16:creationId xmlns:a16="http://schemas.microsoft.com/office/drawing/2014/main" id="{EA04F459-64A5-7D09-1826-0314622A9B9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28353" y="123057"/>
                <a:ext cx="651456" cy="651455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2" name="Gerader Verbinder 161">
                <a:extLst>
                  <a:ext uri="{FF2B5EF4-FFF2-40B4-BE49-F238E27FC236}">
                    <a16:creationId xmlns:a16="http://schemas.microsoft.com/office/drawing/2014/main" id="{0532AABC-491C-B10F-8353-9D0E7FAEC67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82567" y="123057"/>
                <a:ext cx="671162" cy="671162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3" name="Gerader Verbinder 162">
                <a:extLst>
                  <a:ext uri="{FF2B5EF4-FFF2-40B4-BE49-F238E27FC236}">
                    <a16:creationId xmlns:a16="http://schemas.microsoft.com/office/drawing/2014/main" id="{05DC0B41-DDDE-591C-77BC-EAC20D1CB6B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235402" y="123057"/>
                <a:ext cx="692247" cy="692246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" name="Gerader Verbinder 163">
                <a:extLst>
                  <a:ext uri="{FF2B5EF4-FFF2-40B4-BE49-F238E27FC236}">
                    <a16:creationId xmlns:a16="http://schemas.microsoft.com/office/drawing/2014/main" id="{F4D44CBA-DED0-0548-B4A7-848E4BC7861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288294" y="123057"/>
                <a:ext cx="713275" cy="713274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5" name="Gerader Verbinder 164">
                <a:extLst>
                  <a:ext uri="{FF2B5EF4-FFF2-40B4-BE49-F238E27FC236}">
                    <a16:creationId xmlns:a16="http://schemas.microsoft.com/office/drawing/2014/main" id="{827E7BBD-0424-4DA6-BB15-99B08669A0E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341207" y="123057"/>
                <a:ext cx="734282" cy="734281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6" name="Gerader Verbinder 165">
                <a:extLst>
                  <a:ext uri="{FF2B5EF4-FFF2-40B4-BE49-F238E27FC236}">
                    <a16:creationId xmlns:a16="http://schemas.microsoft.com/office/drawing/2014/main" id="{7300CC18-1D79-E855-9EF3-EDA9095FF26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396265" y="123057"/>
                <a:ext cx="753144" cy="753143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7" name="Gerader Verbinder 166">
                <a:extLst>
                  <a:ext uri="{FF2B5EF4-FFF2-40B4-BE49-F238E27FC236}">
                    <a16:creationId xmlns:a16="http://schemas.microsoft.com/office/drawing/2014/main" id="{A577C275-91B2-BE67-06C0-40C433A7A7F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453228" y="123057"/>
                <a:ext cx="770101" cy="770101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8" name="Gerader Verbinder 167">
                <a:extLst>
                  <a:ext uri="{FF2B5EF4-FFF2-40B4-BE49-F238E27FC236}">
                    <a16:creationId xmlns:a16="http://schemas.microsoft.com/office/drawing/2014/main" id="{5EC1B3F5-873C-B3D0-F625-FA01CDD38DC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514953" y="123057"/>
                <a:ext cx="782296" cy="782296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" name="Gerader Verbinder 168">
                <a:extLst>
                  <a:ext uri="{FF2B5EF4-FFF2-40B4-BE49-F238E27FC236}">
                    <a16:creationId xmlns:a16="http://schemas.microsoft.com/office/drawing/2014/main" id="{0C3C0040-DA7A-5741-92BD-5857D88132D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579535" y="123057"/>
                <a:ext cx="791634" cy="791633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0" name="Gerader Verbinder 169">
                <a:extLst>
                  <a:ext uri="{FF2B5EF4-FFF2-40B4-BE49-F238E27FC236}">
                    <a16:creationId xmlns:a16="http://schemas.microsoft.com/office/drawing/2014/main" id="{D15B3086-1F35-B3A1-2CA9-1FFCF067434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42212" y="123057"/>
                <a:ext cx="802877" cy="802876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Gerader Verbinder 170">
                <a:extLst>
                  <a:ext uri="{FF2B5EF4-FFF2-40B4-BE49-F238E27FC236}">
                    <a16:creationId xmlns:a16="http://schemas.microsoft.com/office/drawing/2014/main" id="{0A45A1CB-25C3-5B59-BF3E-52619D69B31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716321" y="123057"/>
                <a:ext cx="802688" cy="802688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2" name="Gerader Verbinder 171">
                <a:extLst>
                  <a:ext uri="{FF2B5EF4-FFF2-40B4-BE49-F238E27FC236}">
                    <a16:creationId xmlns:a16="http://schemas.microsoft.com/office/drawing/2014/main" id="{CB1A73B0-CD84-3EDF-E008-1F5B059856E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789475" y="123057"/>
                <a:ext cx="803454" cy="803453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3" name="Gerader Verbinder 172">
                <a:extLst>
                  <a:ext uri="{FF2B5EF4-FFF2-40B4-BE49-F238E27FC236}">
                    <a16:creationId xmlns:a16="http://schemas.microsoft.com/office/drawing/2014/main" id="{F82C1F3F-4972-47A5-0033-A63F08186E8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60725" y="123057"/>
                <a:ext cx="806124" cy="806123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" name="Gerader Verbinder 173">
                <a:extLst>
                  <a:ext uri="{FF2B5EF4-FFF2-40B4-BE49-F238E27FC236}">
                    <a16:creationId xmlns:a16="http://schemas.microsoft.com/office/drawing/2014/main" id="{237DB296-439A-33A6-494F-1AC8A12954E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936738" y="123057"/>
                <a:ext cx="804031" cy="804031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5" name="Gerader Verbinder 174">
                <a:extLst>
                  <a:ext uri="{FF2B5EF4-FFF2-40B4-BE49-F238E27FC236}">
                    <a16:creationId xmlns:a16="http://schemas.microsoft.com/office/drawing/2014/main" id="{8A7B775D-5B84-926D-0140-38890A95107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016560" y="123057"/>
                <a:ext cx="798129" cy="798129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6" name="Gerader Verbinder 175">
                <a:extLst>
                  <a:ext uri="{FF2B5EF4-FFF2-40B4-BE49-F238E27FC236}">
                    <a16:creationId xmlns:a16="http://schemas.microsoft.com/office/drawing/2014/main" id="{D25FEDF8-09C0-AD3B-D2A2-685E844F42B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106860" y="123057"/>
                <a:ext cx="781749" cy="781748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7" name="Gerader Verbinder 176">
                <a:extLst>
                  <a:ext uri="{FF2B5EF4-FFF2-40B4-BE49-F238E27FC236}">
                    <a16:creationId xmlns:a16="http://schemas.microsoft.com/office/drawing/2014/main" id="{83DCDF26-6EE0-F4BA-35C7-05412E3C782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214305" y="123057"/>
                <a:ext cx="748224" cy="748223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8" name="Gerader Verbinder 177">
                <a:extLst>
                  <a:ext uri="{FF2B5EF4-FFF2-40B4-BE49-F238E27FC236}">
                    <a16:creationId xmlns:a16="http://schemas.microsoft.com/office/drawing/2014/main" id="{8EF24187-174D-B928-882E-5ABD331DF3C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331720" y="123057"/>
                <a:ext cx="704729" cy="704728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9" name="Gerader Verbinder 178">
                <a:extLst>
                  <a:ext uri="{FF2B5EF4-FFF2-40B4-BE49-F238E27FC236}">
                    <a16:creationId xmlns:a16="http://schemas.microsoft.com/office/drawing/2014/main" id="{AA73D9C7-3598-37C9-6435-80313670A74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453640" y="123057"/>
                <a:ext cx="656729" cy="656728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0" name="Gerader Verbinder 179">
                <a:extLst>
                  <a:ext uri="{FF2B5EF4-FFF2-40B4-BE49-F238E27FC236}">
                    <a16:creationId xmlns:a16="http://schemas.microsoft.com/office/drawing/2014/main" id="{06966013-4AD8-56D8-3A59-5F1E060E48A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573920" y="169545"/>
                <a:ext cx="563881" cy="563880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1" name="Gerader Verbinder 180">
                <a:extLst>
                  <a:ext uri="{FF2B5EF4-FFF2-40B4-BE49-F238E27FC236}">
                    <a16:creationId xmlns:a16="http://schemas.microsoft.com/office/drawing/2014/main" id="{FDC99301-920A-8430-DCCA-A34ACE7B3A4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678320" y="245745"/>
                <a:ext cx="457201" cy="457200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2" name="Gerader Verbinder 181">
                <a:extLst>
                  <a:ext uri="{FF2B5EF4-FFF2-40B4-BE49-F238E27FC236}">
                    <a16:creationId xmlns:a16="http://schemas.microsoft.com/office/drawing/2014/main" id="{E70E7B42-0DA5-372E-761A-6CDC765BBB2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771290" y="327176"/>
                <a:ext cx="356720" cy="356719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3" name="Gerader Verbinder 182">
                <a:extLst>
                  <a:ext uri="{FF2B5EF4-FFF2-40B4-BE49-F238E27FC236}">
                    <a16:creationId xmlns:a16="http://schemas.microsoft.com/office/drawing/2014/main" id="{799B9716-5D27-E976-92A7-6FFD78E9A52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855885" y="399620"/>
                <a:ext cx="273600" cy="273601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4" name="Gerader Verbinder 183">
                <a:extLst>
                  <a:ext uri="{FF2B5EF4-FFF2-40B4-BE49-F238E27FC236}">
                    <a16:creationId xmlns:a16="http://schemas.microsoft.com/office/drawing/2014/main" id="{51C28976-D340-F08E-9985-66800613A8D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929805" y="472775"/>
                <a:ext cx="200445" cy="200446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5" name="Gerader Verbinder 184">
                <a:extLst>
                  <a:ext uri="{FF2B5EF4-FFF2-40B4-BE49-F238E27FC236}">
                    <a16:creationId xmlns:a16="http://schemas.microsoft.com/office/drawing/2014/main" id="{7D567C7C-F735-DDA0-D70C-3949610E68B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003725" y="544978"/>
                <a:ext cx="128243" cy="128243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86" name="Rechteck 185">
              <a:extLst>
                <a:ext uri="{FF2B5EF4-FFF2-40B4-BE49-F238E27FC236}">
                  <a16:creationId xmlns:a16="http://schemas.microsoft.com/office/drawing/2014/main" id="{A0BC7507-D2C4-CE24-FC83-AA1626359414}"/>
                </a:ext>
              </a:extLst>
            </p:cNvPr>
            <p:cNvSpPr/>
            <p:nvPr/>
          </p:nvSpPr>
          <p:spPr>
            <a:xfrm>
              <a:off x="403965" y="889348"/>
              <a:ext cx="2855152" cy="1777910"/>
            </a:xfrm>
            <a:prstGeom prst="rect">
              <a:avLst/>
            </a:prstGeom>
            <a:noFill/>
            <a:ln w="508000" cap="rnd">
              <a:solidFill>
                <a:schemeClr val="bg1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188" name="Textfeld 187">
            <a:extLst>
              <a:ext uri="{FF2B5EF4-FFF2-40B4-BE49-F238E27FC236}">
                <a16:creationId xmlns:a16="http://schemas.microsoft.com/office/drawing/2014/main" id="{626F09CB-600F-402B-EF2D-E6C4869F8684}"/>
              </a:ext>
            </a:extLst>
          </p:cNvPr>
          <p:cNvSpPr txBox="1"/>
          <p:nvPr/>
        </p:nvSpPr>
        <p:spPr>
          <a:xfrm>
            <a:off x="419518" y="1471717"/>
            <a:ext cx="538619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(1)</a:t>
            </a:r>
          </a:p>
        </p:txBody>
      </p:sp>
      <p:sp>
        <p:nvSpPr>
          <p:cNvPr id="189" name="Textfeld 188">
            <a:extLst>
              <a:ext uri="{FF2B5EF4-FFF2-40B4-BE49-F238E27FC236}">
                <a16:creationId xmlns:a16="http://schemas.microsoft.com/office/drawing/2014/main" id="{86805B41-546C-525B-612A-DDB24BB4D6EF}"/>
              </a:ext>
            </a:extLst>
          </p:cNvPr>
          <p:cNvSpPr txBox="1"/>
          <p:nvPr/>
        </p:nvSpPr>
        <p:spPr>
          <a:xfrm>
            <a:off x="1477575" y="1471717"/>
            <a:ext cx="538619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(2)</a:t>
            </a:r>
          </a:p>
        </p:txBody>
      </p:sp>
      <p:sp>
        <p:nvSpPr>
          <p:cNvPr id="190" name="Textfeld 189">
            <a:extLst>
              <a:ext uri="{FF2B5EF4-FFF2-40B4-BE49-F238E27FC236}">
                <a16:creationId xmlns:a16="http://schemas.microsoft.com/office/drawing/2014/main" id="{2E488331-C81D-FC9E-48F7-78DD476514AB}"/>
              </a:ext>
            </a:extLst>
          </p:cNvPr>
          <p:cNvSpPr txBox="1"/>
          <p:nvPr/>
        </p:nvSpPr>
        <p:spPr>
          <a:xfrm>
            <a:off x="2573211" y="1471717"/>
            <a:ext cx="538619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(3)</a:t>
            </a:r>
          </a:p>
        </p:txBody>
      </p:sp>
      <p:sp>
        <p:nvSpPr>
          <p:cNvPr id="191" name="Textfeld 190">
            <a:extLst>
              <a:ext uri="{FF2B5EF4-FFF2-40B4-BE49-F238E27FC236}">
                <a16:creationId xmlns:a16="http://schemas.microsoft.com/office/drawing/2014/main" id="{F939BB86-5F54-58A9-31FC-01101ABE4535}"/>
              </a:ext>
            </a:extLst>
          </p:cNvPr>
          <p:cNvSpPr txBox="1"/>
          <p:nvPr/>
        </p:nvSpPr>
        <p:spPr>
          <a:xfrm>
            <a:off x="216595" y="2369661"/>
            <a:ext cx="1753645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de-DE" sz="16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Plenum</a:t>
            </a:r>
            <a:br>
              <a:rPr lang="de-DE" sz="16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</a:br>
            <a:r>
              <a:rPr lang="de-DE" sz="16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(Kessel = (0))</a:t>
            </a:r>
          </a:p>
        </p:txBody>
      </p:sp>
      <p:sp>
        <p:nvSpPr>
          <p:cNvPr id="192" name="Textfeld 191">
            <a:extLst>
              <a:ext uri="{FF2B5EF4-FFF2-40B4-BE49-F238E27FC236}">
                <a16:creationId xmlns:a16="http://schemas.microsoft.com/office/drawing/2014/main" id="{01305FC1-854F-9620-678B-504E8059C161}"/>
              </a:ext>
            </a:extLst>
          </p:cNvPr>
          <p:cNvSpPr txBox="1"/>
          <p:nvPr/>
        </p:nvSpPr>
        <p:spPr>
          <a:xfrm>
            <a:off x="2016194" y="2510232"/>
            <a:ext cx="1350072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16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Düsenstrahl</a:t>
            </a:r>
          </a:p>
        </p:txBody>
      </p:sp>
      <p:cxnSp>
        <p:nvCxnSpPr>
          <p:cNvPr id="194" name="Gerader Verbinder 193">
            <a:extLst>
              <a:ext uri="{FF2B5EF4-FFF2-40B4-BE49-F238E27FC236}">
                <a16:creationId xmlns:a16="http://schemas.microsoft.com/office/drawing/2014/main" id="{8E2D14BF-4EB7-F9BA-8A55-AFF2EF8D3DB2}"/>
              </a:ext>
            </a:extLst>
          </p:cNvPr>
          <p:cNvCxnSpPr>
            <a:cxnSpLocks/>
          </p:cNvCxnSpPr>
          <p:nvPr/>
        </p:nvCxnSpPr>
        <p:spPr>
          <a:xfrm>
            <a:off x="2921200" y="2173100"/>
            <a:ext cx="342065" cy="0"/>
          </a:xfrm>
          <a:prstGeom prst="line">
            <a:avLst/>
          </a:prstGeom>
          <a:ln w="12700" cap="rnd">
            <a:solidFill>
              <a:schemeClr val="accent2">
                <a:lumMod val="75000"/>
                <a:alpha val="60000"/>
              </a:schemeClr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Gerader Verbinder 194">
            <a:extLst>
              <a:ext uri="{FF2B5EF4-FFF2-40B4-BE49-F238E27FC236}">
                <a16:creationId xmlns:a16="http://schemas.microsoft.com/office/drawing/2014/main" id="{4E3A8C49-22FE-CBB8-C12D-8559C889F168}"/>
              </a:ext>
            </a:extLst>
          </p:cNvPr>
          <p:cNvCxnSpPr>
            <a:cxnSpLocks/>
          </p:cNvCxnSpPr>
          <p:nvPr/>
        </p:nvCxnSpPr>
        <p:spPr>
          <a:xfrm>
            <a:off x="2921199" y="1143765"/>
            <a:ext cx="342066" cy="0"/>
          </a:xfrm>
          <a:prstGeom prst="line">
            <a:avLst/>
          </a:prstGeom>
          <a:ln w="12700" cap="rnd">
            <a:solidFill>
              <a:schemeClr val="accent2">
                <a:lumMod val="75000"/>
                <a:alpha val="60000"/>
              </a:schemeClr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8" name="Freihandform: Form 197">
            <a:extLst>
              <a:ext uri="{FF2B5EF4-FFF2-40B4-BE49-F238E27FC236}">
                <a16:creationId xmlns:a16="http://schemas.microsoft.com/office/drawing/2014/main" id="{3979A851-18BE-C0D3-7048-14B2B5D93FAC}"/>
              </a:ext>
            </a:extLst>
          </p:cNvPr>
          <p:cNvSpPr/>
          <p:nvPr/>
        </p:nvSpPr>
        <p:spPr>
          <a:xfrm>
            <a:off x="365567" y="1790700"/>
            <a:ext cx="160213" cy="568960"/>
          </a:xfrm>
          <a:custGeom>
            <a:avLst/>
            <a:gdLst>
              <a:gd name="csX0" fmla="*/ 193 w 160213"/>
              <a:gd name="csY0" fmla="*/ 568960 h 568960"/>
              <a:gd name="csX1" fmla="*/ 25593 w 160213"/>
              <a:gd name="csY1" fmla="*/ 195580 h 568960"/>
              <a:gd name="csX2" fmla="*/ 160213 w 160213"/>
              <a:gd name="csY2" fmla="*/ 0 h 5689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60213" h="568960">
                <a:moveTo>
                  <a:pt x="193" y="568960"/>
                </a:moveTo>
                <a:cubicBezTo>
                  <a:pt x="-442" y="429683"/>
                  <a:pt x="-1077" y="290407"/>
                  <a:pt x="25593" y="195580"/>
                </a:cubicBezTo>
                <a:cubicBezTo>
                  <a:pt x="52263" y="100753"/>
                  <a:pt x="106238" y="50376"/>
                  <a:pt x="160213" y="0"/>
                </a:cubicBezTo>
              </a:path>
            </a:pathLst>
          </a:custGeom>
          <a:noFill/>
          <a:ln w="9525" cap="rnd"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2" name="Freihandform: Form 201">
            <a:extLst>
              <a:ext uri="{FF2B5EF4-FFF2-40B4-BE49-F238E27FC236}">
                <a16:creationId xmlns:a16="http://schemas.microsoft.com/office/drawing/2014/main" id="{84CEBF94-C7D8-AAC1-9089-B59865F10E7B}"/>
              </a:ext>
            </a:extLst>
          </p:cNvPr>
          <p:cNvSpPr/>
          <p:nvPr/>
        </p:nvSpPr>
        <p:spPr>
          <a:xfrm>
            <a:off x="3114040" y="2217420"/>
            <a:ext cx="76965" cy="317500"/>
          </a:xfrm>
          <a:custGeom>
            <a:avLst/>
            <a:gdLst>
              <a:gd name="csX0" fmla="*/ 76200 w 76965"/>
              <a:gd name="csY0" fmla="*/ 0 h 317500"/>
              <a:gd name="csX1" fmla="*/ 66040 w 76965"/>
              <a:gd name="csY1" fmla="*/ 180340 h 317500"/>
              <a:gd name="csX2" fmla="*/ 0 w 76965"/>
              <a:gd name="csY2" fmla="*/ 317500 h 3175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76965" h="317500">
                <a:moveTo>
                  <a:pt x="76200" y="0"/>
                </a:moveTo>
                <a:cubicBezTo>
                  <a:pt x="77470" y="63711"/>
                  <a:pt x="78740" y="127423"/>
                  <a:pt x="66040" y="180340"/>
                </a:cubicBezTo>
                <a:cubicBezTo>
                  <a:pt x="53340" y="233257"/>
                  <a:pt x="26670" y="275378"/>
                  <a:pt x="0" y="317500"/>
                </a:cubicBezTo>
              </a:path>
            </a:pathLst>
          </a:custGeom>
          <a:noFill/>
          <a:ln w="9525" cap="rnd"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209" name="Gruppieren 208">
            <a:extLst>
              <a:ext uri="{FF2B5EF4-FFF2-40B4-BE49-F238E27FC236}">
                <a16:creationId xmlns:a16="http://schemas.microsoft.com/office/drawing/2014/main" id="{12DF6B2D-B366-F3BD-24A0-7872BF5E4A85}"/>
              </a:ext>
            </a:extLst>
          </p:cNvPr>
          <p:cNvGrpSpPr/>
          <p:nvPr/>
        </p:nvGrpSpPr>
        <p:grpSpPr>
          <a:xfrm>
            <a:off x="1692592" y="741680"/>
            <a:ext cx="108584" cy="647064"/>
            <a:chOff x="1692592" y="608965"/>
            <a:chExt cx="108584" cy="779779"/>
          </a:xfrm>
        </p:grpSpPr>
        <p:sp>
          <p:nvSpPr>
            <p:cNvPr id="203" name="Rechteck: abgerundete Ecken 202">
              <a:extLst>
                <a:ext uri="{FF2B5EF4-FFF2-40B4-BE49-F238E27FC236}">
                  <a16:creationId xmlns:a16="http://schemas.microsoft.com/office/drawing/2014/main" id="{1FACA4CE-86B2-7F0C-F235-56C86AC7876C}"/>
                </a:ext>
              </a:extLst>
            </p:cNvPr>
            <p:cNvSpPr/>
            <p:nvPr/>
          </p:nvSpPr>
          <p:spPr>
            <a:xfrm>
              <a:off x="1692592" y="608965"/>
              <a:ext cx="108584" cy="779779"/>
            </a:xfrm>
            <a:prstGeom prst="roundRect">
              <a:avLst>
                <a:gd name="adj" fmla="val 37719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206" name="Gerade Verbindung mit Pfeil 205">
              <a:extLst>
                <a:ext uri="{FF2B5EF4-FFF2-40B4-BE49-F238E27FC236}">
                  <a16:creationId xmlns:a16="http://schemas.microsoft.com/office/drawing/2014/main" id="{1EB21659-3674-3D48-E223-8073EA735F3F}"/>
                </a:ext>
              </a:extLst>
            </p:cNvPr>
            <p:cNvCxnSpPr>
              <a:cxnSpLocks/>
              <a:endCxn id="203" idx="2"/>
            </p:cNvCxnSpPr>
            <p:nvPr/>
          </p:nvCxnSpPr>
          <p:spPr>
            <a:xfrm>
              <a:off x="1746884" y="866775"/>
              <a:ext cx="0" cy="521969"/>
            </a:xfrm>
            <a:prstGeom prst="straightConnector1">
              <a:avLst/>
            </a:prstGeom>
            <a:ln cap="rnd">
              <a:solidFill>
                <a:schemeClr val="tx1"/>
              </a:solidFill>
              <a:round/>
              <a:tailEnd type="triangle" w="med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3" name="Textfeld 212">
            <a:extLst>
              <a:ext uri="{FF2B5EF4-FFF2-40B4-BE49-F238E27FC236}">
                <a16:creationId xmlns:a16="http://schemas.microsoft.com/office/drawing/2014/main" id="{04BB7D63-59C4-BFAC-1F78-DB9BD650DCC8}"/>
              </a:ext>
            </a:extLst>
          </p:cNvPr>
          <p:cNvSpPr txBox="1"/>
          <p:nvPr/>
        </p:nvSpPr>
        <p:spPr>
          <a:xfrm>
            <a:off x="1071847" y="629486"/>
            <a:ext cx="1350072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16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Düsenhals</a:t>
            </a:r>
          </a:p>
        </p:txBody>
      </p:sp>
      <p:cxnSp>
        <p:nvCxnSpPr>
          <p:cNvPr id="214" name="Gerade Verbindung mit Pfeil 213">
            <a:extLst>
              <a:ext uri="{FF2B5EF4-FFF2-40B4-BE49-F238E27FC236}">
                <a16:creationId xmlns:a16="http://schemas.microsoft.com/office/drawing/2014/main" id="{C68D9AAE-0196-DDE6-8EE9-A2F04A9787EE}"/>
              </a:ext>
            </a:extLst>
          </p:cNvPr>
          <p:cNvCxnSpPr>
            <a:cxnSpLocks/>
          </p:cNvCxnSpPr>
          <p:nvPr/>
        </p:nvCxnSpPr>
        <p:spPr>
          <a:xfrm>
            <a:off x="1746883" y="2415654"/>
            <a:ext cx="0" cy="1184796"/>
          </a:xfrm>
          <a:prstGeom prst="straightConnector1">
            <a:avLst/>
          </a:prstGeom>
          <a:ln w="9525" cap="rnd">
            <a:solidFill>
              <a:schemeClr val="bg1">
                <a:lumMod val="50000"/>
              </a:schemeClr>
            </a:solidFill>
            <a:prstDash val="lgDash"/>
            <a:round/>
            <a:tailEnd type="non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10" name="Gruppieren 209">
            <a:extLst>
              <a:ext uri="{FF2B5EF4-FFF2-40B4-BE49-F238E27FC236}">
                <a16:creationId xmlns:a16="http://schemas.microsoft.com/office/drawing/2014/main" id="{368909CE-E870-6E58-6351-520D995E7432}"/>
              </a:ext>
            </a:extLst>
          </p:cNvPr>
          <p:cNvGrpSpPr/>
          <p:nvPr/>
        </p:nvGrpSpPr>
        <p:grpSpPr>
          <a:xfrm rot="10800000">
            <a:off x="1692592" y="1927831"/>
            <a:ext cx="108584" cy="560099"/>
            <a:chOff x="1692592" y="536497"/>
            <a:chExt cx="108584" cy="852247"/>
          </a:xfrm>
        </p:grpSpPr>
        <p:sp>
          <p:nvSpPr>
            <p:cNvPr id="211" name="Rechteck: abgerundete Ecken 210">
              <a:extLst>
                <a:ext uri="{FF2B5EF4-FFF2-40B4-BE49-F238E27FC236}">
                  <a16:creationId xmlns:a16="http://schemas.microsoft.com/office/drawing/2014/main" id="{E04702D8-09E1-569A-D371-CD68201E823D}"/>
                </a:ext>
              </a:extLst>
            </p:cNvPr>
            <p:cNvSpPr/>
            <p:nvPr/>
          </p:nvSpPr>
          <p:spPr>
            <a:xfrm>
              <a:off x="1692592" y="608965"/>
              <a:ext cx="108584" cy="779779"/>
            </a:xfrm>
            <a:prstGeom prst="roundRect">
              <a:avLst>
                <a:gd name="adj" fmla="val 37719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212" name="Gerade Verbindung mit Pfeil 211">
              <a:extLst>
                <a:ext uri="{FF2B5EF4-FFF2-40B4-BE49-F238E27FC236}">
                  <a16:creationId xmlns:a16="http://schemas.microsoft.com/office/drawing/2014/main" id="{B1C11F91-B413-4D87-A463-2A62F35EED3F}"/>
                </a:ext>
              </a:extLst>
            </p:cNvPr>
            <p:cNvCxnSpPr>
              <a:cxnSpLocks/>
              <a:endCxn id="211" idx="2"/>
            </p:cNvCxnSpPr>
            <p:nvPr/>
          </p:nvCxnSpPr>
          <p:spPr>
            <a:xfrm rot="10800000" flipV="1">
              <a:off x="1746884" y="536497"/>
              <a:ext cx="0" cy="852247"/>
            </a:xfrm>
            <a:prstGeom prst="straightConnector1">
              <a:avLst/>
            </a:prstGeom>
            <a:ln cap="rnd">
              <a:solidFill>
                <a:schemeClr val="tx1"/>
              </a:solidFill>
              <a:round/>
              <a:tailEnd type="triangle" w="med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26067521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038825-8FFD-9BF3-CD2E-0F5104F55F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1" name="Gruppieren 430">
            <a:extLst>
              <a:ext uri="{FF2B5EF4-FFF2-40B4-BE49-F238E27FC236}">
                <a16:creationId xmlns:a16="http://schemas.microsoft.com/office/drawing/2014/main" id="{5F81E40D-B82B-8CA1-ACBC-B9B056D86485}"/>
              </a:ext>
            </a:extLst>
          </p:cNvPr>
          <p:cNvGrpSpPr/>
          <p:nvPr/>
        </p:nvGrpSpPr>
        <p:grpSpPr>
          <a:xfrm>
            <a:off x="296465" y="-3132"/>
            <a:ext cx="3044850" cy="3603582"/>
            <a:chOff x="296465" y="-3132"/>
            <a:chExt cx="3044850" cy="3603582"/>
          </a:xfrm>
        </p:grpSpPr>
        <p:cxnSp>
          <p:nvCxnSpPr>
            <p:cNvPr id="214" name="Gerade Verbindung mit Pfeil 213">
              <a:extLst>
                <a:ext uri="{FF2B5EF4-FFF2-40B4-BE49-F238E27FC236}">
                  <a16:creationId xmlns:a16="http://schemas.microsoft.com/office/drawing/2014/main" id="{CEA804B2-1B53-8601-8199-7EA34725C6BE}"/>
                </a:ext>
              </a:extLst>
            </p:cNvPr>
            <p:cNvCxnSpPr>
              <a:cxnSpLocks/>
            </p:cNvCxnSpPr>
            <p:nvPr/>
          </p:nvCxnSpPr>
          <p:spPr>
            <a:xfrm>
              <a:off x="1746386" y="-3132"/>
              <a:ext cx="0" cy="3600450"/>
            </a:xfrm>
            <a:prstGeom prst="straightConnector1">
              <a:avLst/>
            </a:prstGeom>
            <a:ln w="9525" cap="rnd">
              <a:solidFill>
                <a:schemeClr val="bg1">
                  <a:lumMod val="50000"/>
                </a:schemeClr>
              </a:solidFill>
              <a:prstDash val="lgDash"/>
              <a:round/>
              <a:tailEnd type="none" w="med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05" name="Gruppieren 204">
              <a:extLst>
                <a:ext uri="{FF2B5EF4-FFF2-40B4-BE49-F238E27FC236}">
                  <a16:creationId xmlns:a16="http://schemas.microsoft.com/office/drawing/2014/main" id="{4B2EE602-F1D1-FE0D-C52C-A8D89E4E748F}"/>
                </a:ext>
              </a:extLst>
            </p:cNvPr>
            <p:cNvGrpSpPr/>
            <p:nvPr/>
          </p:nvGrpSpPr>
          <p:grpSpPr>
            <a:xfrm>
              <a:off x="296465" y="273969"/>
              <a:ext cx="3044850" cy="2545413"/>
              <a:chOff x="402773" y="275466"/>
              <a:chExt cx="2745641" cy="2383493"/>
            </a:xfrm>
          </p:grpSpPr>
          <p:cxnSp>
            <p:nvCxnSpPr>
              <p:cNvPr id="141" name="Gerade Verbindung mit Pfeil 140">
                <a:extLst>
                  <a:ext uri="{FF2B5EF4-FFF2-40B4-BE49-F238E27FC236}">
                    <a16:creationId xmlns:a16="http://schemas.microsoft.com/office/drawing/2014/main" id="{EF513B71-7A60-99ED-0198-394D2BA0955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6336" y="2289263"/>
                <a:ext cx="2303362" cy="0"/>
              </a:xfrm>
              <a:prstGeom prst="straightConnector1">
                <a:avLst/>
              </a:prstGeom>
              <a:ln w="19050" cap="rnd">
                <a:solidFill>
                  <a:schemeClr val="tx1"/>
                </a:solidFill>
                <a:round/>
                <a:tailEnd type="stealth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2" name="Gerade Verbindung mit Pfeil 141">
                <a:extLst>
                  <a:ext uri="{FF2B5EF4-FFF2-40B4-BE49-F238E27FC236}">
                    <a16:creationId xmlns:a16="http://schemas.microsoft.com/office/drawing/2014/main" id="{E6BCC0A1-1172-0D0D-59F7-A0A55951749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56336" y="882276"/>
                <a:ext cx="0" cy="1406987"/>
              </a:xfrm>
              <a:prstGeom prst="straightConnector1">
                <a:avLst/>
              </a:prstGeom>
              <a:ln w="19050" cap="rnd">
                <a:solidFill>
                  <a:schemeClr val="tx1"/>
                </a:solidFill>
                <a:round/>
                <a:tailEnd type="stealth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6" name="Textfeld 195">
                <a:extLst>
                  <a:ext uri="{FF2B5EF4-FFF2-40B4-BE49-F238E27FC236}">
                    <a16:creationId xmlns:a16="http://schemas.microsoft.com/office/drawing/2014/main" id="{028C6A68-833C-4863-6805-7EA768CBADF3}"/>
                  </a:ext>
                </a:extLst>
              </p:cNvPr>
              <p:cNvSpPr txBox="1"/>
              <p:nvPr/>
            </p:nvSpPr>
            <p:spPr>
              <a:xfrm>
                <a:off x="2764093" y="2341941"/>
                <a:ext cx="384321" cy="317018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de-DE" sz="1600" i="1" dirty="0"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x</a:t>
                </a:r>
              </a:p>
            </p:txBody>
          </p:sp>
          <p:grpSp>
            <p:nvGrpSpPr>
              <p:cNvPr id="200" name="Gruppieren 199">
                <a:extLst>
                  <a:ext uri="{FF2B5EF4-FFF2-40B4-BE49-F238E27FC236}">
                    <a16:creationId xmlns:a16="http://schemas.microsoft.com/office/drawing/2014/main" id="{CBFCAE4D-1F0E-61A8-515D-6E21FECDF840}"/>
                  </a:ext>
                </a:extLst>
              </p:cNvPr>
              <p:cNvGrpSpPr/>
              <p:nvPr/>
            </p:nvGrpSpPr>
            <p:grpSpPr>
              <a:xfrm>
                <a:off x="402773" y="275466"/>
                <a:ext cx="516569" cy="584775"/>
                <a:chOff x="402774" y="324475"/>
                <a:chExt cx="516569" cy="584775"/>
              </a:xfrm>
            </p:grpSpPr>
            <p:sp>
              <p:nvSpPr>
                <p:cNvPr id="193" name="Textfeld 192">
                  <a:extLst>
                    <a:ext uri="{FF2B5EF4-FFF2-40B4-BE49-F238E27FC236}">
                      <a16:creationId xmlns:a16="http://schemas.microsoft.com/office/drawing/2014/main" id="{92056480-D2A1-B3E8-DFAC-D5D62D6CA806}"/>
                    </a:ext>
                  </a:extLst>
                </p:cNvPr>
                <p:cNvSpPr txBox="1"/>
                <p:nvPr/>
              </p:nvSpPr>
              <p:spPr>
                <a:xfrm>
                  <a:off x="402774" y="324475"/>
                  <a:ext cx="516569" cy="584775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de-DE" sz="1600" i="1" dirty="0">
                      <a:latin typeface="CMU Serif" panose="02000603000000000000" pitchFamily="2" charset="0"/>
                      <a:ea typeface="CMU Serif" panose="02000603000000000000" pitchFamily="2" charset="0"/>
                      <a:cs typeface="CMU Serif" panose="02000603000000000000" pitchFamily="2" charset="0"/>
                    </a:rPr>
                    <a:t>p</a:t>
                  </a:r>
                </a:p>
                <a:p>
                  <a:pPr algn="ctr"/>
                  <a:r>
                    <a:rPr lang="de-DE" sz="1600" i="1" dirty="0">
                      <a:latin typeface="CMU Serif" panose="02000603000000000000" pitchFamily="2" charset="0"/>
                      <a:ea typeface="CMU Serif" panose="02000603000000000000" pitchFamily="2" charset="0"/>
                      <a:cs typeface="CMU Serif" panose="02000603000000000000" pitchFamily="2" charset="0"/>
                    </a:rPr>
                    <a:t>p</a:t>
                  </a:r>
                  <a:r>
                    <a:rPr lang="de-DE" sz="1600" baseline="-25000" dirty="0">
                      <a:latin typeface="CMU Serif" panose="02000603000000000000" pitchFamily="2" charset="0"/>
                      <a:ea typeface="CMU Serif" panose="02000603000000000000" pitchFamily="2" charset="0"/>
                      <a:cs typeface="CMU Serif" panose="02000603000000000000" pitchFamily="2" charset="0"/>
                    </a:rPr>
                    <a:t>0</a:t>
                  </a:r>
                </a:p>
              </p:txBody>
            </p:sp>
            <p:cxnSp>
              <p:nvCxnSpPr>
                <p:cNvPr id="199" name="Gerader Verbinder 198">
                  <a:extLst>
                    <a:ext uri="{FF2B5EF4-FFF2-40B4-BE49-F238E27FC236}">
                      <a16:creationId xmlns:a16="http://schemas.microsoft.com/office/drawing/2014/main" id="{4C5FB1EB-BC2F-A192-4F63-4742E1C6621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50839" y="630296"/>
                  <a:ext cx="225468" cy="0"/>
                </a:xfrm>
                <a:prstGeom prst="line">
                  <a:avLst/>
                </a:prstGeom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306" name="Gerade Verbindung mit Pfeil 305">
              <a:extLst>
                <a:ext uri="{FF2B5EF4-FFF2-40B4-BE49-F238E27FC236}">
                  <a16:creationId xmlns:a16="http://schemas.microsoft.com/office/drawing/2014/main" id="{EBF2F50C-984C-6C45-A366-2DD277016326}"/>
                </a:ext>
              </a:extLst>
            </p:cNvPr>
            <p:cNvCxnSpPr>
              <a:cxnSpLocks/>
            </p:cNvCxnSpPr>
            <p:nvPr/>
          </p:nvCxnSpPr>
          <p:spPr>
            <a:xfrm>
              <a:off x="2919652" y="980162"/>
              <a:ext cx="0" cy="2620288"/>
            </a:xfrm>
            <a:prstGeom prst="straightConnector1">
              <a:avLst/>
            </a:prstGeom>
            <a:ln w="9525" cap="rnd">
              <a:solidFill>
                <a:schemeClr val="bg1">
                  <a:lumMod val="50000"/>
                </a:schemeClr>
              </a:solidFill>
              <a:prstDash val="lgDash"/>
              <a:round/>
              <a:tailEnd type="none" w="med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0" name="Gerade Verbindung mit Pfeil 399">
              <a:extLst>
                <a:ext uri="{FF2B5EF4-FFF2-40B4-BE49-F238E27FC236}">
                  <a16:creationId xmlns:a16="http://schemas.microsoft.com/office/drawing/2014/main" id="{1A68A32E-67AA-5289-8411-A1DB8878937A}"/>
                </a:ext>
              </a:extLst>
            </p:cNvPr>
            <p:cNvCxnSpPr>
              <a:cxnSpLocks/>
            </p:cNvCxnSpPr>
            <p:nvPr/>
          </p:nvCxnSpPr>
          <p:spPr>
            <a:xfrm>
              <a:off x="634917" y="1138911"/>
              <a:ext cx="2283543" cy="0"/>
            </a:xfrm>
            <a:prstGeom prst="straightConnector1">
              <a:avLst/>
            </a:prstGeom>
            <a:ln w="9525" cap="rnd">
              <a:solidFill>
                <a:schemeClr val="bg1">
                  <a:lumMod val="50000"/>
                </a:schemeClr>
              </a:solidFill>
              <a:prstDash val="lgDash"/>
              <a:round/>
              <a:tailEnd type="none" w="med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06" name="Freihandform: Form 405">
              <a:extLst>
                <a:ext uri="{FF2B5EF4-FFF2-40B4-BE49-F238E27FC236}">
                  <a16:creationId xmlns:a16="http://schemas.microsoft.com/office/drawing/2014/main" id="{A67EAE0C-98C6-2296-4252-182BDDDB752E}"/>
                </a:ext>
              </a:extLst>
            </p:cNvPr>
            <p:cNvSpPr/>
            <p:nvPr/>
          </p:nvSpPr>
          <p:spPr>
            <a:xfrm>
              <a:off x="630555" y="1139191"/>
              <a:ext cx="2291715" cy="967740"/>
            </a:xfrm>
            <a:custGeom>
              <a:avLst/>
              <a:gdLst>
                <a:gd name="csX0" fmla="*/ 0 w 2291715"/>
                <a:gd name="csY0" fmla="*/ 0 h 1177290"/>
                <a:gd name="csX1" fmla="*/ 541020 w 2291715"/>
                <a:gd name="csY1" fmla="*/ 186690 h 1177290"/>
                <a:gd name="csX2" fmla="*/ 1668780 w 2291715"/>
                <a:gd name="csY2" fmla="*/ 1005840 h 1177290"/>
                <a:gd name="csX3" fmla="*/ 2291715 w 2291715"/>
                <a:gd name="csY3" fmla="*/ 1177290 h 117729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291715" h="1177290">
                  <a:moveTo>
                    <a:pt x="0" y="0"/>
                  </a:moveTo>
                  <a:cubicBezTo>
                    <a:pt x="131445" y="9525"/>
                    <a:pt x="262890" y="19050"/>
                    <a:pt x="541020" y="186690"/>
                  </a:cubicBezTo>
                  <a:cubicBezTo>
                    <a:pt x="819150" y="354330"/>
                    <a:pt x="1376998" y="840740"/>
                    <a:pt x="1668780" y="1005840"/>
                  </a:cubicBezTo>
                  <a:cubicBezTo>
                    <a:pt x="1960562" y="1170940"/>
                    <a:pt x="2126138" y="1174115"/>
                    <a:pt x="2291715" y="1177290"/>
                  </a:cubicBezTo>
                </a:path>
              </a:pathLst>
            </a:custGeom>
            <a:noFill/>
            <a:ln w="9525" cap="rnd">
              <a:solidFill>
                <a:schemeClr val="accent1"/>
              </a:solidFill>
              <a:prstDash val="solid"/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07" name="Textfeld 406">
              <a:extLst>
                <a:ext uri="{FF2B5EF4-FFF2-40B4-BE49-F238E27FC236}">
                  <a16:creationId xmlns:a16="http://schemas.microsoft.com/office/drawing/2014/main" id="{7F5244BC-5651-86B2-356C-453A4C2C922C}"/>
                </a:ext>
              </a:extLst>
            </p:cNvPr>
            <p:cNvSpPr txBox="1"/>
            <p:nvPr/>
          </p:nvSpPr>
          <p:spPr>
            <a:xfrm>
              <a:off x="2867328" y="1958183"/>
              <a:ext cx="426203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de-DE" sz="1400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f</a:t>
              </a:r>
            </a:p>
          </p:txBody>
        </p:sp>
        <p:cxnSp>
          <p:nvCxnSpPr>
            <p:cNvPr id="408" name="Gerader Verbinder 407">
              <a:extLst>
                <a:ext uri="{FF2B5EF4-FFF2-40B4-BE49-F238E27FC236}">
                  <a16:creationId xmlns:a16="http://schemas.microsoft.com/office/drawing/2014/main" id="{46C25062-EAFB-D38B-C1DB-F4B10D59C7F0}"/>
                </a:ext>
              </a:extLst>
            </p:cNvPr>
            <p:cNvCxnSpPr>
              <a:cxnSpLocks/>
            </p:cNvCxnSpPr>
            <p:nvPr/>
          </p:nvCxnSpPr>
          <p:spPr>
            <a:xfrm>
              <a:off x="2858914" y="2105861"/>
              <a:ext cx="120015" cy="0"/>
            </a:xfrm>
            <a:prstGeom prst="line">
              <a:avLst/>
            </a:prstGeom>
            <a:ln w="12700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9" name="Gerader Verbinder 408">
              <a:extLst>
                <a:ext uri="{FF2B5EF4-FFF2-40B4-BE49-F238E27FC236}">
                  <a16:creationId xmlns:a16="http://schemas.microsoft.com/office/drawing/2014/main" id="{11268CBE-CF03-71AE-2694-65D04BC95E86}"/>
                </a:ext>
              </a:extLst>
            </p:cNvPr>
            <p:cNvCxnSpPr>
              <a:cxnSpLocks/>
            </p:cNvCxnSpPr>
            <p:nvPr/>
          </p:nvCxnSpPr>
          <p:spPr>
            <a:xfrm>
              <a:off x="2858914" y="2262150"/>
              <a:ext cx="120015" cy="0"/>
            </a:xfrm>
            <a:prstGeom prst="line">
              <a:avLst/>
            </a:prstGeom>
            <a:ln w="12700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0" name="Gerader Verbinder 409">
              <a:extLst>
                <a:ext uri="{FF2B5EF4-FFF2-40B4-BE49-F238E27FC236}">
                  <a16:creationId xmlns:a16="http://schemas.microsoft.com/office/drawing/2014/main" id="{412B0EB9-2B48-38FA-97AC-1AD866B024B4}"/>
                </a:ext>
              </a:extLst>
            </p:cNvPr>
            <p:cNvCxnSpPr>
              <a:cxnSpLocks/>
            </p:cNvCxnSpPr>
            <p:nvPr/>
          </p:nvCxnSpPr>
          <p:spPr>
            <a:xfrm>
              <a:off x="2858914" y="1949572"/>
              <a:ext cx="120015" cy="0"/>
            </a:xfrm>
            <a:prstGeom prst="line">
              <a:avLst/>
            </a:prstGeom>
            <a:ln w="12700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1" name="Gerader Verbinder 410">
              <a:extLst>
                <a:ext uri="{FF2B5EF4-FFF2-40B4-BE49-F238E27FC236}">
                  <a16:creationId xmlns:a16="http://schemas.microsoft.com/office/drawing/2014/main" id="{5BBC0C2B-BAC9-E5B4-C0F2-F0A966A1261B}"/>
                </a:ext>
              </a:extLst>
            </p:cNvPr>
            <p:cNvCxnSpPr>
              <a:cxnSpLocks/>
            </p:cNvCxnSpPr>
            <p:nvPr/>
          </p:nvCxnSpPr>
          <p:spPr>
            <a:xfrm>
              <a:off x="2858914" y="1793283"/>
              <a:ext cx="120015" cy="0"/>
            </a:xfrm>
            <a:prstGeom prst="line">
              <a:avLst/>
            </a:prstGeom>
            <a:ln w="12700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12" name="Textfeld 411">
              <a:extLst>
                <a:ext uri="{FF2B5EF4-FFF2-40B4-BE49-F238E27FC236}">
                  <a16:creationId xmlns:a16="http://schemas.microsoft.com/office/drawing/2014/main" id="{4324F470-8DF4-6D6E-2E38-3952D2667F95}"/>
                </a:ext>
              </a:extLst>
            </p:cNvPr>
            <p:cNvSpPr txBox="1"/>
            <p:nvPr/>
          </p:nvSpPr>
          <p:spPr>
            <a:xfrm>
              <a:off x="2871138" y="2092602"/>
              <a:ext cx="426203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de-DE" sz="1400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g</a:t>
              </a:r>
            </a:p>
          </p:txBody>
        </p:sp>
        <p:sp>
          <p:nvSpPr>
            <p:cNvPr id="413" name="Textfeld 412">
              <a:extLst>
                <a:ext uri="{FF2B5EF4-FFF2-40B4-BE49-F238E27FC236}">
                  <a16:creationId xmlns:a16="http://schemas.microsoft.com/office/drawing/2014/main" id="{CE2769C6-9E08-F272-0F3C-3DDA9792C155}"/>
                </a:ext>
              </a:extLst>
            </p:cNvPr>
            <p:cNvSpPr txBox="1"/>
            <p:nvPr/>
          </p:nvSpPr>
          <p:spPr>
            <a:xfrm>
              <a:off x="2867328" y="1789474"/>
              <a:ext cx="426203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de-DE" sz="1400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e</a:t>
              </a:r>
            </a:p>
          </p:txBody>
        </p:sp>
        <p:sp>
          <p:nvSpPr>
            <p:cNvPr id="414" name="Textfeld 413">
              <a:extLst>
                <a:ext uri="{FF2B5EF4-FFF2-40B4-BE49-F238E27FC236}">
                  <a16:creationId xmlns:a16="http://schemas.microsoft.com/office/drawing/2014/main" id="{A85B1101-5DFF-D32B-C184-67FF372094FB}"/>
                </a:ext>
              </a:extLst>
            </p:cNvPr>
            <p:cNvSpPr txBox="1"/>
            <p:nvPr/>
          </p:nvSpPr>
          <p:spPr>
            <a:xfrm>
              <a:off x="2866470" y="1624575"/>
              <a:ext cx="426203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de-DE" sz="1400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d</a:t>
              </a:r>
            </a:p>
          </p:txBody>
        </p:sp>
        <p:grpSp>
          <p:nvGrpSpPr>
            <p:cNvPr id="417" name="Gruppieren 416">
              <a:extLst>
                <a:ext uri="{FF2B5EF4-FFF2-40B4-BE49-F238E27FC236}">
                  <a16:creationId xmlns:a16="http://schemas.microsoft.com/office/drawing/2014/main" id="{2065D158-C0D7-9E8B-5B97-A031495A7521}"/>
                </a:ext>
              </a:extLst>
            </p:cNvPr>
            <p:cNvGrpSpPr/>
            <p:nvPr/>
          </p:nvGrpSpPr>
          <p:grpSpPr>
            <a:xfrm>
              <a:off x="626745" y="1141096"/>
              <a:ext cx="2288360" cy="215873"/>
              <a:chOff x="626745" y="1141096"/>
              <a:chExt cx="2288360" cy="215873"/>
            </a:xfrm>
          </p:grpSpPr>
          <p:sp>
            <p:nvSpPr>
              <p:cNvPr id="415" name="Freihandform: Form 414">
                <a:extLst>
                  <a:ext uri="{FF2B5EF4-FFF2-40B4-BE49-F238E27FC236}">
                    <a16:creationId xmlns:a16="http://schemas.microsoft.com/office/drawing/2014/main" id="{6DE97826-CD48-6887-4BCE-1FED29AC02A4}"/>
                  </a:ext>
                </a:extLst>
              </p:cNvPr>
              <p:cNvSpPr/>
              <p:nvPr/>
            </p:nvSpPr>
            <p:spPr>
              <a:xfrm>
                <a:off x="626745" y="1141096"/>
                <a:ext cx="1118235" cy="214726"/>
              </a:xfrm>
              <a:custGeom>
                <a:avLst/>
                <a:gdLst>
                  <a:gd name="csX0" fmla="*/ 0 w 1118235"/>
                  <a:gd name="csY0" fmla="*/ 0 h 325755"/>
                  <a:gd name="csX1" fmla="*/ 426720 w 1118235"/>
                  <a:gd name="csY1" fmla="*/ 78105 h 325755"/>
                  <a:gd name="csX2" fmla="*/ 889635 w 1118235"/>
                  <a:gd name="csY2" fmla="*/ 283845 h 325755"/>
                  <a:gd name="csX3" fmla="*/ 1118235 w 1118235"/>
                  <a:gd name="csY3" fmla="*/ 325755 h 32575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118235" h="325755">
                    <a:moveTo>
                      <a:pt x="0" y="0"/>
                    </a:moveTo>
                    <a:cubicBezTo>
                      <a:pt x="139224" y="15399"/>
                      <a:pt x="278448" y="30798"/>
                      <a:pt x="426720" y="78105"/>
                    </a:cubicBezTo>
                    <a:cubicBezTo>
                      <a:pt x="574993" y="125413"/>
                      <a:pt x="774383" y="242570"/>
                      <a:pt x="889635" y="283845"/>
                    </a:cubicBezTo>
                    <a:cubicBezTo>
                      <a:pt x="1004887" y="325120"/>
                      <a:pt x="1061561" y="325437"/>
                      <a:pt x="1118235" y="325755"/>
                    </a:cubicBezTo>
                  </a:path>
                </a:pathLst>
              </a:custGeom>
              <a:noFill/>
              <a:ln w="9525" cap="rnd">
                <a:solidFill>
                  <a:schemeClr val="accent1"/>
                </a:solidFill>
                <a:prstDash val="solid"/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416" name="Freihandform: Form 415">
                <a:extLst>
                  <a:ext uri="{FF2B5EF4-FFF2-40B4-BE49-F238E27FC236}">
                    <a16:creationId xmlns:a16="http://schemas.microsoft.com/office/drawing/2014/main" id="{B81A842C-A7AC-1652-310F-5757009CEC58}"/>
                  </a:ext>
                </a:extLst>
              </p:cNvPr>
              <p:cNvSpPr/>
              <p:nvPr/>
            </p:nvSpPr>
            <p:spPr>
              <a:xfrm flipH="1">
                <a:off x="1744978" y="1170226"/>
                <a:ext cx="1170127" cy="186743"/>
              </a:xfrm>
              <a:custGeom>
                <a:avLst/>
                <a:gdLst>
                  <a:gd name="csX0" fmla="*/ 0 w 1118235"/>
                  <a:gd name="csY0" fmla="*/ 0 h 325755"/>
                  <a:gd name="csX1" fmla="*/ 426720 w 1118235"/>
                  <a:gd name="csY1" fmla="*/ 78105 h 325755"/>
                  <a:gd name="csX2" fmla="*/ 889635 w 1118235"/>
                  <a:gd name="csY2" fmla="*/ 283845 h 325755"/>
                  <a:gd name="csX3" fmla="*/ 1118235 w 1118235"/>
                  <a:gd name="csY3" fmla="*/ 325755 h 32575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118235" h="325755">
                    <a:moveTo>
                      <a:pt x="0" y="0"/>
                    </a:moveTo>
                    <a:cubicBezTo>
                      <a:pt x="139224" y="15399"/>
                      <a:pt x="278448" y="30798"/>
                      <a:pt x="426720" y="78105"/>
                    </a:cubicBezTo>
                    <a:cubicBezTo>
                      <a:pt x="574993" y="125413"/>
                      <a:pt x="774383" y="242570"/>
                      <a:pt x="889635" y="283845"/>
                    </a:cubicBezTo>
                    <a:cubicBezTo>
                      <a:pt x="1004887" y="325120"/>
                      <a:pt x="1061561" y="325437"/>
                      <a:pt x="1118235" y="325755"/>
                    </a:cubicBezTo>
                  </a:path>
                </a:pathLst>
              </a:custGeom>
              <a:noFill/>
              <a:ln w="9525" cap="rnd">
                <a:solidFill>
                  <a:schemeClr val="accent1"/>
                </a:solidFill>
                <a:prstDash val="solid"/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</p:grpSp>
        <p:sp>
          <p:nvSpPr>
            <p:cNvPr id="418" name="Freihandform: Form 417">
              <a:extLst>
                <a:ext uri="{FF2B5EF4-FFF2-40B4-BE49-F238E27FC236}">
                  <a16:creationId xmlns:a16="http://schemas.microsoft.com/office/drawing/2014/main" id="{0A3CE187-9CF8-4F0D-64C1-37145BC59CEC}"/>
                </a:ext>
              </a:extLst>
            </p:cNvPr>
            <p:cNvSpPr/>
            <p:nvPr/>
          </p:nvSpPr>
          <p:spPr>
            <a:xfrm>
              <a:off x="1750695" y="1326515"/>
              <a:ext cx="1169670" cy="313689"/>
            </a:xfrm>
            <a:custGeom>
              <a:avLst/>
              <a:gdLst>
                <a:gd name="csX0" fmla="*/ 0 w 1169670"/>
                <a:gd name="csY0" fmla="*/ 388620 h 388620"/>
                <a:gd name="csX1" fmla="*/ 674370 w 1169670"/>
                <a:gd name="csY1" fmla="*/ 80010 h 388620"/>
                <a:gd name="csX2" fmla="*/ 1169670 w 1169670"/>
                <a:gd name="csY2" fmla="*/ 0 h 38862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1169670" h="388620">
                  <a:moveTo>
                    <a:pt x="0" y="388620"/>
                  </a:moveTo>
                  <a:cubicBezTo>
                    <a:pt x="239712" y="266700"/>
                    <a:pt x="479425" y="144780"/>
                    <a:pt x="674370" y="80010"/>
                  </a:cubicBezTo>
                  <a:cubicBezTo>
                    <a:pt x="869315" y="15240"/>
                    <a:pt x="1019492" y="7620"/>
                    <a:pt x="1169670" y="0"/>
                  </a:cubicBezTo>
                </a:path>
              </a:pathLst>
            </a:custGeom>
            <a:noFill/>
            <a:ln w="9525" cap="rnd">
              <a:solidFill>
                <a:schemeClr val="accent1"/>
              </a:solidFill>
              <a:prstDash val="solid"/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207" name="Gerader Verbinder 206">
              <a:extLst>
                <a:ext uri="{FF2B5EF4-FFF2-40B4-BE49-F238E27FC236}">
                  <a16:creationId xmlns:a16="http://schemas.microsoft.com/office/drawing/2014/main" id="{8A35F917-9A5E-2092-0E50-D1663E1C18B6}"/>
                </a:ext>
              </a:extLst>
            </p:cNvPr>
            <p:cNvCxnSpPr>
              <a:cxnSpLocks/>
            </p:cNvCxnSpPr>
            <p:nvPr/>
          </p:nvCxnSpPr>
          <p:spPr>
            <a:xfrm>
              <a:off x="514902" y="1140816"/>
              <a:ext cx="120015" cy="0"/>
            </a:xfrm>
            <a:prstGeom prst="line">
              <a:avLst/>
            </a:prstGeom>
            <a:ln w="12700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19" name="Textfeld 418">
              <a:extLst>
                <a:ext uri="{FF2B5EF4-FFF2-40B4-BE49-F238E27FC236}">
                  <a16:creationId xmlns:a16="http://schemas.microsoft.com/office/drawing/2014/main" id="{F7ADFF1D-E080-6BFC-5162-80AE97BEE2AF}"/>
                </a:ext>
              </a:extLst>
            </p:cNvPr>
            <p:cNvSpPr txBox="1"/>
            <p:nvPr/>
          </p:nvSpPr>
          <p:spPr>
            <a:xfrm>
              <a:off x="2856449" y="1006995"/>
              <a:ext cx="426203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de-DE" sz="1400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a</a:t>
              </a:r>
            </a:p>
          </p:txBody>
        </p:sp>
        <p:sp>
          <p:nvSpPr>
            <p:cNvPr id="420" name="Textfeld 419">
              <a:extLst>
                <a:ext uri="{FF2B5EF4-FFF2-40B4-BE49-F238E27FC236}">
                  <a16:creationId xmlns:a16="http://schemas.microsoft.com/office/drawing/2014/main" id="{E66AAF4A-C127-F7D3-F17A-4F274CEE04D8}"/>
                </a:ext>
              </a:extLst>
            </p:cNvPr>
            <p:cNvSpPr txBox="1"/>
            <p:nvPr/>
          </p:nvSpPr>
          <p:spPr>
            <a:xfrm>
              <a:off x="2856771" y="1177123"/>
              <a:ext cx="426203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de-DE" sz="1400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b</a:t>
              </a:r>
            </a:p>
          </p:txBody>
        </p:sp>
        <p:cxnSp>
          <p:nvCxnSpPr>
            <p:cNvPr id="422" name="Gerader Verbinder 421">
              <a:extLst>
                <a:ext uri="{FF2B5EF4-FFF2-40B4-BE49-F238E27FC236}">
                  <a16:creationId xmlns:a16="http://schemas.microsoft.com/office/drawing/2014/main" id="{C6DF660C-1B69-C7EE-A59B-DE211EE87B53}"/>
                </a:ext>
              </a:extLst>
            </p:cNvPr>
            <p:cNvCxnSpPr>
              <a:cxnSpLocks/>
            </p:cNvCxnSpPr>
            <p:nvPr/>
          </p:nvCxnSpPr>
          <p:spPr>
            <a:xfrm>
              <a:off x="2860357" y="1328421"/>
              <a:ext cx="120015" cy="0"/>
            </a:xfrm>
            <a:prstGeom prst="line">
              <a:avLst/>
            </a:prstGeom>
            <a:ln w="12700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3" name="Gerader Verbinder 422">
              <a:extLst>
                <a:ext uri="{FF2B5EF4-FFF2-40B4-BE49-F238E27FC236}">
                  <a16:creationId xmlns:a16="http://schemas.microsoft.com/office/drawing/2014/main" id="{E43FC264-4793-892C-A312-EA37998CA86E}"/>
                </a:ext>
              </a:extLst>
            </p:cNvPr>
            <p:cNvCxnSpPr>
              <a:cxnSpLocks/>
            </p:cNvCxnSpPr>
            <p:nvPr/>
          </p:nvCxnSpPr>
          <p:spPr>
            <a:xfrm>
              <a:off x="2860357" y="1172132"/>
              <a:ext cx="120015" cy="0"/>
            </a:xfrm>
            <a:prstGeom prst="line">
              <a:avLst/>
            </a:prstGeom>
            <a:ln w="12700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24" name="Freihandform: Form 423">
              <a:extLst>
                <a:ext uri="{FF2B5EF4-FFF2-40B4-BE49-F238E27FC236}">
                  <a16:creationId xmlns:a16="http://schemas.microsoft.com/office/drawing/2014/main" id="{AB4F3789-7A6D-7D48-8CB3-18C9CF96F807}"/>
                </a:ext>
              </a:extLst>
            </p:cNvPr>
            <p:cNvSpPr/>
            <p:nvPr/>
          </p:nvSpPr>
          <p:spPr>
            <a:xfrm>
              <a:off x="2317704" y="1482805"/>
              <a:ext cx="598170" cy="169545"/>
            </a:xfrm>
            <a:custGeom>
              <a:avLst/>
              <a:gdLst>
                <a:gd name="csX0" fmla="*/ 0 w 598170"/>
                <a:gd name="csY0" fmla="*/ 169545 h 169545"/>
                <a:gd name="csX1" fmla="*/ 281940 w 598170"/>
                <a:gd name="csY1" fmla="*/ 40005 h 169545"/>
                <a:gd name="csX2" fmla="*/ 598170 w 598170"/>
                <a:gd name="csY2" fmla="*/ 0 h 16954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598170" h="169545">
                  <a:moveTo>
                    <a:pt x="0" y="169545"/>
                  </a:moveTo>
                  <a:cubicBezTo>
                    <a:pt x="91122" y="118904"/>
                    <a:pt x="182245" y="68263"/>
                    <a:pt x="281940" y="40005"/>
                  </a:cubicBezTo>
                  <a:cubicBezTo>
                    <a:pt x="381635" y="11747"/>
                    <a:pt x="489902" y="5873"/>
                    <a:pt x="598170" y="0"/>
                  </a:cubicBezTo>
                </a:path>
              </a:pathLst>
            </a:custGeom>
            <a:noFill/>
            <a:ln w="9525" cap="rnd">
              <a:solidFill>
                <a:schemeClr val="accent1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421" name="Gerader Verbinder 420">
              <a:extLst>
                <a:ext uri="{FF2B5EF4-FFF2-40B4-BE49-F238E27FC236}">
                  <a16:creationId xmlns:a16="http://schemas.microsoft.com/office/drawing/2014/main" id="{77AE3970-C7FE-2989-A1AE-C63806FDC21A}"/>
                </a:ext>
              </a:extLst>
            </p:cNvPr>
            <p:cNvCxnSpPr>
              <a:cxnSpLocks/>
            </p:cNvCxnSpPr>
            <p:nvPr/>
          </p:nvCxnSpPr>
          <p:spPr>
            <a:xfrm>
              <a:off x="2860357" y="1484710"/>
              <a:ext cx="120015" cy="0"/>
            </a:xfrm>
            <a:prstGeom prst="line">
              <a:avLst/>
            </a:prstGeom>
            <a:ln w="12700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5" name="Gerade Verbindung mit Pfeil 424">
              <a:extLst>
                <a:ext uri="{FF2B5EF4-FFF2-40B4-BE49-F238E27FC236}">
                  <a16:creationId xmlns:a16="http://schemas.microsoft.com/office/drawing/2014/main" id="{4F082CD8-545A-BA98-D804-0EF2F0B6C588}"/>
                </a:ext>
              </a:extLst>
            </p:cNvPr>
            <p:cNvCxnSpPr>
              <a:cxnSpLocks/>
              <a:stCxn id="424" idx="0"/>
            </p:cNvCxnSpPr>
            <p:nvPr/>
          </p:nvCxnSpPr>
          <p:spPr>
            <a:xfrm>
              <a:off x="2317704" y="1652350"/>
              <a:ext cx="0" cy="317420"/>
            </a:xfrm>
            <a:prstGeom prst="straightConnector1">
              <a:avLst/>
            </a:prstGeom>
            <a:ln w="9525" cap="rnd">
              <a:solidFill>
                <a:schemeClr val="accent1"/>
              </a:solidFill>
              <a:prstDash val="sysDash"/>
              <a:round/>
              <a:tailEnd type="none" w="med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29" name="Textfeld 428">
              <a:extLst>
                <a:ext uri="{FF2B5EF4-FFF2-40B4-BE49-F238E27FC236}">
                  <a16:creationId xmlns:a16="http://schemas.microsoft.com/office/drawing/2014/main" id="{E0AB0698-A74C-92A4-3C21-E23681C50C98}"/>
                </a:ext>
              </a:extLst>
            </p:cNvPr>
            <p:cNvSpPr txBox="1"/>
            <p:nvPr/>
          </p:nvSpPr>
          <p:spPr>
            <a:xfrm>
              <a:off x="2858354" y="1324635"/>
              <a:ext cx="426203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de-DE" sz="1400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c</a:t>
              </a:r>
            </a:p>
          </p:txBody>
        </p:sp>
      </p:grpSp>
      <p:sp>
        <p:nvSpPr>
          <p:cNvPr id="432" name="Textfeld 431">
            <a:extLst>
              <a:ext uri="{FF2B5EF4-FFF2-40B4-BE49-F238E27FC236}">
                <a16:creationId xmlns:a16="http://schemas.microsoft.com/office/drawing/2014/main" id="{655D5CDC-639E-86C9-FF3B-A79161A55866}"/>
              </a:ext>
            </a:extLst>
          </p:cNvPr>
          <p:cNvSpPr txBox="1"/>
          <p:nvPr/>
        </p:nvSpPr>
        <p:spPr>
          <a:xfrm>
            <a:off x="185255" y="994468"/>
            <a:ext cx="426203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14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73992026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A8F77-C871-73CA-77CA-3B9C8EAA93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Gruppieren 45">
            <a:extLst>
              <a:ext uri="{FF2B5EF4-FFF2-40B4-BE49-F238E27FC236}">
                <a16:creationId xmlns:a16="http://schemas.microsoft.com/office/drawing/2014/main" id="{745CB95E-6D2F-5E94-B179-6357295A1180}"/>
              </a:ext>
            </a:extLst>
          </p:cNvPr>
          <p:cNvGrpSpPr/>
          <p:nvPr/>
        </p:nvGrpSpPr>
        <p:grpSpPr>
          <a:xfrm>
            <a:off x="188387" y="-3132"/>
            <a:ext cx="3212596" cy="2822514"/>
            <a:chOff x="188387" y="-3132"/>
            <a:chExt cx="3212596" cy="2822514"/>
          </a:xfrm>
        </p:grpSpPr>
        <p:cxnSp>
          <p:nvCxnSpPr>
            <p:cNvPr id="214" name="Gerade Verbindung mit Pfeil 213">
              <a:extLst>
                <a:ext uri="{FF2B5EF4-FFF2-40B4-BE49-F238E27FC236}">
                  <a16:creationId xmlns:a16="http://schemas.microsoft.com/office/drawing/2014/main" id="{C211F06A-86DE-5676-9090-9696031DB8C4}"/>
                </a:ext>
              </a:extLst>
            </p:cNvPr>
            <p:cNvCxnSpPr>
              <a:cxnSpLocks/>
            </p:cNvCxnSpPr>
            <p:nvPr/>
          </p:nvCxnSpPr>
          <p:spPr>
            <a:xfrm>
              <a:off x="1746386" y="-3132"/>
              <a:ext cx="0" cy="2574882"/>
            </a:xfrm>
            <a:prstGeom prst="straightConnector1">
              <a:avLst/>
            </a:prstGeom>
            <a:ln w="9525" cap="rnd">
              <a:solidFill>
                <a:schemeClr val="bg1">
                  <a:lumMod val="50000"/>
                </a:schemeClr>
              </a:solidFill>
              <a:prstDash val="lgDash"/>
              <a:round/>
              <a:tailEnd type="none" w="med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6" name="Gerade Verbindung mit Pfeil 305">
              <a:extLst>
                <a:ext uri="{FF2B5EF4-FFF2-40B4-BE49-F238E27FC236}">
                  <a16:creationId xmlns:a16="http://schemas.microsoft.com/office/drawing/2014/main" id="{3E95B819-7EC4-56AA-6348-458B0876AB06}"/>
                </a:ext>
              </a:extLst>
            </p:cNvPr>
            <p:cNvCxnSpPr>
              <a:cxnSpLocks/>
            </p:cNvCxnSpPr>
            <p:nvPr/>
          </p:nvCxnSpPr>
          <p:spPr>
            <a:xfrm>
              <a:off x="2919652" y="0"/>
              <a:ext cx="0" cy="2583180"/>
            </a:xfrm>
            <a:prstGeom prst="straightConnector1">
              <a:avLst/>
            </a:prstGeom>
            <a:ln w="9525" cap="rnd">
              <a:solidFill>
                <a:schemeClr val="bg1">
                  <a:lumMod val="50000"/>
                </a:schemeClr>
              </a:solidFill>
              <a:prstDash val="lgDash"/>
              <a:round/>
              <a:tailEnd type="none" w="med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17" name="Gruppieren 416">
              <a:extLst>
                <a:ext uri="{FF2B5EF4-FFF2-40B4-BE49-F238E27FC236}">
                  <a16:creationId xmlns:a16="http://schemas.microsoft.com/office/drawing/2014/main" id="{D41CFE0B-67E2-97E8-A31B-6F3439008EA1}"/>
                </a:ext>
              </a:extLst>
            </p:cNvPr>
            <p:cNvGrpSpPr/>
            <p:nvPr/>
          </p:nvGrpSpPr>
          <p:grpSpPr>
            <a:xfrm flipV="1">
              <a:off x="576946" y="2134668"/>
              <a:ext cx="2347325" cy="282128"/>
              <a:chOff x="626745" y="1141097"/>
              <a:chExt cx="2288360" cy="215873"/>
            </a:xfrm>
          </p:grpSpPr>
          <p:sp>
            <p:nvSpPr>
              <p:cNvPr id="415" name="Freihandform: Form 414">
                <a:extLst>
                  <a:ext uri="{FF2B5EF4-FFF2-40B4-BE49-F238E27FC236}">
                    <a16:creationId xmlns:a16="http://schemas.microsoft.com/office/drawing/2014/main" id="{490496B4-F807-3B5C-41E0-BE6B9AAF6076}"/>
                  </a:ext>
                </a:extLst>
              </p:cNvPr>
              <p:cNvSpPr/>
              <p:nvPr/>
            </p:nvSpPr>
            <p:spPr>
              <a:xfrm>
                <a:off x="626745" y="1141097"/>
                <a:ext cx="1170126" cy="214726"/>
              </a:xfrm>
              <a:custGeom>
                <a:avLst/>
                <a:gdLst>
                  <a:gd name="csX0" fmla="*/ 0 w 1118235"/>
                  <a:gd name="csY0" fmla="*/ 0 h 325755"/>
                  <a:gd name="csX1" fmla="*/ 426720 w 1118235"/>
                  <a:gd name="csY1" fmla="*/ 78105 h 325755"/>
                  <a:gd name="csX2" fmla="*/ 889635 w 1118235"/>
                  <a:gd name="csY2" fmla="*/ 283845 h 325755"/>
                  <a:gd name="csX3" fmla="*/ 1118235 w 1118235"/>
                  <a:gd name="csY3" fmla="*/ 325755 h 32575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118235" h="325755">
                    <a:moveTo>
                      <a:pt x="0" y="0"/>
                    </a:moveTo>
                    <a:cubicBezTo>
                      <a:pt x="139224" y="15399"/>
                      <a:pt x="278448" y="30798"/>
                      <a:pt x="426720" y="78105"/>
                    </a:cubicBezTo>
                    <a:cubicBezTo>
                      <a:pt x="574993" y="125413"/>
                      <a:pt x="774383" y="242570"/>
                      <a:pt x="889635" y="283845"/>
                    </a:cubicBezTo>
                    <a:cubicBezTo>
                      <a:pt x="1004887" y="325120"/>
                      <a:pt x="1061561" y="325437"/>
                      <a:pt x="1118235" y="325755"/>
                    </a:cubicBezTo>
                  </a:path>
                </a:pathLst>
              </a:custGeom>
              <a:noFill/>
              <a:ln w="9525" cap="rnd">
                <a:solidFill>
                  <a:schemeClr val="accent3"/>
                </a:solidFill>
                <a:prstDash val="solid"/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416" name="Freihandform: Form 415">
                <a:extLst>
                  <a:ext uri="{FF2B5EF4-FFF2-40B4-BE49-F238E27FC236}">
                    <a16:creationId xmlns:a16="http://schemas.microsoft.com/office/drawing/2014/main" id="{E607D588-90F4-35A8-F1CA-60D0DF183CBF}"/>
                  </a:ext>
                </a:extLst>
              </p:cNvPr>
              <p:cNvSpPr/>
              <p:nvPr/>
            </p:nvSpPr>
            <p:spPr>
              <a:xfrm flipH="1">
                <a:off x="1796871" y="1244091"/>
                <a:ext cx="1118234" cy="112879"/>
              </a:xfrm>
              <a:custGeom>
                <a:avLst/>
                <a:gdLst>
                  <a:gd name="csX0" fmla="*/ 0 w 1118235"/>
                  <a:gd name="csY0" fmla="*/ 0 h 325755"/>
                  <a:gd name="csX1" fmla="*/ 426720 w 1118235"/>
                  <a:gd name="csY1" fmla="*/ 78105 h 325755"/>
                  <a:gd name="csX2" fmla="*/ 889635 w 1118235"/>
                  <a:gd name="csY2" fmla="*/ 283845 h 325755"/>
                  <a:gd name="csX3" fmla="*/ 1118235 w 1118235"/>
                  <a:gd name="csY3" fmla="*/ 325755 h 32575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118235" h="325755">
                    <a:moveTo>
                      <a:pt x="0" y="0"/>
                    </a:moveTo>
                    <a:cubicBezTo>
                      <a:pt x="139224" y="15399"/>
                      <a:pt x="278448" y="30798"/>
                      <a:pt x="426720" y="78105"/>
                    </a:cubicBezTo>
                    <a:cubicBezTo>
                      <a:pt x="574993" y="125413"/>
                      <a:pt x="774383" y="242570"/>
                      <a:pt x="889635" y="283845"/>
                    </a:cubicBezTo>
                    <a:cubicBezTo>
                      <a:pt x="1004887" y="325120"/>
                      <a:pt x="1061561" y="325437"/>
                      <a:pt x="1118235" y="325755"/>
                    </a:cubicBezTo>
                  </a:path>
                </a:pathLst>
              </a:custGeom>
              <a:noFill/>
              <a:ln w="9525" cap="rnd">
                <a:solidFill>
                  <a:schemeClr val="accent3"/>
                </a:solidFill>
                <a:prstDash val="solid"/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</p:grpSp>
        <p:sp>
          <p:nvSpPr>
            <p:cNvPr id="418" name="Freihandform: Form 417">
              <a:extLst>
                <a:ext uri="{FF2B5EF4-FFF2-40B4-BE49-F238E27FC236}">
                  <a16:creationId xmlns:a16="http://schemas.microsoft.com/office/drawing/2014/main" id="{71B7E26A-AB14-D3D0-AAE9-0BD13C32AE78}"/>
                </a:ext>
              </a:extLst>
            </p:cNvPr>
            <p:cNvSpPr/>
            <p:nvPr/>
          </p:nvSpPr>
          <p:spPr>
            <a:xfrm flipV="1">
              <a:off x="1746860" y="1813983"/>
              <a:ext cx="1169670" cy="313689"/>
            </a:xfrm>
            <a:custGeom>
              <a:avLst/>
              <a:gdLst>
                <a:gd name="csX0" fmla="*/ 0 w 1169670"/>
                <a:gd name="csY0" fmla="*/ 388620 h 388620"/>
                <a:gd name="csX1" fmla="*/ 674370 w 1169670"/>
                <a:gd name="csY1" fmla="*/ 80010 h 388620"/>
                <a:gd name="csX2" fmla="*/ 1169670 w 1169670"/>
                <a:gd name="csY2" fmla="*/ 0 h 38862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1169670" h="388620">
                  <a:moveTo>
                    <a:pt x="0" y="388620"/>
                  </a:moveTo>
                  <a:cubicBezTo>
                    <a:pt x="239712" y="266700"/>
                    <a:pt x="479425" y="144780"/>
                    <a:pt x="674370" y="80010"/>
                  </a:cubicBezTo>
                  <a:cubicBezTo>
                    <a:pt x="869315" y="15240"/>
                    <a:pt x="1019492" y="7620"/>
                    <a:pt x="1169670" y="0"/>
                  </a:cubicBezTo>
                </a:path>
              </a:pathLst>
            </a:custGeom>
            <a:noFill/>
            <a:ln w="9525" cap="rnd">
              <a:solidFill>
                <a:schemeClr val="accent3"/>
              </a:solidFill>
              <a:prstDash val="solid"/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19" name="Textfeld 418">
              <a:extLst>
                <a:ext uri="{FF2B5EF4-FFF2-40B4-BE49-F238E27FC236}">
                  <a16:creationId xmlns:a16="http://schemas.microsoft.com/office/drawing/2014/main" id="{B7655A57-6A38-791E-F7F1-3754340E315A}"/>
                </a:ext>
              </a:extLst>
            </p:cNvPr>
            <p:cNvSpPr txBox="1"/>
            <p:nvPr/>
          </p:nvSpPr>
          <p:spPr>
            <a:xfrm>
              <a:off x="2856374" y="1074656"/>
              <a:ext cx="544609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de-DE" sz="1400" dirty="0" err="1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e,f,g</a:t>
              </a:r>
              <a:endParaRPr lang="de-DE" sz="14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endParaRPr>
            </a:p>
          </p:txBody>
        </p:sp>
        <p:cxnSp>
          <p:nvCxnSpPr>
            <p:cNvPr id="423" name="Gerader Verbinder 422">
              <a:extLst>
                <a:ext uri="{FF2B5EF4-FFF2-40B4-BE49-F238E27FC236}">
                  <a16:creationId xmlns:a16="http://schemas.microsoft.com/office/drawing/2014/main" id="{8E556FD5-147C-BB55-AD3F-BA839A5EC2E0}"/>
                </a:ext>
              </a:extLst>
            </p:cNvPr>
            <p:cNvCxnSpPr>
              <a:cxnSpLocks/>
            </p:cNvCxnSpPr>
            <p:nvPr/>
          </p:nvCxnSpPr>
          <p:spPr>
            <a:xfrm>
              <a:off x="2857817" y="1131492"/>
              <a:ext cx="120015" cy="0"/>
            </a:xfrm>
            <a:prstGeom prst="line">
              <a:avLst/>
            </a:prstGeom>
            <a:ln w="12700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24" name="Freihandform: Form 423">
              <a:extLst>
                <a:ext uri="{FF2B5EF4-FFF2-40B4-BE49-F238E27FC236}">
                  <a16:creationId xmlns:a16="http://schemas.microsoft.com/office/drawing/2014/main" id="{A73E3C61-A89A-7678-550B-5C77268A6D64}"/>
                </a:ext>
              </a:extLst>
            </p:cNvPr>
            <p:cNvSpPr/>
            <p:nvPr/>
          </p:nvSpPr>
          <p:spPr>
            <a:xfrm flipV="1">
              <a:off x="2317537" y="1802050"/>
              <a:ext cx="598170" cy="169545"/>
            </a:xfrm>
            <a:custGeom>
              <a:avLst/>
              <a:gdLst>
                <a:gd name="csX0" fmla="*/ 0 w 598170"/>
                <a:gd name="csY0" fmla="*/ 169545 h 169545"/>
                <a:gd name="csX1" fmla="*/ 281940 w 598170"/>
                <a:gd name="csY1" fmla="*/ 40005 h 169545"/>
                <a:gd name="csX2" fmla="*/ 598170 w 598170"/>
                <a:gd name="csY2" fmla="*/ 0 h 16954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598170" h="169545">
                  <a:moveTo>
                    <a:pt x="0" y="169545"/>
                  </a:moveTo>
                  <a:cubicBezTo>
                    <a:pt x="91122" y="118904"/>
                    <a:pt x="182245" y="68263"/>
                    <a:pt x="281940" y="40005"/>
                  </a:cubicBezTo>
                  <a:cubicBezTo>
                    <a:pt x="381635" y="11747"/>
                    <a:pt x="489902" y="5873"/>
                    <a:pt x="598170" y="0"/>
                  </a:cubicBezTo>
                </a:path>
              </a:pathLst>
            </a:custGeom>
            <a:noFill/>
            <a:ln w="9525" cap="rnd">
              <a:solidFill>
                <a:schemeClr val="accent3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425" name="Gerade Verbindung mit Pfeil 424">
              <a:extLst>
                <a:ext uri="{FF2B5EF4-FFF2-40B4-BE49-F238E27FC236}">
                  <a16:creationId xmlns:a16="http://schemas.microsoft.com/office/drawing/2014/main" id="{98552E6F-F266-DCB9-3BA4-D5E9C00BB8FF}"/>
                </a:ext>
              </a:extLst>
            </p:cNvPr>
            <p:cNvCxnSpPr>
              <a:cxnSpLocks/>
            </p:cNvCxnSpPr>
            <p:nvPr/>
          </p:nvCxnSpPr>
          <p:spPr>
            <a:xfrm>
              <a:off x="2317287" y="1367193"/>
              <a:ext cx="0" cy="431590"/>
            </a:xfrm>
            <a:prstGeom prst="straightConnector1">
              <a:avLst/>
            </a:prstGeom>
            <a:ln w="9525" cap="rnd">
              <a:solidFill>
                <a:schemeClr val="accent3"/>
              </a:solidFill>
              <a:prstDash val="sysDash"/>
              <a:round/>
              <a:tailEnd type="none" w="med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07" name="Textfeld 406">
              <a:extLst>
                <a:ext uri="{FF2B5EF4-FFF2-40B4-BE49-F238E27FC236}">
                  <a16:creationId xmlns:a16="http://schemas.microsoft.com/office/drawing/2014/main" id="{0371C9B7-34BA-7803-8BC0-BC0EA29E8CB2}"/>
                </a:ext>
              </a:extLst>
            </p:cNvPr>
            <p:cNvSpPr txBox="1"/>
            <p:nvPr/>
          </p:nvSpPr>
          <p:spPr>
            <a:xfrm>
              <a:off x="2864788" y="1978503"/>
              <a:ext cx="426203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de-DE" sz="1400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b</a:t>
              </a:r>
            </a:p>
          </p:txBody>
        </p:sp>
        <p:cxnSp>
          <p:nvCxnSpPr>
            <p:cNvPr id="408" name="Gerader Verbinder 407">
              <a:extLst>
                <a:ext uri="{FF2B5EF4-FFF2-40B4-BE49-F238E27FC236}">
                  <a16:creationId xmlns:a16="http://schemas.microsoft.com/office/drawing/2014/main" id="{F36F5835-1E6A-3824-6650-93281A7476B2}"/>
                </a:ext>
              </a:extLst>
            </p:cNvPr>
            <p:cNvCxnSpPr>
              <a:cxnSpLocks/>
            </p:cNvCxnSpPr>
            <p:nvPr/>
          </p:nvCxnSpPr>
          <p:spPr>
            <a:xfrm>
              <a:off x="2856374" y="2126181"/>
              <a:ext cx="120015" cy="0"/>
            </a:xfrm>
            <a:prstGeom prst="line">
              <a:avLst/>
            </a:prstGeom>
            <a:ln w="12700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9" name="Gerader Verbinder 408">
              <a:extLst>
                <a:ext uri="{FF2B5EF4-FFF2-40B4-BE49-F238E27FC236}">
                  <a16:creationId xmlns:a16="http://schemas.microsoft.com/office/drawing/2014/main" id="{C5CFB440-39D5-45F7-A156-A3E08E2C01CF}"/>
                </a:ext>
              </a:extLst>
            </p:cNvPr>
            <p:cNvCxnSpPr>
              <a:cxnSpLocks/>
            </p:cNvCxnSpPr>
            <p:nvPr/>
          </p:nvCxnSpPr>
          <p:spPr>
            <a:xfrm>
              <a:off x="2856374" y="2282470"/>
              <a:ext cx="120015" cy="0"/>
            </a:xfrm>
            <a:prstGeom prst="line">
              <a:avLst/>
            </a:prstGeom>
            <a:ln w="12700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0" name="Gerader Verbinder 409">
              <a:extLst>
                <a:ext uri="{FF2B5EF4-FFF2-40B4-BE49-F238E27FC236}">
                  <a16:creationId xmlns:a16="http://schemas.microsoft.com/office/drawing/2014/main" id="{E6DAA906-3354-995D-FCF5-9E21736FF024}"/>
                </a:ext>
              </a:extLst>
            </p:cNvPr>
            <p:cNvCxnSpPr>
              <a:cxnSpLocks/>
            </p:cNvCxnSpPr>
            <p:nvPr/>
          </p:nvCxnSpPr>
          <p:spPr>
            <a:xfrm>
              <a:off x="2856374" y="1969892"/>
              <a:ext cx="120015" cy="0"/>
            </a:xfrm>
            <a:prstGeom prst="line">
              <a:avLst/>
            </a:prstGeom>
            <a:ln w="12700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1" name="Gerader Verbinder 410">
              <a:extLst>
                <a:ext uri="{FF2B5EF4-FFF2-40B4-BE49-F238E27FC236}">
                  <a16:creationId xmlns:a16="http://schemas.microsoft.com/office/drawing/2014/main" id="{6FE96814-8EBA-565A-D421-D6DC6F3C7F89}"/>
                </a:ext>
              </a:extLst>
            </p:cNvPr>
            <p:cNvCxnSpPr>
              <a:cxnSpLocks/>
            </p:cNvCxnSpPr>
            <p:nvPr/>
          </p:nvCxnSpPr>
          <p:spPr>
            <a:xfrm>
              <a:off x="2856374" y="1813603"/>
              <a:ext cx="120015" cy="0"/>
            </a:xfrm>
            <a:prstGeom prst="line">
              <a:avLst/>
            </a:prstGeom>
            <a:ln w="12700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12" name="Textfeld 411">
              <a:extLst>
                <a:ext uri="{FF2B5EF4-FFF2-40B4-BE49-F238E27FC236}">
                  <a16:creationId xmlns:a16="http://schemas.microsoft.com/office/drawing/2014/main" id="{ECD6B53C-64B9-2BF5-C747-E05C6F581825}"/>
                </a:ext>
              </a:extLst>
            </p:cNvPr>
            <p:cNvSpPr txBox="1"/>
            <p:nvPr/>
          </p:nvSpPr>
          <p:spPr>
            <a:xfrm>
              <a:off x="2871634" y="2119786"/>
              <a:ext cx="426203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de-DE" sz="1400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a</a:t>
              </a:r>
            </a:p>
          </p:txBody>
        </p:sp>
        <p:sp>
          <p:nvSpPr>
            <p:cNvPr id="413" name="Textfeld 412">
              <a:extLst>
                <a:ext uri="{FF2B5EF4-FFF2-40B4-BE49-F238E27FC236}">
                  <a16:creationId xmlns:a16="http://schemas.microsoft.com/office/drawing/2014/main" id="{1E4499FA-EB39-98A7-A846-4A3D989F9B41}"/>
                </a:ext>
              </a:extLst>
            </p:cNvPr>
            <p:cNvSpPr txBox="1"/>
            <p:nvPr/>
          </p:nvSpPr>
          <p:spPr>
            <a:xfrm>
              <a:off x="2864788" y="1809794"/>
              <a:ext cx="426203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de-DE" sz="1400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c</a:t>
              </a:r>
            </a:p>
          </p:txBody>
        </p:sp>
        <p:sp>
          <p:nvSpPr>
            <p:cNvPr id="414" name="Textfeld 413">
              <a:extLst>
                <a:ext uri="{FF2B5EF4-FFF2-40B4-BE49-F238E27FC236}">
                  <a16:creationId xmlns:a16="http://schemas.microsoft.com/office/drawing/2014/main" id="{672FDCA7-7837-DD38-B4AD-A6E4403DF9BD}"/>
                </a:ext>
              </a:extLst>
            </p:cNvPr>
            <p:cNvSpPr txBox="1"/>
            <p:nvPr/>
          </p:nvSpPr>
          <p:spPr>
            <a:xfrm>
              <a:off x="2863930" y="1644895"/>
              <a:ext cx="426203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de-DE" sz="1400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d</a:t>
              </a:r>
            </a:p>
          </p:txBody>
        </p:sp>
        <p:cxnSp>
          <p:nvCxnSpPr>
            <p:cNvPr id="41" name="Gerade Verbindung mit Pfeil 40">
              <a:extLst>
                <a:ext uri="{FF2B5EF4-FFF2-40B4-BE49-F238E27FC236}">
                  <a16:creationId xmlns:a16="http://schemas.microsoft.com/office/drawing/2014/main" id="{CDF0E43D-D292-F616-013A-2EDCE386F6A6}"/>
                </a:ext>
              </a:extLst>
            </p:cNvPr>
            <p:cNvCxnSpPr>
              <a:cxnSpLocks/>
              <a:endCxn id="418" idx="0"/>
            </p:cNvCxnSpPr>
            <p:nvPr/>
          </p:nvCxnSpPr>
          <p:spPr>
            <a:xfrm>
              <a:off x="638049" y="1813983"/>
              <a:ext cx="1108811" cy="0"/>
            </a:xfrm>
            <a:prstGeom prst="straightConnector1">
              <a:avLst/>
            </a:prstGeom>
            <a:ln w="9525" cap="rnd">
              <a:solidFill>
                <a:schemeClr val="bg1">
                  <a:lumMod val="50000"/>
                </a:schemeClr>
              </a:solidFill>
              <a:prstDash val="lgDash"/>
              <a:round/>
              <a:tailEnd type="none" w="med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Gerader Verbinder 206">
              <a:extLst>
                <a:ext uri="{FF2B5EF4-FFF2-40B4-BE49-F238E27FC236}">
                  <a16:creationId xmlns:a16="http://schemas.microsoft.com/office/drawing/2014/main" id="{55D0466C-2A30-32BE-1B15-4B853F6E2A61}"/>
                </a:ext>
              </a:extLst>
            </p:cNvPr>
            <p:cNvCxnSpPr>
              <a:cxnSpLocks/>
            </p:cNvCxnSpPr>
            <p:nvPr/>
          </p:nvCxnSpPr>
          <p:spPr>
            <a:xfrm>
              <a:off x="518034" y="1813423"/>
              <a:ext cx="120015" cy="0"/>
            </a:xfrm>
            <a:prstGeom prst="line">
              <a:avLst/>
            </a:prstGeom>
            <a:ln w="12700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Textfeld 39">
              <a:extLst>
                <a:ext uri="{FF2B5EF4-FFF2-40B4-BE49-F238E27FC236}">
                  <a16:creationId xmlns:a16="http://schemas.microsoft.com/office/drawing/2014/main" id="{F55A7BE8-6A4B-D732-5B05-1E0EFA3C37F9}"/>
                </a:ext>
              </a:extLst>
            </p:cNvPr>
            <p:cNvSpPr txBox="1"/>
            <p:nvPr/>
          </p:nvSpPr>
          <p:spPr>
            <a:xfrm>
              <a:off x="188387" y="1667075"/>
              <a:ext cx="426203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de-DE" sz="1400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1</a:t>
              </a:r>
            </a:p>
          </p:txBody>
        </p:sp>
        <p:sp>
          <p:nvSpPr>
            <p:cNvPr id="406" name="Freihandform: Form 405">
              <a:extLst>
                <a:ext uri="{FF2B5EF4-FFF2-40B4-BE49-F238E27FC236}">
                  <a16:creationId xmlns:a16="http://schemas.microsoft.com/office/drawing/2014/main" id="{0C0CEFA2-C6EA-D194-FDE7-EC24733CD352}"/>
                </a:ext>
              </a:extLst>
            </p:cNvPr>
            <p:cNvSpPr/>
            <p:nvPr/>
          </p:nvSpPr>
          <p:spPr>
            <a:xfrm flipH="1">
              <a:off x="574908" y="1130465"/>
              <a:ext cx="2343161" cy="1276684"/>
            </a:xfrm>
            <a:custGeom>
              <a:avLst/>
              <a:gdLst>
                <a:gd name="csX0" fmla="*/ 0 w 2291715"/>
                <a:gd name="csY0" fmla="*/ 0 h 1177290"/>
                <a:gd name="csX1" fmla="*/ 541020 w 2291715"/>
                <a:gd name="csY1" fmla="*/ 186690 h 1177290"/>
                <a:gd name="csX2" fmla="*/ 1668780 w 2291715"/>
                <a:gd name="csY2" fmla="*/ 1005840 h 1177290"/>
                <a:gd name="csX3" fmla="*/ 2291715 w 2291715"/>
                <a:gd name="csY3" fmla="*/ 1177290 h 117729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291715" h="1177290">
                  <a:moveTo>
                    <a:pt x="0" y="0"/>
                  </a:moveTo>
                  <a:cubicBezTo>
                    <a:pt x="131445" y="9525"/>
                    <a:pt x="262890" y="19050"/>
                    <a:pt x="541020" y="186690"/>
                  </a:cubicBezTo>
                  <a:cubicBezTo>
                    <a:pt x="819150" y="354330"/>
                    <a:pt x="1376998" y="840740"/>
                    <a:pt x="1668780" y="1005840"/>
                  </a:cubicBezTo>
                  <a:cubicBezTo>
                    <a:pt x="1960562" y="1170940"/>
                    <a:pt x="2126138" y="1174115"/>
                    <a:pt x="2291715" y="1177290"/>
                  </a:cubicBezTo>
                </a:path>
              </a:pathLst>
            </a:custGeom>
            <a:noFill/>
            <a:ln w="9525" cap="rnd">
              <a:solidFill>
                <a:schemeClr val="accent3"/>
              </a:solidFill>
              <a:prstDash val="solid"/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grpSp>
          <p:nvGrpSpPr>
            <p:cNvPr id="205" name="Gruppieren 204">
              <a:extLst>
                <a:ext uri="{FF2B5EF4-FFF2-40B4-BE49-F238E27FC236}">
                  <a16:creationId xmlns:a16="http://schemas.microsoft.com/office/drawing/2014/main" id="{EAFA9329-B9B2-52CF-F7F0-83D28F5CEF90}"/>
                </a:ext>
              </a:extLst>
            </p:cNvPr>
            <p:cNvGrpSpPr/>
            <p:nvPr/>
          </p:nvGrpSpPr>
          <p:grpSpPr>
            <a:xfrm>
              <a:off x="302730" y="549870"/>
              <a:ext cx="3038583" cy="2269512"/>
              <a:chOff x="408423" y="533816"/>
              <a:chExt cx="2739991" cy="2125143"/>
            </a:xfrm>
          </p:grpSpPr>
          <p:cxnSp>
            <p:nvCxnSpPr>
              <p:cNvPr id="141" name="Gerade Verbindung mit Pfeil 140">
                <a:extLst>
                  <a:ext uri="{FF2B5EF4-FFF2-40B4-BE49-F238E27FC236}">
                    <a16:creationId xmlns:a16="http://schemas.microsoft.com/office/drawing/2014/main" id="{94C4AC4C-5C82-D855-C949-8FF8384B38B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6336" y="2289263"/>
                <a:ext cx="2303362" cy="0"/>
              </a:xfrm>
              <a:prstGeom prst="straightConnector1">
                <a:avLst/>
              </a:prstGeom>
              <a:ln w="19050" cap="rnd">
                <a:solidFill>
                  <a:schemeClr val="tx1"/>
                </a:solidFill>
                <a:round/>
                <a:tailEnd type="stealth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2" name="Gerade Verbindung mit Pfeil 141">
                <a:extLst>
                  <a:ext uri="{FF2B5EF4-FFF2-40B4-BE49-F238E27FC236}">
                    <a16:creationId xmlns:a16="http://schemas.microsoft.com/office/drawing/2014/main" id="{52B2D794-3D91-912C-A4CF-8701FDB973C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56336" y="882276"/>
                <a:ext cx="0" cy="1406987"/>
              </a:xfrm>
              <a:prstGeom prst="straightConnector1">
                <a:avLst/>
              </a:prstGeom>
              <a:ln w="19050" cap="rnd">
                <a:solidFill>
                  <a:schemeClr val="tx1"/>
                </a:solidFill>
                <a:round/>
                <a:tailEnd type="stealth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6" name="Textfeld 195">
                <a:extLst>
                  <a:ext uri="{FF2B5EF4-FFF2-40B4-BE49-F238E27FC236}">
                    <a16:creationId xmlns:a16="http://schemas.microsoft.com/office/drawing/2014/main" id="{82FEBB4D-7DAE-2794-49F4-6789465953E3}"/>
                  </a:ext>
                </a:extLst>
              </p:cNvPr>
              <p:cNvSpPr txBox="1"/>
              <p:nvPr/>
            </p:nvSpPr>
            <p:spPr>
              <a:xfrm>
                <a:off x="2764093" y="2341941"/>
                <a:ext cx="384321" cy="317018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de-DE" sz="1600" i="1" dirty="0"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x</a:t>
                </a:r>
              </a:p>
            </p:txBody>
          </p:sp>
          <p:sp>
            <p:nvSpPr>
              <p:cNvPr id="193" name="Textfeld 192">
                <a:extLst>
                  <a:ext uri="{FF2B5EF4-FFF2-40B4-BE49-F238E27FC236}">
                    <a16:creationId xmlns:a16="http://schemas.microsoft.com/office/drawing/2014/main" id="{C03535AF-886D-7996-CE6E-C9B242225B59}"/>
                  </a:ext>
                </a:extLst>
              </p:cNvPr>
              <p:cNvSpPr txBox="1"/>
              <p:nvPr/>
            </p:nvSpPr>
            <p:spPr>
              <a:xfrm>
                <a:off x="408423" y="533816"/>
                <a:ext cx="516569" cy="317018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de-DE" sz="1600" dirty="0"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Ma</a:t>
                </a:r>
                <a:endParaRPr lang="de-DE" sz="1600" baseline="-25000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98846999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C29D14-840C-C4A0-73D6-6F23AEDB82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7" name="Gruppieren 186">
            <a:extLst>
              <a:ext uri="{FF2B5EF4-FFF2-40B4-BE49-F238E27FC236}">
                <a16:creationId xmlns:a16="http://schemas.microsoft.com/office/drawing/2014/main" id="{008349E9-F199-8639-B1CD-36276631469B}"/>
              </a:ext>
            </a:extLst>
          </p:cNvPr>
          <p:cNvGrpSpPr/>
          <p:nvPr/>
        </p:nvGrpSpPr>
        <p:grpSpPr>
          <a:xfrm>
            <a:off x="300519" y="679835"/>
            <a:ext cx="2855152" cy="2134723"/>
            <a:chOff x="403965" y="705517"/>
            <a:chExt cx="2855152" cy="2134723"/>
          </a:xfrm>
        </p:grpSpPr>
        <p:grpSp>
          <p:nvGrpSpPr>
            <p:cNvPr id="7" name="Gruppieren 6">
              <a:extLst>
                <a:ext uri="{FF2B5EF4-FFF2-40B4-BE49-F238E27FC236}">
                  <a16:creationId xmlns:a16="http://schemas.microsoft.com/office/drawing/2014/main" id="{412911B8-C596-2F44-B5AE-BCD31F1AD3AF}"/>
                </a:ext>
              </a:extLst>
            </p:cNvPr>
            <p:cNvGrpSpPr/>
            <p:nvPr/>
          </p:nvGrpSpPr>
          <p:grpSpPr>
            <a:xfrm>
              <a:off x="637646" y="1258398"/>
              <a:ext cx="2397950" cy="1032822"/>
              <a:chOff x="601250" y="675938"/>
              <a:chExt cx="2397950" cy="1032822"/>
            </a:xfrm>
          </p:grpSpPr>
          <p:sp>
            <p:nvSpPr>
              <p:cNvPr id="2" name="Freihandform: Form 1">
                <a:extLst>
                  <a:ext uri="{FF2B5EF4-FFF2-40B4-BE49-F238E27FC236}">
                    <a16:creationId xmlns:a16="http://schemas.microsoft.com/office/drawing/2014/main" id="{AB5935F7-0A71-BBA5-56FE-08C5B664BD5F}"/>
                  </a:ext>
                </a:extLst>
              </p:cNvPr>
              <p:cNvSpPr/>
              <p:nvPr/>
            </p:nvSpPr>
            <p:spPr>
              <a:xfrm>
                <a:off x="601250" y="675939"/>
                <a:ext cx="1198976" cy="257251"/>
              </a:xfrm>
              <a:custGeom>
                <a:avLst/>
                <a:gdLst>
                  <a:gd name="csX0" fmla="*/ 0 w 1155526"/>
                  <a:gd name="csY0" fmla="*/ 466 h 485850"/>
                  <a:gd name="csX1" fmla="*/ 338203 w 1155526"/>
                  <a:gd name="csY1" fmla="*/ 66228 h 485850"/>
                  <a:gd name="csX2" fmla="*/ 814192 w 1155526"/>
                  <a:gd name="csY2" fmla="*/ 413825 h 485850"/>
                  <a:gd name="csX3" fmla="*/ 1155526 w 1155526"/>
                  <a:gd name="csY3" fmla="*/ 485850 h 4858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155526" h="485850">
                    <a:moveTo>
                      <a:pt x="0" y="466"/>
                    </a:moveTo>
                    <a:cubicBezTo>
                      <a:pt x="101252" y="-1100"/>
                      <a:pt x="202504" y="-2665"/>
                      <a:pt x="338203" y="66228"/>
                    </a:cubicBezTo>
                    <a:cubicBezTo>
                      <a:pt x="473902" y="135121"/>
                      <a:pt x="677972" y="343888"/>
                      <a:pt x="814192" y="413825"/>
                    </a:cubicBezTo>
                    <a:cubicBezTo>
                      <a:pt x="950412" y="483762"/>
                      <a:pt x="1052969" y="484806"/>
                      <a:pt x="1155526" y="485850"/>
                    </a:cubicBezTo>
                  </a:path>
                </a:pathLst>
              </a:custGeom>
              <a:noFill/>
              <a:ln w="19050" cap="rnd"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3" name="Freihandform: Form 2">
                <a:extLst>
                  <a:ext uri="{FF2B5EF4-FFF2-40B4-BE49-F238E27FC236}">
                    <a16:creationId xmlns:a16="http://schemas.microsoft.com/office/drawing/2014/main" id="{5B35A05B-FEA5-F1FF-914E-473308591CBA}"/>
                  </a:ext>
                </a:extLst>
              </p:cNvPr>
              <p:cNvSpPr/>
              <p:nvPr/>
            </p:nvSpPr>
            <p:spPr>
              <a:xfrm flipH="1">
                <a:off x="1800224" y="675938"/>
                <a:ext cx="1198976" cy="257251"/>
              </a:xfrm>
              <a:custGeom>
                <a:avLst/>
                <a:gdLst>
                  <a:gd name="csX0" fmla="*/ 0 w 1155526"/>
                  <a:gd name="csY0" fmla="*/ 466 h 485850"/>
                  <a:gd name="csX1" fmla="*/ 338203 w 1155526"/>
                  <a:gd name="csY1" fmla="*/ 66228 h 485850"/>
                  <a:gd name="csX2" fmla="*/ 814192 w 1155526"/>
                  <a:gd name="csY2" fmla="*/ 413825 h 485850"/>
                  <a:gd name="csX3" fmla="*/ 1155526 w 1155526"/>
                  <a:gd name="csY3" fmla="*/ 485850 h 4858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155526" h="485850">
                    <a:moveTo>
                      <a:pt x="0" y="466"/>
                    </a:moveTo>
                    <a:cubicBezTo>
                      <a:pt x="101252" y="-1100"/>
                      <a:pt x="202504" y="-2665"/>
                      <a:pt x="338203" y="66228"/>
                    </a:cubicBezTo>
                    <a:cubicBezTo>
                      <a:pt x="473902" y="135121"/>
                      <a:pt x="677972" y="343888"/>
                      <a:pt x="814192" y="413825"/>
                    </a:cubicBezTo>
                    <a:cubicBezTo>
                      <a:pt x="950412" y="483762"/>
                      <a:pt x="1052969" y="484806"/>
                      <a:pt x="1155526" y="485850"/>
                    </a:cubicBezTo>
                  </a:path>
                </a:pathLst>
              </a:custGeom>
              <a:noFill/>
              <a:ln w="19050" cap="rnd"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5" name="Freihandform: Form 4">
                <a:extLst>
                  <a:ext uri="{FF2B5EF4-FFF2-40B4-BE49-F238E27FC236}">
                    <a16:creationId xmlns:a16="http://schemas.microsoft.com/office/drawing/2014/main" id="{E5D276F7-CBA1-BBE4-2446-2E8A9DCD8B67}"/>
                  </a:ext>
                </a:extLst>
              </p:cNvPr>
              <p:cNvSpPr/>
              <p:nvPr/>
            </p:nvSpPr>
            <p:spPr>
              <a:xfrm flipV="1">
                <a:off x="601250" y="1451509"/>
                <a:ext cx="1198976" cy="257251"/>
              </a:xfrm>
              <a:custGeom>
                <a:avLst/>
                <a:gdLst>
                  <a:gd name="csX0" fmla="*/ 0 w 1155526"/>
                  <a:gd name="csY0" fmla="*/ 466 h 485850"/>
                  <a:gd name="csX1" fmla="*/ 338203 w 1155526"/>
                  <a:gd name="csY1" fmla="*/ 66228 h 485850"/>
                  <a:gd name="csX2" fmla="*/ 814192 w 1155526"/>
                  <a:gd name="csY2" fmla="*/ 413825 h 485850"/>
                  <a:gd name="csX3" fmla="*/ 1155526 w 1155526"/>
                  <a:gd name="csY3" fmla="*/ 485850 h 4858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155526" h="485850">
                    <a:moveTo>
                      <a:pt x="0" y="466"/>
                    </a:moveTo>
                    <a:cubicBezTo>
                      <a:pt x="101252" y="-1100"/>
                      <a:pt x="202504" y="-2665"/>
                      <a:pt x="338203" y="66228"/>
                    </a:cubicBezTo>
                    <a:cubicBezTo>
                      <a:pt x="473902" y="135121"/>
                      <a:pt x="677972" y="343888"/>
                      <a:pt x="814192" y="413825"/>
                    </a:cubicBezTo>
                    <a:cubicBezTo>
                      <a:pt x="950412" y="483762"/>
                      <a:pt x="1052969" y="484806"/>
                      <a:pt x="1155526" y="485850"/>
                    </a:cubicBezTo>
                  </a:path>
                </a:pathLst>
              </a:custGeom>
              <a:noFill/>
              <a:ln w="19050" cap="rnd"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6" name="Freihandform: Form 5">
                <a:extLst>
                  <a:ext uri="{FF2B5EF4-FFF2-40B4-BE49-F238E27FC236}">
                    <a16:creationId xmlns:a16="http://schemas.microsoft.com/office/drawing/2014/main" id="{A03FAEEA-A6B4-AC67-EAEE-1D53A21BBB2D}"/>
                  </a:ext>
                </a:extLst>
              </p:cNvPr>
              <p:cNvSpPr/>
              <p:nvPr/>
            </p:nvSpPr>
            <p:spPr>
              <a:xfrm flipH="1" flipV="1">
                <a:off x="1800224" y="1451508"/>
                <a:ext cx="1198976" cy="257251"/>
              </a:xfrm>
              <a:custGeom>
                <a:avLst/>
                <a:gdLst>
                  <a:gd name="csX0" fmla="*/ 0 w 1155526"/>
                  <a:gd name="csY0" fmla="*/ 466 h 485850"/>
                  <a:gd name="csX1" fmla="*/ 338203 w 1155526"/>
                  <a:gd name="csY1" fmla="*/ 66228 h 485850"/>
                  <a:gd name="csX2" fmla="*/ 814192 w 1155526"/>
                  <a:gd name="csY2" fmla="*/ 413825 h 485850"/>
                  <a:gd name="csX3" fmla="*/ 1155526 w 1155526"/>
                  <a:gd name="csY3" fmla="*/ 485850 h 4858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155526" h="485850">
                    <a:moveTo>
                      <a:pt x="0" y="466"/>
                    </a:moveTo>
                    <a:cubicBezTo>
                      <a:pt x="101252" y="-1100"/>
                      <a:pt x="202504" y="-2665"/>
                      <a:pt x="338203" y="66228"/>
                    </a:cubicBezTo>
                    <a:cubicBezTo>
                      <a:pt x="473902" y="135121"/>
                      <a:pt x="677972" y="343888"/>
                      <a:pt x="814192" y="413825"/>
                    </a:cubicBezTo>
                    <a:cubicBezTo>
                      <a:pt x="950412" y="483762"/>
                      <a:pt x="1052969" y="484806"/>
                      <a:pt x="1155526" y="485850"/>
                    </a:cubicBezTo>
                  </a:path>
                </a:pathLst>
              </a:custGeom>
              <a:noFill/>
              <a:ln w="19050" cap="rnd"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</p:grpSp>
        <p:grpSp>
          <p:nvGrpSpPr>
            <p:cNvPr id="143" name="Gruppieren 142">
              <a:extLst>
                <a:ext uri="{FF2B5EF4-FFF2-40B4-BE49-F238E27FC236}">
                  <a16:creationId xmlns:a16="http://schemas.microsoft.com/office/drawing/2014/main" id="{53BCA16B-B6A9-581B-436E-A8AD42CC1735}"/>
                </a:ext>
              </a:extLst>
            </p:cNvPr>
            <p:cNvGrpSpPr/>
            <p:nvPr/>
          </p:nvGrpSpPr>
          <p:grpSpPr>
            <a:xfrm>
              <a:off x="492932" y="705517"/>
              <a:ext cx="2687379" cy="806123"/>
              <a:chOff x="450422" y="123057"/>
              <a:chExt cx="2687379" cy="806123"/>
            </a:xfrm>
          </p:grpSpPr>
          <p:cxnSp>
            <p:nvCxnSpPr>
              <p:cNvPr id="9" name="Gerader Verbinder 8">
                <a:extLst>
                  <a:ext uri="{FF2B5EF4-FFF2-40B4-BE49-F238E27FC236}">
                    <a16:creationId xmlns:a16="http://schemas.microsoft.com/office/drawing/2014/main" id="{724AC858-DF3D-896F-C400-C67AD1D1526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21646" y="123057"/>
                <a:ext cx="75443" cy="75443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Gerader Verbinder 9">
                <a:extLst>
                  <a:ext uri="{FF2B5EF4-FFF2-40B4-BE49-F238E27FC236}">
                    <a16:creationId xmlns:a16="http://schemas.microsoft.com/office/drawing/2014/main" id="{788C6F02-1960-07C3-DCCD-867DDE4A4DC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7648" y="123057"/>
                <a:ext cx="153361" cy="153360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Gerader Verbinder 10">
                <a:extLst>
                  <a:ext uri="{FF2B5EF4-FFF2-40B4-BE49-F238E27FC236}">
                    <a16:creationId xmlns:a16="http://schemas.microsoft.com/office/drawing/2014/main" id="{3A95E34B-3558-0A2B-69FA-0A7A254BEA5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8413" y="123057"/>
                <a:ext cx="226516" cy="226515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Gerader Verbinder 11">
                <a:extLst>
                  <a:ext uri="{FF2B5EF4-FFF2-40B4-BE49-F238E27FC236}">
                    <a16:creationId xmlns:a16="http://schemas.microsoft.com/office/drawing/2014/main" id="{631BFFB7-E7DE-0E75-3C55-3047FD6FD0F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4416" y="123057"/>
                <a:ext cx="304433" cy="304433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Gerader Verbinder 12">
                <a:extLst>
                  <a:ext uri="{FF2B5EF4-FFF2-40B4-BE49-F238E27FC236}">
                    <a16:creationId xmlns:a16="http://schemas.microsoft.com/office/drawing/2014/main" id="{A4E1E254-512B-AFD3-290A-667EA7C6765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4907" y="123057"/>
                <a:ext cx="377862" cy="377861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Gerader Verbinder 13">
                <a:extLst>
                  <a:ext uri="{FF2B5EF4-FFF2-40B4-BE49-F238E27FC236}">
                    <a16:creationId xmlns:a16="http://schemas.microsoft.com/office/drawing/2014/main" id="{D643C4C3-32B6-D89D-DAF1-B86F2A831FC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3473" y="123057"/>
                <a:ext cx="453216" cy="453216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Gerader Verbinder 14">
                <a:extLst>
                  <a:ext uri="{FF2B5EF4-FFF2-40B4-BE49-F238E27FC236}">
                    <a16:creationId xmlns:a16="http://schemas.microsoft.com/office/drawing/2014/main" id="{26E502C7-E0F6-5709-56B9-C17F2536936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3177" y="123057"/>
                <a:ext cx="527432" cy="527431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Gerader Verbinder 15">
                <a:extLst>
                  <a:ext uri="{FF2B5EF4-FFF2-40B4-BE49-F238E27FC236}">
                    <a16:creationId xmlns:a16="http://schemas.microsoft.com/office/drawing/2014/main" id="{57A16E78-B418-31F2-297D-DC00ADE95B53}"/>
                  </a:ext>
                </a:extLst>
              </p:cNvPr>
              <p:cNvCxnSpPr>
                <a:cxnSpLocks/>
              </p:cNvCxnSpPr>
              <p:nvPr/>
            </p:nvCxnSpPr>
            <p:spPr>
              <a:xfrm rot="18900000">
                <a:off x="450422" y="398139"/>
                <a:ext cx="778049" cy="0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Gerader Verbinder 16">
                <a:extLst>
                  <a:ext uri="{FF2B5EF4-FFF2-40B4-BE49-F238E27FC236}">
                    <a16:creationId xmlns:a16="http://schemas.microsoft.com/office/drawing/2014/main" id="{CF839F15-838B-A791-271D-04E09B9F967A}"/>
                  </a:ext>
                </a:extLst>
              </p:cNvPr>
              <p:cNvCxnSpPr>
                <a:cxnSpLocks/>
              </p:cNvCxnSpPr>
              <p:nvPr/>
            </p:nvCxnSpPr>
            <p:spPr>
              <a:xfrm rot="18900000">
                <a:off x="524342" y="398139"/>
                <a:ext cx="778049" cy="0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Gerader Verbinder 17">
                <a:extLst>
                  <a:ext uri="{FF2B5EF4-FFF2-40B4-BE49-F238E27FC236}">
                    <a16:creationId xmlns:a16="http://schemas.microsoft.com/office/drawing/2014/main" id="{E1BB0085-9B8F-8D28-B961-77AABD7D95F3}"/>
                  </a:ext>
                </a:extLst>
              </p:cNvPr>
              <p:cNvCxnSpPr>
                <a:cxnSpLocks/>
              </p:cNvCxnSpPr>
              <p:nvPr/>
            </p:nvCxnSpPr>
            <p:spPr>
              <a:xfrm rot="18900000">
                <a:off x="598262" y="398139"/>
                <a:ext cx="778049" cy="0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Gerader Verbinder 18">
                <a:extLst>
                  <a:ext uri="{FF2B5EF4-FFF2-40B4-BE49-F238E27FC236}">
                    <a16:creationId xmlns:a16="http://schemas.microsoft.com/office/drawing/2014/main" id="{7CD1F789-8394-C9DF-0C81-835A04A53026}"/>
                  </a:ext>
                </a:extLst>
              </p:cNvPr>
              <p:cNvCxnSpPr>
                <a:cxnSpLocks/>
              </p:cNvCxnSpPr>
              <p:nvPr/>
            </p:nvCxnSpPr>
            <p:spPr>
              <a:xfrm rot="18900000">
                <a:off x="672182" y="398139"/>
                <a:ext cx="778049" cy="0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Gerader Verbinder 19">
                <a:extLst>
                  <a:ext uri="{FF2B5EF4-FFF2-40B4-BE49-F238E27FC236}">
                    <a16:creationId xmlns:a16="http://schemas.microsoft.com/office/drawing/2014/main" id="{84FBDD25-9257-2499-D6E0-28EC00CEE82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46643" y="123057"/>
                <a:ext cx="563566" cy="563566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Gerader Verbinder 20">
                <a:extLst>
                  <a:ext uri="{FF2B5EF4-FFF2-40B4-BE49-F238E27FC236}">
                    <a16:creationId xmlns:a16="http://schemas.microsoft.com/office/drawing/2014/main" id="{A2C553AB-93F0-E992-9C2B-5E7C3A7213D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05510" y="123057"/>
                <a:ext cx="578619" cy="578619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Gerader Verbinder 21">
                <a:extLst>
                  <a:ext uri="{FF2B5EF4-FFF2-40B4-BE49-F238E27FC236}">
                    <a16:creationId xmlns:a16="http://schemas.microsoft.com/office/drawing/2014/main" id="{2865DD51-BE77-12C1-D81B-EE197D1CB41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65330" y="123057"/>
                <a:ext cx="592719" cy="592718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Gerader Verbinder 22">
                <a:extLst>
                  <a:ext uri="{FF2B5EF4-FFF2-40B4-BE49-F238E27FC236}">
                    <a16:creationId xmlns:a16="http://schemas.microsoft.com/office/drawing/2014/main" id="{1C235325-3F0A-2366-0D36-769A8E409C7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22292" y="123057"/>
                <a:ext cx="609677" cy="609676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Gerader Verbinder 23">
                <a:extLst>
                  <a:ext uri="{FF2B5EF4-FFF2-40B4-BE49-F238E27FC236}">
                    <a16:creationId xmlns:a16="http://schemas.microsoft.com/office/drawing/2014/main" id="{CD4E5B88-56C6-E692-8A3E-C21F1ED2416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77553" y="123057"/>
                <a:ext cx="628336" cy="628335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Gerader Verbinder 24">
                <a:extLst>
                  <a:ext uri="{FF2B5EF4-FFF2-40B4-BE49-F238E27FC236}">
                    <a16:creationId xmlns:a16="http://schemas.microsoft.com/office/drawing/2014/main" id="{ED0C9565-5115-5D9A-3321-F786C54DEC4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28353" y="123057"/>
                <a:ext cx="651456" cy="651455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Gerader Verbinder 25">
                <a:extLst>
                  <a:ext uri="{FF2B5EF4-FFF2-40B4-BE49-F238E27FC236}">
                    <a16:creationId xmlns:a16="http://schemas.microsoft.com/office/drawing/2014/main" id="{D8DC51F0-B7D5-AAD9-7413-DC33E71745C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82567" y="123057"/>
                <a:ext cx="671162" cy="671162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Gerader Verbinder 26">
                <a:extLst>
                  <a:ext uri="{FF2B5EF4-FFF2-40B4-BE49-F238E27FC236}">
                    <a16:creationId xmlns:a16="http://schemas.microsoft.com/office/drawing/2014/main" id="{B2379D6E-4638-4577-9B7E-C443745E076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235402" y="123057"/>
                <a:ext cx="692247" cy="692246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Gerader Verbinder 27">
                <a:extLst>
                  <a:ext uri="{FF2B5EF4-FFF2-40B4-BE49-F238E27FC236}">
                    <a16:creationId xmlns:a16="http://schemas.microsoft.com/office/drawing/2014/main" id="{3CA50600-07D2-9B78-7665-5085FABF834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288294" y="123057"/>
                <a:ext cx="713275" cy="713274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Gerader Verbinder 28">
                <a:extLst>
                  <a:ext uri="{FF2B5EF4-FFF2-40B4-BE49-F238E27FC236}">
                    <a16:creationId xmlns:a16="http://schemas.microsoft.com/office/drawing/2014/main" id="{E8815134-399F-671D-7346-C257C21C4E4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341207" y="123057"/>
                <a:ext cx="734282" cy="734281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Gerader Verbinder 29">
                <a:extLst>
                  <a:ext uri="{FF2B5EF4-FFF2-40B4-BE49-F238E27FC236}">
                    <a16:creationId xmlns:a16="http://schemas.microsoft.com/office/drawing/2014/main" id="{F6989871-2F77-02A7-5A6E-738C2AA250B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396265" y="123057"/>
                <a:ext cx="753144" cy="753143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Gerader Verbinder 30">
                <a:extLst>
                  <a:ext uri="{FF2B5EF4-FFF2-40B4-BE49-F238E27FC236}">
                    <a16:creationId xmlns:a16="http://schemas.microsoft.com/office/drawing/2014/main" id="{7F5FAD62-E114-4844-250A-01DA2CADF66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453228" y="123057"/>
                <a:ext cx="770101" cy="770101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Gerader Verbinder 31">
                <a:extLst>
                  <a:ext uri="{FF2B5EF4-FFF2-40B4-BE49-F238E27FC236}">
                    <a16:creationId xmlns:a16="http://schemas.microsoft.com/office/drawing/2014/main" id="{CD1A407C-E1D3-4175-CA7A-35421633C2A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514953" y="123057"/>
                <a:ext cx="782296" cy="782296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Gerader Verbinder 32">
                <a:extLst>
                  <a:ext uri="{FF2B5EF4-FFF2-40B4-BE49-F238E27FC236}">
                    <a16:creationId xmlns:a16="http://schemas.microsoft.com/office/drawing/2014/main" id="{7453483C-E050-117E-8214-A3998C59027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579535" y="123057"/>
                <a:ext cx="791634" cy="791633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Gerader Verbinder 33">
                <a:extLst>
                  <a:ext uri="{FF2B5EF4-FFF2-40B4-BE49-F238E27FC236}">
                    <a16:creationId xmlns:a16="http://schemas.microsoft.com/office/drawing/2014/main" id="{07E49B42-2B95-0BA3-F550-4B7CA09CE0B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42212" y="123057"/>
                <a:ext cx="802877" cy="802876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Gerader Verbinder 34">
                <a:extLst>
                  <a:ext uri="{FF2B5EF4-FFF2-40B4-BE49-F238E27FC236}">
                    <a16:creationId xmlns:a16="http://schemas.microsoft.com/office/drawing/2014/main" id="{A0A2AC74-E34B-5C62-8D7F-B55DDC39EF8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716321" y="123057"/>
                <a:ext cx="802688" cy="802688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Gerader Verbinder 35">
                <a:extLst>
                  <a:ext uri="{FF2B5EF4-FFF2-40B4-BE49-F238E27FC236}">
                    <a16:creationId xmlns:a16="http://schemas.microsoft.com/office/drawing/2014/main" id="{97C8F0B1-6CBB-5648-B3E5-A7EA1C289A5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789475" y="123057"/>
                <a:ext cx="803454" cy="803453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Gerader Verbinder 36">
                <a:extLst>
                  <a:ext uri="{FF2B5EF4-FFF2-40B4-BE49-F238E27FC236}">
                    <a16:creationId xmlns:a16="http://schemas.microsoft.com/office/drawing/2014/main" id="{7689FE72-4501-2D04-71E1-D875733E1CD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60725" y="123057"/>
                <a:ext cx="806124" cy="806123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Gerader Verbinder 37">
                <a:extLst>
                  <a:ext uri="{FF2B5EF4-FFF2-40B4-BE49-F238E27FC236}">
                    <a16:creationId xmlns:a16="http://schemas.microsoft.com/office/drawing/2014/main" id="{6D6AC3CA-4E18-4259-9B3F-28EC1551D92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936738" y="123057"/>
                <a:ext cx="804031" cy="804031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Gerader Verbinder 38">
                <a:extLst>
                  <a:ext uri="{FF2B5EF4-FFF2-40B4-BE49-F238E27FC236}">
                    <a16:creationId xmlns:a16="http://schemas.microsoft.com/office/drawing/2014/main" id="{D414F2BB-E1FF-43D0-0DDB-E428C2F0FC3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016560" y="123057"/>
                <a:ext cx="798129" cy="798129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Gerader Verbinder 39">
                <a:extLst>
                  <a:ext uri="{FF2B5EF4-FFF2-40B4-BE49-F238E27FC236}">
                    <a16:creationId xmlns:a16="http://schemas.microsoft.com/office/drawing/2014/main" id="{8EAFF279-AA00-4257-022B-C5CB7FC00CF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106860" y="123057"/>
                <a:ext cx="781749" cy="781748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Gerader Verbinder 40">
                <a:extLst>
                  <a:ext uri="{FF2B5EF4-FFF2-40B4-BE49-F238E27FC236}">
                    <a16:creationId xmlns:a16="http://schemas.microsoft.com/office/drawing/2014/main" id="{7A184DB2-5403-393E-EE6D-764B5D502DF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214305" y="123057"/>
                <a:ext cx="748224" cy="748223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Gerader Verbinder 41">
                <a:extLst>
                  <a:ext uri="{FF2B5EF4-FFF2-40B4-BE49-F238E27FC236}">
                    <a16:creationId xmlns:a16="http://schemas.microsoft.com/office/drawing/2014/main" id="{D2B8C7E6-80FB-EAB0-73BE-3907A4FFA3A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331720" y="123057"/>
                <a:ext cx="704729" cy="704728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Gerader Verbinder 42">
                <a:extLst>
                  <a:ext uri="{FF2B5EF4-FFF2-40B4-BE49-F238E27FC236}">
                    <a16:creationId xmlns:a16="http://schemas.microsoft.com/office/drawing/2014/main" id="{74646D53-323A-DD65-0D30-8D275D0D466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453640" y="123057"/>
                <a:ext cx="656729" cy="656728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Gerader Verbinder 43">
                <a:extLst>
                  <a:ext uri="{FF2B5EF4-FFF2-40B4-BE49-F238E27FC236}">
                    <a16:creationId xmlns:a16="http://schemas.microsoft.com/office/drawing/2014/main" id="{48743FE8-E7DF-F777-D5B8-222C4195083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573920" y="169545"/>
                <a:ext cx="563881" cy="563880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Gerader Verbinder 44">
                <a:extLst>
                  <a:ext uri="{FF2B5EF4-FFF2-40B4-BE49-F238E27FC236}">
                    <a16:creationId xmlns:a16="http://schemas.microsoft.com/office/drawing/2014/main" id="{B12D5E92-9817-0B06-582D-4F7685ECD74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678320" y="245745"/>
                <a:ext cx="457201" cy="457200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Gerader Verbinder 45">
                <a:extLst>
                  <a:ext uri="{FF2B5EF4-FFF2-40B4-BE49-F238E27FC236}">
                    <a16:creationId xmlns:a16="http://schemas.microsoft.com/office/drawing/2014/main" id="{22FB61C9-3736-737E-0F57-045E5A91396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771290" y="327176"/>
                <a:ext cx="356720" cy="356719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Gerader Verbinder 46">
                <a:extLst>
                  <a:ext uri="{FF2B5EF4-FFF2-40B4-BE49-F238E27FC236}">
                    <a16:creationId xmlns:a16="http://schemas.microsoft.com/office/drawing/2014/main" id="{849E2D84-DFD6-E66C-1EF5-3C18A7AE26D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855885" y="399620"/>
                <a:ext cx="273600" cy="273601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Gerader Verbinder 47">
                <a:extLst>
                  <a:ext uri="{FF2B5EF4-FFF2-40B4-BE49-F238E27FC236}">
                    <a16:creationId xmlns:a16="http://schemas.microsoft.com/office/drawing/2014/main" id="{B84CC55A-77AD-C6D8-4776-1D6537AF5AE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929805" y="472775"/>
                <a:ext cx="200445" cy="200446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Gerader Verbinder 48">
                <a:extLst>
                  <a:ext uri="{FF2B5EF4-FFF2-40B4-BE49-F238E27FC236}">
                    <a16:creationId xmlns:a16="http://schemas.microsoft.com/office/drawing/2014/main" id="{5EF07C45-373B-01A3-C657-FF961C6A78E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003725" y="544978"/>
                <a:ext cx="128243" cy="128243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44" name="Gruppieren 143">
              <a:extLst>
                <a:ext uri="{FF2B5EF4-FFF2-40B4-BE49-F238E27FC236}">
                  <a16:creationId xmlns:a16="http://schemas.microsoft.com/office/drawing/2014/main" id="{5F4514EA-CC8B-522A-9CBE-B7A6D719015F}"/>
                </a:ext>
              </a:extLst>
            </p:cNvPr>
            <p:cNvGrpSpPr/>
            <p:nvPr/>
          </p:nvGrpSpPr>
          <p:grpSpPr>
            <a:xfrm rot="10800000">
              <a:off x="492932" y="2034117"/>
              <a:ext cx="2687379" cy="806123"/>
              <a:chOff x="450422" y="123057"/>
              <a:chExt cx="2687379" cy="806123"/>
            </a:xfrm>
          </p:grpSpPr>
          <p:cxnSp>
            <p:nvCxnSpPr>
              <p:cNvPr id="145" name="Gerader Verbinder 144">
                <a:extLst>
                  <a:ext uri="{FF2B5EF4-FFF2-40B4-BE49-F238E27FC236}">
                    <a16:creationId xmlns:a16="http://schemas.microsoft.com/office/drawing/2014/main" id="{C5BA8720-E8D1-5927-5CFC-971985AD194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21646" y="123057"/>
                <a:ext cx="75443" cy="75443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6" name="Gerader Verbinder 145">
                <a:extLst>
                  <a:ext uri="{FF2B5EF4-FFF2-40B4-BE49-F238E27FC236}">
                    <a16:creationId xmlns:a16="http://schemas.microsoft.com/office/drawing/2014/main" id="{62DD9866-8A9A-467B-3F3A-DA406CC55E8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7648" y="123057"/>
                <a:ext cx="153361" cy="153360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7" name="Gerader Verbinder 146">
                <a:extLst>
                  <a:ext uri="{FF2B5EF4-FFF2-40B4-BE49-F238E27FC236}">
                    <a16:creationId xmlns:a16="http://schemas.microsoft.com/office/drawing/2014/main" id="{747E8B20-FF95-A300-2B8E-98A73FA640F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8413" y="123057"/>
                <a:ext cx="226516" cy="226515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8" name="Gerader Verbinder 147">
                <a:extLst>
                  <a:ext uri="{FF2B5EF4-FFF2-40B4-BE49-F238E27FC236}">
                    <a16:creationId xmlns:a16="http://schemas.microsoft.com/office/drawing/2014/main" id="{DD97BDC2-8B36-F1F0-4648-C8815C911BB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4416" y="123057"/>
                <a:ext cx="304433" cy="304433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9" name="Gerader Verbinder 148">
                <a:extLst>
                  <a:ext uri="{FF2B5EF4-FFF2-40B4-BE49-F238E27FC236}">
                    <a16:creationId xmlns:a16="http://schemas.microsoft.com/office/drawing/2014/main" id="{B109E148-2CFE-2EE4-28F3-78CAC9C968C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4907" y="123057"/>
                <a:ext cx="377862" cy="377861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" name="Gerader Verbinder 149">
                <a:extLst>
                  <a:ext uri="{FF2B5EF4-FFF2-40B4-BE49-F238E27FC236}">
                    <a16:creationId xmlns:a16="http://schemas.microsoft.com/office/drawing/2014/main" id="{020954D2-FACC-0375-B2BA-E24F2A6CA01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3473" y="123057"/>
                <a:ext cx="453216" cy="453216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1" name="Gerader Verbinder 150">
                <a:extLst>
                  <a:ext uri="{FF2B5EF4-FFF2-40B4-BE49-F238E27FC236}">
                    <a16:creationId xmlns:a16="http://schemas.microsoft.com/office/drawing/2014/main" id="{CE4E491B-F6E3-CDE3-B1D4-9FFADBF55F5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3177" y="123057"/>
                <a:ext cx="527432" cy="527431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2" name="Gerader Verbinder 151">
                <a:extLst>
                  <a:ext uri="{FF2B5EF4-FFF2-40B4-BE49-F238E27FC236}">
                    <a16:creationId xmlns:a16="http://schemas.microsoft.com/office/drawing/2014/main" id="{64C70B7E-073C-4C76-81B3-F1AC003979DF}"/>
                  </a:ext>
                </a:extLst>
              </p:cNvPr>
              <p:cNvCxnSpPr>
                <a:cxnSpLocks/>
              </p:cNvCxnSpPr>
              <p:nvPr/>
            </p:nvCxnSpPr>
            <p:spPr>
              <a:xfrm rot="18900000">
                <a:off x="450422" y="398139"/>
                <a:ext cx="778049" cy="0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3" name="Gerader Verbinder 152">
                <a:extLst>
                  <a:ext uri="{FF2B5EF4-FFF2-40B4-BE49-F238E27FC236}">
                    <a16:creationId xmlns:a16="http://schemas.microsoft.com/office/drawing/2014/main" id="{D3F1B2AA-81C5-D600-E093-F91BA2B0D9C6}"/>
                  </a:ext>
                </a:extLst>
              </p:cNvPr>
              <p:cNvCxnSpPr>
                <a:cxnSpLocks/>
              </p:cNvCxnSpPr>
              <p:nvPr/>
            </p:nvCxnSpPr>
            <p:spPr>
              <a:xfrm rot="18900000">
                <a:off x="524342" y="398139"/>
                <a:ext cx="778049" cy="0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4" name="Gerader Verbinder 153">
                <a:extLst>
                  <a:ext uri="{FF2B5EF4-FFF2-40B4-BE49-F238E27FC236}">
                    <a16:creationId xmlns:a16="http://schemas.microsoft.com/office/drawing/2014/main" id="{57F45A88-AA2D-1953-ABDF-570100959950}"/>
                  </a:ext>
                </a:extLst>
              </p:cNvPr>
              <p:cNvCxnSpPr>
                <a:cxnSpLocks/>
              </p:cNvCxnSpPr>
              <p:nvPr/>
            </p:nvCxnSpPr>
            <p:spPr>
              <a:xfrm rot="18900000">
                <a:off x="598262" y="398139"/>
                <a:ext cx="778049" cy="0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5" name="Gerader Verbinder 154">
                <a:extLst>
                  <a:ext uri="{FF2B5EF4-FFF2-40B4-BE49-F238E27FC236}">
                    <a16:creationId xmlns:a16="http://schemas.microsoft.com/office/drawing/2014/main" id="{79FA04F2-34A1-ADFD-4E6E-7F0234A69655}"/>
                  </a:ext>
                </a:extLst>
              </p:cNvPr>
              <p:cNvCxnSpPr>
                <a:cxnSpLocks/>
              </p:cNvCxnSpPr>
              <p:nvPr/>
            </p:nvCxnSpPr>
            <p:spPr>
              <a:xfrm rot="18900000">
                <a:off x="672182" y="398139"/>
                <a:ext cx="778049" cy="0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6" name="Gerader Verbinder 155">
                <a:extLst>
                  <a:ext uri="{FF2B5EF4-FFF2-40B4-BE49-F238E27FC236}">
                    <a16:creationId xmlns:a16="http://schemas.microsoft.com/office/drawing/2014/main" id="{E5498A63-2204-30EB-E6E8-05890E84CC1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46643" y="123057"/>
                <a:ext cx="563566" cy="563566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7" name="Gerader Verbinder 156">
                <a:extLst>
                  <a:ext uri="{FF2B5EF4-FFF2-40B4-BE49-F238E27FC236}">
                    <a16:creationId xmlns:a16="http://schemas.microsoft.com/office/drawing/2014/main" id="{1CFF09D2-26DB-98E7-3F79-B2707366283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05510" y="123057"/>
                <a:ext cx="578619" cy="578619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8" name="Gerader Verbinder 157">
                <a:extLst>
                  <a:ext uri="{FF2B5EF4-FFF2-40B4-BE49-F238E27FC236}">
                    <a16:creationId xmlns:a16="http://schemas.microsoft.com/office/drawing/2014/main" id="{DE3C2E71-F03A-590A-D65C-F3D86CC1AC1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65330" y="123057"/>
                <a:ext cx="592719" cy="592718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9" name="Gerader Verbinder 158">
                <a:extLst>
                  <a:ext uri="{FF2B5EF4-FFF2-40B4-BE49-F238E27FC236}">
                    <a16:creationId xmlns:a16="http://schemas.microsoft.com/office/drawing/2014/main" id="{9627E277-D623-BF32-69FB-FB058755A14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22292" y="123057"/>
                <a:ext cx="609677" cy="609676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0" name="Gerader Verbinder 159">
                <a:extLst>
                  <a:ext uri="{FF2B5EF4-FFF2-40B4-BE49-F238E27FC236}">
                    <a16:creationId xmlns:a16="http://schemas.microsoft.com/office/drawing/2014/main" id="{3DEDFE42-8F1A-B5A7-9626-E2235AFBA94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77553" y="123057"/>
                <a:ext cx="628336" cy="628335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1" name="Gerader Verbinder 160">
                <a:extLst>
                  <a:ext uri="{FF2B5EF4-FFF2-40B4-BE49-F238E27FC236}">
                    <a16:creationId xmlns:a16="http://schemas.microsoft.com/office/drawing/2014/main" id="{04573091-6119-DFDD-3129-167E591B950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28353" y="123057"/>
                <a:ext cx="651456" cy="651455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2" name="Gerader Verbinder 161">
                <a:extLst>
                  <a:ext uri="{FF2B5EF4-FFF2-40B4-BE49-F238E27FC236}">
                    <a16:creationId xmlns:a16="http://schemas.microsoft.com/office/drawing/2014/main" id="{2E4534D1-6984-DE18-6D37-855FA944364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82567" y="123057"/>
                <a:ext cx="671162" cy="671162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3" name="Gerader Verbinder 162">
                <a:extLst>
                  <a:ext uri="{FF2B5EF4-FFF2-40B4-BE49-F238E27FC236}">
                    <a16:creationId xmlns:a16="http://schemas.microsoft.com/office/drawing/2014/main" id="{6E42E25C-E07D-BCCC-728E-C60D88EEBE3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235402" y="123057"/>
                <a:ext cx="692247" cy="692246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" name="Gerader Verbinder 163">
                <a:extLst>
                  <a:ext uri="{FF2B5EF4-FFF2-40B4-BE49-F238E27FC236}">
                    <a16:creationId xmlns:a16="http://schemas.microsoft.com/office/drawing/2014/main" id="{CC42C99C-9277-4935-CE7D-890A83DDBD6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288294" y="123057"/>
                <a:ext cx="713275" cy="713274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5" name="Gerader Verbinder 164">
                <a:extLst>
                  <a:ext uri="{FF2B5EF4-FFF2-40B4-BE49-F238E27FC236}">
                    <a16:creationId xmlns:a16="http://schemas.microsoft.com/office/drawing/2014/main" id="{454D0B91-2871-2428-267E-9402121E933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341207" y="123057"/>
                <a:ext cx="734282" cy="734281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6" name="Gerader Verbinder 165">
                <a:extLst>
                  <a:ext uri="{FF2B5EF4-FFF2-40B4-BE49-F238E27FC236}">
                    <a16:creationId xmlns:a16="http://schemas.microsoft.com/office/drawing/2014/main" id="{DBEF1515-B1B1-F223-F7B6-4B0E2359159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396265" y="123057"/>
                <a:ext cx="753144" cy="753143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7" name="Gerader Verbinder 166">
                <a:extLst>
                  <a:ext uri="{FF2B5EF4-FFF2-40B4-BE49-F238E27FC236}">
                    <a16:creationId xmlns:a16="http://schemas.microsoft.com/office/drawing/2014/main" id="{5F1EE9F3-5518-9E58-1C02-AB745B4A0F2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453228" y="123057"/>
                <a:ext cx="770101" cy="770101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8" name="Gerader Verbinder 167">
                <a:extLst>
                  <a:ext uri="{FF2B5EF4-FFF2-40B4-BE49-F238E27FC236}">
                    <a16:creationId xmlns:a16="http://schemas.microsoft.com/office/drawing/2014/main" id="{DE72A5C1-E173-E3FA-475F-1FB34301ED5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514953" y="123057"/>
                <a:ext cx="782296" cy="782296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" name="Gerader Verbinder 168">
                <a:extLst>
                  <a:ext uri="{FF2B5EF4-FFF2-40B4-BE49-F238E27FC236}">
                    <a16:creationId xmlns:a16="http://schemas.microsoft.com/office/drawing/2014/main" id="{60150B3B-669B-A828-04F5-C837492CD80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579535" y="123057"/>
                <a:ext cx="791634" cy="791633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0" name="Gerader Verbinder 169">
                <a:extLst>
                  <a:ext uri="{FF2B5EF4-FFF2-40B4-BE49-F238E27FC236}">
                    <a16:creationId xmlns:a16="http://schemas.microsoft.com/office/drawing/2014/main" id="{DA6FE99A-EC31-B190-8917-38DB0FADBE2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42212" y="123057"/>
                <a:ext cx="802877" cy="802876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Gerader Verbinder 170">
                <a:extLst>
                  <a:ext uri="{FF2B5EF4-FFF2-40B4-BE49-F238E27FC236}">
                    <a16:creationId xmlns:a16="http://schemas.microsoft.com/office/drawing/2014/main" id="{78B9CD4D-BBA3-1CAC-0C02-267F3E3817E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716321" y="123057"/>
                <a:ext cx="802688" cy="802688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2" name="Gerader Verbinder 171">
                <a:extLst>
                  <a:ext uri="{FF2B5EF4-FFF2-40B4-BE49-F238E27FC236}">
                    <a16:creationId xmlns:a16="http://schemas.microsoft.com/office/drawing/2014/main" id="{F00D71BF-5B45-C8B1-3E27-09A91538C2D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789475" y="123057"/>
                <a:ext cx="803454" cy="803453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3" name="Gerader Verbinder 172">
                <a:extLst>
                  <a:ext uri="{FF2B5EF4-FFF2-40B4-BE49-F238E27FC236}">
                    <a16:creationId xmlns:a16="http://schemas.microsoft.com/office/drawing/2014/main" id="{F6C8265D-2A4F-B7C4-51C1-69EB96D5AA0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60725" y="123057"/>
                <a:ext cx="806124" cy="806123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" name="Gerader Verbinder 173">
                <a:extLst>
                  <a:ext uri="{FF2B5EF4-FFF2-40B4-BE49-F238E27FC236}">
                    <a16:creationId xmlns:a16="http://schemas.microsoft.com/office/drawing/2014/main" id="{44F5716F-E552-E1D6-A6CF-C67A8C11821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936738" y="123057"/>
                <a:ext cx="804031" cy="804031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5" name="Gerader Verbinder 174">
                <a:extLst>
                  <a:ext uri="{FF2B5EF4-FFF2-40B4-BE49-F238E27FC236}">
                    <a16:creationId xmlns:a16="http://schemas.microsoft.com/office/drawing/2014/main" id="{A07280FC-9C10-481C-DBE8-910C7A9741B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016560" y="123057"/>
                <a:ext cx="798129" cy="798129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6" name="Gerader Verbinder 175">
                <a:extLst>
                  <a:ext uri="{FF2B5EF4-FFF2-40B4-BE49-F238E27FC236}">
                    <a16:creationId xmlns:a16="http://schemas.microsoft.com/office/drawing/2014/main" id="{5E11659C-8D0A-70A4-F1FD-75EE35F3387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106860" y="123057"/>
                <a:ext cx="781749" cy="781748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7" name="Gerader Verbinder 176">
                <a:extLst>
                  <a:ext uri="{FF2B5EF4-FFF2-40B4-BE49-F238E27FC236}">
                    <a16:creationId xmlns:a16="http://schemas.microsoft.com/office/drawing/2014/main" id="{B69623E5-E7B8-AEDB-9345-D03F9845A8E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214305" y="123057"/>
                <a:ext cx="748224" cy="748223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8" name="Gerader Verbinder 177">
                <a:extLst>
                  <a:ext uri="{FF2B5EF4-FFF2-40B4-BE49-F238E27FC236}">
                    <a16:creationId xmlns:a16="http://schemas.microsoft.com/office/drawing/2014/main" id="{E455A261-80DB-ECBF-F0A6-467EA99F547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331720" y="123057"/>
                <a:ext cx="704729" cy="704728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9" name="Gerader Verbinder 178">
                <a:extLst>
                  <a:ext uri="{FF2B5EF4-FFF2-40B4-BE49-F238E27FC236}">
                    <a16:creationId xmlns:a16="http://schemas.microsoft.com/office/drawing/2014/main" id="{C18CB8D9-9767-18FA-74A2-ABBF6ADE3B2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453640" y="123057"/>
                <a:ext cx="656729" cy="656728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0" name="Gerader Verbinder 179">
                <a:extLst>
                  <a:ext uri="{FF2B5EF4-FFF2-40B4-BE49-F238E27FC236}">
                    <a16:creationId xmlns:a16="http://schemas.microsoft.com/office/drawing/2014/main" id="{96FF1B7B-193B-ABFA-86DC-3EF2EEDF982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573920" y="169545"/>
                <a:ext cx="563881" cy="563880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1" name="Gerader Verbinder 180">
                <a:extLst>
                  <a:ext uri="{FF2B5EF4-FFF2-40B4-BE49-F238E27FC236}">
                    <a16:creationId xmlns:a16="http://schemas.microsoft.com/office/drawing/2014/main" id="{4CA0BE55-05F8-B815-5056-8E4224EC8C2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678320" y="245745"/>
                <a:ext cx="457201" cy="457200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2" name="Gerader Verbinder 181">
                <a:extLst>
                  <a:ext uri="{FF2B5EF4-FFF2-40B4-BE49-F238E27FC236}">
                    <a16:creationId xmlns:a16="http://schemas.microsoft.com/office/drawing/2014/main" id="{344EC2D7-E4E3-A987-8C30-F8E6ED6FBE6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771290" y="327176"/>
                <a:ext cx="356720" cy="356719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3" name="Gerader Verbinder 182">
                <a:extLst>
                  <a:ext uri="{FF2B5EF4-FFF2-40B4-BE49-F238E27FC236}">
                    <a16:creationId xmlns:a16="http://schemas.microsoft.com/office/drawing/2014/main" id="{8ABFF0A0-0069-8EEC-BDB0-D8B2059EA6A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855885" y="399620"/>
                <a:ext cx="273600" cy="273601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4" name="Gerader Verbinder 183">
                <a:extLst>
                  <a:ext uri="{FF2B5EF4-FFF2-40B4-BE49-F238E27FC236}">
                    <a16:creationId xmlns:a16="http://schemas.microsoft.com/office/drawing/2014/main" id="{F6CD4FFB-8D66-751E-B954-830A959752A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929805" y="472775"/>
                <a:ext cx="200445" cy="200446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5" name="Gerader Verbinder 184">
                <a:extLst>
                  <a:ext uri="{FF2B5EF4-FFF2-40B4-BE49-F238E27FC236}">
                    <a16:creationId xmlns:a16="http://schemas.microsoft.com/office/drawing/2014/main" id="{1B2FB4C3-9B49-4714-2F4C-698A60BF8BA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003725" y="544978"/>
                <a:ext cx="128243" cy="128243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86" name="Rechteck 185">
              <a:extLst>
                <a:ext uri="{FF2B5EF4-FFF2-40B4-BE49-F238E27FC236}">
                  <a16:creationId xmlns:a16="http://schemas.microsoft.com/office/drawing/2014/main" id="{E7D3B6D0-C2ED-E0B4-BC39-739E52C071AC}"/>
                </a:ext>
              </a:extLst>
            </p:cNvPr>
            <p:cNvSpPr/>
            <p:nvPr/>
          </p:nvSpPr>
          <p:spPr>
            <a:xfrm>
              <a:off x="403965" y="889348"/>
              <a:ext cx="2855152" cy="1777910"/>
            </a:xfrm>
            <a:prstGeom prst="rect">
              <a:avLst/>
            </a:prstGeom>
            <a:noFill/>
            <a:ln w="508000" cap="rnd">
              <a:solidFill>
                <a:schemeClr val="bg1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188" name="Textfeld 187">
            <a:extLst>
              <a:ext uri="{FF2B5EF4-FFF2-40B4-BE49-F238E27FC236}">
                <a16:creationId xmlns:a16="http://schemas.microsoft.com/office/drawing/2014/main" id="{8BD6E7A0-727C-488E-BE84-B13906756F3A}"/>
              </a:ext>
            </a:extLst>
          </p:cNvPr>
          <p:cNvSpPr txBox="1"/>
          <p:nvPr/>
        </p:nvSpPr>
        <p:spPr>
          <a:xfrm>
            <a:off x="400729" y="1562531"/>
            <a:ext cx="538619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a)</a:t>
            </a:r>
          </a:p>
        </p:txBody>
      </p:sp>
      <p:cxnSp>
        <p:nvCxnSpPr>
          <p:cNvPr id="194" name="Gerader Verbinder 193">
            <a:extLst>
              <a:ext uri="{FF2B5EF4-FFF2-40B4-BE49-F238E27FC236}">
                <a16:creationId xmlns:a16="http://schemas.microsoft.com/office/drawing/2014/main" id="{0F581FEE-4E13-F243-822B-16AB496F8E14}"/>
              </a:ext>
            </a:extLst>
          </p:cNvPr>
          <p:cNvCxnSpPr>
            <a:cxnSpLocks/>
          </p:cNvCxnSpPr>
          <p:nvPr/>
        </p:nvCxnSpPr>
        <p:spPr>
          <a:xfrm>
            <a:off x="2902411" y="2263914"/>
            <a:ext cx="342065" cy="0"/>
          </a:xfrm>
          <a:prstGeom prst="line">
            <a:avLst/>
          </a:prstGeom>
          <a:ln w="12700" cap="rnd">
            <a:solidFill>
              <a:schemeClr val="accent2">
                <a:lumMod val="75000"/>
                <a:alpha val="60000"/>
              </a:schemeClr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Gerader Verbinder 194">
            <a:extLst>
              <a:ext uri="{FF2B5EF4-FFF2-40B4-BE49-F238E27FC236}">
                <a16:creationId xmlns:a16="http://schemas.microsoft.com/office/drawing/2014/main" id="{BE54FDCA-7FA6-930B-503B-20F883EEC30D}"/>
              </a:ext>
            </a:extLst>
          </p:cNvPr>
          <p:cNvCxnSpPr>
            <a:cxnSpLocks/>
          </p:cNvCxnSpPr>
          <p:nvPr/>
        </p:nvCxnSpPr>
        <p:spPr>
          <a:xfrm>
            <a:off x="2902410" y="1234579"/>
            <a:ext cx="342066" cy="0"/>
          </a:xfrm>
          <a:prstGeom prst="line">
            <a:avLst/>
          </a:prstGeom>
          <a:ln w="12700" cap="rnd">
            <a:solidFill>
              <a:schemeClr val="accent2">
                <a:lumMod val="75000"/>
                <a:alpha val="60000"/>
              </a:schemeClr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feld 3">
            <a:extLst>
              <a:ext uri="{FF2B5EF4-FFF2-40B4-BE49-F238E27FC236}">
                <a16:creationId xmlns:a16="http://schemas.microsoft.com/office/drawing/2014/main" id="{314703C0-A267-83A1-46FD-788E57F4A3EE}"/>
              </a:ext>
            </a:extLst>
          </p:cNvPr>
          <p:cNvSpPr txBox="1"/>
          <p:nvPr/>
        </p:nvSpPr>
        <p:spPr>
          <a:xfrm>
            <a:off x="2028146" y="1520954"/>
            <a:ext cx="1350072" cy="51296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ts val="1600"/>
              </a:lnSpc>
            </a:pPr>
            <a:r>
              <a:rPr lang="de-DE" sz="16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Unterschall-strömung</a:t>
            </a:r>
          </a:p>
        </p:txBody>
      </p:sp>
    </p:spTree>
    <p:extLst>
      <p:ext uri="{BB962C8B-B14F-4D97-AF65-F5344CB8AC3E}">
        <p14:creationId xmlns:p14="http://schemas.microsoft.com/office/powerpoint/2010/main" val="215262961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49AFFA-E1A3-F69F-F5C1-D8F86C6089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7" name="Gruppieren 186">
            <a:extLst>
              <a:ext uri="{FF2B5EF4-FFF2-40B4-BE49-F238E27FC236}">
                <a16:creationId xmlns:a16="http://schemas.microsoft.com/office/drawing/2014/main" id="{D503E90F-C88A-92D3-840A-499C13445084}"/>
              </a:ext>
            </a:extLst>
          </p:cNvPr>
          <p:cNvGrpSpPr/>
          <p:nvPr/>
        </p:nvGrpSpPr>
        <p:grpSpPr>
          <a:xfrm>
            <a:off x="300519" y="679835"/>
            <a:ext cx="2855152" cy="2134723"/>
            <a:chOff x="403965" y="705517"/>
            <a:chExt cx="2855152" cy="2134723"/>
          </a:xfrm>
        </p:grpSpPr>
        <p:grpSp>
          <p:nvGrpSpPr>
            <p:cNvPr id="7" name="Gruppieren 6">
              <a:extLst>
                <a:ext uri="{FF2B5EF4-FFF2-40B4-BE49-F238E27FC236}">
                  <a16:creationId xmlns:a16="http://schemas.microsoft.com/office/drawing/2014/main" id="{45E1A41F-E090-299E-5EA6-E19C30E35ECA}"/>
                </a:ext>
              </a:extLst>
            </p:cNvPr>
            <p:cNvGrpSpPr/>
            <p:nvPr/>
          </p:nvGrpSpPr>
          <p:grpSpPr>
            <a:xfrm>
              <a:off x="637646" y="1258398"/>
              <a:ext cx="2397950" cy="1032822"/>
              <a:chOff x="601250" y="675938"/>
              <a:chExt cx="2397950" cy="1032822"/>
            </a:xfrm>
          </p:grpSpPr>
          <p:sp>
            <p:nvSpPr>
              <p:cNvPr id="2" name="Freihandform: Form 1">
                <a:extLst>
                  <a:ext uri="{FF2B5EF4-FFF2-40B4-BE49-F238E27FC236}">
                    <a16:creationId xmlns:a16="http://schemas.microsoft.com/office/drawing/2014/main" id="{C2A40EDB-9E2C-6722-6CF2-494608D92AAB}"/>
                  </a:ext>
                </a:extLst>
              </p:cNvPr>
              <p:cNvSpPr/>
              <p:nvPr/>
            </p:nvSpPr>
            <p:spPr>
              <a:xfrm>
                <a:off x="601250" y="675939"/>
                <a:ext cx="1198976" cy="257251"/>
              </a:xfrm>
              <a:custGeom>
                <a:avLst/>
                <a:gdLst>
                  <a:gd name="csX0" fmla="*/ 0 w 1155526"/>
                  <a:gd name="csY0" fmla="*/ 466 h 485850"/>
                  <a:gd name="csX1" fmla="*/ 338203 w 1155526"/>
                  <a:gd name="csY1" fmla="*/ 66228 h 485850"/>
                  <a:gd name="csX2" fmla="*/ 814192 w 1155526"/>
                  <a:gd name="csY2" fmla="*/ 413825 h 485850"/>
                  <a:gd name="csX3" fmla="*/ 1155526 w 1155526"/>
                  <a:gd name="csY3" fmla="*/ 485850 h 4858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155526" h="485850">
                    <a:moveTo>
                      <a:pt x="0" y="466"/>
                    </a:moveTo>
                    <a:cubicBezTo>
                      <a:pt x="101252" y="-1100"/>
                      <a:pt x="202504" y="-2665"/>
                      <a:pt x="338203" y="66228"/>
                    </a:cubicBezTo>
                    <a:cubicBezTo>
                      <a:pt x="473902" y="135121"/>
                      <a:pt x="677972" y="343888"/>
                      <a:pt x="814192" y="413825"/>
                    </a:cubicBezTo>
                    <a:cubicBezTo>
                      <a:pt x="950412" y="483762"/>
                      <a:pt x="1052969" y="484806"/>
                      <a:pt x="1155526" y="485850"/>
                    </a:cubicBezTo>
                  </a:path>
                </a:pathLst>
              </a:custGeom>
              <a:noFill/>
              <a:ln w="19050" cap="rnd"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3" name="Freihandform: Form 2">
                <a:extLst>
                  <a:ext uri="{FF2B5EF4-FFF2-40B4-BE49-F238E27FC236}">
                    <a16:creationId xmlns:a16="http://schemas.microsoft.com/office/drawing/2014/main" id="{89C7B107-12D6-193E-9E49-F55F6457A48C}"/>
                  </a:ext>
                </a:extLst>
              </p:cNvPr>
              <p:cNvSpPr/>
              <p:nvPr/>
            </p:nvSpPr>
            <p:spPr>
              <a:xfrm flipH="1">
                <a:off x="1800224" y="675938"/>
                <a:ext cx="1198976" cy="257251"/>
              </a:xfrm>
              <a:custGeom>
                <a:avLst/>
                <a:gdLst>
                  <a:gd name="csX0" fmla="*/ 0 w 1155526"/>
                  <a:gd name="csY0" fmla="*/ 466 h 485850"/>
                  <a:gd name="csX1" fmla="*/ 338203 w 1155526"/>
                  <a:gd name="csY1" fmla="*/ 66228 h 485850"/>
                  <a:gd name="csX2" fmla="*/ 814192 w 1155526"/>
                  <a:gd name="csY2" fmla="*/ 413825 h 485850"/>
                  <a:gd name="csX3" fmla="*/ 1155526 w 1155526"/>
                  <a:gd name="csY3" fmla="*/ 485850 h 4858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155526" h="485850">
                    <a:moveTo>
                      <a:pt x="0" y="466"/>
                    </a:moveTo>
                    <a:cubicBezTo>
                      <a:pt x="101252" y="-1100"/>
                      <a:pt x="202504" y="-2665"/>
                      <a:pt x="338203" y="66228"/>
                    </a:cubicBezTo>
                    <a:cubicBezTo>
                      <a:pt x="473902" y="135121"/>
                      <a:pt x="677972" y="343888"/>
                      <a:pt x="814192" y="413825"/>
                    </a:cubicBezTo>
                    <a:cubicBezTo>
                      <a:pt x="950412" y="483762"/>
                      <a:pt x="1052969" y="484806"/>
                      <a:pt x="1155526" y="485850"/>
                    </a:cubicBezTo>
                  </a:path>
                </a:pathLst>
              </a:custGeom>
              <a:noFill/>
              <a:ln w="19050" cap="rnd"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5" name="Freihandform: Form 4">
                <a:extLst>
                  <a:ext uri="{FF2B5EF4-FFF2-40B4-BE49-F238E27FC236}">
                    <a16:creationId xmlns:a16="http://schemas.microsoft.com/office/drawing/2014/main" id="{17F76D5F-B2DA-CCB2-6C11-04216A3C8333}"/>
                  </a:ext>
                </a:extLst>
              </p:cNvPr>
              <p:cNvSpPr/>
              <p:nvPr/>
            </p:nvSpPr>
            <p:spPr>
              <a:xfrm flipV="1">
                <a:off x="601250" y="1451509"/>
                <a:ext cx="1198976" cy="257251"/>
              </a:xfrm>
              <a:custGeom>
                <a:avLst/>
                <a:gdLst>
                  <a:gd name="csX0" fmla="*/ 0 w 1155526"/>
                  <a:gd name="csY0" fmla="*/ 466 h 485850"/>
                  <a:gd name="csX1" fmla="*/ 338203 w 1155526"/>
                  <a:gd name="csY1" fmla="*/ 66228 h 485850"/>
                  <a:gd name="csX2" fmla="*/ 814192 w 1155526"/>
                  <a:gd name="csY2" fmla="*/ 413825 h 485850"/>
                  <a:gd name="csX3" fmla="*/ 1155526 w 1155526"/>
                  <a:gd name="csY3" fmla="*/ 485850 h 4858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155526" h="485850">
                    <a:moveTo>
                      <a:pt x="0" y="466"/>
                    </a:moveTo>
                    <a:cubicBezTo>
                      <a:pt x="101252" y="-1100"/>
                      <a:pt x="202504" y="-2665"/>
                      <a:pt x="338203" y="66228"/>
                    </a:cubicBezTo>
                    <a:cubicBezTo>
                      <a:pt x="473902" y="135121"/>
                      <a:pt x="677972" y="343888"/>
                      <a:pt x="814192" y="413825"/>
                    </a:cubicBezTo>
                    <a:cubicBezTo>
                      <a:pt x="950412" y="483762"/>
                      <a:pt x="1052969" y="484806"/>
                      <a:pt x="1155526" y="485850"/>
                    </a:cubicBezTo>
                  </a:path>
                </a:pathLst>
              </a:custGeom>
              <a:noFill/>
              <a:ln w="19050" cap="rnd"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6" name="Freihandform: Form 5">
                <a:extLst>
                  <a:ext uri="{FF2B5EF4-FFF2-40B4-BE49-F238E27FC236}">
                    <a16:creationId xmlns:a16="http://schemas.microsoft.com/office/drawing/2014/main" id="{114D8BD2-38DE-7E59-BBF1-52396A1B650B}"/>
                  </a:ext>
                </a:extLst>
              </p:cNvPr>
              <p:cNvSpPr/>
              <p:nvPr/>
            </p:nvSpPr>
            <p:spPr>
              <a:xfrm flipH="1" flipV="1">
                <a:off x="1800224" y="1451508"/>
                <a:ext cx="1198976" cy="257251"/>
              </a:xfrm>
              <a:custGeom>
                <a:avLst/>
                <a:gdLst>
                  <a:gd name="csX0" fmla="*/ 0 w 1155526"/>
                  <a:gd name="csY0" fmla="*/ 466 h 485850"/>
                  <a:gd name="csX1" fmla="*/ 338203 w 1155526"/>
                  <a:gd name="csY1" fmla="*/ 66228 h 485850"/>
                  <a:gd name="csX2" fmla="*/ 814192 w 1155526"/>
                  <a:gd name="csY2" fmla="*/ 413825 h 485850"/>
                  <a:gd name="csX3" fmla="*/ 1155526 w 1155526"/>
                  <a:gd name="csY3" fmla="*/ 485850 h 4858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155526" h="485850">
                    <a:moveTo>
                      <a:pt x="0" y="466"/>
                    </a:moveTo>
                    <a:cubicBezTo>
                      <a:pt x="101252" y="-1100"/>
                      <a:pt x="202504" y="-2665"/>
                      <a:pt x="338203" y="66228"/>
                    </a:cubicBezTo>
                    <a:cubicBezTo>
                      <a:pt x="473902" y="135121"/>
                      <a:pt x="677972" y="343888"/>
                      <a:pt x="814192" y="413825"/>
                    </a:cubicBezTo>
                    <a:cubicBezTo>
                      <a:pt x="950412" y="483762"/>
                      <a:pt x="1052969" y="484806"/>
                      <a:pt x="1155526" y="485850"/>
                    </a:cubicBezTo>
                  </a:path>
                </a:pathLst>
              </a:custGeom>
              <a:noFill/>
              <a:ln w="19050" cap="rnd"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</p:grpSp>
        <p:grpSp>
          <p:nvGrpSpPr>
            <p:cNvPr id="143" name="Gruppieren 142">
              <a:extLst>
                <a:ext uri="{FF2B5EF4-FFF2-40B4-BE49-F238E27FC236}">
                  <a16:creationId xmlns:a16="http://schemas.microsoft.com/office/drawing/2014/main" id="{8517841E-0E01-1343-2FD7-B0B0D83405EF}"/>
                </a:ext>
              </a:extLst>
            </p:cNvPr>
            <p:cNvGrpSpPr/>
            <p:nvPr/>
          </p:nvGrpSpPr>
          <p:grpSpPr>
            <a:xfrm>
              <a:off x="492932" y="705517"/>
              <a:ext cx="2687379" cy="806123"/>
              <a:chOff x="450422" y="123057"/>
              <a:chExt cx="2687379" cy="806123"/>
            </a:xfrm>
          </p:grpSpPr>
          <p:cxnSp>
            <p:nvCxnSpPr>
              <p:cNvPr id="9" name="Gerader Verbinder 8">
                <a:extLst>
                  <a:ext uri="{FF2B5EF4-FFF2-40B4-BE49-F238E27FC236}">
                    <a16:creationId xmlns:a16="http://schemas.microsoft.com/office/drawing/2014/main" id="{C709789D-D517-D47E-DF85-57D90E37EE1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21646" y="123057"/>
                <a:ext cx="75443" cy="75443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Gerader Verbinder 9">
                <a:extLst>
                  <a:ext uri="{FF2B5EF4-FFF2-40B4-BE49-F238E27FC236}">
                    <a16:creationId xmlns:a16="http://schemas.microsoft.com/office/drawing/2014/main" id="{E3C90AD9-8098-314E-96C3-3427FBF9AF2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7648" y="123057"/>
                <a:ext cx="153361" cy="153360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Gerader Verbinder 10">
                <a:extLst>
                  <a:ext uri="{FF2B5EF4-FFF2-40B4-BE49-F238E27FC236}">
                    <a16:creationId xmlns:a16="http://schemas.microsoft.com/office/drawing/2014/main" id="{89FDF87C-EFBF-3CC3-AE2D-448553FA1C0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8413" y="123057"/>
                <a:ext cx="226516" cy="226515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Gerader Verbinder 11">
                <a:extLst>
                  <a:ext uri="{FF2B5EF4-FFF2-40B4-BE49-F238E27FC236}">
                    <a16:creationId xmlns:a16="http://schemas.microsoft.com/office/drawing/2014/main" id="{342878B7-BB53-CBE6-F5F5-EC1EEA4B7A4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4416" y="123057"/>
                <a:ext cx="304433" cy="304433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Gerader Verbinder 12">
                <a:extLst>
                  <a:ext uri="{FF2B5EF4-FFF2-40B4-BE49-F238E27FC236}">
                    <a16:creationId xmlns:a16="http://schemas.microsoft.com/office/drawing/2014/main" id="{9385D981-F6E8-2D3A-477A-B5800E065E1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4907" y="123057"/>
                <a:ext cx="377862" cy="377861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Gerader Verbinder 13">
                <a:extLst>
                  <a:ext uri="{FF2B5EF4-FFF2-40B4-BE49-F238E27FC236}">
                    <a16:creationId xmlns:a16="http://schemas.microsoft.com/office/drawing/2014/main" id="{7EDFBDCB-B5AC-225B-FB26-57BC7E3F137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3473" y="123057"/>
                <a:ext cx="453216" cy="453216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Gerader Verbinder 14">
                <a:extLst>
                  <a:ext uri="{FF2B5EF4-FFF2-40B4-BE49-F238E27FC236}">
                    <a16:creationId xmlns:a16="http://schemas.microsoft.com/office/drawing/2014/main" id="{A2BC6551-409D-D334-958B-E1FAB2D6E6C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3177" y="123057"/>
                <a:ext cx="527432" cy="527431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Gerader Verbinder 15">
                <a:extLst>
                  <a:ext uri="{FF2B5EF4-FFF2-40B4-BE49-F238E27FC236}">
                    <a16:creationId xmlns:a16="http://schemas.microsoft.com/office/drawing/2014/main" id="{24D3D993-9770-5466-D448-37EF0CFE3252}"/>
                  </a:ext>
                </a:extLst>
              </p:cNvPr>
              <p:cNvCxnSpPr>
                <a:cxnSpLocks/>
              </p:cNvCxnSpPr>
              <p:nvPr/>
            </p:nvCxnSpPr>
            <p:spPr>
              <a:xfrm rot="18900000">
                <a:off x="450422" y="398139"/>
                <a:ext cx="778049" cy="0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Gerader Verbinder 16">
                <a:extLst>
                  <a:ext uri="{FF2B5EF4-FFF2-40B4-BE49-F238E27FC236}">
                    <a16:creationId xmlns:a16="http://schemas.microsoft.com/office/drawing/2014/main" id="{4065A61F-3F44-2920-CD74-C7135E1C3470}"/>
                  </a:ext>
                </a:extLst>
              </p:cNvPr>
              <p:cNvCxnSpPr>
                <a:cxnSpLocks/>
              </p:cNvCxnSpPr>
              <p:nvPr/>
            </p:nvCxnSpPr>
            <p:spPr>
              <a:xfrm rot="18900000">
                <a:off x="524342" y="398139"/>
                <a:ext cx="778049" cy="0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Gerader Verbinder 17">
                <a:extLst>
                  <a:ext uri="{FF2B5EF4-FFF2-40B4-BE49-F238E27FC236}">
                    <a16:creationId xmlns:a16="http://schemas.microsoft.com/office/drawing/2014/main" id="{4D22C2DB-2957-72C5-FC3C-120156B13FF7}"/>
                  </a:ext>
                </a:extLst>
              </p:cNvPr>
              <p:cNvCxnSpPr>
                <a:cxnSpLocks/>
              </p:cNvCxnSpPr>
              <p:nvPr/>
            </p:nvCxnSpPr>
            <p:spPr>
              <a:xfrm rot="18900000">
                <a:off x="598262" y="398139"/>
                <a:ext cx="778049" cy="0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Gerader Verbinder 18">
                <a:extLst>
                  <a:ext uri="{FF2B5EF4-FFF2-40B4-BE49-F238E27FC236}">
                    <a16:creationId xmlns:a16="http://schemas.microsoft.com/office/drawing/2014/main" id="{7A6DABAB-7C15-1B63-E416-12C51496DAF5}"/>
                  </a:ext>
                </a:extLst>
              </p:cNvPr>
              <p:cNvCxnSpPr>
                <a:cxnSpLocks/>
              </p:cNvCxnSpPr>
              <p:nvPr/>
            </p:nvCxnSpPr>
            <p:spPr>
              <a:xfrm rot="18900000">
                <a:off x="672182" y="398139"/>
                <a:ext cx="778049" cy="0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Gerader Verbinder 19">
                <a:extLst>
                  <a:ext uri="{FF2B5EF4-FFF2-40B4-BE49-F238E27FC236}">
                    <a16:creationId xmlns:a16="http://schemas.microsoft.com/office/drawing/2014/main" id="{0384D36B-2565-2FBD-967F-ABD0A895269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46643" y="123057"/>
                <a:ext cx="563566" cy="563566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Gerader Verbinder 20">
                <a:extLst>
                  <a:ext uri="{FF2B5EF4-FFF2-40B4-BE49-F238E27FC236}">
                    <a16:creationId xmlns:a16="http://schemas.microsoft.com/office/drawing/2014/main" id="{F00A3F91-64CB-976E-A853-82A937AA86E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05510" y="123057"/>
                <a:ext cx="578619" cy="578619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Gerader Verbinder 21">
                <a:extLst>
                  <a:ext uri="{FF2B5EF4-FFF2-40B4-BE49-F238E27FC236}">
                    <a16:creationId xmlns:a16="http://schemas.microsoft.com/office/drawing/2014/main" id="{6C6C24AF-478A-62D8-1301-7ED1BC421FE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65330" y="123057"/>
                <a:ext cx="592719" cy="592718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Gerader Verbinder 22">
                <a:extLst>
                  <a:ext uri="{FF2B5EF4-FFF2-40B4-BE49-F238E27FC236}">
                    <a16:creationId xmlns:a16="http://schemas.microsoft.com/office/drawing/2014/main" id="{137F044E-1D60-E270-695D-420D8B04C30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22292" y="123057"/>
                <a:ext cx="609677" cy="609676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Gerader Verbinder 23">
                <a:extLst>
                  <a:ext uri="{FF2B5EF4-FFF2-40B4-BE49-F238E27FC236}">
                    <a16:creationId xmlns:a16="http://schemas.microsoft.com/office/drawing/2014/main" id="{AC75BC7A-9742-AC5F-1F5A-EDB9985BD8B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77553" y="123057"/>
                <a:ext cx="628336" cy="628335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Gerader Verbinder 24">
                <a:extLst>
                  <a:ext uri="{FF2B5EF4-FFF2-40B4-BE49-F238E27FC236}">
                    <a16:creationId xmlns:a16="http://schemas.microsoft.com/office/drawing/2014/main" id="{532F3D9C-0F8E-587D-D32A-BBD99C526CE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28353" y="123057"/>
                <a:ext cx="651456" cy="651455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Gerader Verbinder 25">
                <a:extLst>
                  <a:ext uri="{FF2B5EF4-FFF2-40B4-BE49-F238E27FC236}">
                    <a16:creationId xmlns:a16="http://schemas.microsoft.com/office/drawing/2014/main" id="{38C066A5-2E83-F6A7-61CF-47780071D4E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82567" y="123057"/>
                <a:ext cx="671162" cy="671162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Gerader Verbinder 26">
                <a:extLst>
                  <a:ext uri="{FF2B5EF4-FFF2-40B4-BE49-F238E27FC236}">
                    <a16:creationId xmlns:a16="http://schemas.microsoft.com/office/drawing/2014/main" id="{28442730-39B1-E810-5460-307CB675AA5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235402" y="123057"/>
                <a:ext cx="692247" cy="692246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Gerader Verbinder 27">
                <a:extLst>
                  <a:ext uri="{FF2B5EF4-FFF2-40B4-BE49-F238E27FC236}">
                    <a16:creationId xmlns:a16="http://schemas.microsoft.com/office/drawing/2014/main" id="{45444E05-528C-EB76-4DB2-27CA4AA84C8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288294" y="123057"/>
                <a:ext cx="713275" cy="713274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Gerader Verbinder 28">
                <a:extLst>
                  <a:ext uri="{FF2B5EF4-FFF2-40B4-BE49-F238E27FC236}">
                    <a16:creationId xmlns:a16="http://schemas.microsoft.com/office/drawing/2014/main" id="{0A2B790F-ABAB-D92F-C1A1-D73079B6BC4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341207" y="123057"/>
                <a:ext cx="734282" cy="734281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Gerader Verbinder 29">
                <a:extLst>
                  <a:ext uri="{FF2B5EF4-FFF2-40B4-BE49-F238E27FC236}">
                    <a16:creationId xmlns:a16="http://schemas.microsoft.com/office/drawing/2014/main" id="{E8AF29EA-C7E6-8282-0DB3-DEF3B4488F8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396265" y="123057"/>
                <a:ext cx="753144" cy="753143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Gerader Verbinder 30">
                <a:extLst>
                  <a:ext uri="{FF2B5EF4-FFF2-40B4-BE49-F238E27FC236}">
                    <a16:creationId xmlns:a16="http://schemas.microsoft.com/office/drawing/2014/main" id="{224F36BE-E553-EABD-2E16-E8D641EE885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453228" y="123057"/>
                <a:ext cx="770101" cy="770101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Gerader Verbinder 31">
                <a:extLst>
                  <a:ext uri="{FF2B5EF4-FFF2-40B4-BE49-F238E27FC236}">
                    <a16:creationId xmlns:a16="http://schemas.microsoft.com/office/drawing/2014/main" id="{745CF1DB-5663-73FE-7C03-2987D8221FD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514953" y="123057"/>
                <a:ext cx="782296" cy="782296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Gerader Verbinder 32">
                <a:extLst>
                  <a:ext uri="{FF2B5EF4-FFF2-40B4-BE49-F238E27FC236}">
                    <a16:creationId xmlns:a16="http://schemas.microsoft.com/office/drawing/2014/main" id="{47070B64-7165-F6DA-66F0-B2DC14AB7BB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579535" y="123057"/>
                <a:ext cx="791634" cy="791633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Gerader Verbinder 33">
                <a:extLst>
                  <a:ext uri="{FF2B5EF4-FFF2-40B4-BE49-F238E27FC236}">
                    <a16:creationId xmlns:a16="http://schemas.microsoft.com/office/drawing/2014/main" id="{315DDC51-3AAB-50F9-D34B-7351528AAAE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42212" y="123057"/>
                <a:ext cx="802877" cy="802876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Gerader Verbinder 34">
                <a:extLst>
                  <a:ext uri="{FF2B5EF4-FFF2-40B4-BE49-F238E27FC236}">
                    <a16:creationId xmlns:a16="http://schemas.microsoft.com/office/drawing/2014/main" id="{3B94A343-E6AA-77C7-C40A-A88C9D6F0B0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716321" y="123057"/>
                <a:ext cx="802688" cy="802688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Gerader Verbinder 35">
                <a:extLst>
                  <a:ext uri="{FF2B5EF4-FFF2-40B4-BE49-F238E27FC236}">
                    <a16:creationId xmlns:a16="http://schemas.microsoft.com/office/drawing/2014/main" id="{3F9A9388-D020-6D5B-7498-13254740B7C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789475" y="123057"/>
                <a:ext cx="803454" cy="803453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Gerader Verbinder 36">
                <a:extLst>
                  <a:ext uri="{FF2B5EF4-FFF2-40B4-BE49-F238E27FC236}">
                    <a16:creationId xmlns:a16="http://schemas.microsoft.com/office/drawing/2014/main" id="{2741F3A7-7393-CB91-5F90-C2369F419C2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60725" y="123057"/>
                <a:ext cx="806124" cy="806123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Gerader Verbinder 37">
                <a:extLst>
                  <a:ext uri="{FF2B5EF4-FFF2-40B4-BE49-F238E27FC236}">
                    <a16:creationId xmlns:a16="http://schemas.microsoft.com/office/drawing/2014/main" id="{D239B88F-BD2F-76A9-666A-252AC3A12B2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936738" y="123057"/>
                <a:ext cx="804031" cy="804031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Gerader Verbinder 38">
                <a:extLst>
                  <a:ext uri="{FF2B5EF4-FFF2-40B4-BE49-F238E27FC236}">
                    <a16:creationId xmlns:a16="http://schemas.microsoft.com/office/drawing/2014/main" id="{59182A2D-3A4D-2A4F-DE6B-D8656B8F027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016560" y="123057"/>
                <a:ext cx="798129" cy="798129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Gerader Verbinder 39">
                <a:extLst>
                  <a:ext uri="{FF2B5EF4-FFF2-40B4-BE49-F238E27FC236}">
                    <a16:creationId xmlns:a16="http://schemas.microsoft.com/office/drawing/2014/main" id="{140ED996-E7CC-F83C-6095-33DFA3B958C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106860" y="123057"/>
                <a:ext cx="781749" cy="781748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Gerader Verbinder 40">
                <a:extLst>
                  <a:ext uri="{FF2B5EF4-FFF2-40B4-BE49-F238E27FC236}">
                    <a16:creationId xmlns:a16="http://schemas.microsoft.com/office/drawing/2014/main" id="{092A1966-692C-0A7A-7771-030DBC53988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214305" y="123057"/>
                <a:ext cx="748224" cy="748223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Gerader Verbinder 41">
                <a:extLst>
                  <a:ext uri="{FF2B5EF4-FFF2-40B4-BE49-F238E27FC236}">
                    <a16:creationId xmlns:a16="http://schemas.microsoft.com/office/drawing/2014/main" id="{E6D12701-EB7A-5634-6D08-43FEB6923A4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331720" y="123057"/>
                <a:ext cx="704729" cy="704728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Gerader Verbinder 42">
                <a:extLst>
                  <a:ext uri="{FF2B5EF4-FFF2-40B4-BE49-F238E27FC236}">
                    <a16:creationId xmlns:a16="http://schemas.microsoft.com/office/drawing/2014/main" id="{4A0B3319-0EEB-C1B8-C6ED-FA67CA4FF25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453640" y="123057"/>
                <a:ext cx="656729" cy="656728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Gerader Verbinder 43">
                <a:extLst>
                  <a:ext uri="{FF2B5EF4-FFF2-40B4-BE49-F238E27FC236}">
                    <a16:creationId xmlns:a16="http://schemas.microsoft.com/office/drawing/2014/main" id="{EC3C941B-5643-67D2-A938-7CD3602743F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573920" y="169545"/>
                <a:ext cx="563881" cy="563880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Gerader Verbinder 44">
                <a:extLst>
                  <a:ext uri="{FF2B5EF4-FFF2-40B4-BE49-F238E27FC236}">
                    <a16:creationId xmlns:a16="http://schemas.microsoft.com/office/drawing/2014/main" id="{0A73A444-63AC-2C48-FCD8-51F5BAD84C9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678320" y="245745"/>
                <a:ext cx="457201" cy="457200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Gerader Verbinder 45">
                <a:extLst>
                  <a:ext uri="{FF2B5EF4-FFF2-40B4-BE49-F238E27FC236}">
                    <a16:creationId xmlns:a16="http://schemas.microsoft.com/office/drawing/2014/main" id="{054DB5C0-375F-960C-5454-22D895313BC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771290" y="327176"/>
                <a:ext cx="356720" cy="356719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Gerader Verbinder 46">
                <a:extLst>
                  <a:ext uri="{FF2B5EF4-FFF2-40B4-BE49-F238E27FC236}">
                    <a16:creationId xmlns:a16="http://schemas.microsoft.com/office/drawing/2014/main" id="{BB29301B-9C3D-1300-6E99-42CDDF9D722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855885" y="399620"/>
                <a:ext cx="273600" cy="273601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Gerader Verbinder 47">
                <a:extLst>
                  <a:ext uri="{FF2B5EF4-FFF2-40B4-BE49-F238E27FC236}">
                    <a16:creationId xmlns:a16="http://schemas.microsoft.com/office/drawing/2014/main" id="{CF2495F5-6F5D-454B-72B1-8159560F122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929805" y="472775"/>
                <a:ext cx="200445" cy="200446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Gerader Verbinder 48">
                <a:extLst>
                  <a:ext uri="{FF2B5EF4-FFF2-40B4-BE49-F238E27FC236}">
                    <a16:creationId xmlns:a16="http://schemas.microsoft.com/office/drawing/2014/main" id="{EE5BF308-77A5-EF6B-4AC1-10021C9686C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003725" y="544978"/>
                <a:ext cx="128243" cy="128243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44" name="Gruppieren 143">
              <a:extLst>
                <a:ext uri="{FF2B5EF4-FFF2-40B4-BE49-F238E27FC236}">
                  <a16:creationId xmlns:a16="http://schemas.microsoft.com/office/drawing/2014/main" id="{97165453-ED91-9DE8-47C5-081A1D2DCB68}"/>
                </a:ext>
              </a:extLst>
            </p:cNvPr>
            <p:cNvGrpSpPr/>
            <p:nvPr/>
          </p:nvGrpSpPr>
          <p:grpSpPr>
            <a:xfrm rot="10800000">
              <a:off x="492932" y="2034117"/>
              <a:ext cx="2687379" cy="806123"/>
              <a:chOff x="450422" y="123057"/>
              <a:chExt cx="2687379" cy="806123"/>
            </a:xfrm>
          </p:grpSpPr>
          <p:cxnSp>
            <p:nvCxnSpPr>
              <p:cNvPr id="145" name="Gerader Verbinder 144">
                <a:extLst>
                  <a:ext uri="{FF2B5EF4-FFF2-40B4-BE49-F238E27FC236}">
                    <a16:creationId xmlns:a16="http://schemas.microsoft.com/office/drawing/2014/main" id="{1E94D815-DA38-293C-A3D5-4E7F94E6FC1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21646" y="123057"/>
                <a:ext cx="75443" cy="75443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6" name="Gerader Verbinder 145">
                <a:extLst>
                  <a:ext uri="{FF2B5EF4-FFF2-40B4-BE49-F238E27FC236}">
                    <a16:creationId xmlns:a16="http://schemas.microsoft.com/office/drawing/2014/main" id="{1DB63B76-8AD7-AF15-D176-B8137823765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7648" y="123057"/>
                <a:ext cx="153361" cy="153360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7" name="Gerader Verbinder 146">
                <a:extLst>
                  <a:ext uri="{FF2B5EF4-FFF2-40B4-BE49-F238E27FC236}">
                    <a16:creationId xmlns:a16="http://schemas.microsoft.com/office/drawing/2014/main" id="{C70F12E2-1F78-BB97-65B4-5A4567BA987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8413" y="123057"/>
                <a:ext cx="226516" cy="226515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8" name="Gerader Verbinder 147">
                <a:extLst>
                  <a:ext uri="{FF2B5EF4-FFF2-40B4-BE49-F238E27FC236}">
                    <a16:creationId xmlns:a16="http://schemas.microsoft.com/office/drawing/2014/main" id="{CAF9A77D-030E-7559-CD6E-A8DE0BA87C7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4416" y="123057"/>
                <a:ext cx="304433" cy="304433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9" name="Gerader Verbinder 148">
                <a:extLst>
                  <a:ext uri="{FF2B5EF4-FFF2-40B4-BE49-F238E27FC236}">
                    <a16:creationId xmlns:a16="http://schemas.microsoft.com/office/drawing/2014/main" id="{DA51467E-99B9-81CB-5A35-CE362B491EC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4907" y="123057"/>
                <a:ext cx="377862" cy="377861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" name="Gerader Verbinder 149">
                <a:extLst>
                  <a:ext uri="{FF2B5EF4-FFF2-40B4-BE49-F238E27FC236}">
                    <a16:creationId xmlns:a16="http://schemas.microsoft.com/office/drawing/2014/main" id="{983D0FEC-7CB3-3BD6-727C-DFEE769CF58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3473" y="123057"/>
                <a:ext cx="453216" cy="453216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1" name="Gerader Verbinder 150">
                <a:extLst>
                  <a:ext uri="{FF2B5EF4-FFF2-40B4-BE49-F238E27FC236}">
                    <a16:creationId xmlns:a16="http://schemas.microsoft.com/office/drawing/2014/main" id="{04F9345C-96EB-1EA4-1AAA-4F831A12AD5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3177" y="123057"/>
                <a:ext cx="527432" cy="527431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2" name="Gerader Verbinder 151">
                <a:extLst>
                  <a:ext uri="{FF2B5EF4-FFF2-40B4-BE49-F238E27FC236}">
                    <a16:creationId xmlns:a16="http://schemas.microsoft.com/office/drawing/2014/main" id="{7C939242-CB00-9681-991E-F9B160479FB8}"/>
                  </a:ext>
                </a:extLst>
              </p:cNvPr>
              <p:cNvCxnSpPr>
                <a:cxnSpLocks/>
              </p:cNvCxnSpPr>
              <p:nvPr/>
            </p:nvCxnSpPr>
            <p:spPr>
              <a:xfrm rot="18900000">
                <a:off x="450422" y="398139"/>
                <a:ext cx="778049" cy="0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3" name="Gerader Verbinder 152">
                <a:extLst>
                  <a:ext uri="{FF2B5EF4-FFF2-40B4-BE49-F238E27FC236}">
                    <a16:creationId xmlns:a16="http://schemas.microsoft.com/office/drawing/2014/main" id="{D3A1AB15-F0AC-496C-EC2A-9E450016D061}"/>
                  </a:ext>
                </a:extLst>
              </p:cNvPr>
              <p:cNvCxnSpPr>
                <a:cxnSpLocks/>
              </p:cNvCxnSpPr>
              <p:nvPr/>
            </p:nvCxnSpPr>
            <p:spPr>
              <a:xfrm rot="18900000">
                <a:off x="524342" y="398139"/>
                <a:ext cx="778049" cy="0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4" name="Gerader Verbinder 153">
                <a:extLst>
                  <a:ext uri="{FF2B5EF4-FFF2-40B4-BE49-F238E27FC236}">
                    <a16:creationId xmlns:a16="http://schemas.microsoft.com/office/drawing/2014/main" id="{CC83A0FB-AC51-65AF-8AA5-82A53DAC4BE2}"/>
                  </a:ext>
                </a:extLst>
              </p:cNvPr>
              <p:cNvCxnSpPr>
                <a:cxnSpLocks/>
              </p:cNvCxnSpPr>
              <p:nvPr/>
            </p:nvCxnSpPr>
            <p:spPr>
              <a:xfrm rot="18900000">
                <a:off x="598262" y="398139"/>
                <a:ext cx="778049" cy="0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5" name="Gerader Verbinder 154">
                <a:extLst>
                  <a:ext uri="{FF2B5EF4-FFF2-40B4-BE49-F238E27FC236}">
                    <a16:creationId xmlns:a16="http://schemas.microsoft.com/office/drawing/2014/main" id="{BB2590B5-BBC8-82D6-202B-9D1BA6AE021A}"/>
                  </a:ext>
                </a:extLst>
              </p:cNvPr>
              <p:cNvCxnSpPr>
                <a:cxnSpLocks/>
              </p:cNvCxnSpPr>
              <p:nvPr/>
            </p:nvCxnSpPr>
            <p:spPr>
              <a:xfrm rot="18900000">
                <a:off x="672182" y="398139"/>
                <a:ext cx="778049" cy="0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6" name="Gerader Verbinder 155">
                <a:extLst>
                  <a:ext uri="{FF2B5EF4-FFF2-40B4-BE49-F238E27FC236}">
                    <a16:creationId xmlns:a16="http://schemas.microsoft.com/office/drawing/2014/main" id="{BC0C2A98-1FC6-4166-B915-A579877327F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46643" y="123057"/>
                <a:ext cx="563566" cy="563566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7" name="Gerader Verbinder 156">
                <a:extLst>
                  <a:ext uri="{FF2B5EF4-FFF2-40B4-BE49-F238E27FC236}">
                    <a16:creationId xmlns:a16="http://schemas.microsoft.com/office/drawing/2014/main" id="{7AEE7A5B-B381-FBB6-D5CF-D3A08F8AE38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05510" y="123057"/>
                <a:ext cx="578619" cy="578619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8" name="Gerader Verbinder 157">
                <a:extLst>
                  <a:ext uri="{FF2B5EF4-FFF2-40B4-BE49-F238E27FC236}">
                    <a16:creationId xmlns:a16="http://schemas.microsoft.com/office/drawing/2014/main" id="{DD2B9D8B-6217-0296-8D1C-315B65515B1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65330" y="123057"/>
                <a:ext cx="592719" cy="592718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9" name="Gerader Verbinder 158">
                <a:extLst>
                  <a:ext uri="{FF2B5EF4-FFF2-40B4-BE49-F238E27FC236}">
                    <a16:creationId xmlns:a16="http://schemas.microsoft.com/office/drawing/2014/main" id="{AB990DAC-2D4B-11BE-492B-134B3740921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22292" y="123057"/>
                <a:ext cx="609677" cy="609676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0" name="Gerader Verbinder 159">
                <a:extLst>
                  <a:ext uri="{FF2B5EF4-FFF2-40B4-BE49-F238E27FC236}">
                    <a16:creationId xmlns:a16="http://schemas.microsoft.com/office/drawing/2014/main" id="{318F563F-22DA-14DC-72A8-CF450879C0E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77553" y="123057"/>
                <a:ext cx="628336" cy="628335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1" name="Gerader Verbinder 160">
                <a:extLst>
                  <a:ext uri="{FF2B5EF4-FFF2-40B4-BE49-F238E27FC236}">
                    <a16:creationId xmlns:a16="http://schemas.microsoft.com/office/drawing/2014/main" id="{0C3BABE4-E659-DBA8-D975-64D624760D3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28353" y="123057"/>
                <a:ext cx="651456" cy="651455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2" name="Gerader Verbinder 161">
                <a:extLst>
                  <a:ext uri="{FF2B5EF4-FFF2-40B4-BE49-F238E27FC236}">
                    <a16:creationId xmlns:a16="http://schemas.microsoft.com/office/drawing/2014/main" id="{FC4C2FE4-7B74-950F-BD6B-01C357C31D8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82567" y="123057"/>
                <a:ext cx="671162" cy="671162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3" name="Gerader Verbinder 162">
                <a:extLst>
                  <a:ext uri="{FF2B5EF4-FFF2-40B4-BE49-F238E27FC236}">
                    <a16:creationId xmlns:a16="http://schemas.microsoft.com/office/drawing/2014/main" id="{7E7C5BF5-5E80-26E4-27FD-18C0FDEE387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235402" y="123057"/>
                <a:ext cx="692247" cy="692246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" name="Gerader Verbinder 163">
                <a:extLst>
                  <a:ext uri="{FF2B5EF4-FFF2-40B4-BE49-F238E27FC236}">
                    <a16:creationId xmlns:a16="http://schemas.microsoft.com/office/drawing/2014/main" id="{29C56A97-16E6-82F4-79C2-ABA0C62D894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288294" y="123057"/>
                <a:ext cx="713275" cy="713274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5" name="Gerader Verbinder 164">
                <a:extLst>
                  <a:ext uri="{FF2B5EF4-FFF2-40B4-BE49-F238E27FC236}">
                    <a16:creationId xmlns:a16="http://schemas.microsoft.com/office/drawing/2014/main" id="{B1A3221B-BB1E-B7B4-D1A9-F0B2CB394CA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341207" y="123057"/>
                <a:ext cx="734282" cy="734281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6" name="Gerader Verbinder 165">
                <a:extLst>
                  <a:ext uri="{FF2B5EF4-FFF2-40B4-BE49-F238E27FC236}">
                    <a16:creationId xmlns:a16="http://schemas.microsoft.com/office/drawing/2014/main" id="{7273361C-0E0D-8F3E-3A63-AC72B1D93ED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396265" y="123057"/>
                <a:ext cx="753144" cy="753143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7" name="Gerader Verbinder 166">
                <a:extLst>
                  <a:ext uri="{FF2B5EF4-FFF2-40B4-BE49-F238E27FC236}">
                    <a16:creationId xmlns:a16="http://schemas.microsoft.com/office/drawing/2014/main" id="{BE1F6A5C-AA88-473A-8C65-AED10AF5010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453228" y="123057"/>
                <a:ext cx="770101" cy="770101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8" name="Gerader Verbinder 167">
                <a:extLst>
                  <a:ext uri="{FF2B5EF4-FFF2-40B4-BE49-F238E27FC236}">
                    <a16:creationId xmlns:a16="http://schemas.microsoft.com/office/drawing/2014/main" id="{32197C6F-FFC9-EF8D-5638-6B8C9A81C25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514953" y="123057"/>
                <a:ext cx="782296" cy="782296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" name="Gerader Verbinder 168">
                <a:extLst>
                  <a:ext uri="{FF2B5EF4-FFF2-40B4-BE49-F238E27FC236}">
                    <a16:creationId xmlns:a16="http://schemas.microsoft.com/office/drawing/2014/main" id="{9E4FBD32-15D4-6929-B645-4C7988AC7C7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579535" y="123057"/>
                <a:ext cx="791634" cy="791633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0" name="Gerader Verbinder 169">
                <a:extLst>
                  <a:ext uri="{FF2B5EF4-FFF2-40B4-BE49-F238E27FC236}">
                    <a16:creationId xmlns:a16="http://schemas.microsoft.com/office/drawing/2014/main" id="{E1B420B7-DD32-46EA-156E-498A615C337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42212" y="123057"/>
                <a:ext cx="802877" cy="802876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Gerader Verbinder 170">
                <a:extLst>
                  <a:ext uri="{FF2B5EF4-FFF2-40B4-BE49-F238E27FC236}">
                    <a16:creationId xmlns:a16="http://schemas.microsoft.com/office/drawing/2014/main" id="{0F74A341-87E0-A842-84FB-7FD8AD55F09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716321" y="123057"/>
                <a:ext cx="802688" cy="802688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2" name="Gerader Verbinder 171">
                <a:extLst>
                  <a:ext uri="{FF2B5EF4-FFF2-40B4-BE49-F238E27FC236}">
                    <a16:creationId xmlns:a16="http://schemas.microsoft.com/office/drawing/2014/main" id="{70B335DC-53DD-5DF1-8E61-BEE61B1BA2F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789475" y="123057"/>
                <a:ext cx="803454" cy="803453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3" name="Gerader Verbinder 172">
                <a:extLst>
                  <a:ext uri="{FF2B5EF4-FFF2-40B4-BE49-F238E27FC236}">
                    <a16:creationId xmlns:a16="http://schemas.microsoft.com/office/drawing/2014/main" id="{0AB3DA1D-FA22-0A2C-6C0B-83C4074E193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60725" y="123057"/>
                <a:ext cx="806124" cy="806123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" name="Gerader Verbinder 173">
                <a:extLst>
                  <a:ext uri="{FF2B5EF4-FFF2-40B4-BE49-F238E27FC236}">
                    <a16:creationId xmlns:a16="http://schemas.microsoft.com/office/drawing/2014/main" id="{762151BB-824D-8A5E-6688-6D6C7514837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936738" y="123057"/>
                <a:ext cx="804031" cy="804031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5" name="Gerader Verbinder 174">
                <a:extLst>
                  <a:ext uri="{FF2B5EF4-FFF2-40B4-BE49-F238E27FC236}">
                    <a16:creationId xmlns:a16="http://schemas.microsoft.com/office/drawing/2014/main" id="{077F5579-C4FC-0724-E19E-C1FA53C66F9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016560" y="123057"/>
                <a:ext cx="798129" cy="798129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6" name="Gerader Verbinder 175">
                <a:extLst>
                  <a:ext uri="{FF2B5EF4-FFF2-40B4-BE49-F238E27FC236}">
                    <a16:creationId xmlns:a16="http://schemas.microsoft.com/office/drawing/2014/main" id="{264CAF2C-60DA-AF83-3001-BF504B8791B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106860" y="123057"/>
                <a:ext cx="781749" cy="781748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7" name="Gerader Verbinder 176">
                <a:extLst>
                  <a:ext uri="{FF2B5EF4-FFF2-40B4-BE49-F238E27FC236}">
                    <a16:creationId xmlns:a16="http://schemas.microsoft.com/office/drawing/2014/main" id="{9A89CA08-B9AE-918F-8C71-65F82C0C736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214305" y="123057"/>
                <a:ext cx="748224" cy="748223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8" name="Gerader Verbinder 177">
                <a:extLst>
                  <a:ext uri="{FF2B5EF4-FFF2-40B4-BE49-F238E27FC236}">
                    <a16:creationId xmlns:a16="http://schemas.microsoft.com/office/drawing/2014/main" id="{C60B4D35-BC79-9FAA-EAF3-6A741D3B9EC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331720" y="123057"/>
                <a:ext cx="704729" cy="704728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9" name="Gerader Verbinder 178">
                <a:extLst>
                  <a:ext uri="{FF2B5EF4-FFF2-40B4-BE49-F238E27FC236}">
                    <a16:creationId xmlns:a16="http://schemas.microsoft.com/office/drawing/2014/main" id="{D17936B6-24AC-C471-E255-761E42E6A0E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453640" y="123057"/>
                <a:ext cx="656729" cy="656728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0" name="Gerader Verbinder 179">
                <a:extLst>
                  <a:ext uri="{FF2B5EF4-FFF2-40B4-BE49-F238E27FC236}">
                    <a16:creationId xmlns:a16="http://schemas.microsoft.com/office/drawing/2014/main" id="{2268EEC8-1F46-661A-C1A3-E07AF7DD0CF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573920" y="169545"/>
                <a:ext cx="563881" cy="563880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1" name="Gerader Verbinder 180">
                <a:extLst>
                  <a:ext uri="{FF2B5EF4-FFF2-40B4-BE49-F238E27FC236}">
                    <a16:creationId xmlns:a16="http://schemas.microsoft.com/office/drawing/2014/main" id="{50BA0897-53C5-1E77-C30E-F81E948153B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678320" y="245745"/>
                <a:ext cx="457201" cy="457200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2" name="Gerader Verbinder 181">
                <a:extLst>
                  <a:ext uri="{FF2B5EF4-FFF2-40B4-BE49-F238E27FC236}">
                    <a16:creationId xmlns:a16="http://schemas.microsoft.com/office/drawing/2014/main" id="{A02CA0D4-3B2F-9193-F6AA-8BEA2B7D7CE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771290" y="327176"/>
                <a:ext cx="356720" cy="356719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3" name="Gerader Verbinder 182">
                <a:extLst>
                  <a:ext uri="{FF2B5EF4-FFF2-40B4-BE49-F238E27FC236}">
                    <a16:creationId xmlns:a16="http://schemas.microsoft.com/office/drawing/2014/main" id="{BA40AB48-4686-0DB3-8BAA-3493FB7C278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855885" y="399620"/>
                <a:ext cx="273600" cy="273601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4" name="Gerader Verbinder 183">
                <a:extLst>
                  <a:ext uri="{FF2B5EF4-FFF2-40B4-BE49-F238E27FC236}">
                    <a16:creationId xmlns:a16="http://schemas.microsoft.com/office/drawing/2014/main" id="{8032DEE9-D452-9950-66F7-5A69AF04B37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929805" y="472775"/>
                <a:ext cx="200445" cy="200446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5" name="Gerader Verbinder 184">
                <a:extLst>
                  <a:ext uri="{FF2B5EF4-FFF2-40B4-BE49-F238E27FC236}">
                    <a16:creationId xmlns:a16="http://schemas.microsoft.com/office/drawing/2014/main" id="{21A15314-FB38-2017-C056-78B8820F3F8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003725" y="544978"/>
                <a:ext cx="128243" cy="128243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86" name="Rechteck 185">
              <a:extLst>
                <a:ext uri="{FF2B5EF4-FFF2-40B4-BE49-F238E27FC236}">
                  <a16:creationId xmlns:a16="http://schemas.microsoft.com/office/drawing/2014/main" id="{F7ABD661-1148-EE29-684C-04B0D9EA62CA}"/>
                </a:ext>
              </a:extLst>
            </p:cNvPr>
            <p:cNvSpPr/>
            <p:nvPr/>
          </p:nvSpPr>
          <p:spPr>
            <a:xfrm>
              <a:off x="403965" y="889348"/>
              <a:ext cx="2855152" cy="1777910"/>
            </a:xfrm>
            <a:prstGeom prst="rect">
              <a:avLst/>
            </a:prstGeom>
            <a:noFill/>
            <a:ln w="508000" cap="rnd">
              <a:solidFill>
                <a:schemeClr val="bg1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188" name="Textfeld 187">
            <a:extLst>
              <a:ext uri="{FF2B5EF4-FFF2-40B4-BE49-F238E27FC236}">
                <a16:creationId xmlns:a16="http://schemas.microsoft.com/office/drawing/2014/main" id="{CFCE9582-207C-9BFF-CB09-8AF91A56B6E5}"/>
              </a:ext>
            </a:extLst>
          </p:cNvPr>
          <p:cNvSpPr txBox="1"/>
          <p:nvPr/>
        </p:nvSpPr>
        <p:spPr>
          <a:xfrm>
            <a:off x="400729" y="1562531"/>
            <a:ext cx="538619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b)</a:t>
            </a:r>
          </a:p>
        </p:txBody>
      </p:sp>
      <p:cxnSp>
        <p:nvCxnSpPr>
          <p:cNvPr id="194" name="Gerader Verbinder 193">
            <a:extLst>
              <a:ext uri="{FF2B5EF4-FFF2-40B4-BE49-F238E27FC236}">
                <a16:creationId xmlns:a16="http://schemas.microsoft.com/office/drawing/2014/main" id="{AD79E463-BBD9-0258-730D-8644906944F3}"/>
              </a:ext>
            </a:extLst>
          </p:cNvPr>
          <p:cNvCxnSpPr>
            <a:cxnSpLocks/>
          </p:cNvCxnSpPr>
          <p:nvPr/>
        </p:nvCxnSpPr>
        <p:spPr>
          <a:xfrm>
            <a:off x="2902411" y="2263914"/>
            <a:ext cx="342065" cy="0"/>
          </a:xfrm>
          <a:prstGeom prst="line">
            <a:avLst/>
          </a:prstGeom>
          <a:ln w="12700" cap="rnd">
            <a:solidFill>
              <a:schemeClr val="accent2">
                <a:lumMod val="75000"/>
                <a:alpha val="60000"/>
              </a:schemeClr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Gerader Verbinder 194">
            <a:extLst>
              <a:ext uri="{FF2B5EF4-FFF2-40B4-BE49-F238E27FC236}">
                <a16:creationId xmlns:a16="http://schemas.microsoft.com/office/drawing/2014/main" id="{F77C4C89-1B5A-FA6D-509C-5257C4544D02}"/>
              </a:ext>
            </a:extLst>
          </p:cNvPr>
          <p:cNvCxnSpPr>
            <a:cxnSpLocks/>
          </p:cNvCxnSpPr>
          <p:nvPr/>
        </p:nvCxnSpPr>
        <p:spPr>
          <a:xfrm>
            <a:off x="2902410" y="1234579"/>
            <a:ext cx="342066" cy="0"/>
          </a:xfrm>
          <a:prstGeom prst="line">
            <a:avLst/>
          </a:prstGeom>
          <a:ln w="12700" cap="rnd">
            <a:solidFill>
              <a:schemeClr val="accent2">
                <a:lumMod val="75000"/>
                <a:alpha val="60000"/>
              </a:schemeClr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feld 3">
            <a:extLst>
              <a:ext uri="{FF2B5EF4-FFF2-40B4-BE49-F238E27FC236}">
                <a16:creationId xmlns:a16="http://schemas.microsoft.com/office/drawing/2014/main" id="{499F0415-907E-A00A-08F2-91CB74CDE2AD}"/>
              </a:ext>
            </a:extLst>
          </p:cNvPr>
          <p:cNvSpPr txBox="1"/>
          <p:nvPr/>
        </p:nvSpPr>
        <p:spPr>
          <a:xfrm>
            <a:off x="2028146" y="1623546"/>
            <a:ext cx="1350072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ts val="1600"/>
              </a:lnSpc>
            </a:pPr>
            <a:r>
              <a:rPr lang="de-DE" sz="16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Ma</a:t>
            </a:r>
            <a:r>
              <a:rPr lang="de-DE" sz="1600" baseline="-25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3</a:t>
            </a:r>
            <a:r>
              <a:rPr lang="de-DE" sz="16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&lt; 1</a:t>
            </a:r>
          </a:p>
        </p:txBody>
      </p: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F16B00EE-9157-D66B-D26F-A6813F74ECC0}"/>
              </a:ext>
            </a:extLst>
          </p:cNvPr>
          <p:cNvCxnSpPr>
            <a:cxnSpLocks/>
          </p:cNvCxnSpPr>
          <p:nvPr/>
        </p:nvCxnSpPr>
        <p:spPr>
          <a:xfrm flipV="1">
            <a:off x="1731828" y="1491445"/>
            <a:ext cx="0" cy="510710"/>
          </a:xfrm>
          <a:prstGeom prst="line">
            <a:avLst/>
          </a:prstGeom>
          <a:ln w="12700" cap="rnd">
            <a:solidFill>
              <a:srgbClr val="FF0000">
                <a:alpha val="60000"/>
              </a:srgbClr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359851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FFE8EA-6AC4-8FF0-1F08-324CEB50B2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7" name="Gruppieren 186">
            <a:extLst>
              <a:ext uri="{FF2B5EF4-FFF2-40B4-BE49-F238E27FC236}">
                <a16:creationId xmlns:a16="http://schemas.microsoft.com/office/drawing/2014/main" id="{8851CF18-CD72-1C41-E880-7CB5607AB14B}"/>
              </a:ext>
            </a:extLst>
          </p:cNvPr>
          <p:cNvGrpSpPr/>
          <p:nvPr/>
        </p:nvGrpSpPr>
        <p:grpSpPr>
          <a:xfrm>
            <a:off x="300519" y="679835"/>
            <a:ext cx="2855152" cy="2134723"/>
            <a:chOff x="403965" y="705517"/>
            <a:chExt cx="2855152" cy="2134723"/>
          </a:xfrm>
        </p:grpSpPr>
        <p:grpSp>
          <p:nvGrpSpPr>
            <p:cNvPr id="7" name="Gruppieren 6">
              <a:extLst>
                <a:ext uri="{FF2B5EF4-FFF2-40B4-BE49-F238E27FC236}">
                  <a16:creationId xmlns:a16="http://schemas.microsoft.com/office/drawing/2014/main" id="{95597A8E-7BB2-BD87-274E-9FCC8778455D}"/>
                </a:ext>
              </a:extLst>
            </p:cNvPr>
            <p:cNvGrpSpPr/>
            <p:nvPr/>
          </p:nvGrpSpPr>
          <p:grpSpPr>
            <a:xfrm>
              <a:off x="637646" y="1258398"/>
              <a:ext cx="2397950" cy="1032822"/>
              <a:chOff x="601250" y="675938"/>
              <a:chExt cx="2397950" cy="1032822"/>
            </a:xfrm>
          </p:grpSpPr>
          <p:sp>
            <p:nvSpPr>
              <p:cNvPr id="2" name="Freihandform: Form 1">
                <a:extLst>
                  <a:ext uri="{FF2B5EF4-FFF2-40B4-BE49-F238E27FC236}">
                    <a16:creationId xmlns:a16="http://schemas.microsoft.com/office/drawing/2014/main" id="{D0726200-E6B4-AA86-68B7-D941AE2E3CB8}"/>
                  </a:ext>
                </a:extLst>
              </p:cNvPr>
              <p:cNvSpPr/>
              <p:nvPr/>
            </p:nvSpPr>
            <p:spPr>
              <a:xfrm>
                <a:off x="601250" y="675939"/>
                <a:ext cx="1198976" cy="257251"/>
              </a:xfrm>
              <a:custGeom>
                <a:avLst/>
                <a:gdLst>
                  <a:gd name="csX0" fmla="*/ 0 w 1155526"/>
                  <a:gd name="csY0" fmla="*/ 466 h 485850"/>
                  <a:gd name="csX1" fmla="*/ 338203 w 1155526"/>
                  <a:gd name="csY1" fmla="*/ 66228 h 485850"/>
                  <a:gd name="csX2" fmla="*/ 814192 w 1155526"/>
                  <a:gd name="csY2" fmla="*/ 413825 h 485850"/>
                  <a:gd name="csX3" fmla="*/ 1155526 w 1155526"/>
                  <a:gd name="csY3" fmla="*/ 485850 h 4858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155526" h="485850">
                    <a:moveTo>
                      <a:pt x="0" y="466"/>
                    </a:moveTo>
                    <a:cubicBezTo>
                      <a:pt x="101252" y="-1100"/>
                      <a:pt x="202504" y="-2665"/>
                      <a:pt x="338203" y="66228"/>
                    </a:cubicBezTo>
                    <a:cubicBezTo>
                      <a:pt x="473902" y="135121"/>
                      <a:pt x="677972" y="343888"/>
                      <a:pt x="814192" y="413825"/>
                    </a:cubicBezTo>
                    <a:cubicBezTo>
                      <a:pt x="950412" y="483762"/>
                      <a:pt x="1052969" y="484806"/>
                      <a:pt x="1155526" y="485850"/>
                    </a:cubicBezTo>
                  </a:path>
                </a:pathLst>
              </a:custGeom>
              <a:noFill/>
              <a:ln w="19050" cap="rnd"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3" name="Freihandform: Form 2">
                <a:extLst>
                  <a:ext uri="{FF2B5EF4-FFF2-40B4-BE49-F238E27FC236}">
                    <a16:creationId xmlns:a16="http://schemas.microsoft.com/office/drawing/2014/main" id="{B0B9947C-021E-EFBE-AC87-807F2C17F870}"/>
                  </a:ext>
                </a:extLst>
              </p:cNvPr>
              <p:cNvSpPr/>
              <p:nvPr/>
            </p:nvSpPr>
            <p:spPr>
              <a:xfrm flipH="1">
                <a:off x="1800224" y="675938"/>
                <a:ext cx="1198976" cy="257251"/>
              </a:xfrm>
              <a:custGeom>
                <a:avLst/>
                <a:gdLst>
                  <a:gd name="csX0" fmla="*/ 0 w 1155526"/>
                  <a:gd name="csY0" fmla="*/ 466 h 485850"/>
                  <a:gd name="csX1" fmla="*/ 338203 w 1155526"/>
                  <a:gd name="csY1" fmla="*/ 66228 h 485850"/>
                  <a:gd name="csX2" fmla="*/ 814192 w 1155526"/>
                  <a:gd name="csY2" fmla="*/ 413825 h 485850"/>
                  <a:gd name="csX3" fmla="*/ 1155526 w 1155526"/>
                  <a:gd name="csY3" fmla="*/ 485850 h 4858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155526" h="485850">
                    <a:moveTo>
                      <a:pt x="0" y="466"/>
                    </a:moveTo>
                    <a:cubicBezTo>
                      <a:pt x="101252" y="-1100"/>
                      <a:pt x="202504" y="-2665"/>
                      <a:pt x="338203" y="66228"/>
                    </a:cubicBezTo>
                    <a:cubicBezTo>
                      <a:pt x="473902" y="135121"/>
                      <a:pt x="677972" y="343888"/>
                      <a:pt x="814192" y="413825"/>
                    </a:cubicBezTo>
                    <a:cubicBezTo>
                      <a:pt x="950412" y="483762"/>
                      <a:pt x="1052969" y="484806"/>
                      <a:pt x="1155526" y="485850"/>
                    </a:cubicBezTo>
                  </a:path>
                </a:pathLst>
              </a:custGeom>
              <a:noFill/>
              <a:ln w="19050" cap="rnd"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5" name="Freihandform: Form 4">
                <a:extLst>
                  <a:ext uri="{FF2B5EF4-FFF2-40B4-BE49-F238E27FC236}">
                    <a16:creationId xmlns:a16="http://schemas.microsoft.com/office/drawing/2014/main" id="{B399A8E5-20C8-3192-E90C-73DFEBBD710C}"/>
                  </a:ext>
                </a:extLst>
              </p:cNvPr>
              <p:cNvSpPr/>
              <p:nvPr/>
            </p:nvSpPr>
            <p:spPr>
              <a:xfrm flipV="1">
                <a:off x="601250" y="1451509"/>
                <a:ext cx="1198976" cy="257251"/>
              </a:xfrm>
              <a:custGeom>
                <a:avLst/>
                <a:gdLst>
                  <a:gd name="csX0" fmla="*/ 0 w 1155526"/>
                  <a:gd name="csY0" fmla="*/ 466 h 485850"/>
                  <a:gd name="csX1" fmla="*/ 338203 w 1155526"/>
                  <a:gd name="csY1" fmla="*/ 66228 h 485850"/>
                  <a:gd name="csX2" fmla="*/ 814192 w 1155526"/>
                  <a:gd name="csY2" fmla="*/ 413825 h 485850"/>
                  <a:gd name="csX3" fmla="*/ 1155526 w 1155526"/>
                  <a:gd name="csY3" fmla="*/ 485850 h 4858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155526" h="485850">
                    <a:moveTo>
                      <a:pt x="0" y="466"/>
                    </a:moveTo>
                    <a:cubicBezTo>
                      <a:pt x="101252" y="-1100"/>
                      <a:pt x="202504" y="-2665"/>
                      <a:pt x="338203" y="66228"/>
                    </a:cubicBezTo>
                    <a:cubicBezTo>
                      <a:pt x="473902" y="135121"/>
                      <a:pt x="677972" y="343888"/>
                      <a:pt x="814192" y="413825"/>
                    </a:cubicBezTo>
                    <a:cubicBezTo>
                      <a:pt x="950412" y="483762"/>
                      <a:pt x="1052969" y="484806"/>
                      <a:pt x="1155526" y="485850"/>
                    </a:cubicBezTo>
                  </a:path>
                </a:pathLst>
              </a:custGeom>
              <a:noFill/>
              <a:ln w="19050" cap="rnd"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6" name="Freihandform: Form 5">
                <a:extLst>
                  <a:ext uri="{FF2B5EF4-FFF2-40B4-BE49-F238E27FC236}">
                    <a16:creationId xmlns:a16="http://schemas.microsoft.com/office/drawing/2014/main" id="{29DD8C68-90C5-108E-8CDD-62D0A3CA3018}"/>
                  </a:ext>
                </a:extLst>
              </p:cNvPr>
              <p:cNvSpPr/>
              <p:nvPr/>
            </p:nvSpPr>
            <p:spPr>
              <a:xfrm flipH="1" flipV="1">
                <a:off x="1800224" y="1451508"/>
                <a:ext cx="1198976" cy="257251"/>
              </a:xfrm>
              <a:custGeom>
                <a:avLst/>
                <a:gdLst>
                  <a:gd name="csX0" fmla="*/ 0 w 1155526"/>
                  <a:gd name="csY0" fmla="*/ 466 h 485850"/>
                  <a:gd name="csX1" fmla="*/ 338203 w 1155526"/>
                  <a:gd name="csY1" fmla="*/ 66228 h 485850"/>
                  <a:gd name="csX2" fmla="*/ 814192 w 1155526"/>
                  <a:gd name="csY2" fmla="*/ 413825 h 485850"/>
                  <a:gd name="csX3" fmla="*/ 1155526 w 1155526"/>
                  <a:gd name="csY3" fmla="*/ 485850 h 4858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155526" h="485850">
                    <a:moveTo>
                      <a:pt x="0" y="466"/>
                    </a:moveTo>
                    <a:cubicBezTo>
                      <a:pt x="101252" y="-1100"/>
                      <a:pt x="202504" y="-2665"/>
                      <a:pt x="338203" y="66228"/>
                    </a:cubicBezTo>
                    <a:cubicBezTo>
                      <a:pt x="473902" y="135121"/>
                      <a:pt x="677972" y="343888"/>
                      <a:pt x="814192" y="413825"/>
                    </a:cubicBezTo>
                    <a:cubicBezTo>
                      <a:pt x="950412" y="483762"/>
                      <a:pt x="1052969" y="484806"/>
                      <a:pt x="1155526" y="485850"/>
                    </a:cubicBezTo>
                  </a:path>
                </a:pathLst>
              </a:custGeom>
              <a:noFill/>
              <a:ln w="19050" cap="rnd"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</p:grpSp>
        <p:grpSp>
          <p:nvGrpSpPr>
            <p:cNvPr id="143" name="Gruppieren 142">
              <a:extLst>
                <a:ext uri="{FF2B5EF4-FFF2-40B4-BE49-F238E27FC236}">
                  <a16:creationId xmlns:a16="http://schemas.microsoft.com/office/drawing/2014/main" id="{DD786CCE-720F-1B74-7C48-00E74099B83E}"/>
                </a:ext>
              </a:extLst>
            </p:cNvPr>
            <p:cNvGrpSpPr/>
            <p:nvPr/>
          </p:nvGrpSpPr>
          <p:grpSpPr>
            <a:xfrm>
              <a:off x="492932" y="705517"/>
              <a:ext cx="2687379" cy="806123"/>
              <a:chOff x="450422" y="123057"/>
              <a:chExt cx="2687379" cy="806123"/>
            </a:xfrm>
          </p:grpSpPr>
          <p:cxnSp>
            <p:nvCxnSpPr>
              <p:cNvPr id="9" name="Gerader Verbinder 8">
                <a:extLst>
                  <a:ext uri="{FF2B5EF4-FFF2-40B4-BE49-F238E27FC236}">
                    <a16:creationId xmlns:a16="http://schemas.microsoft.com/office/drawing/2014/main" id="{BF310E87-84B8-512A-8BD7-4D50BCB8443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21646" y="123057"/>
                <a:ext cx="75443" cy="75443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Gerader Verbinder 9">
                <a:extLst>
                  <a:ext uri="{FF2B5EF4-FFF2-40B4-BE49-F238E27FC236}">
                    <a16:creationId xmlns:a16="http://schemas.microsoft.com/office/drawing/2014/main" id="{06BD04A6-5B13-DDDD-AFCA-5413F46C660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7648" y="123057"/>
                <a:ext cx="153361" cy="153360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Gerader Verbinder 10">
                <a:extLst>
                  <a:ext uri="{FF2B5EF4-FFF2-40B4-BE49-F238E27FC236}">
                    <a16:creationId xmlns:a16="http://schemas.microsoft.com/office/drawing/2014/main" id="{2624FEB0-20FB-D832-D6CB-9851058B280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8413" y="123057"/>
                <a:ext cx="226516" cy="226515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Gerader Verbinder 11">
                <a:extLst>
                  <a:ext uri="{FF2B5EF4-FFF2-40B4-BE49-F238E27FC236}">
                    <a16:creationId xmlns:a16="http://schemas.microsoft.com/office/drawing/2014/main" id="{199E171D-A421-3B12-8B0F-BA61D87E1B0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4416" y="123057"/>
                <a:ext cx="304433" cy="304433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Gerader Verbinder 12">
                <a:extLst>
                  <a:ext uri="{FF2B5EF4-FFF2-40B4-BE49-F238E27FC236}">
                    <a16:creationId xmlns:a16="http://schemas.microsoft.com/office/drawing/2014/main" id="{3B1895C0-0E08-F591-7193-EF8B4BB6847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4907" y="123057"/>
                <a:ext cx="377862" cy="377861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Gerader Verbinder 13">
                <a:extLst>
                  <a:ext uri="{FF2B5EF4-FFF2-40B4-BE49-F238E27FC236}">
                    <a16:creationId xmlns:a16="http://schemas.microsoft.com/office/drawing/2014/main" id="{DE81350E-E90F-BFE3-603D-3D7A263214A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3473" y="123057"/>
                <a:ext cx="453216" cy="453216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Gerader Verbinder 14">
                <a:extLst>
                  <a:ext uri="{FF2B5EF4-FFF2-40B4-BE49-F238E27FC236}">
                    <a16:creationId xmlns:a16="http://schemas.microsoft.com/office/drawing/2014/main" id="{F62EE8F8-F862-78F9-56E2-AC300110F46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3177" y="123057"/>
                <a:ext cx="527432" cy="527431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Gerader Verbinder 15">
                <a:extLst>
                  <a:ext uri="{FF2B5EF4-FFF2-40B4-BE49-F238E27FC236}">
                    <a16:creationId xmlns:a16="http://schemas.microsoft.com/office/drawing/2014/main" id="{7CFD02A2-8D34-9F6D-DD96-C8A4174AA1B0}"/>
                  </a:ext>
                </a:extLst>
              </p:cNvPr>
              <p:cNvCxnSpPr>
                <a:cxnSpLocks/>
              </p:cNvCxnSpPr>
              <p:nvPr/>
            </p:nvCxnSpPr>
            <p:spPr>
              <a:xfrm rot="18900000">
                <a:off x="450422" y="398139"/>
                <a:ext cx="778049" cy="0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Gerader Verbinder 16">
                <a:extLst>
                  <a:ext uri="{FF2B5EF4-FFF2-40B4-BE49-F238E27FC236}">
                    <a16:creationId xmlns:a16="http://schemas.microsoft.com/office/drawing/2014/main" id="{0E5202E4-202A-C1CE-B382-B96F09CC3995}"/>
                  </a:ext>
                </a:extLst>
              </p:cNvPr>
              <p:cNvCxnSpPr>
                <a:cxnSpLocks/>
              </p:cNvCxnSpPr>
              <p:nvPr/>
            </p:nvCxnSpPr>
            <p:spPr>
              <a:xfrm rot="18900000">
                <a:off x="524342" y="398139"/>
                <a:ext cx="778049" cy="0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Gerader Verbinder 17">
                <a:extLst>
                  <a:ext uri="{FF2B5EF4-FFF2-40B4-BE49-F238E27FC236}">
                    <a16:creationId xmlns:a16="http://schemas.microsoft.com/office/drawing/2014/main" id="{12DF623A-9335-5BF6-6D8F-D8265261D718}"/>
                  </a:ext>
                </a:extLst>
              </p:cNvPr>
              <p:cNvCxnSpPr>
                <a:cxnSpLocks/>
              </p:cNvCxnSpPr>
              <p:nvPr/>
            </p:nvCxnSpPr>
            <p:spPr>
              <a:xfrm rot="18900000">
                <a:off x="598262" y="398139"/>
                <a:ext cx="778049" cy="0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Gerader Verbinder 18">
                <a:extLst>
                  <a:ext uri="{FF2B5EF4-FFF2-40B4-BE49-F238E27FC236}">
                    <a16:creationId xmlns:a16="http://schemas.microsoft.com/office/drawing/2014/main" id="{1AACD162-6505-44EF-32A1-7778E058B7AA}"/>
                  </a:ext>
                </a:extLst>
              </p:cNvPr>
              <p:cNvCxnSpPr>
                <a:cxnSpLocks/>
              </p:cNvCxnSpPr>
              <p:nvPr/>
            </p:nvCxnSpPr>
            <p:spPr>
              <a:xfrm rot="18900000">
                <a:off x="672182" y="398139"/>
                <a:ext cx="778049" cy="0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Gerader Verbinder 19">
                <a:extLst>
                  <a:ext uri="{FF2B5EF4-FFF2-40B4-BE49-F238E27FC236}">
                    <a16:creationId xmlns:a16="http://schemas.microsoft.com/office/drawing/2014/main" id="{2B5B3B04-6C54-5B76-917E-9B3E9B98572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46643" y="123057"/>
                <a:ext cx="563566" cy="563566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Gerader Verbinder 20">
                <a:extLst>
                  <a:ext uri="{FF2B5EF4-FFF2-40B4-BE49-F238E27FC236}">
                    <a16:creationId xmlns:a16="http://schemas.microsoft.com/office/drawing/2014/main" id="{2E76A718-F03F-2AF7-5B7F-7C9107F8F85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05510" y="123057"/>
                <a:ext cx="578619" cy="578619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Gerader Verbinder 21">
                <a:extLst>
                  <a:ext uri="{FF2B5EF4-FFF2-40B4-BE49-F238E27FC236}">
                    <a16:creationId xmlns:a16="http://schemas.microsoft.com/office/drawing/2014/main" id="{579DF8AB-9E9A-68FC-07C7-A32992C2DA3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65330" y="123057"/>
                <a:ext cx="592719" cy="592718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Gerader Verbinder 22">
                <a:extLst>
                  <a:ext uri="{FF2B5EF4-FFF2-40B4-BE49-F238E27FC236}">
                    <a16:creationId xmlns:a16="http://schemas.microsoft.com/office/drawing/2014/main" id="{56177E35-F2D7-A737-07D9-D6CD98D8B6B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22292" y="123057"/>
                <a:ext cx="609677" cy="609676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Gerader Verbinder 23">
                <a:extLst>
                  <a:ext uri="{FF2B5EF4-FFF2-40B4-BE49-F238E27FC236}">
                    <a16:creationId xmlns:a16="http://schemas.microsoft.com/office/drawing/2014/main" id="{0D8CF725-E3BC-0C21-C5DC-216E1258802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77553" y="123057"/>
                <a:ext cx="628336" cy="628335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Gerader Verbinder 24">
                <a:extLst>
                  <a:ext uri="{FF2B5EF4-FFF2-40B4-BE49-F238E27FC236}">
                    <a16:creationId xmlns:a16="http://schemas.microsoft.com/office/drawing/2014/main" id="{DD921580-D0AB-AEDA-01EC-FCF3C349993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28353" y="123057"/>
                <a:ext cx="651456" cy="651455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Gerader Verbinder 25">
                <a:extLst>
                  <a:ext uri="{FF2B5EF4-FFF2-40B4-BE49-F238E27FC236}">
                    <a16:creationId xmlns:a16="http://schemas.microsoft.com/office/drawing/2014/main" id="{7D83CB10-6462-A49A-10BB-93E94D2A2EC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82567" y="123057"/>
                <a:ext cx="671162" cy="671162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Gerader Verbinder 26">
                <a:extLst>
                  <a:ext uri="{FF2B5EF4-FFF2-40B4-BE49-F238E27FC236}">
                    <a16:creationId xmlns:a16="http://schemas.microsoft.com/office/drawing/2014/main" id="{9E4A0B0C-50BD-A6C1-6ECC-4F3A316A33C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235402" y="123057"/>
                <a:ext cx="692247" cy="692246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Gerader Verbinder 27">
                <a:extLst>
                  <a:ext uri="{FF2B5EF4-FFF2-40B4-BE49-F238E27FC236}">
                    <a16:creationId xmlns:a16="http://schemas.microsoft.com/office/drawing/2014/main" id="{1ED83115-A739-6F43-9D07-F448DD1E991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288294" y="123057"/>
                <a:ext cx="713275" cy="713274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Gerader Verbinder 28">
                <a:extLst>
                  <a:ext uri="{FF2B5EF4-FFF2-40B4-BE49-F238E27FC236}">
                    <a16:creationId xmlns:a16="http://schemas.microsoft.com/office/drawing/2014/main" id="{93D97893-EC45-1F3C-069F-0ECCCDC45D8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341207" y="123057"/>
                <a:ext cx="734282" cy="734281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Gerader Verbinder 29">
                <a:extLst>
                  <a:ext uri="{FF2B5EF4-FFF2-40B4-BE49-F238E27FC236}">
                    <a16:creationId xmlns:a16="http://schemas.microsoft.com/office/drawing/2014/main" id="{FBD7CAFD-E027-7F8E-B171-5B462991B4C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396265" y="123057"/>
                <a:ext cx="753144" cy="753143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Gerader Verbinder 30">
                <a:extLst>
                  <a:ext uri="{FF2B5EF4-FFF2-40B4-BE49-F238E27FC236}">
                    <a16:creationId xmlns:a16="http://schemas.microsoft.com/office/drawing/2014/main" id="{03CAC494-A879-9670-8BA0-3FA98465984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453228" y="123057"/>
                <a:ext cx="770101" cy="770101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Gerader Verbinder 31">
                <a:extLst>
                  <a:ext uri="{FF2B5EF4-FFF2-40B4-BE49-F238E27FC236}">
                    <a16:creationId xmlns:a16="http://schemas.microsoft.com/office/drawing/2014/main" id="{91655501-FC05-ABFA-3679-E2C9632E827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514953" y="123057"/>
                <a:ext cx="782296" cy="782296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Gerader Verbinder 32">
                <a:extLst>
                  <a:ext uri="{FF2B5EF4-FFF2-40B4-BE49-F238E27FC236}">
                    <a16:creationId xmlns:a16="http://schemas.microsoft.com/office/drawing/2014/main" id="{090D42C2-6887-CB3F-6BAB-8BA61DB5692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579535" y="123057"/>
                <a:ext cx="791634" cy="791633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Gerader Verbinder 33">
                <a:extLst>
                  <a:ext uri="{FF2B5EF4-FFF2-40B4-BE49-F238E27FC236}">
                    <a16:creationId xmlns:a16="http://schemas.microsoft.com/office/drawing/2014/main" id="{82BD72F9-36F0-507C-32D0-90515B4A67B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42212" y="123057"/>
                <a:ext cx="802877" cy="802876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Gerader Verbinder 34">
                <a:extLst>
                  <a:ext uri="{FF2B5EF4-FFF2-40B4-BE49-F238E27FC236}">
                    <a16:creationId xmlns:a16="http://schemas.microsoft.com/office/drawing/2014/main" id="{4AADFA00-5E89-39FB-9721-59483622B74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716321" y="123057"/>
                <a:ext cx="802688" cy="802688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Gerader Verbinder 35">
                <a:extLst>
                  <a:ext uri="{FF2B5EF4-FFF2-40B4-BE49-F238E27FC236}">
                    <a16:creationId xmlns:a16="http://schemas.microsoft.com/office/drawing/2014/main" id="{BAF731E6-414D-24DE-2B04-C912DD53A85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789475" y="123057"/>
                <a:ext cx="803454" cy="803453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Gerader Verbinder 36">
                <a:extLst>
                  <a:ext uri="{FF2B5EF4-FFF2-40B4-BE49-F238E27FC236}">
                    <a16:creationId xmlns:a16="http://schemas.microsoft.com/office/drawing/2014/main" id="{B4D031BC-09F9-75CE-C82D-5F39922C6F7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60725" y="123057"/>
                <a:ext cx="806124" cy="806123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Gerader Verbinder 37">
                <a:extLst>
                  <a:ext uri="{FF2B5EF4-FFF2-40B4-BE49-F238E27FC236}">
                    <a16:creationId xmlns:a16="http://schemas.microsoft.com/office/drawing/2014/main" id="{199464BE-39C1-5D14-6E7F-94B56BD653C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936738" y="123057"/>
                <a:ext cx="804031" cy="804031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Gerader Verbinder 38">
                <a:extLst>
                  <a:ext uri="{FF2B5EF4-FFF2-40B4-BE49-F238E27FC236}">
                    <a16:creationId xmlns:a16="http://schemas.microsoft.com/office/drawing/2014/main" id="{7966DD3D-EBD2-CEEC-569D-A4E11FF335D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016560" y="123057"/>
                <a:ext cx="798129" cy="798129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Gerader Verbinder 39">
                <a:extLst>
                  <a:ext uri="{FF2B5EF4-FFF2-40B4-BE49-F238E27FC236}">
                    <a16:creationId xmlns:a16="http://schemas.microsoft.com/office/drawing/2014/main" id="{D97B47CC-757A-F55E-684B-1ED033E62F9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106860" y="123057"/>
                <a:ext cx="781749" cy="781748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Gerader Verbinder 40">
                <a:extLst>
                  <a:ext uri="{FF2B5EF4-FFF2-40B4-BE49-F238E27FC236}">
                    <a16:creationId xmlns:a16="http://schemas.microsoft.com/office/drawing/2014/main" id="{4D6E324E-956A-F9EB-C6F8-1777CAD5D79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214305" y="123057"/>
                <a:ext cx="748224" cy="748223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Gerader Verbinder 41">
                <a:extLst>
                  <a:ext uri="{FF2B5EF4-FFF2-40B4-BE49-F238E27FC236}">
                    <a16:creationId xmlns:a16="http://schemas.microsoft.com/office/drawing/2014/main" id="{5E6CDAF7-A521-D4AC-17DC-5E264B239B3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331720" y="123057"/>
                <a:ext cx="704729" cy="704728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Gerader Verbinder 42">
                <a:extLst>
                  <a:ext uri="{FF2B5EF4-FFF2-40B4-BE49-F238E27FC236}">
                    <a16:creationId xmlns:a16="http://schemas.microsoft.com/office/drawing/2014/main" id="{944FE66E-4838-E4D8-9E7F-5BE8E71AC84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453640" y="123057"/>
                <a:ext cx="656729" cy="656728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Gerader Verbinder 43">
                <a:extLst>
                  <a:ext uri="{FF2B5EF4-FFF2-40B4-BE49-F238E27FC236}">
                    <a16:creationId xmlns:a16="http://schemas.microsoft.com/office/drawing/2014/main" id="{FAB02121-3BD1-82B7-840E-A94EA3F94FE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573920" y="169545"/>
                <a:ext cx="563881" cy="563880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Gerader Verbinder 44">
                <a:extLst>
                  <a:ext uri="{FF2B5EF4-FFF2-40B4-BE49-F238E27FC236}">
                    <a16:creationId xmlns:a16="http://schemas.microsoft.com/office/drawing/2014/main" id="{3EBD4F9E-62BF-E0C2-F36F-8176C982410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678320" y="245745"/>
                <a:ext cx="457201" cy="457200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Gerader Verbinder 45">
                <a:extLst>
                  <a:ext uri="{FF2B5EF4-FFF2-40B4-BE49-F238E27FC236}">
                    <a16:creationId xmlns:a16="http://schemas.microsoft.com/office/drawing/2014/main" id="{84EF9CCC-9CBC-FD71-3BCD-B93E532C640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771290" y="327176"/>
                <a:ext cx="356720" cy="356719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Gerader Verbinder 46">
                <a:extLst>
                  <a:ext uri="{FF2B5EF4-FFF2-40B4-BE49-F238E27FC236}">
                    <a16:creationId xmlns:a16="http://schemas.microsoft.com/office/drawing/2014/main" id="{5E119C36-9452-6217-655A-A43321AA588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855885" y="399620"/>
                <a:ext cx="273600" cy="273601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Gerader Verbinder 47">
                <a:extLst>
                  <a:ext uri="{FF2B5EF4-FFF2-40B4-BE49-F238E27FC236}">
                    <a16:creationId xmlns:a16="http://schemas.microsoft.com/office/drawing/2014/main" id="{8048263B-A51F-4EFA-D8CA-F987984D318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929805" y="472775"/>
                <a:ext cx="200445" cy="200446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Gerader Verbinder 48">
                <a:extLst>
                  <a:ext uri="{FF2B5EF4-FFF2-40B4-BE49-F238E27FC236}">
                    <a16:creationId xmlns:a16="http://schemas.microsoft.com/office/drawing/2014/main" id="{49D060DC-A603-6AA3-DDA9-90109FB5F66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003725" y="544978"/>
                <a:ext cx="128243" cy="128243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44" name="Gruppieren 143">
              <a:extLst>
                <a:ext uri="{FF2B5EF4-FFF2-40B4-BE49-F238E27FC236}">
                  <a16:creationId xmlns:a16="http://schemas.microsoft.com/office/drawing/2014/main" id="{60D285A2-F3D8-7CE7-C859-8FEBF9012368}"/>
                </a:ext>
              </a:extLst>
            </p:cNvPr>
            <p:cNvGrpSpPr/>
            <p:nvPr/>
          </p:nvGrpSpPr>
          <p:grpSpPr>
            <a:xfrm rot="10800000">
              <a:off x="492932" y="2034117"/>
              <a:ext cx="2687379" cy="806123"/>
              <a:chOff x="450422" y="123057"/>
              <a:chExt cx="2687379" cy="806123"/>
            </a:xfrm>
          </p:grpSpPr>
          <p:cxnSp>
            <p:nvCxnSpPr>
              <p:cNvPr id="145" name="Gerader Verbinder 144">
                <a:extLst>
                  <a:ext uri="{FF2B5EF4-FFF2-40B4-BE49-F238E27FC236}">
                    <a16:creationId xmlns:a16="http://schemas.microsoft.com/office/drawing/2014/main" id="{76F128DA-2BEF-3DD5-8882-DBA55C4C3AC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21646" y="123057"/>
                <a:ext cx="75443" cy="75443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6" name="Gerader Verbinder 145">
                <a:extLst>
                  <a:ext uri="{FF2B5EF4-FFF2-40B4-BE49-F238E27FC236}">
                    <a16:creationId xmlns:a16="http://schemas.microsoft.com/office/drawing/2014/main" id="{A946B0C7-1142-D747-7C79-BB003FE30D5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7648" y="123057"/>
                <a:ext cx="153361" cy="153360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7" name="Gerader Verbinder 146">
                <a:extLst>
                  <a:ext uri="{FF2B5EF4-FFF2-40B4-BE49-F238E27FC236}">
                    <a16:creationId xmlns:a16="http://schemas.microsoft.com/office/drawing/2014/main" id="{E62137B8-75EE-6597-D8B4-B2CE0D40637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8413" y="123057"/>
                <a:ext cx="226516" cy="226515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8" name="Gerader Verbinder 147">
                <a:extLst>
                  <a:ext uri="{FF2B5EF4-FFF2-40B4-BE49-F238E27FC236}">
                    <a16:creationId xmlns:a16="http://schemas.microsoft.com/office/drawing/2014/main" id="{E3933719-8FDB-DFDF-5ED4-412E2292811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4416" y="123057"/>
                <a:ext cx="304433" cy="304433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9" name="Gerader Verbinder 148">
                <a:extLst>
                  <a:ext uri="{FF2B5EF4-FFF2-40B4-BE49-F238E27FC236}">
                    <a16:creationId xmlns:a16="http://schemas.microsoft.com/office/drawing/2014/main" id="{2A3EF959-6ACE-53AF-3BFD-3F75EFAB42B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4907" y="123057"/>
                <a:ext cx="377862" cy="377861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" name="Gerader Verbinder 149">
                <a:extLst>
                  <a:ext uri="{FF2B5EF4-FFF2-40B4-BE49-F238E27FC236}">
                    <a16:creationId xmlns:a16="http://schemas.microsoft.com/office/drawing/2014/main" id="{3304BA3B-26A9-B299-64A3-E040EB69E6F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3473" y="123057"/>
                <a:ext cx="453216" cy="453216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1" name="Gerader Verbinder 150">
                <a:extLst>
                  <a:ext uri="{FF2B5EF4-FFF2-40B4-BE49-F238E27FC236}">
                    <a16:creationId xmlns:a16="http://schemas.microsoft.com/office/drawing/2014/main" id="{8E361812-6DD8-C112-33C0-2F9D671DF3F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3177" y="123057"/>
                <a:ext cx="527432" cy="527431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2" name="Gerader Verbinder 151">
                <a:extLst>
                  <a:ext uri="{FF2B5EF4-FFF2-40B4-BE49-F238E27FC236}">
                    <a16:creationId xmlns:a16="http://schemas.microsoft.com/office/drawing/2014/main" id="{97AFDA0D-FF06-1F95-176D-0105D9DAF06E}"/>
                  </a:ext>
                </a:extLst>
              </p:cNvPr>
              <p:cNvCxnSpPr>
                <a:cxnSpLocks/>
              </p:cNvCxnSpPr>
              <p:nvPr/>
            </p:nvCxnSpPr>
            <p:spPr>
              <a:xfrm rot="18900000">
                <a:off x="450422" y="398139"/>
                <a:ext cx="778049" cy="0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3" name="Gerader Verbinder 152">
                <a:extLst>
                  <a:ext uri="{FF2B5EF4-FFF2-40B4-BE49-F238E27FC236}">
                    <a16:creationId xmlns:a16="http://schemas.microsoft.com/office/drawing/2014/main" id="{8A2B9623-A6FC-AD9C-7FA5-6B07F34CF448}"/>
                  </a:ext>
                </a:extLst>
              </p:cNvPr>
              <p:cNvCxnSpPr>
                <a:cxnSpLocks/>
              </p:cNvCxnSpPr>
              <p:nvPr/>
            </p:nvCxnSpPr>
            <p:spPr>
              <a:xfrm rot="18900000">
                <a:off x="524342" y="398139"/>
                <a:ext cx="778049" cy="0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4" name="Gerader Verbinder 153">
                <a:extLst>
                  <a:ext uri="{FF2B5EF4-FFF2-40B4-BE49-F238E27FC236}">
                    <a16:creationId xmlns:a16="http://schemas.microsoft.com/office/drawing/2014/main" id="{68F7FDCE-CEA8-8379-FC05-72BF57073DE8}"/>
                  </a:ext>
                </a:extLst>
              </p:cNvPr>
              <p:cNvCxnSpPr>
                <a:cxnSpLocks/>
              </p:cNvCxnSpPr>
              <p:nvPr/>
            </p:nvCxnSpPr>
            <p:spPr>
              <a:xfrm rot="18900000">
                <a:off x="598262" y="398139"/>
                <a:ext cx="778049" cy="0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5" name="Gerader Verbinder 154">
                <a:extLst>
                  <a:ext uri="{FF2B5EF4-FFF2-40B4-BE49-F238E27FC236}">
                    <a16:creationId xmlns:a16="http://schemas.microsoft.com/office/drawing/2014/main" id="{5EB37DE1-C3A5-0F0E-CD6E-235846AB6124}"/>
                  </a:ext>
                </a:extLst>
              </p:cNvPr>
              <p:cNvCxnSpPr>
                <a:cxnSpLocks/>
              </p:cNvCxnSpPr>
              <p:nvPr/>
            </p:nvCxnSpPr>
            <p:spPr>
              <a:xfrm rot="18900000">
                <a:off x="672182" y="398139"/>
                <a:ext cx="778049" cy="0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6" name="Gerader Verbinder 155">
                <a:extLst>
                  <a:ext uri="{FF2B5EF4-FFF2-40B4-BE49-F238E27FC236}">
                    <a16:creationId xmlns:a16="http://schemas.microsoft.com/office/drawing/2014/main" id="{6E118DFC-8624-4D3F-7257-B6E9C0AA101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46643" y="123057"/>
                <a:ext cx="563566" cy="563566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7" name="Gerader Verbinder 156">
                <a:extLst>
                  <a:ext uri="{FF2B5EF4-FFF2-40B4-BE49-F238E27FC236}">
                    <a16:creationId xmlns:a16="http://schemas.microsoft.com/office/drawing/2014/main" id="{021C6201-FD94-BEB0-507D-BDA0AE148CB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05510" y="123057"/>
                <a:ext cx="578619" cy="578619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8" name="Gerader Verbinder 157">
                <a:extLst>
                  <a:ext uri="{FF2B5EF4-FFF2-40B4-BE49-F238E27FC236}">
                    <a16:creationId xmlns:a16="http://schemas.microsoft.com/office/drawing/2014/main" id="{B137B2B3-0013-FC6F-0DAE-FDBDAF4CA2F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65330" y="123057"/>
                <a:ext cx="592719" cy="592718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9" name="Gerader Verbinder 158">
                <a:extLst>
                  <a:ext uri="{FF2B5EF4-FFF2-40B4-BE49-F238E27FC236}">
                    <a16:creationId xmlns:a16="http://schemas.microsoft.com/office/drawing/2014/main" id="{254909C3-60BD-6C9E-4C82-7A668DA76A8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22292" y="123057"/>
                <a:ext cx="609677" cy="609676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0" name="Gerader Verbinder 159">
                <a:extLst>
                  <a:ext uri="{FF2B5EF4-FFF2-40B4-BE49-F238E27FC236}">
                    <a16:creationId xmlns:a16="http://schemas.microsoft.com/office/drawing/2014/main" id="{79747E99-FFD2-221E-DD49-B1C7256B63D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77553" y="123057"/>
                <a:ext cx="628336" cy="628335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1" name="Gerader Verbinder 160">
                <a:extLst>
                  <a:ext uri="{FF2B5EF4-FFF2-40B4-BE49-F238E27FC236}">
                    <a16:creationId xmlns:a16="http://schemas.microsoft.com/office/drawing/2014/main" id="{C90CBC12-C01A-19F3-5D9F-8C35E4C8E74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28353" y="123057"/>
                <a:ext cx="651456" cy="651455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2" name="Gerader Verbinder 161">
                <a:extLst>
                  <a:ext uri="{FF2B5EF4-FFF2-40B4-BE49-F238E27FC236}">
                    <a16:creationId xmlns:a16="http://schemas.microsoft.com/office/drawing/2014/main" id="{3B97ED1E-EB33-3B77-EABA-BBC77275719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82567" y="123057"/>
                <a:ext cx="671162" cy="671162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3" name="Gerader Verbinder 162">
                <a:extLst>
                  <a:ext uri="{FF2B5EF4-FFF2-40B4-BE49-F238E27FC236}">
                    <a16:creationId xmlns:a16="http://schemas.microsoft.com/office/drawing/2014/main" id="{1A58E839-0BEF-1734-4D61-52B75316D8F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235402" y="123057"/>
                <a:ext cx="692247" cy="692246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" name="Gerader Verbinder 163">
                <a:extLst>
                  <a:ext uri="{FF2B5EF4-FFF2-40B4-BE49-F238E27FC236}">
                    <a16:creationId xmlns:a16="http://schemas.microsoft.com/office/drawing/2014/main" id="{E5B41FF3-9703-54C9-491A-BF2E319F78B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288294" y="123057"/>
                <a:ext cx="713275" cy="713274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5" name="Gerader Verbinder 164">
                <a:extLst>
                  <a:ext uri="{FF2B5EF4-FFF2-40B4-BE49-F238E27FC236}">
                    <a16:creationId xmlns:a16="http://schemas.microsoft.com/office/drawing/2014/main" id="{D366CF05-A494-E77E-E9EA-0F4CED2BB23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341207" y="123057"/>
                <a:ext cx="734282" cy="734281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6" name="Gerader Verbinder 165">
                <a:extLst>
                  <a:ext uri="{FF2B5EF4-FFF2-40B4-BE49-F238E27FC236}">
                    <a16:creationId xmlns:a16="http://schemas.microsoft.com/office/drawing/2014/main" id="{EB6226C1-D44A-1BEC-AF4A-07B4BCD78A3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396265" y="123057"/>
                <a:ext cx="753144" cy="753143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7" name="Gerader Verbinder 166">
                <a:extLst>
                  <a:ext uri="{FF2B5EF4-FFF2-40B4-BE49-F238E27FC236}">
                    <a16:creationId xmlns:a16="http://schemas.microsoft.com/office/drawing/2014/main" id="{66570D26-5113-3D65-6194-07C6481C2CB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453228" y="123057"/>
                <a:ext cx="770101" cy="770101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8" name="Gerader Verbinder 167">
                <a:extLst>
                  <a:ext uri="{FF2B5EF4-FFF2-40B4-BE49-F238E27FC236}">
                    <a16:creationId xmlns:a16="http://schemas.microsoft.com/office/drawing/2014/main" id="{EEF167A9-340C-151B-D238-D846C442024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514953" y="123057"/>
                <a:ext cx="782296" cy="782296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" name="Gerader Verbinder 168">
                <a:extLst>
                  <a:ext uri="{FF2B5EF4-FFF2-40B4-BE49-F238E27FC236}">
                    <a16:creationId xmlns:a16="http://schemas.microsoft.com/office/drawing/2014/main" id="{0B5D4A5A-ECF1-E09C-729D-2309735A9BC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579535" y="123057"/>
                <a:ext cx="791634" cy="791633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0" name="Gerader Verbinder 169">
                <a:extLst>
                  <a:ext uri="{FF2B5EF4-FFF2-40B4-BE49-F238E27FC236}">
                    <a16:creationId xmlns:a16="http://schemas.microsoft.com/office/drawing/2014/main" id="{2CE682DC-BA54-83F9-8D36-C7F7789542A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42212" y="123057"/>
                <a:ext cx="802877" cy="802876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Gerader Verbinder 170">
                <a:extLst>
                  <a:ext uri="{FF2B5EF4-FFF2-40B4-BE49-F238E27FC236}">
                    <a16:creationId xmlns:a16="http://schemas.microsoft.com/office/drawing/2014/main" id="{9AA6D9EA-C8EE-75A5-FCD2-2B0C9F394F4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716321" y="123057"/>
                <a:ext cx="802688" cy="802688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2" name="Gerader Verbinder 171">
                <a:extLst>
                  <a:ext uri="{FF2B5EF4-FFF2-40B4-BE49-F238E27FC236}">
                    <a16:creationId xmlns:a16="http://schemas.microsoft.com/office/drawing/2014/main" id="{73B7898A-A62D-7360-8C33-0279EE2029B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789475" y="123057"/>
                <a:ext cx="803454" cy="803453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3" name="Gerader Verbinder 172">
                <a:extLst>
                  <a:ext uri="{FF2B5EF4-FFF2-40B4-BE49-F238E27FC236}">
                    <a16:creationId xmlns:a16="http://schemas.microsoft.com/office/drawing/2014/main" id="{3F4A2E4F-4354-DBB6-47C5-2208691AD4C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60725" y="123057"/>
                <a:ext cx="806124" cy="806123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" name="Gerader Verbinder 173">
                <a:extLst>
                  <a:ext uri="{FF2B5EF4-FFF2-40B4-BE49-F238E27FC236}">
                    <a16:creationId xmlns:a16="http://schemas.microsoft.com/office/drawing/2014/main" id="{7D3B79D2-B4F1-1C82-56DD-83648A2F93F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936738" y="123057"/>
                <a:ext cx="804031" cy="804031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5" name="Gerader Verbinder 174">
                <a:extLst>
                  <a:ext uri="{FF2B5EF4-FFF2-40B4-BE49-F238E27FC236}">
                    <a16:creationId xmlns:a16="http://schemas.microsoft.com/office/drawing/2014/main" id="{90AE15C8-F705-5C9F-CA30-DD3EBCA0FDC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016560" y="123057"/>
                <a:ext cx="798129" cy="798129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6" name="Gerader Verbinder 175">
                <a:extLst>
                  <a:ext uri="{FF2B5EF4-FFF2-40B4-BE49-F238E27FC236}">
                    <a16:creationId xmlns:a16="http://schemas.microsoft.com/office/drawing/2014/main" id="{7CED19FD-0318-F62E-9B27-E285FC6AC26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106860" y="123057"/>
                <a:ext cx="781749" cy="781748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7" name="Gerader Verbinder 176">
                <a:extLst>
                  <a:ext uri="{FF2B5EF4-FFF2-40B4-BE49-F238E27FC236}">
                    <a16:creationId xmlns:a16="http://schemas.microsoft.com/office/drawing/2014/main" id="{88C0E278-14B5-AEDD-1E0B-C8A53EA2092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214305" y="123057"/>
                <a:ext cx="748224" cy="748223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8" name="Gerader Verbinder 177">
                <a:extLst>
                  <a:ext uri="{FF2B5EF4-FFF2-40B4-BE49-F238E27FC236}">
                    <a16:creationId xmlns:a16="http://schemas.microsoft.com/office/drawing/2014/main" id="{0C522A17-FF0E-51FB-EE6D-78F960CB92C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331720" y="123057"/>
                <a:ext cx="704729" cy="704728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9" name="Gerader Verbinder 178">
                <a:extLst>
                  <a:ext uri="{FF2B5EF4-FFF2-40B4-BE49-F238E27FC236}">
                    <a16:creationId xmlns:a16="http://schemas.microsoft.com/office/drawing/2014/main" id="{6C9E2CD6-3FF1-37DE-AC19-4A6662379B5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453640" y="123057"/>
                <a:ext cx="656729" cy="656728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0" name="Gerader Verbinder 179">
                <a:extLst>
                  <a:ext uri="{FF2B5EF4-FFF2-40B4-BE49-F238E27FC236}">
                    <a16:creationId xmlns:a16="http://schemas.microsoft.com/office/drawing/2014/main" id="{F4FE6A9B-3D88-8468-787E-180E51092CC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573920" y="169545"/>
                <a:ext cx="563881" cy="563880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1" name="Gerader Verbinder 180">
                <a:extLst>
                  <a:ext uri="{FF2B5EF4-FFF2-40B4-BE49-F238E27FC236}">
                    <a16:creationId xmlns:a16="http://schemas.microsoft.com/office/drawing/2014/main" id="{0A9F63C2-6A1C-B7BE-053D-B712693589B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678320" y="245745"/>
                <a:ext cx="457201" cy="457200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2" name="Gerader Verbinder 181">
                <a:extLst>
                  <a:ext uri="{FF2B5EF4-FFF2-40B4-BE49-F238E27FC236}">
                    <a16:creationId xmlns:a16="http://schemas.microsoft.com/office/drawing/2014/main" id="{D9BF7C45-5862-E182-5A30-022C1083191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771290" y="327176"/>
                <a:ext cx="356720" cy="356719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3" name="Gerader Verbinder 182">
                <a:extLst>
                  <a:ext uri="{FF2B5EF4-FFF2-40B4-BE49-F238E27FC236}">
                    <a16:creationId xmlns:a16="http://schemas.microsoft.com/office/drawing/2014/main" id="{69A68E1F-A297-4491-674F-1BC0CE19FED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855885" y="399620"/>
                <a:ext cx="273600" cy="273601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4" name="Gerader Verbinder 183">
                <a:extLst>
                  <a:ext uri="{FF2B5EF4-FFF2-40B4-BE49-F238E27FC236}">
                    <a16:creationId xmlns:a16="http://schemas.microsoft.com/office/drawing/2014/main" id="{86554C1C-CE47-ED4D-705D-7333FE9586A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929805" y="472775"/>
                <a:ext cx="200445" cy="200446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5" name="Gerader Verbinder 184">
                <a:extLst>
                  <a:ext uri="{FF2B5EF4-FFF2-40B4-BE49-F238E27FC236}">
                    <a16:creationId xmlns:a16="http://schemas.microsoft.com/office/drawing/2014/main" id="{FDBB20C9-69E6-0505-4BD4-EE977214042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003725" y="544978"/>
                <a:ext cx="128243" cy="128243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86" name="Rechteck 185">
              <a:extLst>
                <a:ext uri="{FF2B5EF4-FFF2-40B4-BE49-F238E27FC236}">
                  <a16:creationId xmlns:a16="http://schemas.microsoft.com/office/drawing/2014/main" id="{83F9FE15-96E0-3F51-6259-45E5FB414A0B}"/>
                </a:ext>
              </a:extLst>
            </p:cNvPr>
            <p:cNvSpPr/>
            <p:nvPr/>
          </p:nvSpPr>
          <p:spPr>
            <a:xfrm>
              <a:off x="403965" y="889348"/>
              <a:ext cx="2855152" cy="1777910"/>
            </a:xfrm>
            <a:prstGeom prst="rect">
              <a:avLst/>
            </a:prstGeom>
            <a:noFill/>
            <a:ln w="508000" cap="rnd">
              <a:solidFill>
                <a:schemeClr val="bg1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188" name="Textfeld 187">
            <a:extLst>
              <a:ext uri="{FF2B5EF4-FFF2-40B4-BE49-F238E27FC236}">
                <a16:creationId xmlns:a16="http://schemas.microsoft.com/office/drawing/2014/main" id="{F5E7F30A-1AFE-36F0-6A23-D6A68B61FC52}"/>
              </a:ext>
            </a:extLst>
          </p:cNvPr>
          <p:cNvSpPr txBox="1"/>
          <p:nvPr/>
        </p:nvSpPr>
        <p:spPr>
          <a:xfrm>
            <a:off x="400729" y="1562531"/>
            <a:ext cx="538619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c)</a:t>
            </a:r>
          </a:p>
        </p:txBody>
      </p:sp>
      <p:cxnSp>
        <p:nvCxnSpPr>
          <p:cNvPr id="194" name="Gerader Verbinder 193">
            <a:extLst>
              <a:ext uri="{FF2B5EF4-FFF2-40B4-BE49-F238E27FC236}">
                <a16:creationId xmlns:a16="http://schemas.microsoft.com/office/drawing/2014/main" id="{7E208C0A-55E5-3C2F-8200-AC42CC95FEE6}"/>
              </a:ext>
            </a:extLst>
          </p:cNvPr>
          <p:cNvCxnSpPr>
            <a:cxnSpLocks/>
          </p:cNvCxnSpPr>
          <p:nvPr/>
        </p:nvCxnSpPr>
        <p:spPr>
          <a:xfrm>
            <a:off x="2902411" y="2263914"/>
            <a:ext cx="342065" cy="0"/>
          </a:xfrm>
          <a:prstGeom prst="line">
            <a:avLst/>
          </a:prstGeom>
          <a:ln w="12700" cap="rnd">
            <a:solidFill>
              <a:schemeClr val="accent2">
                <a:lumMod val="75000"/>
                <a:alpha val="60000"/>
              </a:schemeClr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Gerader Verbinder 194">
            <a:extLst>
              <a:ext uri="{FF2B5EF4-FFF2-40B4-BE49-F238E27FC236}">
                <a16:creationId xmlns:a16="http://schemas.microsoft.com/office/drawing/2014/main" id="{56280D26-C56B-B996-9EEC-3CEC96E34B25}"/>
              </a:ext>
            </a:extLst>
          </p:cNvPr>
          <p:cNvCxnSpPr>
            <a:cxnSpLocks/>
          </p:cNvCxnSpPr>
          <p:nvPr/>
        </p:nvCxnSpPr>
        <p:spPr>
          <a:xfrm>
            <a:off x="2902410" y="1234579"/>
            <a:ext cx="342066" cy="0"/>
          </a:xfrm>
          <a:prstGeom prst="line">
            <a:avLst/>
          </a:prstGeom>
          <a:ln w="12700" cap="rnd">
            <a:solidFill>
              <a:schemeClr val="accent2">
                <a:lumMod val="75000"/>
                <a:alpha val="60000"/>
              </a:schemeClr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feld 3">
            <a:extLst>
              <a:ext uri="{FF2B5EF4-FFF2-40B4-BE49-F238E27FC236}">
                <a16:creationId xmlns:a16="http://schemas.microsoft.com/office/drawing/2014/main" id="{789267D6-E713-901E-7F4D-F84101B2F701}"/>
              </a:ext>
            </a:extLst>
          </p:cNvPr>
          <p:cNvSpPr txBox="1"/>
          <p:nvPr/>
        </p:nvSpPr>
        <p:spPr>
          <a:xfrm>
            <a:off x="2089106" y="1623546"/>
            <a:ext cx="1350072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ts val="1600"/>
              </a:lnSpc>
            </a:pPr>
            <a:r>
              <a:rPr lang="de-DE" sz="16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Ma</a:t>
            </a:r>
            <a:r>
              <a:rPr lang="de-DE" sz="1600" baseline="-25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3</a:t>
            </a:r>
            <a:r>
              <a:rPr lang="de-DE" sz="16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&lt; 1</a:t>
            </a:r>
          </a:p>
        </p:txBody>
      </p: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47C4AC96-7513-E25D-969B-72A51647464C}"/>
              </a:ext>
            </a:extLst>
          </p:cNvPr>
          <p:cNvCxnSpPr>
            <a:cxnSpLocks/>
          </p:cNvCxnSpPr>
          <p:nvPr/>
        </p:nvCxnSpPr>
        <p:spPr>
          <a:xfrm flipV="1">
            <a:off x="2230938" y="1407795"/>
            <a:ext cx="0" cy="681990"/>
          </a:xfrm>
          <a:prstGeom prst="line">
            <a:avLst/>
          </a:prstGeom>
          <a:ln w="12700" cap="rnd">
            <a:solidFill>
              <a:srgbClr val="FF0000">
                <a:alpha val="60000"/>
              </a:srgbClr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337976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60E94E-022B-C0CA-CF8D-B146FDA3CD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7" name="Gruppieren 186">
            <a:extLst>
              <a:ext uri="{FF2B5EF4-FFF2-40B4-BE49-F238E27FC236}">
                <a16:creationId xmlns:a16="http://schemas.microsoft.com/office/drawing/2014/main" id="{2A7F1860-3CF7-ACBA-2B82-B3472188BE9A}"/>
              </a:ext>
            </a:extLst>
          </p:cNvPr>
          <p:cNvGrpSpPr/>
          <p:nvPr/>
        </p:nvGrpSpPr>
        <p:grpSpPr>
          <a:xfrm>
            <a:off x="300519" y="679835"/>
            <a:ext cx="2855152" cy="2134723"/>
            <a:chOff x="403965" y="705517"/>
            <a:chExt cx="2855152" cy="2134723"/>
          </a:xfrm>
        </p:grpSpPr>
        <p:grpSp>
          <p:nvGrpSpPr>
            <p:cNvPr id="7" name="Gruppieren 6">
              <a:extLst>
                <a:ext uri="{FF2B5EF4-FFF2-40B4-BE49-F238E27FC236}">
                  <a16:creationId xmlns:a16="http://schemas.microsoft.com/office/drawing/2014/main" id="{36C3D4F7-C834-47B6-C536-EC8DB5C81D66}"/>
                </a:ext>
              </a:extLst>
            </p:cNvPr>
            <p:cNvGrpSpPr/>
            <p:nvPr/>
          </p:nvGrpSpPr>
          <p:grpSpPr>
            <a:xfrm>
              <a:off x="637646" y="1258398"/>
              <a:ext cx="2397950" cy="1032822"/>
              <a:chOff x="601250" y="675938"/>
              <a:chExt cx="2397950" cy="1032822"/>
            </a:xfrm>
          </p:grpSpPr>
          <p:sp>
            <p:nvSpPr>
              <p:cNvPr id="2" name="Freihandform: Form 1">
                <a:extLst>
                  <a:ext uri="{FF2B5EF4-FFF2-40B4-BE49-F238E27FC236}">
                    <a16:creationId xmlns:a16="http://schemas.microsoft.com/office/drawing/2014/main" id="{3C2051F1-825A-3AF7-A3CF-7CAFFE36C6C7}"/>
                  </a:ext>
                </a:extLst>
              </p:cNvPr>
              <p:cNvSpPr/>
              <p:nvPr/>
            </p:nvSpPr>
            <p:spPr>
              <a:xfrm>
                <a:off x="601250" y="675939"/>
                <a:ext cx="1198976" cy="257251"/>
              </a:xfrm>
              <a:custGeom>
                <a:avLst/>
                <a:gdLst>
                  <a:gd name="csX0" fmla="*/ 0 w 1155526"/>
                  <a:gd name="csY0" fmla="*/ 466 h 485850"/>
                  <a:gd name="csX1" fmla="*/ 338203 w 1155526"/>
                  <a:gd name="csY1" fmla="*/ 66228 h 485850"/>
                  <a:gd name="csX2" fmla="*/ 814192 w 1155526"/>
                  <a:gd name="csY2" fmla="*/ 413825 h 485850"/>
                  <a:gd name="csX3" fmla="*/ 1155526 w 1155526"/>
                  <a:gd name="csY3" fmla="*/ 485850 h 4858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155526" h="485850">
                    <a:moveTo>
                      <a:pt x="0" y="466"/>
                    </a:moveTo>
                    <a:cubicBezTo>
                      <a:pt x="101252" y="-1100"/>
                      <a:pt x="202504" y="-2665"/>
                      <a:pt x="338203" y="66228"/>
                    </a:cubicBezTo>
                    <a:cubicBezTo>
                      <a:pt x="473902" y="135121"/>
                      <a:pt x="677972" y="343888"/>
                      <a:pt x="814192" y="413825"/>
                    </a:cubicBezTo>
                    <a:cubicBezTo>
                      <a:pt x="950412" y="483762"/>
                      <a:pt x="1052969" y="484806"/>
                      <a:pt x="1155526" y="485850"/>
                    </a:cubicBezTo>
                  </a:path>
                </a:pathLst>
              </a:custGeom>
              <a:noFill/>
              <a:ln w="19050" cap="rnd"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3" name="Freihandform: Form 2">
                <a:extLst>
                  <a:ext uri="{FF2B5EF4-FFF2-40B4-BE49-F238E27FC236}">
                    <a16:creationId xmlns:a16="http://schemas.microsoft.com/office/drawing/2014/main" id="{FEE0A2A2-43D4-82A9-258B-1519F60E27EE}"/>
                  </a:ext>
                </a:extLst>
              </p:cNvPr>
              <p:cNvSpPr/>
              <p:nvPr/>
            </p:nvSpPr>
            <p:spPr>
              <a:xfrm flipH="1">
                <a:off x="1800224" y="675938"/>
                <a:ext cx="1198976" cy="257251"/>
              </a:xfrm>
              <a:custGeom>
                <a:avLst/>
                <a:gdLst>
                  <a:gd name="csX0" fmla="*/ 0 w 1155526"/>
                  <a:gd name="csY0" fmla="*/ 466 h 485850"/>
                  <a:gd name="csX1" fmla="*/ 338203 w 1155526"/>
                  <a:gd name="csY1" fmla="*/ 66228 h 485850"/>
                  <a:gd name="csX2" fmla="*/ 814192 w 1155526"/>
                  <a:gd name="csY2" fmla="*/ 413825 h 485850"/>
                  <a:gd name="csX3" fmla="*/ 1155526 w 1155526"/>
                  <a:gd name="csY3" fmla="*/ 485850 h 4858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155526" h="485850">
                    <a:moveTo>
                      <a:pt x="0" y="466"/>
                    </a:moveTo>
                    <a:cubicBezTo>
                      <a:pt x="101252" y="-1100"/>
                      <a:pt x="202504" y="-2665"/>
                      <a:pt x="338203" y="66228"/>
                    </a:cubicBezTo>
                    <a:cubicBezTo>
                      <a:pt x="473902" y="135121"/>
                      <a:pt x="677972" y="343888"/>
                      <a:pt x="814192" y="413825"/>
                    </a:cubicBezTo>
                    <a:cubicBezTo>
                      <a:pt x="950412" y="483762"/>
                      <a:pt x="1052969" y="484806"/>
                      <a:pt x="1155526" y="485850"/>
                    </a:cubicBezTo>
                  </a:path>
                </a:pathLst>
              </a:custGeom>
              <a:noFill/>
              <a:ln w="19050" cap="rnd"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5" name="Freihandform: Form 4">
                <a:extLst>
                  <a:ext uri="{FF2B5EF4-FFF2-40B4-BE49-F238E27FC236}">
                    <a16:creationId xmlns:a16="http://schemas.microsoft.com/office/drawing/2014/main" id="{52D4C416-26FE-A998-6929-2C55FE09E988}"/>
                  </a:ext>
                </a:extLst>
              </p:cNvPr>
              <p:cNvSpPr/>
              <p:nvPr/>
            </p:nvSpPr>
            <p:spPr>
              <a:xfrm flipV="1">
                <a:off x="601250" y="1451509"/>
                <a:ext cx="1198976" cy="257251"/>
              </a:xfrm>
              <a:custGeom>
                <a:avLst/>
                <a:gdLst>
                  <a:gd name="csX0" fmla="*/ 0 w 1155526"/>
                  <a:gd name="csY0" fmla="*/ 466 h 485850"/>
                  <a:gd name="csX1" fmla="*/ 338203 w 1155526"/>
                  <a:gd name="csY1" fmla="*/ 66228 h 485850"/>
                  <a:gd name="csX2" fmla="*/ 814192 w 1155526"/>
                  <a:gd name="csY2" fmla="*/ 413825 h 485850"/>
                  <a:gd name="csX3" fmla="*/ 1155526 w 1155526"/>
                  <a:gd name="csY3" fmla="*/ 485850 h 4858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155526" h="485850">
                    <a:moveTo>
                      <a:pt x="0" y="466"/>
                    </a:moveTo>
                    <a:cubicBezTo>
                      <a:pt x="101252" y="-1100"/>
                      <a:pt x="202504" y="-2665"/>
                      <a:pt x="338203" y="66228"/>
                    </a:cubicBezTo>
                    <a:cubicBezTo>
                      <a:pt x="473902" y="135121"/>
                      <a:pt x="677972" y="343888"/>
                      <a:pt x="814192" y="413825"/>
                    </a:cubicBezTo>
                    <a:cubicBezTo>
                      <a:pt x="950412" y="483762"/>
                      <a:pt x="1052969" y="484806"/>
                      <a:pt x="1155526" y="485850"/>
                    </a:cubicBezTo>
                  </a:path>
                </a:pathLst>
              </a:custGeom>
              <a:noFill/>
              <a:ln w="19050" cap="rnd"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6" name="Freihandform: Form 5">
                <a:extLst>
                  <a:ext uri="{FF2B5EF4-FFF2-40B4-BE49-F238E27FC236}">
                    <a16:creationId xmlns:a16="http://schemas.microsoft.com/office/drawing/2014/main" id="{70A8B737-A573-59F0-2703-EA1949B3B6CA}"/>
                  </a:ext>
                </a:extLst>
              </p:cNvPr>
              <p:cNvSpPr/>
              <p:nvPr/>
            </p:nvSpPr>
            <p:spPr>
              <a:xfrm flipH="1" flipV="1">
                <a:off x="1800224" y="1451508"/>
                <a:ext cx="1198976" cy="257251"/>
              </a:xfrm>
              <a:custGeom>
                <a:avLst/>
                <a:gdLst>
                  <a:gd name="csX0" fmla="*/ 0 w 1155526"/>
                  <a:gd name="csY0" fmla="*/ 466 h 485850"/>
                  <a:gd name="csX1" fmla="*/ 338203 w 1155526"/>
                  <a:gd name="csY1" fmla="*/ 66228 h 485850"/>
                  <a:gd name="csX2" fmla="*/ 814192 w 1155526"/>
                  <a:gd name="csY2" fmla="*/ 413825 h 485850"/>
                  <a:gd name="csX3" fmla="*/ 1155526 w 1155526"/>
                  <a:gd name="csY3" fmla="*/ 485850 h 4858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155526" h="485850">
                    <a:moveTo>
                      <a:pt x="0" y="466"/>
                    </a:moveTo>
                    <a:cubicBezTo>
                      <a:pt x="101252" y="-1100"/>
                      <a:pt x="202504" y="-2665"/>
                      <a:pt x="338203" y="66228"/>
                    </a:cubicBezTo>
                    <a:cubicBezTo>
                      <a:pt x="473902" y="135121"/>
                      <a:pt x="677972" y="343888"/>
                      <a:pt x="814192" y="413825"/>
                    </a:cubicBezTo>
                    <a:cubicBezTo>
                      <a:pt x="950412" y="483762"/>
                      <a:pt x="1052969" y="484806"/>
                      <a:pt x="1155526" y="485850"/>
                    </a:cubicBezTo>
                  </a:path>
                </a:pathLst>
              </a:custGeom>
              <a:noFill/>
              <a:ln w="19050" cap="rnd"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</p:grpSp>
        <p:grpSp>
          <p:nvGrpSpPr>
            <p:cNvPr id="143" name="Gruppieren 142">
              <a:extLst>
                <a:ext uri="{FF2B5EF4-FFF2-40B4-BE49-F238E27FC236}">
                  <a16:creationId xmlns:a16="http://schemas.microsoft.com/office/drawing/2014/main" id="{FEE9709E-3689-99B2-BE38-E99E105BE129}"/>
                </a:ext>
              </a:extLst>
            </p:cNvPr>
            <p:cNvGrpSpPr/>
            <p:nvPr/>
          </p:nvGrpSpPr>
          <p:grpSpPr>
            <a:xfrm>
              <a:off x="492932" y="705517"/>
              <a:ext cx="2687379" cy="806123"/>
              <a:chOff x="450422" y="123057"/>
              <a:chExt cx="2687379" cy="806123"/>
            </a:xfrm>
          </p:grpSpPr>
          <p:cxnSp>
            <p:nvCxnSpPr>
              <p:cNvPr id="9" name="Gerader Verbinder 8">
                <a:extLst>
                  <a:ext uri="{FF2B5EF4-FFF2-40B4-BE49-F238E27FC236}">
                    <a16:creationId xmlns:a16="http://schemas.microsoft.com/office/drawing/2014/main" id="{073F340B-984C-F75C-8F5B-CAE9DFB3AED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21646" y="123057"/>
                <a:ext cx="75443" cy="75443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Gerader Verbinder 9">
                <a:extLst>
                  <a:ext uri="{FF2B5EF4-FFF2-40B4-BE49-F238E27FC236}">
                    <a16:creationId xmlns:a16="http://schemas.microsoft.com/office/drawing/2014/main" id="{8FCBEE29-0915-EAB7-A14B-C03F6999508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7648" y="123057"/>
                <a:ext cx="153361" cy="153360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Gerader Verbinder 10">
                <a:extLst>
                  <a:ext uri="{FF2B5EF4-FFF2-40B4-BE49-F238E27FC236}">
                    <a16:creationId xmlns:a16="http://schemas.microsoft.com/office/drawing/2014/main" id="{F25A9E37-14C8-A65F-AD63-2296EDF0B2D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8413" y="123057"/>
                <a:ext cx="226516" cy="226515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Gerader Verbinder 11">
                <a:extLst>
                  <a:ext uri="{FF2B5EF4-FFF2-40B4-BE49-F238E27FC236}">
                    <a16:creationId xmlns:a16="http://schemas.microsoft.com/office/drawing/2014/main" id="{2D814352-98B0-D903-78FC-DCFF4871EF4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4416" y="123057"/>
                <a:ext cx="304433" cy="304433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Gerader Verbinder 12">
                <a:extLst>
                  <a:ext uri="{FF2B5EF4-FFF2-40B4-BE49-F238E27FC236}">
                    <a16:creationId xmlns:a16="http://schemas.microsoft.com/office/drawing/2014/main" id="{34528F03-6922-BCFD-040F-61F57B09FE9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4907" y="123057"/>
                <a:ext cx="377862" cy="377861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Gerader Verbinder 13">
                <a:extLst>
                  <a:ext uri="{FF2B5EF4-FFF2-40B4-BE49-F238E27FC236}">
                    <a16:creationId xmlns:a16="http://schemas.microsoft.com/office/drawing/2014/main" id="{987E05DD-736D-3463-9D18-8CCE2EF4032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3473" y="123057"/>
                <a:ext cx="453216" cy="453216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Gerader Verbinder 14">
                <a:extLst>
                  <a:ext uri="{FF2B5EF4-FFF2-40B4-BE49-F238E27FC236}">
                    <a16:creationId xmlns:a16="http://schemas.microsoft.com/office/drawing/2014/main" id="{E693B91F-A574-16AD-525C-FE1B88FAB4F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3177" y="123057"/>
                <a:ext cx="527432" cy="527431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Gerader Verbinder 15">
                <a:extLst>
                  <a:ext uri="{FF2B5EF4-FFF2-40B4-BE49-F238E27FC236}">
                    <a16:creationId xmlns:a16="http://schemas.microsoft.com/office/drawing/2014/main" id="{22999507-A174-737F-309D-58099C6B624F}"/>
                  </a:ext>
                </a:extLst>
              </p:cNvPr>
              <p:cNvCxnSpPr>
                <a:cxnSpLocks/>
              </p:cNvCxnSpPr>
              <p:nvPr/>
            </p:nvCxnSpPr>
            <p:spPr>
              <a:xfrm rot="18900000">
                <a:off x="450422" y="398139"/>
                <a:ext cx="778049" cy="0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Gerader Verbinder 16">
                <a:extLst>
                  <a:ext uri="{FF2B5EF4-FFF2-40B4-BE49-F238E27FC236}">
                    <a16:creationId xmlns:a16="http://schemas.microsoft.com/office/drawing/2014/main" id="{CD79DD96-4828-5A27-D46B-4DF5D54204A9}"/>
                  </a:ext>
                </a:extLst>
              </p:cNvPr>
              <p:cNvCxnSpPr>
                <a:cxnSpLocks/>
              </p:cNvCxnSpPr>
              <p:nvPr/>
            </p:nvCxnSpPr>
            <p:spPr>
              <a:xfrm rot="18900000">
                <a:off x="524342" y="398139"/>
                <a:ext cx="778049" cy="0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Gerader Verbinder 17">
                <a:extLst>
                  <a:ext uri="{FF2B5EF4-FFF2-40B4-BE49-F238E27FC236}">
                    <a16:creationId xmlns:a16="http://schemas.microsoft.com/office/drawing/2014/main" id="{1B1A098A-ED04-83C3-2733-C91CA9AB69D7}"/>
                  </a:ext>
                </a:extLst>
              </p:cNvPr>
              <p:cNvCxnSpPr>
                <a:cxnSpLocks/>
              </p:cNvCxnSpPr>
              <p:nvPr/>
            </p:nvCxnSpPr>
            <p:spPr>
              <a:xfrm rot="18900000">
                <a:off x="598262" y="398139"/>
                <a:ext cx="778049" cy="0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Gerader Verbinder 18">
                <a:extLst>
                  <a:ext uri="{FF2B5EF4-FFF2-40B4-BE49-F238E27FC236}">
                    <a16:creationId xmlns:a16="http://schemas.microsoft.com/office/drawing/2014/main" id="{C929278C-B6BC-EA8F-DF5A-390812A63B0C}"/>
                  </a:ext>
                </a:extLst>
              </p:cNvPr>
              <p:cNvCxnSpPr>
                <a:cxnSpLocks/>
              </p:cNvCxnSpPr>
              <p:nvPr/>
            </p:nvCxnSpPr>
            <p:spPr>
              <a:xfrm rot="18900000">
                <a:off x="672182" y="398139"/>
                <a:ext cx="778049" cy="0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Gerader Verbinder 19">
                <a:extLst>
                  <a:ext uri="{FF2B5EF4-FFF2-40B4-BE49-F238E27FC236}">
                    <a16:creationId xmlns:a16="http://schemas.microsoft.com/office/drawing/2014/main" id="{9FEDF433-0A59-BEFF-55E3-BF563AA55DF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46643" y="123057"/>
                <a:ext cx="563566" cy="563566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Gerader Verbinder 20">
                <a:extLst>
                  <a:ext uri="{FF2B5EF4-FFF2-40B4-BE49-F238E27FC236}">
                    <a16:creationId xmlns:a16="http://schemas.microsoft.com/office/drawing/2014/main" id="{EDD43ADD-6189-56AA-7E21-DFFD8B24B2B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05510" y="123057"/>
                <a:ext cx="578619" cy="578619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Gerader Verbinder 21">
                <a:extLst>
                  <a:ext uri="{FF2B5EF4-FFF2-40B4-BE49-F238E27FC236}">
                    <a16:creationId xmlns:a16="http://schemas.microsoft.com/office/drawing/2014/main" id="{BD748C40-1902-B79E-665C-2D8128FD5D0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65330" y="123057"/>
                <a:ext cx="592719" cy="592718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Gerader Verbinder 22">
                <a:extLst>
                  <a:ext uri="{FF2B5EF4-FFF2-40B4-BE49-F238E27FC236}">
                    <a16:creationId xmlns:a16="http://schemas.microsoft.com/office/drawing/2014/main" id="{1AB5CBA7-8120-8AFD-D6C6-8DED0EB14FC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22292" y="123057"/>
                <a:ext cx="609677" cy="609676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Gerader Verbinder 23">
                <a:extLst>
                  <a:ext uri="{FF2B5EF4-FFF2-40B4-BE49-F238E27FC236}">
                    <a16:creationId xmlns:a16="http://schemas.microsoft.com/office/drawing/2014/main" id="{D5D7F1C6-8800-78AB-0168-FB47340A2BD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77553" y="123057"/>
                <a:ext cx="628336" cy="628335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Gerader Verbinder 24">
                <a:extLst>
                  <a:ext uri="{FF2B5EF4-FFF2-40B4-BE49-F238E27FC236}">
                    <a16:creationId xmlns:a16="http://schemas.microsoft.com/office/drawing/2014/main" id="{49D9476B-F3EB-0D0D-DD45-B73238B4254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28353" y="123057"/>
                <a:ext cx="651456" cy="651455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Gerader Verbinder 25">
                <a:extLst>
                  <a:ext uri="{FF2B5EF4-FFF2-40B4-BE49-F238E27FC236}">
                    <a16:creationId xmlns:a16="http://schemas.microsoft.com/office/drawing/2014/main" id="{55021985-C586-2DFD-0CB9-E007934762F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82567" y="123057"/>
                <a:ext cx="671162" cy="671162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Gerader Verbinder 26">
                <a:extLst>
                  <a:ext uri="{FF2B5EF4-FFF2-40B4-BE49-F238E27FC236}">
                    <a16:creationId xmlns:a16="http://schemas.microsoft.com/office/drawing/2014/main" id="{6CC11AAA-99BC-7E15-5A4A-114BAF7187B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235402" y="123057"/>
                <a:ext cx="692247" cy="692246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Gerader Verbinder 27">
                <a:extLst>
                  <a:ext uri="{FF2B5EF4-FFF2-40B4-BE49-F238E27FC236}">
                    <a16:creationId xmlns:a16="http://schemas.microsoft.com/office/drawing/2014/main" id="{15350EA7-A78B-2A33-31E8-3F00813819F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288294" y="123057"/>
                <a:ext cx="713275" cy="713274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Gerader Verbinder 28">
                <a:extLst>
                  <a:ext uri="{FF2B5EF4-FFF2-40B4-BE49-F238E27FC236}">
                    <a16:creationId xmlns:a16="http://schemas.microsoft.com/office/drawing/2014/main" id="{1BD3C2BB-1266-0FF2-48F0-4A1637A8CD1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341207" y="123057"/>
                <a:ext cx="734282" cy="734281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Gerader Verbinder 29">
                <a:extLst>
                  <a:ext uri="{FF2B5EF4-FFF2-40B4-BE49-F238E27FC236}">
                    <a16:creationId xmlns:a16="http://schemas.microsoft.com/office/drawing/2014/main" id="{187CBB5B-074C-D951-0564-D1A2D23C565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396265" y="123057"/>
                <a:ext cx="753144" cy="753143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Gerader Verbinder 30">
                <a:extLst>
                  <a:ext uri="{FF2B5EF4-FFF2-40B4-BE49-F238E27FC236}">
                    <a16:creationId xmlns:a16="http://schemas.microsoft.com/office/drawing/2014/main" id="{591B7FF4-6350-28DC-03BC-A5AD31805AB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453228" y="123057"/>
                <a:ext cx="770101" cy="770101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Gerader Verbinder 31">
                <a:extLst>
                  <a:ext uri="{FF2B5EF4-FFF2-40B4-BE49-F238E27FC236}">
                    <a16:creationId xmlns:a16="http://schemas.microsoft.com/office/drawing/2014/main" id="{B2755569-6AAE-B140-2582-EE920B2EF85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514953" y="123057"/>
                <a:ext cx="782296" cy="782296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Gerader Verbinder 32">
                <a:extLst>
                  <a:ext uri="{FF2B5EF4-FFF2-40B4-BE49-F238E27FC236}">
                    <a16:creationId xmlns:a16="http://schemas.microsoft.com/office/drawing/2014/main" id="{43F955D9-32FC-D042-857A-0F8B5AE9178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579535" y="123057"/>
                <a:ext cx="791634" cy="791633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Gerader Verbinder 33">
                <a:extLst>
                  <a:ext uri="{FF2B5EF4-FFF2-40B4-BE49-F238E27FC236}">
                    <a16:creationId xmlns:a16="http://schemas.microsoft.com/office/drawing/2014/main" id="{6A4500DD-0502-7378-D44C-63C883C8186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42212" y="123057"/>
                <a:ext cx="802877" cy="802876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Gerader Verbinder 34">
                <a:extLst>
                  <a:ext uri="{FF2B5EF4-FFF2-40B4-BE49-F238E27FC236}">
                    <a16:creationId xmlns:a16="http://schemas.microsoft.com/office/drawing/2014/main" id="{FA56162F-6178-95FC-40CF-B3DCEEA706B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716321" y="123057"/>
                <a:ext cx="802688" cy="802688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Gerader Verbinder 35">
                <a:extLst>
                  <a:ext uri="{FF2B5EF4-FFF2-40B4-BE49-F238E27FC236}">
                    <a16:creationId xmlns:a16="http://schemas.microsoft.com/office/drawing/2014/main" id="{EF3F6765-5A4D-3F3E-7A34-B0AA5AF6E18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789475" y="123057"/>
                <a:ext cx="803454" cy="803453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Gerader Verbinder 36">
                <a:extLst>
                  <a:ext uri="{FF2B5EF4-FFF2-40B4-BE49-F238E27FC236}">
                    <a16:creationId xmlns:a16="http://schemas.microsoft.com/office/drawing/2014/main" id="{12DD5FE7-3A79-BAD0-CDB3-8B137A5F511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60725" y="123057"/>
                <a:ext cx="806124" cy="806123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Gerader Verbinder 37">
                <a:extLst>
                  <a:ext uri="{FF2B5EF4-FFF2-40B4-BE49-F238E27FC236}">
                    <a16:creationId xmlns:a16="http://schemas.microsoft.com/office/drawing/2014/main" id="{D637C82B-0423-933C-3777-4FE28D716FC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936738" y="123057"/>
                <a:ext cx="804031" cy="804031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Gerader Verbinder 38">
                <a:extLst>
                  <a:ext uri="{FF2B5EF4-FFF2-40B4-BE49-F238E27FC236}">
                    <a16:creationId xmlns:a16="http://schemas.microsoft.com/office/drawing/2014/main" id="{D42BDAAE-FB81-DA53-6174-1EEE42ED236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016560" y="123057"/>
                <a:ext cx="798129" cy="798129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Gerader Verbinder 39">
                <a:extLst>
                  <a:ext uri="{FF2B5EF4-FFF2-40B4-BE49-F238E27FC236}">
                    <a16:creationId xmlns:a16="http://schemas.microsoft.com/office/drawing/2014/main" id="{C0B519B8-E373-E1AF-0D6D-71FABFEE036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106860" y="123057"/>
                <a:ext cx="781749" cy="781748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Gerader Verbinder 40">
                <a:extLst>
                  <a:ext uri="{FF2B5EF4-FFF2-40B4-BE49-F238E27FC236}">
                    <a16:creationId xmlns:a16="http://schemas.microsoft.com/office/drawing/2014/main" id="{1394E178-56DB-880B-7BE3-956560242BC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214305" y="123057"/>
                <a:ext cx="748224" cy="748223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Gerader Verbinder 41">
                <a:extLst>
                  <a:ext uri="{FF2B5EF4-FFF2-40B4-BE49-F238E27FC236}">
                    <a16:creationId xmlns:a16="http://schemas.microsoft.com/office/drawing/2014/main" id="{CB51EED2-511E-B9DA-8755-3837C3C4BE8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331720" y="123057"/>
                <a:ext cx="704729" cy="704728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Gerader Verbinder 42">
                <a:extLst>
                  <a:ext uri="{FF2B5EF4-FFF2-40B4-BE49-F238E27FC236}">
                    <a16:creationId xmlns:a16="http://schemas.microsoft.com/office/drawing/2014/main" id="{5907B215-4362-8B21-6350-A714B540FCD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453640" y="123057"/>
                <a:ext cx="656729" cy="656728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Gerader Verbinder 43">
                <a:extLst>
                  <a:ext uri="{FF2B5EF4-FFF2-40B4-BE49-F238E27FC236}">
                    <a16:creationId xmlns:a16="http://schemas.microsoft.com/office/drawing/2014/main" id="{49E621E4-5D3D-A5B4-0989-CABAA91C31F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573920" y="169545"/>
                <a:ext cx="563881" cy="563880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Gerader Verbinder 44">
                <a:extLst>
                  <a:ext uri="{FF2B5EF4-FFF2-40B4-BE49-F238E27FC236}">
                    <a16:creationId xmlns:a16="http://schemas.microsoft.com/office/drawing/2014/main" id="{A92E0311-7A2D-AC08-9EA1-978D10C9992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678320" y="245745"/>
                <a:ext cx="457201" cy="457200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Gerader Verbinder 45">
                <a:extLst>
                  <a:ext uri="{FF2B5EF4-FFF2-40B4-BE49-F238E27FC236}">
                    <a16:creationId xmlns:a16="http://schemas.microsoft.com/office/drawing/2014/main" id="{C524588E-A916-B3B6-C27F-773810EAD30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771290" y="327176"/>
                <a:ext cx="356720" cy="356719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Gerader Verbinder 46">
                <a:extLst>
                  <a:ext uri="{FF2B5EF4-FFF2-40B4-BE49-F238E27FC236}">
                    <a16:creationId xmlns:a16="http://schemas.microsoft.com/office/drawing/2014/main" id="{8137E443-4BF8-DD78-869B-0630130753D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855885" y="399620"/>
                <a:ext cx="273600" cy="273601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Gerader Verbinder 47">
                <a:extLst>
                  <a:ext uri="{FF2B5EF4-FFF2-40B4-BE49-F238E27FC236}">
                    <a16:creationId xmlns:a16="http://schemas.microsoft.com/office/drawing/2014/main" id="{564EB85F-CDC6-6BA0-86ED-B122D45DFA6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929805" y="472775"/>
                <a:ext cx="200445" cy="200446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Gerader Verbinder 48">
                <a:extLst>
                  <a:ext uri="{FF2B5EF4-FFF2-40B4-BE49-F238E27FC236}">
                    <a16:creationId xmlns:a16="http://schemas.microsoft.com/office/drawing/2014/main" id="{0CD3880B-26E7-6643-393F-77914BD0198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003725" y="544978"/>
                <a:ext cx="128243" cy="128243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44" name="Gruppieren 143">
              <a:extLst>
                <a:ext uri="{FF2B5EF4-FFF2-40B4-BE49-F238E27FC236}">
                  <a16:creationId xmlns:a16="http://schemas.microsoft.com/office/drawing/2014/main" id="{4AC191B7-EC78-18C7-6C7C-6AE7F264F5AE}"/>
                </a:ext>
              </a:extLst>
            </p:cNvPr>
            <p:cNvGrpSpPr/>
            <p:nvPr/>
          </p:nvGrpSpPr>
          <p:grpSpPr>
            <a:xfrm rot="10800000">
              <a:off x="492932" y="2034117"/>
              <a:ext cx="2687379" cy="806123"/>
              <a:chOff x="450422" y="123057"/>
              <a:chExt cx="2687379" cy="806123"/>
            </a:xfrm>
          </p:grpSpPr>
          <p:cxnSp>
            <p:nvCxnSpPr>
              <p:cNvPr id="145" name="Gerader Verbinder 144">
                <a:extLst>
                  <a:ext uri="{FF2B5EF4-FFF2-40B4-BE49-F238E27FC236}">
                    <a16:creationId xmlns:a16="http://schemas.microsoft.com/office/drawing/2014/main" id="{1FF27084-DB9D-39F1-79B6-14E95655B33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21646" y="123057"/>
                <a:ext cx="75443" cy="75443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6" name="Gerader Verbinder 145">
                <a:extLst>
                  <a:ext uri="{FF2B5EF4-FFF2-40B4-BE49-F238E27FC236}">
                    <a16:creationId xmlns:a16="http://schemas.microsoft.com/office/drawing/2014/main" id="{E87FE1D0-8022-49A9-10FB-D004DE22740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7648" y="123057"/>
                <a:ext cx="153361" cy="153360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7" name="Gerader Verbinder 146">
                <a:extLst>
                  <a:ext uri="{FF2B5EF4-FFF2-40B4-BE49-F238E27FC236}">
                    <a16:creationId xmlns:a16="http://schemas.microsoft.com/office/drawing/2014/main" id="{013FAF4D-31C6-A0C1-883B-65618FE8B06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8413" y="123057"/>
                <a:ext cx="226516" cy="226515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8" name="Gerader Verbinder 147">
                <a:extLst>
                  <a:ext uri="{FF2B5EF4-FFF2-40B4-BE49-F238E27FC236}">
                    <a16:creationId xmlns:a16="http://schemas.microsoft.com/office/drawing/2014/main" id="{1F58D9BA-E417-B586-4089-520B88AD1B3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4416" y="123057"/>
                <a:ext cx="304433" cy="304433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9" name="Gerader Verbinder 148">
                <a:extLst>
                  <a:ext uri="{FF2B5EF4-FFF2-40B4-BE49-F238E27FC236}">
                    <a16:creationId xmlns:a16="http://schemas.microsoft.com/office/drawing/2014/main" id="{4AE5C5DF-C7DE-4B4A-ECB3-348E4D0C74F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4907" y="123057"/>
                <a:ext cx="377862" cy="377861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" name="Gerader Verbinder 149">
                <a:extLst>
                  <a:ext uri="{FF2B5EF4-FFF2-40B4-BE49-F238E27FC236}">
                    <a16:creationId xmlns:a16="http://schemas.microsoft.com/office/drawing/2014/main" id="{56174D9F-66DC-1F3A-017B-2167E63A182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3473" y="123057"/>
                <a:ext cx="453216" cy="453216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1" name="Gerader Verbinder 150">
                <a:extLst>
                  <a:ext uri="{FF2B5EF4-FFF2-40B4-BE49-F238E27FC236}">
                    <a16:creationId xmlns:a16="http://schemas.microsoft.com/office/drawing/2014/main" id="{535152AB-902E-573E-24AE-620BB50DE74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3177" y="123057"/>
                <a:ext cx="527432" cy="527431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2" name="Gerader Verbinder 151">
                <a:extLst>
                  <a:ext uri="{FF2B5EF4-FFF2-40B4-BE49-F238E27FC236}">
                    <a16:creationId xmlns:a16="http://schemas.microsoft.com/office/drawing/2014/main" id="{A2441F95-2805-CCFF-B670-B680C1A735EF}"/>
                  </a:ext>
                </a:extLst>
              </p:cNvPr>
              <p:cNvCxnSpPr>
                <a:cxnSpLocks/>
              </p:cNvCxnSpPr>
              <p:nvPr/>
            </p:nvCxnSpPr>
            <p:spPr>
              <a:xfrm rot="18900000">
                <a:off x="450422" y="398139"/>
                <a:ext cx="778049" cy="0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3" name="Gerader Verbinder 152">
                <a:extLst>
                  <a:ext uri="{FF2B5EF4-FFF2-40B4-BE49-F238E27FC236}">
                    <a16:creationId xmlns:a16="http://schemas.microsoft.com/office/drawing/2014/main" id="{FBFB8E97-A80E-595A-0555-2E2A2CA77D4B}"/>
                  </a:ext>
                </a:extLst>
              </p:cNvPr>
              <p:cNvCxnSpPr>
                <a:cxnSpLocks/>
              </p:cNvCxnSpPr>
              <p:nvPr/>
            </p:nvCxnSpPr>
            <p:spPr>
              <a:xfrm rot="18900000">
                <a:off x="524342" y="398139"/>
                <a:ext cx="778049" cy="0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4" name="Gerader Verbinder 153">
                <a:extLst>
                  <a:ext uri="{FF2B5EF4-FFF2-40B4-BE49-F238E27FC236}">
                    <a16:creationId xmlns:a16="http://schemas.microsoft.com/office/drawing/2014/main" id="{4B1FE2F9-3A97-E2AC-D55A-E1020192B73C}"/>
                  </a:ext>
                </a:extLst>
              </p:cNvPr>
              <p:cNvCxnSpPr>
                <a:cxnSpLocks/>
              </p:cNvCxnSpPr>
              <p:nvPr/>
            </p:nvCxnSpPr>
            <p:spPr>
              <a:xfrm rot="18900000">
                <a:off x="598262" y="398139"/>
                <a:ext cx="778049" cy="0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5" name="Gerader Verbinder 154">
                <a:extLst>
                  <a:ext uri="{FF2B5EF4-FFF2-40B4-BE49-F238E27FC236}">
                    <a16:creationId xmlns:a16="http://schemas.microsoft.com/office/drawing/2014/main" id="{968D4337-6EDD-323B-BC63-C806243AD3E8}"/>
                  </a:ext>
                </a:extLst>
              </p:cNvPr>
              <p:cNvCxnSpPr>
                <a:cxnSpLocks/>
              </p:cNvCxnSpPr>
              <p:nvPr/>
            </p:nvCxnSpPr>
            <p:spPr>
              <a:xfrm rot="18900000">
                <a:off x="672182" y="398139"/>
                <a:ext cx="778049" cy="0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6" name="Gerader Verbinder 155">
                <a:extLst>
                  <a:ext uri="{FF2B5EF4-FFF2-40B4-BE49-F238E27FC236}">
                    <a16:creationId xmlns:a16="http://schemas.microsoft.com/office/drawing/2014/main" id="{61C7C125-1032-526F-FE2C-92BA243134C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46643" y="123057"/>
                <a:ext cx="563566" cy="563566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7" name="Gerader Verbinder 156">
                <a:extLst>
                  <a:ext uri="{FF2B5EF4-FFF2-40B4-BE49-F238E27FC236}">
                    <a16:creationId xmlns:a16="http://schemas.microsoft.com/office/drawing/2014/main" id="{3138B65E-B507-B512-99F6-B11F4A8EC21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05510" y="123057"/>
                <a:ext cx="578619" cy="578619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8" name="Gerader Verbinder 157">
                <a:extLst>
                  <a:ext uri="{FF2B5EF4-FFF2-40B4-BE49-F238E27FC236}">
                    <a16:creationId xmlns:a16="http://schemas.microsoft.com/office/drawing/2014/main" id="{2A20B099-D5ED-38FB-9ADF-29296F370A4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65330" y="123057"/>
                <a:ext cx="592719" cy="592718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9" name="Gerader Verbinder 158">
                <a:extLst>
                  <a:ext uri="{FF2B5EF4-FFF2-40B4-BE49-F238E27FC236}">
                    <a16:creationId xmlns:a16="http://schemas.microsoft.com/office/drawing/2014/main" id="{F5103673-9D4A-D9C2-D0B9-B3DAA58ADBB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22292" y="123057"/>
                <a:ext cx="609677" cy="609676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0" name="Gerader Verbinder 159">
                <a:extLst>
                  <a:ext uri="{FF2B5EF4-FFF2-40B4-BE49-F238E27FC236}">
                    <a16:creationId xmlns:a16="http://schemas.microsoft.com/office/drawing/2014/main" id="{4F2487CA-4A18-CF43-529A-3F7A363501E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77553" y="123057"/>
                <a:ext cx="628336" cy="628335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1" name="Gerader Verbinder 160">
                <a:extLst>
                  <a:ext uri="{FF2B5EF4-FFF2-40B4-BE49-F238E27FC236}">
                    <a16:creationId xmlns:a16="http://schemas.microsoft.com/office/drawing/2014/main" id="{24BA3656-193B-C066-9227-BAD244B41E5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28353" y="123057"/>
                <a:ext cx="651456" cy="651455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2" name="Gerader Verbinder 161">
                <a:extLst>
                  <a:ext uri="{FF2B5EF4-FFF2-40B4-BE49-F238E27FC236}">
                    <a16:creationId xmlns:a16="http://schemas.microsoft.com/office/drawing/2014/main" id="{4026ED2A-9FD7-9AA3-F0F0-AA3EB85B71B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82567" y="123057"/>
                <a:ext cx="671162" cy="671162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3" name="Gerader Verbinder 162">
                <a:extLst>
                  <a:ext uri="{FF2B5EF4-FFF2-40B4-BE49-F238E27FC236}">
                    <a16:creationId xmlns:a16="http://schemas.microsoft.com/office/drawing/2014/main" id="{9D01CCED-841D-5A31-2BA9-0D57805B647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235402" y="123057"/>
                <a:ext cx="692247" cy="692246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" name="Gerader Verbinder 163">
                <a:extLst>
                  <a:ext uri="{FF2B5EF4-FFF2-40B4-BE49-F238E27FC236}">
                    <a16:creationId xmlns:a16="http://schemas.microsoft.com/office/drawing/2014/main" id="{B17BD19D-13CB-7D9F-1802-0E13EF7247C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288294" y="123057"/>
                <a:ext cx="713275" cy="713274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5" name="Gerader Verbinder 164">
                <a:extLst>
                  <a:ext uri="{FF2B5EF4-FFF2-40B4-BE49-F238E27FC236}">
                    <a16:creationId xmlns:a16="http://schemas.microsoft.com/office/drawing/2014/main" id="{27013AE5-0EDE-2515-47D4-C416AA5551C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341207" y="123057"/>
                <a:ext cx="734282" cy="734281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6" name="Gerader Verbinder 165">
                <a:extLst>
                  <a:ext uri="{FF2B5EF4-FFF2-40B4-BE49-F238E27FC236}">
                    <a16:creationId xmlns:a16="http://schemas.microsoft.com/office/drawing/2014/main" id="{A8C6BE41-2A09-9D78-7A47-65A1409F200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396265" y="123057"/>
                <a:ext cx="753144" cy="753143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7" name="Gerader Verbinder 166">
                <a:extLst>
                  <a:ext uri="{FF2B5EF4-FFF2-40B4-BE49-F238E27FC236}">
                    <a16:creationId xmlns:a16="http://schemas.microsoft.com/office/drawing/2014/main" id="{A4CF0DF1-F32E-21B0-DD2C-5F1A3F50E61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453228" y="123057"/>
                <a:ext cx="770101" cy="770101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8" name="Gerader Verbinder 167">
                <a:extLst>
                  <a:ext uri="{FF2B5EF4-FFF2-40B4-BE49-F238E27FC236}">
                    <a16:creationId xmlns:a16="http://schemas.microsoft.com/office/drawing/2014/main" id="{9F6EB8B3-2219-F227-83A1-3C5245F21B9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514953" y="123057"/>
                <a:ext cx="782296" cy="782296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" name="Gerader Verbinder 168">
                <a:extLst>
                  <a:ext uri="{FF2B5EF4-FFF2-40B4-BE49-F238E27FC236}">
                    <a16:creationId xmlns:a16="http://schemas.microsoft.com/office/drawing/2014/main" id="{F9EFD5A5-63B9-5767-F9F7-7D9E2EE0714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579535" y="123057"/>
                <a:ext cx="791634" cy="791633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0" name="Gerader Verbinder 169">
                <a:extLst>
                  <a:ext uri="{FF2B5EF4-FFF2-40B4-BE49-F238E27FC236}">
                    <a16:creationId xmlns:a16="http://schemas.microsoft.com/office/drawing/2014/main" id="{2654DBE5-6BBD-4B2F-2BBB-8C84998EFD7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42212" y="123057"/>
                <a:ext cx="802877" cy="802876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Gerader Verbinder 170">
                <a:extLst>
                  <a:ext uri="{FF2B5EF4-FFF2-40B4-BE49-F238E27FC236}">
                    <a16:creationId xmlns:a16="http://schemas.microsoft.com/office/drawing/2014/main" id="{8FA3DDC9-127A-0D45-5083-2A6E42B4A3E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716321" y="123057"/>
                <a:ext cx="802688" cy="802688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2" name="Gerader Verbinder 171">
                <a:extLst>
                  <a:ext uri="{FF2B5EF4-FFF2-40B4-BE49-F238E27FC236}">
                    <a16:creationId xmlns:a16="http://schemas.microsoft.com/office/drawing/2014/main" id="{E8411163-33B2-9F44-48F6-08B48AF1C05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789475" y="123057"/>
                <a:ext cx="803454" cy="803453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3" name="Gerader Verbinder 172">
                <a:extLst>
                  <a:ext uri="{FF2B5EF4-FFF2-40B4-BE49-F238E27FC236}">
                    <a16:creationId xmlns:a16="http://schemas.microsoft.com/office/drawing/2014/main" id="{DA34AC44-66B4-7EF0-4EF8-E3D4B957293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60725" y="123057"/>
                <a:ext cx="806124" cy="806123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" name="Gerader Verbinder 173">
                <a:extLst>
                  <a:ext uri="{FF2B5EF4-FFF2-40B4-BE49-F238E27FC236}">
                    <a16:creationId xmlns:a16="http://schemas.microsoft.com/office/drawing/2014/main" id="{B1E942E2-DB91-ACBB-BA51-73D84E37531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936738" y="123057"/>
                <a:ext cx="804031" cy="804031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5" name="Gerader Verbinder 174">
                <a:extLst>
                  <a:ext uri="{FF2B5EF4-FFF2-40B4-BE49-F238E27FC236}">
                    <a16:creationId xmlns:a16="http://schemas.microsoft.com/office/drawing/2014/main" id="{AEA8AE92-056E-6815-3669-6AB39040C5D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016560" y="123057"/>
                <a:ext cx="798129" cy="798129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6" name="Gerader Verbinder 175">
                <a:extLst>
                  <a:ext uri="{FF2B5EF4-FFF2-40B4-BE49-F238E27FC236}">
                    <a16:creationId xmlns:a16="http://schemas.microsoft.com/office/drawing/2014/main" id="{7356ED4C-D64B-3F69-C70D-8C50F833BE9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106860" y="123057"/>
                <a:ext cx="781749" cy="781748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7" name="Gerader Verbinder 176">
                <a:extLst>
                  <a:ext uri="{FF2B5EF4-FFF2-40B4-BE49-F238E27FC236}">
                    <a16:creationId xmlns:a16="http://schemas.microsoft.com/office/drawing/2014/main" id="{E5C2932D-7F12-EDA1-1B02-423AA387E0A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214305" y="123057"/>
                <a:ext cx="748224" cy="748223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8" name="Gerader Verbinder 177">
                <a:extLst>
                  <a:ext uri="{FF2B5EF4-FFF2-40B4-BE49-F238E27FC236}">
                    <a16:creationId xmlns:a16="http://schemas.microsoft.com/office/drawing/2014/main" id="{72463DDE-2CE3-6E99-71A8-5ED005AE53C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331720" y="123057"/>
                <a:ext cx="704729" cy="704728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9" name="Gerader Verbinder 178">
                <a:extLst>
                  <a:ext uri="{FF2B5EF4-FFF2-40B4-BE49-F238E27FC236}">
                    <a16:creationId xmlns:a16="http://schemas.microsoft.com/office/drawing/2014/main" id="{1BCE664B-472D-AF0E-0629-7F0DCEBE6F5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453640" y="123057"/>
                <a:ext cx="656729" cy="656728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0" name="Gerader Verbinder 179">
                <a:extLst>
                  <a:ext uri="{FF2B5EF4-FFF2-40B4-BE49-F238E27FC236}">
                    <a16:creationId xmlns:a16="http://schemas.microsoft.com/office/drawing/2014/main" id="{FE75CD8C-11B3-F3F0-0012-987B771DC4E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573920" y="169545"/>
                <a:ext cx="563881" cy="563880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1" name="Gerader Verbinder 180">
                <a:extLst>
                  <a:ext uri="{FF2B5EF4-FFF2-40B4-BE49-F238E27FC236}">
                    <a16:creationId xmlns:a16="http://schemas.microsoft.com/office/drawing/2014/main" id="{0F8D28C8-6260-75BD-D767-7AD142E7450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678320" y="245745"/>
                <a:ext cx="457201" cy="457200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2" name="Gerader Verbinder 181">
                <a:extLst>
                  <a:ext uri="{FF2B5EF4-FFF2-40B4-BE49-F238E27FC236}">
                    <a16:creationId xmlns:a16="http://schemas.microsoft.com/office/drawing/2014/main" id="{7A13D70C-DDC1-A59E-DC13-CD7131F7455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771290" y="327176"/>
                <a:ext cx="356720" cy="356719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3" name="Gerader Verbinder 182">
                <a:extLst>
                  <a:ext uri="{FF2B5EF4-FFF2-40B4-BE49-F238E27FC236}">
                    <a16:creationId xmlns:a16="http://schemas.microsoft.com/office/drawing/2014/main" id="{85C08926-114F-8FC1-1DAA-3F6CD33EF46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855885" y="399620"/>
                <a:ext cx="273600" cy="273601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4" name="Gerader Verbinder 183">
                <a:extLst>
                  <a:ext uri="{FF2B5EF4-FFF2-40B4-BE49-F238E27FC236}">
                    <a16:creationId xmlns:a16="http://schemas.microsoft.com/office/drawing/2014/main" id="{2BA0972C-143D-520C-789F-15C1C1718AE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929805" y="472775"/>
                <a:ext cx="200445" cy="200446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5" name="Gerader Verbinder 184">
                <a:extLst>
                  <a:ext uri="{FF2B5EF4-FFF2-40B4-BE49-F238E27FC236}">
                    <a16:creationId xmlns:a16="http://schemas.microsoft.com/office/drawing/2014/main" id="{08A5A7D1-A775-53AB-4976-3D85A398D4B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003725" y="544978"/>
                <a:ext cx="128243" cy="128243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86" name="Rechteck 185">
              <a:extLst>
                <a:ext uri="{FF2B5EF4-FFF2-40B4-BE49-F238E27FC236}">
                  <a16:creationId xmlns:a16="http://schemas.microsoft.com/office/drawing/2014/main" id="{47165479-0F70-F95E-CF9C-92F5E6E3E3F5}"/>
                </a:ext>
              </a:extLst>
            </p:cNvPr>
            <p:cNvSpPr/>
            <p:nvPr/>
          </p:nvSpPr>
          <p:spPr>
            <a:xfrm>
              <a:off x="403965" y="889348"/>
              <a:ext cx="2855152" cy="1777910"/>
            </a:xfrm>
            <a:prstGeom prst="rect">
              <a:avLst/>
            </a:prstGeom>
            <a:noFill/>
            <a:ln w="508000" cap="rnd">
              <a:solidFill>
                <a:schemeClr val="bg1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188" name="Textfeld 187">
            <a:extLst>
              <a:ext uri="{FF2B5EF4-FFF2-40B4-BE49-F238E27FC236}">
                <a16:creationId xmlns:a16="http://schemas.microsoft.com/office/drawing/2014/main" id="{D73B583D-683D-580D-3A34-AB88D77891B9}"/>
              </a:ext>
            </a:extLst>
          </p:cNvPr>
          <p:cNvSpPr txBox="1"/>
          <p:nvPr/>
        </p:nvSpPr>
        <p:spPr>
          <a:xfrm>
            <a:off x="400729" y="1562531"/>
            <a:ext cx="538619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d)</a:t>
            </a:r>
          </a:p>
        </p:txBody>
      </p:sp>
      <p:cxnSp>
        <p:nvCxnSpPr>
          <p:cNvPr id="194" name="Gerader Verbinder 193">
            <a:extLst>
              <a:ext uri="{FF2B5EF4-FFF2-40B4-BE49-F238E27FC236}">
                <a16:creationId xmlns:a16="http://schemas.microsoft.com/office/drawing/2014/main" id="{1F8EF204-B4FA-F7C1-6E0F-AB5BBFE7DE9E}"/>
              </a:ext>
            </a:extLst>
          </p:cNvPr>
          <p:cNvCxnSpPr>
            <a:cxnSpLocks/>
          </p:cNvCxnSpPr>
          <p:nvPr/>
        </p:nvCxnSpPr>
        <p:spPr>
          <a:xfrm>
            <a:off x="2902411" y="2263914"/>
            <a:ext cx="342065" cy="0"/>
          </a:xfrm>
          <a:prstGeom prst="line">
            <a:avLst/>
          </a:prstGeom>
          <a:ln w="12700" cap="rnd">
            <a:solidFill>
              <a:schemeClr val="accent2">
                <a:lumMod val="75000"/>
                <a:alpha val="60000"/>
              </a:schemeClr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Gerader Verbinder 194">
            <a:extLst>
              <a:ext uri="{FF2B5EF4-FFF2-40B4-BE49-F238E27FC236}">
                <a16:creationId xmlns:a16="http://schemas.microsoft.com/office/drawing/2014/main" id="{662EC6F9-4141-E2AC-9F2C-935F9C80E4DF}"/>
              </a:ext>
            </a:extLst>
          </p:cNvPr>
          <p:cNvCxnSpPr>
            <a:cxnSpLocks/>
          </p:cNvCxnSpPr>
          <p:nvPr/>
        </p:nvCxnSpPr>
        <p:spPr>
          <a:xfrm>
            <a:off x="2902410" y="1234579"/>
            <a:ext cx="342066" cy="0"/>
          </a:xfrm>
          <a:prstGeom prst="line">
            <a:avLst/>
          </a:prstGeom>
          <a:ln w="12700" cap="rnd">
            <a:solidFill>
              <a:schemeClr val="accent2">
                <a:lumMod val="75000"/>
                <a:alpha val="60000"/>
              </a:schemeClr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feld 3">
            <a:extLst>
              <a:ext uri="{FF2B5EF4-FFF2-40B4-BE49-F238E27FC236}">
                <a16:creationId xmlns:a16="http://schemas.microsoft.com/office/drawing/2014/main" id="{A1AF26CF-A403-5226-9639-A3C0560B8CE0}"/>
              </a:ext>
            </a:extLst>
          </p:cNvPr>
          <p:cNvSpPr txBox="1"/>
          <p:nvPr/>
        </p:nvSpPr>
        <p:spPr>
          <a:xfrm rot="5400000">
            <a:off x="2026603" y="1593310"/>
            <a:ext cx="1170348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ts val="1600"/>
              </a:lnSpc>
            </a:pPr>
            <a:r>
              <a:rPr lang="de-DE" sz="16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Ma &gt; 1</a:t>
            </a:r>
          </a:p>
        </p:txBody>
      </p: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C14C2F62-1157-C6D5-04EC-0458A14BEE96}"/>
              </a:ext>
            </a:extLst>
          </p:cNvPr>
          <p:cNvCxnSpPr>
            <a:cxnSpLocks/>
          </p:cNvCxnSpPr>
          <p:nvPr/>
        </p:nvCxnSpPr>
        <p:spPr>
          <a:xfrm flipV="1">
            <a:off x="2882448" y="1234579"/>
            <a:ext cx="0" cy="1029335"/>
          </a:xfrm>
          <a:prstGeom prst="line">
            <a:avLst/>
          </a:prstGeom>
          <a:ln w="12700" cap="rnd">
            <a:solidFill>
              <a:srgbClr val="FF0000">
                <a:alpha val="60000"/>
              </a:srgbClr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feld 51">
            <a:extLst>
              <a:ext uri="{FF2B5EF4-FFF2-40B4-BE49-F238E27FC236}">
                <a16:creationId xmlns:a16="http://schemas.microsoft.com/office/drawing/2014/main" id="{21BC817D-DA4B-FFEE-0342-87C648CFE401}"/>
              </a:ext>
            </a:extLst>
          </p:cNvPr>
          <p:cNvSpPr txBox="1"/>
          <p:nvPr/>
        </p:nvSpPr>
        <p:spPr>
          <a:xfrm rot="5400000">
            <a:off x="2525374" y="1593309"/>
            <a:ext cx="1170348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ts val="1600"/>
              </a:lnSpc>
            </a:pPr>
            <a:r>
              <a:rPr lang="de-DE" sz="16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Ma &lt; 1</a:t>
            </a:r>
          </a:p>
        </p:txBody>
      </p:sp>
    </p:spTree>
    <p:extLst>
      <p:ext uri="{BB962C8B-B14F-4D97-AF65-F5344CB8AC3E}">
        <p14:creationId xmlns:p14="http://schemas.microsoft.com/office/powerpoint/2010/main" val="63375246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F6A1D0-CB00-70C2-3825-1674360D37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7" name="Gruppieren 186">
            <a:extLst>
              <a:ext uri="{FF2B5EF4-FFF2-40B4-BE49-F238E27FC236}">
                <a16:creationId xmlns:a16="http://schemas.microsoft.com/office/drawing/2014/main" id="{3B540F39-3493-BB4C-E670-DDF6920F31B8}"/>
              </a:ext>
            </a:extLst>
          </p:cNvPr>
          <p:cNvGrpSpPr/>
          <p:nvPr/>
        </p:nvGrpSpPr>
        <p:grpSpPr>
          <a:xfrm>
            <a:off x="300519" y="679835"/>
            <a:ext cx="2855152" cy="2134723"/>
            <a:chOff x="403965" y="705517"/>
            <a:chExt cx="2855152" cy="2134723"/>
          </a:xfrm>
        </p:grpSpPr>
        <p:grpSp>
          <p:nvGrpSpPr>
            <p:cNvPr id="7" name="Gruppieren 6">
              <a:extLst>
                <a:ext uri="{FF2B5EF4-FFF2-40B4-BE49-F238E27FC236}">
                  <a16:creationId xmlns:a16="http://schemas.microsoft.com/office/drawing/2014/main" id="{54AF38E6-0372-6FA7-A9D7-C22F1330DFE9}"/>
                </a:ext>
              </a:extLst>
            </p:cNvPr>
            <p:cNvGrpSpPr/>
            <p:nvPr/>
          </p:nvGrpSpPr>
          <p:grpSpPr>
            <a:xfrm>
              <a:off x="637646" y="1258398"/>
              <a:ext cx="2397950" cy="1032822"/>
              <a:chOff x="601250" y="675938"/>
              <a:chExt cx="2397950" cy="1032822"/>
            </a:xfrm>
          </p:grpSpPr>
          <p:sp>
            <p:nvSpPr>
              <p:cNvPr id="2" name="Freihandform: Form 1">
                <a:extLst>
                  <a:ext uri="{FF2B5EF4-FFF2-40B4-BE49-F238E27FC236}">
                    <a16:creationId xmlns:a16="http://schemas.microsoft.com/office/drawing/2014/main" id="{5EFD8019-2365-D4D6-A915-F69A91E38864}"/>
                  </a:ext>
                </a:extLst>
              </p:cNvPr>
              <p:cNvSpPr/>
              <p:nvPr/>
            </p:nvSpPr>
            <p:spPr>
              <a:xfrm>
                <a:off x="601250" y="675939"/>
                <a:ext cx="1198976" cy="257251"/>
              </a:xfrm>
              <a:custGeom>
                <a:avLst/>
                <a:gdLst>
                  <a:gd name="csX0" fmla="*/ 0 w 1155526"/>
                  <a:gd name="csY0" fmla="*/ 466 h 485850"/>
                  <a:gd name="csX1" fmla="*/ 338203 w 1155526"/>
                  <a:gd name="csY1" fmla="*/ 66228 h 485850"/>
                  <a:gd name="csX2" fmla="*/ 814192 w 1155526"/>
                  <a:gd name="csY2" fmla="*/ 413825 h 485850"/>
                  <a:gd name="csX3" fmla="*/ 1155526 w 1155526"/>
                  <a:gd name="csY3" fmla="*/ 485850 h 4858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155526" h="485850">
                    <a:moveTo>
                      <a:pt x="0" y="466"/>
                    </a:moveTo>
                    <a:cubicBezTo>
                      <a:pt x="101252" y="-1100"/>
                      <a:pt x="202504" y="-2665"/>
                      <a:pt x="338203" y="66228"/>
                    </a:cubicBezTo>
                    <a:cubicBezTo>
                      <a:pt x="473902" y="135121"/>
                      <a:pt x="677972" y="343888"/>
                      <a:pt x="814192" y="413825"/>
                    </a:cubicBezTo>
                    <a:cubicBezTo>
                      <a:pt x="950412" y="483762"/>
                      <a:pt x="1052969" y="484806"/>
                      <a:pt x="1155526" y="485850"/>
                    </a:cubicBezTo>
                  </a:path>
                </a:pathLst>
              </a:custGeom>
              <a:noFill/>
              <a:ln w="19050" cap="rnd"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3" name="Freihandform: Form 2">
                <a:extLst>
                  <a:ext uri="{FF2B5EF4-FFF2-40B4-BE49-F238E27FC236}">
                    <a16:creationId xmlns:a16="http://schemas.microsoft.com/office/drawing/2014/main" id="{33498931-B4F4-FF0C-2B1E-5D78CAFF7FE8}"/>
                  </a:ext>
                </a:extLst>
              </p:cNvPr>
              <p:cNvSpPr/>
              <p:nvPr/>
            </p:nvSpPr>
            <p:spPr>
              <a:xfrm flipH="1">
                <a:off x="1800224" y="675938"/>
                <a:ext cx="1198976" cy="257251"/>
              </a:xfrm>
              <a:custGeom>
                <a:avLst/>
                <a:gdLst>
                  <a:gd name="csX0" fmla="*/ 0 w 1155526"/>
                  <a:gd name="csY0" fmla="*/ 466 h 485850"/>
                  <a:gd name="csX1" fmla="*/ 338203 w 1155526"/>
                  <a:gd name="csY1" fmla="*/ 66228 h 485850"/>
                  <a:gd name="csX2" fmla="*/ 814192 w 1155526"/>
                  <a:gd name="csY2" fmla="*/ 413825 h 485850"/>
                  <a:gd name="csX3" fmla="*/ 1155526 w 1155526"/>
                  <a:gd name="csY3" fmla="*/ 485850 h 4858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155526" h="485850">
                    <a:moveTo>
                      <a:pt x="0" y="466"/>
                    </a:moveTo>
                    <a:cubicBezTo>
                      <a:pt x="101252" y="-1100"/>
                      <a:pt x="202504" y="-2665"/>
                      <a:pt x="338203" y="66228"/>
                    </a:cubicBezTo>
                    <a:cubicBezTo>
                      <a:pt x="473902" y="135121"/>
                      <a:pt x="677972" y="343888"/>
                      <a:pt x="814192" y="413825"/>
                    </a:cubicBezTo>
                    <a:cubicBezTo>
                      <a:pt x="950412" y="483762"/>
                      <a:pt x="1052969" y="484806"/>
                      <a:pt x="1155526" y="485850"/>
                    </a:cubicBezTo>
                  </a:path>
                </a:pathLst>
              </a:custGeom>
              <a:noFill/>
              <a:ln w="19050" cap="rnd"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5" name="Freihandform: Form 4">
                <a:extLst>
                  <a:ext uri="{FF2B5EF4-FFF2-40B4-BE49-F238E27FC236}">
                    <a16:creationId xmlns:a16="http://schemas.microsoft.com/office/drawing/2014/main" id="{4CA55305-B245-6D7A-B8D0-22136F6F5682}"/>
                  </a:ext>
                </a:extLst>
              </p:cNvPr>
              <p:cNvSpPr/>
              <p:nvPr/>
            </p:nvSpPr>
            <p:spPr>
              <a:xfrm flipV="1">
                <a:off x="601250" y="1451509"/>
                <a:ext cx="1198976" cy="257251"/>
              </a:xfrm>
              <a:custGeom>
                <a:avLst/>
                <a:gdLst>
                  <a:gd name="csX0" fmla="*/ 0 w 1155526"/>
                  <a:gd name="csY0" fmla="*/ 466 h 485850"/>
                  <a:gd name="csX1" fmla="*/ 338203 w 1155526"/>
                  <a:gd name="csY1" fmla="*/ 66228 h 485850"/>
                  <a:gd name="csX2" fmla="*/ 814192 w 1155526"/>
                  <a:gd name="csY2" fmla="*/ 413825 h 485850"/>
                  <a:gd name="csX3" fmla="*/ 1155526 w 1155526"/>
                  <a:gd name="csY3" fmla="*/ 485850 h 4858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155526" h="485850">
                    <a:moveTo>
                      <a:pt x="0" y="466"/>
                    </a:moveTo>
                    <a:cubicBezTo>
                      <a:pt x="101252" y="-1100"/>
                      <a:pt x="202504" y="-2665"/>
                      <a:pt x="338203" y="66228"/>
                    </a:cubicBezTo>
                    <a:cubicBezTo>
                      <a:pt x="473902" y="135121"/>
                      <a:pt x="677972" y="343888"/>
                      <a:pt x="814192" y="413825"/>
                    </a:cubicBezTo>
                    <a:cubicBezTo>
                      <a:pt x="950412" y="483762"/>
                      <a:pt x="1052969" y="484806"/>
                      <a:pt x="1155526" y="485850"/>
                    </a:cubicBezTo>
                  </a:path>
                </a:pathLst>
              </a:custGeom>
              <a:noFill/>
              <a:ln w="19050" cap="rnd"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6" name="Freihandform: Form 5">
                <a:extLst>
                  <a:ext uri="{FF2B5EF4-FFF2-40B4-BE49-F238E27FC236}">
                    <a16:creationId xmlns:a16="http://schemas.microsoft.com/office/drawing/2014/main" id="{63F2E13A-36B6-648C-B468-934043D4C6EB}"/>
                  </a:ext>
                </a:extLst>
              </p:cNvPr>
              <p:cNvSpPr/>
              <p:nvPr/>
            </p:nvSpPr>
            <p:spPr>
              <a:xfrm flipH="1" flipV="1">
                <a:off x="1800224" y="1451508"/>
                <a:ext cx="1198976" cy="257251"/>
              </a:xfrm>
              <a:custGeom>
                <a:avLst/>
                <a:gdLst>
                  <a:gd name="csX0" fmla="*/ 0 w 1155526"/>
                  <a:gd name="csY0" fmla="*/ 466 h 485850"/>
                  <a:gd name="csX1" fmla="*/ 338203 w 1155526"/>
                  <a:gd name="csY1" fmla="*/ 66228 h 485850"/>
                  <a:gd name="csX2" fmla="*/ 814192 w 1155526"/>
                  <a:gd name="csY2" fmla="*/ 413825 h 485850"/>
                  <a:gd name="csX3" fmla="*/ 1155526 w 1155526"/>
                  <a:gd name="csY3" fmla="*/ 485850 h 4858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155526" h="485850">
                    <a:moveTo>
                      <a:pt x="0" y="466"/>
                    </a:moveTo>
                    <a:cubicBezTo>
                      <a:pt x="101252" y="-1100"/>
                      <a:pt x="202504" y="-2665"/>
                      <a:pt x="338203" y="66228"/>
                    </a:cubicBezTo>
                    <a:cubicBezTo>
                      <a:pt x="473902" y="135121"/>
                      <a:pt x="677972" y="343888"/>
                      <a:pt x="814192" y="413825"/>
                    </a:cubicBezTo>
                    <a:cubicBezTo>
                      <a:pt x="950412" y="483762"/>
                      <a:pt x="1052969" y="484806"/>
                      <a:pt x="1155526" y="485850"/>
                    </a:cubicBezTo>
                  </a:path>
                </a:pathLst>
              </a:custGeom>
              <a:noFill/>
              <a:ln w="19050" cap="rnd"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</p:grpSp>
        <p:grpSp>
          <p:nvGrpSpPr>
            <p:cNvPr id="143" name="Gruppieren 142">
              <a:extLst>
                <a:ext uri="{FF2B5EF4-FFF2-40B4-BE49-F238E27FC236}">
                  <a16:creationId xmlns:a16="http://schemas.microsoft.com/office/drawing/2014/main" id="{357AE08C-9609-C5BD-63D1-D2E1839FE6E9}"/>
                </a:ext>
              </a:extLst>
            </p:cNvPr>
            <p:cNvGrpSpPr/>
            <p:nvPr/>
          </p:nvGrpSpPr>
          <p:grpSpPr>
            <a:xfrm>
              <a:off x="492932" y="705517"/>
              <a:ext cx="2687379" cy="806123"/>
              <a:chOff x="450422" y="123057"/>
              <a:chExt cx="2687379" cy="806123"/>
            </a:xfrm>
          </p:grpSpPr>
          <p:cxnSp>
            <p:nvCxnSpPr>
              <p:cNvPr id="9" name="Gerader Verbinder 8">
                <a:extLst>
                  <a:ext uri="{FF2B5EF4-FFF2-40B4-BE49-F238E27FC236}">
                    <a16:creationId xmlns:a16="http://schemas.microsoft.com/office/drawing/2014/main" id="{752AC4DE-E2E9-FCCC-5531-AD448533A2A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21646" y="123057"/>
                <a:ext cx="75443" cy="75443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Gerader Verbinder 9">
                <a:extLst>
                  <a:ext uri="{FF2B5EF4-FFF2-40B4-BE49-F238E27FC236}">
                    <a16:creationId xmlns:a16="http://schemas.microsoft.com/office/drawing/2014/main" id="{F96BBBFF-56DB-1976-14A4-9C5CE15C3CE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7648" y="123057"/>
                <a:ext cx="153361" cy="153360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Gerader Verbinder 10">
                <a:extLst>
                  <a:ext uri="{FF2B5EF4-FFF2-40B4-BE49-F238E27FC236}">
                    <a16:creationId xmlns:a16="http://schemas.microsoft.com/office/drawing/2014/main" id="{56AF93D0-9C18-6D96-B807-0B240E29469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8413" y="123057"/>
                <a:ext cx="226516" cy="226515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Gerader Verbinder 11">
                <a:extLst>
                  <a:ext uri="{FF2B5EF4-FFF2-40B4-BE49-F238E27FC236}">
                    <a16:creationId xmlns:a16="http://schemas.microsoft.com/office/drawing/2014/main" id="{5B1703AC-D70D-EF4B-D7FB-8DBE693E4A3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4416" y="123057"/>
                <a:ext cx="304433" cy="304433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Gerader Verbinder 12">
                <a:extLst>
                  <a:ext uri="{FF2B5EF4-FFF2-40B4-BE49-F238E27FC236}">
                    <a16:creationId xmlns:a16="http://schemas.microsoft.com/office/drawing/2014/main" id="{470AF79B-3FC0-29B3-3B9E-F9F5B3EA3D9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4907" y="123057"/>
                <a:ext cx="377862" cy="377861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Gerader Verbinder 13">
                <a:extLst>
                  <a:ext uri="{FF2B5EF4-FFF2-40B4-BE49-F238E27FC236}">
                    <a16:creationId xmlns:a16="http://schemas.microsoft.com/office/drawing/2014/main" id="{F819B067-95D2-A726-637F-89BFC30A30D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3473" y="123057"/>
                <a:ext cx="453216" cy="453216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Gerader Verbinder 14">
                <a:extLst>
                  <a:ext uri="{FF2B5EF4-FFF2-40B4-BE49-F238E27FC236}">
                    <a16:creationId xmlns:a16="http://schemas.microsoft.com/office/drawing/2014/main" id="{E7956D5A-BF69-2290-5394-72B56B933B3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3177" y="123057"/>
                <a:ext cx="527432" cy="527431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Gerader Verbinder 15">
                <a:extLst>
                  <a:ext uri="{FF2B5EF4-FFF2-40B4-BE49-F238E27FC236}">
                    <a16:creationId xmlns:a16="http://schemas.microsoft.com/office/drawing/2014/main" id="{CBE83944-6F79-2C08-2E58-2D3D2187A4D9}"/>
                  </a:ext>
                </a:extLst>
              </p:cNvPr>
              <p:cNvCxnSpPr>
                <a:cxnSpLocks/>
              </p:cNvCxnSpPr>
              <p:nvPr/>
            </p:nvCxnSpPr>
            <p:spPr>
              <a:xfrm rot="18900000">
                <a:off x="450422" y="398139"/>
                <a:ext cx="778049" cy="0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Gerader Verbinder 16">
                <a:extLst>
                  <a:ext uri="{FF2B5EF4-FFF2-40B4-BE49-F238E27FC236}">
                    <a16:creationId xmlns:a16="http://schemas.microsoft.com/office/drawing/2014/main" id="{75606489-752E-830B-B15B-0BE8B61D12F6}"/>
                  </a:ext>
                </a:extLst>
              </p:cNvPr>
              <p:cNvCxnSpPr>
                <a:cxnSpLocks/>
              </p:cNvCxnSpPr>
              <p:nvPr/>
            </p:nvCxnSpPr>
            <p:spPr>
              <a:xfrm rot="18900000">
                <a:off x="524342" y="398139"/>
                <a:ext cx="778049" cy="0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Gerader Verbinder 17">
                <a:extLst>
                  <a:ext uri="{FF2B5EF4-FFF2-40B4-BE49-F238E27FC236}">
                    <a16:creationId xmlns:a16="http://schemas.microsoft.com/office/drawing/2014/main" id="{309D482D-732A-36A5-BE43-B1B4A1628C3F}"/>
                  </a:ext>
                </a:extLst>
              </p:cNvPr>
              <p:cNvCxnSpPr>
                <a:cxnSpLocks/>
              </p:cNvCxnSpPr>
              <p:nvPr/>
            </p:nvCxnSpPr>
            <p:spPr>
              <a:xfrm rot="18900000">
                <a:off x="598262" y="398139"/>
                <a:ext cx="778049" cy="0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Gerader Verbinder 18">
                <a:extLst>
                  <a:ext uri="{FF2B5EF4-FFF2-40B4-BE49-F238E27FC236}">
                    <a16:creationId xmlns:a16="http://schemas.microsoft.com/office/drawing/2014/main" id="{4F5AA750-73F7-FACB-F943-0DBF5853BD21}"/>
                  </a:ext>
                </a:extLst>
              </p:cNvPr>
              <p:cNvCxnSpPr>
                <a:cxnSpLocks/>
              </p:cNvCxnSpPr>
              <p:nvPr/>
            </p:nvCxnSpPr>
            <p:spPr>
              <a:xfrm rot="18900000">
                <a:off x="672182" y="398139"/>
                <a:ext cx="778049" cy="0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Gerader Verbinder 19">
                <a:extLst>
                  <a:ext uri="{FF2B5EF4-FFF2-40B4-BE49-F238E27FC236}">
                    <a16:creationId xmlns:a16="http://schemas.microsoft.com/office/drawing/2014/main" id="{DE74C9AF-EBD2-419B-98E2-9EAE4140F34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46643" y="123057"/>
                <a:ext cx="563566" cy="563566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Gerader Verbinder 20">
                <a:extLst>
                  <a:ext uri="{FF2B5EF4-FFF2-40B4-BE49-F238E27FC236}">
                    <a16:creationId xmlns:a16="http://schemas.microsoft.com/office/drawing/2014/main" id="{782995C8-0627-0C5E-7299-1D533CE8A13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05510" y="123057"/>
                <a:ext cx="578619" cy="578619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Gerader Verbinder 21">
                <a:extLst>
                  <a:ext uri="{FF2B5EF4-FFF2-40B4-BE49-F238E27FC236}">
                    <a16:creationId xmlns:a16="http://schemas.microsoft.com/office/drawing/2014/main" id="{FD989550-BFF1-0F20-D98F-D5F2BF57133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65330" y="123057"/>
                <a:ext cx="592719" cy="592718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Gerader Verbinder 22">
                <a:extLst>
                  <a:ext uri="{FF2B5EF4-FFF2-40B4-BE49-F238E27FC236}">
                    <a16:creationId xmlns:a16="http://schemas.microsoft.com/office/drawing/2014/main" id="{ED8AF71D-4B95-3ECE-0435-2FAA7F79589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22292" y="123057"/>
                <a:ext cx="609677" cy="609676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Gerader Verbinder 23">
                <a:extLst>
                  <a:ext uri="{FF2B5EF4-FFF2-40B4-BE49-F238E27FC236}">
                    <a16:creationId xmlns:a16="http://schemas.microsoft.com/office/drawing/2014/main" id="{2658F3BF-8EE4-AB9A-2C50-53E1CD7A3AE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77553" y="123057"/>
                <a:ext cx="628336" cy="628335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Gerader Verbinder 24">
                <a:extLst>
                  <a:ext uri="{FF2B5EF4-FFF2-40B4-BE49-F238E27FC236}">
                    <a16:creationId xmlns:a16="http://schemas.microsoft.com/office/drawing/2014/main" id="{7BCE079D-E43E-A6CB-DDD1-563812754AB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28353" y="123057"/>
                <a:ext cx="651456" cy="651455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Gerader Verbinder 25">
                <a:extLst>
                  <a:ext uri="{FF2B5EF4-FFF2-40B4-BE49-F238E27FC236}">
                    <a16:creationId xmlns:a16="http://schemas.microsoft.com/office/drawing/2014/main" id="{84044BE9-3714-5057-334C-4471FBEE357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82567" y="123057"/>
                <a:ext cx="671162" cy="671162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Gerader Verbinder 26">
                <a:extLst>
                  <a:ext uri="{FF2B5EF4-FFF2-40B4-BE49-F238E27FC236}">
                    <a16:creationId xmlns:a16="http://schemas.microsoft.com/office/drawing/2014/main" id="{48D99449-B855-02A1-5D60-D9DC942E601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235402" y="123057"/>
                <a:ext cx="692247" cy="692246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Gerader Verbinder 27">
                <a:extLst>
                  <a:ext uri="{FF2B5EF4-FFF2-40B4-BE49-F238E27FC236}">
                    <a16:creationId xmlns:a16="http://schemas.microsoft.com/office/drawing/2014/main" id="{C9D0B830-80C9-2998-F36C-04C0DB32D72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288294" y="123057"/>
                <a:ext cx="713275" cy="713274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Gerader Verbinder 28">
                <a:extLst>
                  <a:ext uri="{FF2B5EF4-FFF2-40B4-BE49-F238E27FC236}">
                    <a16:creationId xmlns:a16="http://schemas.microsoft.com/office/drawing/2014/main" id="{70B26650-62EE-3052-F927-984272ADC04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341207" y="123057"/>
                <a:ext cx="734282" cy="734281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Gerader Verbinder 29">
                <a:extLst>
                  <a:ext uri="{FF2B5EF4-FFF2-40B4-BE49-F238E27FC236}">
                    <a16:creationId xmlns:a16="http://schemas.microsoft.com/office/drawing/2014/main" id="{D1577650-510D-26D0-B214-D8B7FC6E56D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396265" y="123057"/>
                <a:ext cx="753144" cy="753143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Gerader Verbinder 30">
                <a:extLst>
                  <a:ext uri="{FF2B5EF4-FFF2-40B4-BE49-F238E27FC236}">
                    <a16:creationId xmlns:a16="http://schemas.microsoft.com/office/drawing/2014/main" id="{855F66EA-8F27-10EB-3502-CDFF1BF955D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453228" y="123057"/>
                <a:ext cx="770101" cy="770101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Gerader Verbinder 31">
                <a:extLst>
                  <a:ext uri="{FF2B5EF4-FFF2-40B4-BE49-F238E27FC236}">
                    <a16:creationId xmlns:a16="http://schemas.microsoft.com/office/drawing/2014/main" id="{64622D3F-B23D-7279-5231-BB9F9426A9E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514953" y="123057"/>
                <a:ext cx="782296" cy="782296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Gerader Verbinder 32">
                <a:extLst>
                  <a:ext uri="{FF2B5EF4-FFF2-40B4-BE49-F238E27FC236}">
                    <a16:creationId xmlns:a16="http://schemas.microsoft.com/office/drawing/2014/main" id="{C919B1C1-18BE-239E-5F07-648E74A390D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579535" y="123057"/>
                <a:ext cx="791634" cy="791633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Gerader Verbinder 33">
                <a:extLst>
                  <a:ext uri="{FF2B5EF4-FFF2-40B4-BE49-F238E27FC236}">
                    <a16:creationId xmlns:a16="http://schemas.microsoft.com/office/drawing/2014/main" id="{5B15C701-03B4-6E79-3F37-DDB78765107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42212" y="123057"/>
                <a:ext cx="802877" cy="802876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Gerader Verbinder 34">
                <a:extLst>
                  <a:ext uri="{FF2B5EF4-FFF2-40B4-BE49-F238E27FC236}">
                    <a16:creationId xmlns:a16="http://schemas.microsoft.com/office/drawing/2014/main" id="{41725752-8C1C-E3EB-09E3-1C1C609D3A3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716321" y="123057"/>
                <a:ext cx="802688" cy="802688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Gerader Verbinder 35">
                <a:extLst>
                  <a:ext uri="{FF2B5EF4-FFF2-40B4-BE49-F238E27FC236}">
                    <a16:creationId xmlns:a16="http://schemas.microsoft.com/office/drawing/2014/main" id="{776C70E1-FA76-884C-B1E6-CAAA45DF11F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789475" y="123057"/>
                <a:ext cx="803454" cy="803453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Gerader Verbinder 36">
                <a:extLst>
                  <a:ext uri="{FF2B5EF4-FFF2-40B4-BE49-F238E27FC236}">
                    <a16:creationId xmlns:a16="http://schemas.microsoft.com/office/drawing/2014/main" id="{77325502-2C31-64E1-5E97-74C7E919CEF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60725" y="123057"/>
                <a:ext cx="806124" cy="806123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Gerader Verbinder 37">
                <a:extLst>
                  <a:ext uri="{FF2B5EF4-FFF2-40B4-BE49-F238E27FC236}">
                    <a16:creationId xmlns:a16="http://schemas.microsoft.com/office/drawing/2014/main" id="{26501FA2-7723-963C-3BD7-C88E5DA7976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936738" y="123057"/>
                <a:ext cx="804031" cy="804031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Gerader Verbinder 38">
                <a:extLst>
                  <a:ext uri="{FF2B5EF4-FFF2-40B4-BE49-F238E27FC236}">
                    <a16:creationId xmlns:a16="http://schemas.microsoft.com/office/drawing/2014/main" id="{B83A141D-4A7C-0C24-4318-0FF842A38B9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016560" y="123057"/>
                <a:ext cx="798129" cy="798129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Gerader Verbinder 39">
                <a:extLst>
                  <a:ext uri="{FF2B5EF4-FFF2-40B4-BE49-F238E27FC236}">
                    <a16:creationId xmlns:a16="http://schemas.microsoft.com/office/drawing/2014/main" id="{5145A9FF-CDCE-8A85-B621-ED3194128AE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106860" y="123057"/>
                <a:ext cx="781749" cy="781748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Gerader Verbinder 40">
                <a:extLst>
                  <a:ext uri="{FF2B5EF4-FFF2-40B4-BE49-F238E27FC236}">
                    <a16:creationId xmlns:a16="http://schemas.microsoft.com/office/drawing/2014/main" id="{DFD999B0-17EF-ED18-1CCC-5B95719BA2F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214305" y="123057"/>
                <a:ext cx="748224" cy="748223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Gerader Verbinder 41">
                <a:extLst>
                  <a:ext uri="{FF2B5EF4-FFF2-40B4-BE49-F238E27FC236}">
                    <a16:creationId xmlns:a16="http://schemas.microsoft.com/office/drawing/2014/main" id="{EF4A7BD4-3D38-0058-8C19-B6E5F3D6F7C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331720" y="123057"/>
                <a:ext cx="704729" cy="704728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Gerader Verbinder 42">
                <a:extLst>
                  <a:ext uri="{FF2B5EF4-FFF2-40B4-BE49-F238E27FC236}">
                    <a16:creationId xmlns:a16="http://schemas.microsoft.com/office/drawing/2014/main" id="{B8F4D084-5E0A-FA42-AC0C-AB07DB463EE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453640" y="123057"/>
                <a:ext cx="656729" cy="656728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Gerader Verbinder 43">
                <a:extLst>
                  <a:ext uri="{FF2B5EF4-FFF2-40B4-BE49-F238E27FC236}">
                    <a16:creationId xmlns:a16="http://schemas.microsoft.com/office/drawing/2014/main" id="{890CAC98-C98C-5E3C-D70F-CECA3FD8844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573920" y="169545"/>
                <a:ext cx="563881" cy="563880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Gerader Verbinder 44">
                <a:extLst>
                  <a:ext uri="{FF2B5EF4-FFF2-40B4-BE49-F238E27FC236}">
                    <a16:creationId xmlns:a16="http://schemas.microsoft.com/office/drawing/2014/main" id="{FA4F0E64-E616-7024-13FE-F18EAD90FBC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678320" y="245745"/>
                <a:ext cx="457201" cy="457200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Gerader Verbinder 45">
                <a:extLst>
                  <a:ext uri="{FF2B5EF4-FFF2-40B4-BE49-F238E27FC236}">
                    <a16:creationId xmlns:a16="http://schemas.microsoft.com/office/drawing/2014/main" id="{1490935A-651D-ECDD-6C1E-A04F5133D1C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771290" y="327176"/>
                <a:ext cx="356720" cy="356719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Gerader Verbinder 46">
                <a:extLst>
                  <a:ext uri="{FF2B5EF4-FFF2-40B4-BE49-F238E27FC236}">
                    <a16:creationId xmlns:a16="http://schemas.microsoft.com/office/drawing/2014/main" id="{6213166A-4139-7397-774F-E91ED476C31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855885" y="399620"/>
                <a:ext cx="273600" cy="273601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Gerader Verbinder 47">
                <a:extLst>
                  <a:ext uri="{FF2B5EF4-FFF2-40B4-BE49-F238E27FC236}">
                    <a16:creationId xmlns:a16="http://schemas.microsoft.com/office/drawing/2014/main" id="{0B63443A-0C6D-D390-4D14-D0748048B4A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929805" y="472775"/>
                <a:ext cx="200445" cy="200446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Gerader Verbinder 48">
                <a:extLst>
                  <a:ext uri="{FF2B5EF4-FFF2-40B4-BE49-F238E27FC236}">
                    <a16:creationId xmlns:a16="http://schemas.microsoft.com/office/drawing/2014/main" id="{1CC5753F-0D0D-0C05-6669-4C301BDCA2D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003725" y="544978"/>
                <a:ext cx="128243" cy="128243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44" name="Gruppieren 143">
              <a:extLst>
                <a:ext uri="{FF2B5EF4-FFF2-40B4-BE49-F238E27FC236}">
                  <a16:creationId xmlns:a16="http://schemas.microsoft.com/office/drawing/2014/main" id="{12B40E19-5DFC-8982-1809-7327D2681E65}"/>
                </a:ext>
              </a:extLst>
            </p:cNvPr>
            <p:cNvGrpSpPr/>
            <p:nvPr/>
          </p:nvGrpSpPr>
          <p:grpSpPr>
            <a:xfrm rot="10800000">
              <a:off x="492932" y="2034117"/>
              <a:ext cx="2687379" cy="806123"/>
              <a:chOff x="450422" y="123057"/>
              <a:chExt cx="2687379" cy="806123"/>
            </a:xfrm>
          </p:grpSpPr>
          <p:cxnSp>
            <p:nvCxnSpPr>
              <p:cNvPr id="145" name="Gerader Verbinder 144">
                <a:extLst>
                  <a:ext uri="{FF2B5EF4-FFF2-40B4-BE49-F238E27FC236}">
                    <a16:creationId xmlns:a16="http://schemas.microsoft.com/office/drawing/2014/main" id="{E9293BEE-522F-EB6F-E3EB-D89DB6D2578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21646" y="123057"/>
                <a:ext cx="75443" cy="75443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6" name="Gerader Verbinder 145">
                <a:extLst>
                  <a:ext uri="{FF2B5EF4-FFF2-40B4-BE49-F238E27FC236}">
                    <a16:creationId xmlns:a16="http://schemas.microsoft.com/office/drawing/2014/main" id="{6EEE15BC-267F-B651-6FB7-460161E4D49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7648" y="123057"/>
                <a:ext cx="153361" cy="153360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7" name="Gerader Verbinder 146">
                <a:extLst>
                  <a:ext uri="{FF2B5EF4-FFF2-40B4-BE49-F238E27FC236}">
                    <a16:creationId xmlns:a16="http://schemas.microsoft.com/office/drawing/2014/main" id="{241E747A-DEA4-0C98-AB23-CEA2BDA0BA4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8413" y="123057"/>
                <a:ext cx="226516" cy="226515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8" name="Gerader Verbinder 147">
                <a:extLst>
                  <a:ext uri="{FF2B5EF4-FFF2-40B4-BE49-F238E27FC236}">
                    <a16:creationId xmlns:a16="http://schemas.microsoft.com/office/drawing/2014/main" id="{6DC3AC58-D31A-FEFF-C64D-B686BAC4907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4416" y="123057"/>
                <a:ext cx="304433" cy="304433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9" name="Gerader Verbinder 148">
                <a:extLst>
                  <a:ext uri="{FF2B5EF4-FFF2-40B4-BE49-F238E27FC236}">
                    <a16:creationId xmlns:a16="http://schemas.microsoft.com/office/drawing/2014/main" id="{0F1C87E4-E3D1-8644-5EF4-2E44D4BC294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4907" y="123057"/>
                <a:ext cx="377862" cy="377861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" name="Gerader Verbinder 149">
                <a:extLst>
                  <a:ext uri="{FF2B5EF4-FFF2-40B4-BE49-F238E27FC236}">
                    <a16:creationId xmlns:a16="http://schemas.microsoft.com/office/drawing/2014/main" id="{8B343D4C-6592-5C75-765D-79B62035147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3473" y="123057"/>
                <a:ext cx="453216" cy="453216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1" name="Gerader Verbinder 150">
                <a:extLst>
                  <a:ext uri="{FF2B5EF4-FFF2-40B4-BE49-F238E27FC236}">
                    <a16:creationId xmlns:a16="http://schemas.microsoft.com/office/drawing/2014/main" id="{9694C58B-0BDD-C9E5-A194-55374B79D28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3177" y="123057"/>
                <a:ext cx="527432" cy="527431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2" name="Gerader Verbinder 151">
                <a:extLst>
                  <a:ext uri="{FF2B5EF4-FFF2-40B4-BE49-F238E27FC236}">
                    <a16:creationId xmlns:a16="http://schemas.microsoft.com/office/drawing/2014/main" id="{7078DCDC-B2FA-4C63-0AE5-DD70D07AE08A}"/>
                  </a:ext>
                </a:extLst>
              </p:cNvPr>
              <p:cNvCxnSpPr>
                <a:cxnSpLocks/>
              </p:cNvCxnSpPr>
              <p:nvPr/>
            </p:nvCxnSpPr>
            <p:spPr>
              <a:xfrm rot="18900000">
                <a:off x="450422" y="398139"/>
                <a:ext cx="778049" cy="0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3" name="Gerader Verbinder 152">
                <a:extLst>
                  <a:ext uri="{FF2B5EF4-FFF2-40B4-BE49-F238E27FC236}">
                    <a16:creationId xmlns:a16="http://schemas.microsoft.com/office/drawing/2014/main" id="{3D13F140-AA43-E854-CABE-404B8370EC1F}"/>
                  </a:ext>
                </a:extLst>
              </p:cNvPr>
              <p:cNvCxnSpPr>
                <a:cxnSpLocks/>
              </p:cNvCxnSpPr>
              <p:nvPr/>
            </p:nvCxnSpPr>
            <p:spPr>
              <a:xfrm rot="18900000">
                <a:off x="524342" y="398139"/>
                <a:ext cx="778049" cy="0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4" name="Gerader Verbinder 153">
                <a:extLst>
                  <a:ext uri="{FF2B5EF4-FFF2-40B4-BE49-F238E27FC236}">
                    <a16:creationId xmlns:a16="http://schemas.microsoft.com/office/drawing/2014/main" id="{470E9440-9B14-ADA4-0E7A-C0274D313C07}"/>
                  </a:ext>
                </a:extLst>
              </p:cNvPr>
              <p:cNvCxnSpPr>
                <a:cxnSpLocks/>
              </p:cNvCxnSpPr>
              <p:nvPr/>
            </p:nvCxnSpPr>
            <p:spPr>
              <a:xfrm rot="18900000">
                <a:off x="598262" y="398139"/>
                <a:ext cx="778049" cy="0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5" name="Gerader Verbinder 154">
                <a:extLst>
                  <a:ext uri="{FF2B5EF4-FFF2-40B4-BE49-F238E27FC236}">
                    <a16:creationId xmlns:a16="http://schemas.microsoft.com/office/drawing/2014/main" id="{22C9C6D1-85F1-DED7-7ACF-21DDD20E7623}"/>
                  </a:ext>
                </a:extLst>
              </p:cNvPr>
              <p:cNvCxnSpPr>
                <a:cxnSpLocks/>
              </p:cNvCxnSpPr>
              <p:nvPr/>
            </p:nvCxnSpPr>
            <p:spPr>
              <a:xfrm rot="18900000">
                <a:off x="672182" y="398139"/>
                <a:ext cx="778049" cy="0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6" name="Gerader Verbinder 155">
                <a:extLst>
                  <a:ext uri="{FF2B5EF4-FFF2-40B4-BE49-F238E27FC236}">
                    <a16:creationId xmlns:a16="http://schemas.microsoft.com/office/drawing/2014/main" id="{29FE4FB7-6804-A293-F7E5-483EB9D59EF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46643" y="123057"/>
                <a:ext cx="563566" cy="563566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7" name="Gerader Verbinder 156">
                <a:extLst>
                  <a:ext uri="{FF2B5EF4-FFF2-40B4-BE49-F238E27FC236}">
                    <a16:creationId xmlns:a16="http://schemas.microsoft.com/office/drawing/2014/main" id="{535ADA4C-B524-4A73-E331-F441EB36E65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05510" y="123057"/>
                <a:ext cx="578619" cy="578619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8" name="Gerader Verbinder 157">
                <a:extLst>
                  <a:ext uri="{FF2B5EF4-FFF2-40B4-BE49-F238E27FC236}">
                    <a16:creationId xmlns:a16="http://schemas.microsoft.com/office/drawing/2014/main" id="{A9A6ADC4-1D5B-9042-8151-E667EC4B60F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65330" y="123057"/>
                <a:ext cx="592719" cy="592718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9" name="Gerader Verbinder 158">
                <a:extLst>
                  <a:ext uri="{FF2B5EF4-FFF2-40B4-BE49-F238E27FC236}">
                    <a16:creationId xmlns:a16="http://schemas.microsoft.com/office/drawing/2014/main" id="{208BAF4F-289D-7483-AF1D-D70E97A2344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22292" y="123057"/>
                <a:ext cx="609677" cy="609676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0" name="Gerader Verbinder 159">
                <a:extLst>
                  <a:ext uri="{FF2B5EF4-FFF2-40B4-BE49-F238E27FC236}">
                    <a16:creationId xmlns:a16="http://schemas.microsoft.com/office/drawing/2014/main" id="{0423F156-8D0B-D701-ED5D-9C296F99641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77553" y="123057"/>
                <a:ext cx="628336" cy="628335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1" name="Gerader Verbinder 160">
                <a:extLst>
                  <a:ext uri="{FF2B5EF4-FFF2-40B4-BE49-F238E27FC236}">
                    <a16:creationId xmlns:a16="http://schemas.microsoft.com/office/drawing/2014/main" id="{F7406C64-0CA2-1BC6-39C2-F39538C5A75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28353" y="123057"/>
                <a:ext cx="651456" cy="651455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2" name="Gerader Verbinder 161">
                <a:extLst>
                  <a:ext uri="{FF2B5EF4-FFF2-40B4-BE49-F238E27FC236}">
                    <a16:creationId xmlns:a16="http://schemas.microsoft.com/office/drawing/2014/main" id="{7DC9BAB6-372F-13D9-B812-86F1C9286F7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82567" y="123057"/>
                <a:ext cx="671162" cy="671162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3" name="Gerader Verbinder 162">
                <a:extLst>
                  <a:ext uri="{FF2B5EF4-FFF2-40B4-BE49-F238E27FC236}">
                    <a16:creationId xmlns:a16="http://schemas.microsoft.com/office/drawing/2014/main" id="{E514EA67-11CF-6DBC-6617-3AAC46BD755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235402" y="123057"/>
                <a:ext cx="692247" cy="692246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" name="Gerader Verbinder 163">
                <a:extLst>
                  <a:ext uri="{FF2B5EF4-FFF2-40B4-BE49-F238E27FC236}">
                    <a16:creationId xmlns:a16="http://schemas.microsoft.com/office/drawing/2014/main" id="{0465D2E0-36D7-09E5-E566-6DC04147CF5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288294" y="123057"/>
                <a:ext cx="713275" cy="713274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5" name="Gerader Verbinder 164">
                <a:extLst>
                  <a:ext uri="{FF2B5EF4-FFF2-40B4-BE49-F238E27FC236}">
                    <a16:creationId xmlns:a16="http://schemas.microsoft.com/office/drawing/2014/main" id="{C0D5958E-3A6A-0C17-4BE1-75B6FB4C1F8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341207" y="123057"/>
                <a:ext cx="734282" cy="734281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6" name="Gerader Verbinder 165">
                <a:extLst>
                  <a:ext uri="{FF2B5EF4-FFF2-40B4-BE49-F238E27FC236}">
                    <a16:creationId xmlns:a16="http://schemas.microsoft.com/office/drawing/2014/main" id="{43473BAA-4DCD-A882-B6BC-CA8929F6882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396265" y="123057"/>
                <a:ext cx="753144" cy="753143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7" name="Gerader Verbinder 166">
                <a:extLst>
                  <a:ext uri="{FF2B5EF4-FFF2-40B4-BE49-F238E27FC236}">
                    <a16:creationId xmlns:a16="http://schemas.microsoft.com/office/drawing/2014/main" id="{2AEE4EC2-0146-5C7D-4198-0CED726DC2E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453228" y="123057"/>
                <a:ext cx="770101" cy="770101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8" name="Gerader Verbinder 167">
                <a:extLst>
                  <a:ext uri="{FF2B5EF4-FFF2-40B4-BE49-F238E27FC236}">
                    <a16:creationId xmlns:a16="http://schemas.microsoft.com/office/drawing/2014/main" id="{0EBF9E3D-C0C8-DDED-86B8-20543A9BE40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514953" y="123057"/>
                <a:ext cx="782296" cy="782296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" name="Gerader Verbinder 168">
                <a:extLst>
                  <a:ext uri="{FF2B5EF4-FFF2-40B4-BE49-F238E27FC236}">
                    <a16:creationId xmlns:a16="http://schemas.microsoft.com/office/drawing/2014/main" id="{5EE6FBAA-9376-E810-78E4-E8F623086DC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579535" y="123057"/>
                <a:ext cx="791634" cy="791633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0" name="Gerader Verbinder 169">
                <a:extLst>
                  <a:ext uri="{FF2B5EF4-FFF2-40B4-BE49-F238E27FC236}">
                    <a16:creationId xmlns:a16="http://schemas.microsoft.com/office/drawing/2014/main" id="{DF77EA54-43B0-E833-A66E-FABFE3069CC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42212" y="123057"/>
                <a:ext cx="802877" cy="802876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Gerader Verbinder 170">
                <a:extLst>
                  <a:ext uri="{FF2B5EF4-FFF2-40B4-BE49-F238E27FC236}">
                    <a16:creationId xmlns:a16="http://schemas.microsoft.com/office/drawing/2014/main" id="{91AD3708-8ADC-2D56-E3F0-0BED2658E39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716321" y="123057"/>
                <a:ext cx="802688" cy="802688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2" name="Gerader Verbinder 171">
                <a:extLst>
                  <a:ext uri="{FF2B5EF4-FFF2-40B4-BE49-F238E27FC236}">
                    <a16:creationId xmlns:a16="http://schemas.microsoft.com/office/drawing/2014/main" id="{E4E0777C-9A0E-0EFC-B303-7F3F9ED32FC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789475" y="123057"/>
                <a:ext cx="803454" cy="803453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3" name="Gerader Verbinder 172">
                <a:extLst>
                  <a:ext uri="{FF2B5EF4-FFF2-40B4-BE49-F238E27FC236}">
                    <a16:creationId xmlns:a16="http://schemas.microsoft.com/office/drawing/2014/main" id="{FAF49800-5C0F-A16D-6089-20340727F07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60725" y="123057"/>
                <a:ext cx="806124" cy="806123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" name="Gerader Verbinder 173">
                <a:extLst>
                  <a:ext uri="{FF2B5EF4-FFF2-40B4-BE49-F238E27FC236}">
                    <a16:creationId xmlns:a16="http://schemas.microsoft.com/office/drawing/2014/main" id="{D24BEBA2-A635-6C81-F17D-40F1CA225F5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936738" y="123057"/>
                <a:ext cx="804031" cy="804031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5" name="Gerader Verbinder 174">
                <a:extLst>
                  <a:ext uri="{FF2B5EF4-FFF2-40B4-BE49-F238E27FC236}">
                    <a16:creationId xmlns:a16="http://schemas.microsoft.com/office/drawing/2014/main" id="{BE3C4B53-AE5C-33EE-B85E-2D607E1EE92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016560" y="123057"/>
                <a:ext cx="798129" cy="798129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6" name="Gerader Verbinder 175">
                <a:extLst>
                  <a:ext uri="{FF2B5EF4-FFF2-40B4-BE49-F238E27FC236}">
                    <a16:creationId xmlns:a16="http://schemas.microsoft.com/office/drawing/2014/main" id="{021E3DEF-97C6-E892-135C-F05933D5A96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106860" y="123057"/>
                <a:ext cx="781749" cy="781748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7" name="Gerader Verbinder 176">
                <a:extLst>
                  <a:ext uri="{FF2B5EF4-FFF2-40B4-BE49-F238E27FC236}">
                    <a16:creationId xmlns:a16="http://schemas.microsoft.com/office/drawing/2014/main" id="{19148067-4330-1C83-09B2-389E86A4A6F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214305" y="123057"/>
                <a:ext cx="748224" cy="748223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8" name="Gerader Verbinder 177">
                <a:extLst>
                  <a:ext uri="{FF2B5EF4-FFF2-40B4-BE49-F238E27FC236}">
                    <a16:creationId xmlns:a16="http://schemas.microsoft.com/office/drawing/2014/main" id="{64E1D0B8-58E3-BF64-2434-0578D936D92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331720" y="123057"/>
                <a:ext cx="704729" cy="704728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9" name="Gerader Verbinder 178">
                <a:extLst>
                  <a:ext uri="{FF2B5EF4-FFF2-40B4-BE49-F238E27FC236}">
                    <a16:creationId xmlns:a16="http://schemas.microsoft.com/office/drawing/2014/main" id="{EC529B2A-B6D4-870C-F624-67E9D74D3FB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453640" y="123057"/>
                <a:ext cx="656729" cy="656728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0" name="Gerader Verbinder 179">
                <a:extLst>
                  <a:ext uri="{FF2B5EF4-FFF2-40B4-BE49-F238E27FC236}">
                    <a16:creationId xmlns:a16="http://schemas.microsoft.com/office/drawing/2014/main" id="{E574CF09-593C-29AA-C3A5-FC8E849893C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573920" y="169545"/>
                <a:ext cx="563881" cy="563880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1" name="Gerader Verbinder 180">
                <a:extLst>
                  <a:ext uri="{FF2B5EF4-FFF2-40B4-BE49-F238E27FC236}">
                    <a16:creationId xmlns:a16="http://schemas.microsoft.com/office/drawing/2014/main" id="{667E7F5A-970D-1691-70F7-4BF884C8ED0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678320" y="245745"/>
                <a:ext cx="457201" cy="457200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2" name="Gerader Verbinder 181">
                <a:extLst>
                  <a:ext uri="{FF2B5EF4-FFF2-40B4-BE49-F238E27FC236}">
                    <a16:creationId xmlns:a16="http://schemas.microsoft.com/office/drawing/2014/main" id="{9FB74912-DF41-9070-F9E6-7B05CE44078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771290" y="327176"/>
                <a:ext cx="356720" cy="356719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3" name="Gerader Verbinder 182">
                <a:extLst>
                  <a:ext uri="{FF2B5EF4-FFF2-40B4-BE49-F238E27FC236}">
                    <a16:creationId xmlns:a16="http://schemas.microsoft.com/office/drawing/2014/main" id="{3E0549C1-FDD4-2950-2F44-8910D0CDD0D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855885" y="399620"/>
                <a:ext cx="273600" cy="273601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4" name="Gerader Verbinder 183">
                <a:extLst>
                  <a:ext uri="{FF2B5EF4-FFF2-40B4-BE49-F238E27FC236}">
                    <a16:creationId xmlns:a16="http://schemas.microsoft.com/office/drawing/2014/main" id="{7047E705-9F5F-4721-710F-72626502416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929805" y="472775"/>
                <a:ext cx="200445" cy="200446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5" name="Gerader Verbinder 184">
                <a:extLst>
                  <a:ext uri="{FF2B5EF4-FFF2-40B4-BE49-F238E27FC236}">
                    <a16:creationId xmlns:a16="http://schemas.microsoft.com/office/drawing/2014/main" id="{A464C83E-AE38-9A44-FD47-5C5C590DA3E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003725" y="544978"/>
                <a:ext cx="128243" cy="128243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86" name="Rechteck 185">
              <a:extLst>
                <a:ext uri="{FF2B5EF4-FFF2-40B4-BE49-F238E27FC236}">
                  <a16:creationId xmlns:a16="http://schemas.microsoft.com/office/drawing/2014/main" id="{B0CE53A8-DF4B-FA32-7B9E-836AB4902030}"/>
                </a:ext>
              </a:extLst>
            </p:cNvPr>
            <p:cNvSpPr/>
            <p:nvPr/>
          </p:nvSpPr>
          <p:spPr>
            <a:xfrm>
              <a:off x="403965" y="889348"/>
              <a:ext cx="2855152" cy="1777910"/>
            </a:xfrm>
            <a:prstGeom prst="rect">
              <a:avLst/>
            </a:prstGeom>
            <a:noFill/>
            <a:ln w="508000" cap="rnd">
              <a:solidFill>
                <a:schemeClr val="bg1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188" name="Textfeld 187">
            <a:extLst>
              <a:ext uri="{FF2B5EF4-FFF2-40B4-BE49-F238E27FC236}">
                <a16:creationId xmlns:a16="http://schemas.microsoft.com/office/drawing/2014/main" id="{73450EC0-E172-5B94-6697-2C22887C3033}"/>
              </a:ext>
            </a:extLst>
          </p:cNvPr>
          <p:cNvSpPr txBox="1"/>
          <p:nvPr/>
        </p:nvSpPr>
        <p:spPr>
          <a:xfrm>
            <a:off x="400729" y="1562531"/>
            <a:ext cx="538619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e)</a:t>
            </a:r>
          </a:p>
        </p:txBody>
      </p:sp>
      <p:sp>
        <p:nvSpPr>
          <p:cNvPr id="51" name="Textfeld 50">
            <a:extLst>
              <a:ext uri="{FF2B5EF4-FFF2-40B4-BE49-F238E27FC236}">
                <a16:creationId xmlns:a16="http://schemas.microsoft.com/office/drawing/2014/main" id="{341E6013-4D6A-6CA9-CCEF-FB9F2409768B}"/>
              </a:ext>
            </a:extLst>
          </p:cNvPr>
          <p:cNvSpPr txBox="1"/>
          <p:nvPr/>
        </p:nvSpPr>
        <p:spPr>
          <a:xfrm>
            <a:off x="1347361" y="1624086"/>
            <a:ext cx="1653558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ts val="1600"/>
              </a:lnSpc>
            </a:pPr>
            <a:r>
              <a:rPr lang="de-DE" sz="16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Über-Expansion</a:t>
            </a:r>
          </a:p>
        </p:txBody>
      </p:sp>
      <p:grpSp>
        <p:nvGrpSpPr>
          <p:cNvPr id="140" name="Gruppieren 139">
            <a:extLst>
              <a:ext uri="{FF2B5EF4-FFF2-40B4-BE49-F238E27FC236}">
                <a16:creationId xmlns:a16="http://schemas.microsoft.com/office/drawing/2014/main" id="{D0D9B1D7-7A49-E921-BCF8-9D095B73AEF1}"/>
              </a:ext>
            </a:extLst>
          </p:cNvPr>
          <p:cNvGrpSpPr/>
          <p:nvPr/>
        </p:nvGrpSpPr>
        <p:grpSpPr>
          <a:xfrm>
            <a:off x="2902410" y="1234579"/>
            <a:ext cx="637080" cy="518042"/>
            <a:chOff x="2902410" y="1234579"/>
            <a:chExt cx="637080" cy="518042"/>
          </a:xfrm>
        </p:grpSpPr>
        <p:cxnSp>
          <p:nvCxnSpPr>
            <p:cNvPr id="195" name="Gerader Verbinder 194">
              <a:extLst>
                <a:ext uri="{FF2B5EF4-FFF2-40B4-BE49-F238E27FC236}">
                  <a16:creationId xmlns:a16="http://schemas.microsoft.com/office/drawing/2014/main" id="{5708D41C-FA75-1BDD-17D4-22209965A62D}"/>
                </a:ext>
              </a:extLst>
            </p:cNvPr>
            <p:cNvCxnSpPr>
              <a:cxnSpLocks/>
            </p:cNvCxnSpPr>
            <p:nvPr/>
          </p:nvCxnSpPr>
          <p:spPr>
            <a:xfrm>
              <a:off x="2902410" y="1234579"/>
              <a:ext cx="435150" cy="101957"/>
            </a:xfrm>
            <a:prstGeom prst="line">
              <a:avLst/>
            </a:prstGeom>
            <a:ln w="12700" cap="rnd">
              <a:solidFill>
                <a:schemeClr val="accent2">
                  <a:lumMod val="75000"/>
                  <a:alpha val="60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Gerader Verbinder 54">
              <a:extLst>
                <a:ext uri="{FF2B5EF4-FFF2-40B4-BE49-F238E27FC236}">
                  <a16:creationId xmlns:a16="http://schemas.microsoft.com/office/drawing/2014/main" id="{8F9AFD59-EDC0-813F-BB7C-2588855A7A1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337560" y="1261110"/>
              <a:ext cx="201930" cy="75426"/>
            </a:xfrm>
            <a:prstGeom prst="line">
              <a:avLst/>
            </a:prstGeom>
            <a:ln w="12700" cap="rnd">
              <a:solidFill>
                <a:schemeClr val="accent2">
                  <a:lumMod val="75000"/>
                  <a:alpha val="60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Gerader Verbinder 57">
              <a:extLst>
                <a:ext uri="{FF2B5EF4-FFF2-40B4-BE49-F238E27FC236}">
                  <a16:creationId xmlns:a16="http://schemas.microsoft.com/office/drawing/2014/main" id="{56C8F4CD-CB4E-D9FE-3B79-DFA0926B2237}"/>
                </a:ext>
              </a:extLst>
            </p:cNvPr>
            <p:cNvCxnSpPr>
              <a:cxnSpLocks/>
              <a:stCxn id="186" idx="3"/>
            </p:cNvCxnSpPr>
            <p:nvPr/>
          </p:nvCxnSpPr>
          <p:spPr>
            <a:xfrm flipH="1" flipV="1">
              <a:off x="2902410" y="1234579"/>
              <a:ext cx="253261" cy="518042"/>
            </a:xfrm>
            <a:prstGeom prst="line">
              <a:avLst/>
            </a:prstGeom>
            <a:ln w="12700" cap="rnd">
              <a:solidFill>
                <a:srgbClr val="FF0000">
                  <a:alpha val="60000"/>
                </a:srgb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Gerader Verbinder 60">
              <a:extLst>
                <a:ext uri="{FF2B5EF4-FFF2-40B4-BE49-F238E27FC236}">
                  <a16:creationId xmlns:a16="http://schemas.microsoft.com/office/drawing/2014/main" id="{C6C3A873-0790-C6CC-2A3E-6CED80ADEDB4}"/>
                </a:ext>
              </a:extLst>
            </p:cNvPr>
            <p:cNvCxnSpPr>
              <a:cxnSpLocks/>
              <a:endCxn id="186" idx="3"/>
            </p:cNvCxnSpPr>
            <p:nvPr/>
          </p:nvCxnSpPr>
          <p:spPr>
            <a:xfrm flipH="1">
              <a:off x="3155671" y="1336536"/>
              <a:ext cx="181889" cy="416085"/>
            </a:xfrm>
            <a:prstGeom prst="line">
              <a:avLst/>
            </a:prstGeom>
            <a:ln w="12700" cap="rnd">
              <a:solidFill>
                <a:srgbClr val="FF0000">
                  <a:alpha val="60000"/>
                </a:srgb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Gerader Verbinder 129">
              <a:extLst>
                <a:ext uri="{FF2B5EF4-FFF2-40B4-BE49-F238E27FC236}">
                  <a16:creationId xmlns:a16="http://schemas.microsoft.com/office/drawing/2014/main" id="{8BCC888A-C0DB-B46A-C919-697BDF75C1D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337560" y="1336536"/>
              <a:ext cx="140970" cy="195084"/>
            </a:xfrm>
            <a:prstGeom prst="line">
              <a:avLst/>
            </a:prstGeom>
            <a:ln w="12700" cap="rnd">
              <a:solidFill>
                <a:schemeClr val="accent3">
                  <a:alpha val="60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Gerader Verbinder 132">
              <a:extLst>
                <a:ext uri="{FF2B5EF4-FFF2-40B4-BE49-F238E27FC236}">
                  <a16:creationId xmlns:a16="http://schemas.microsoft.com/office/drawing/2014/main" id="{F33B6026-7328-120E-FD3C-837086CD586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337560" y="1336536"/>
              <a:ext cx="175260" cy="179844"/>
            </a:xfrm>
            <a:prstGeom prst="line">
              <a:avLst/>
            </a:prstGeom>
            <a:ln w="12700" cap="rnd">
              <a:solidFill>
                <a:schemeClr val="accent3">
                  <a:alpha val="60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Gerader Verbinder 135">
              <a:extLst>
                <a:ext uri="{FF2B5EF4-FFF2-40B4-BE49-F238E27FC236}">
                  <a16:creationId xmlns:a16="http://schemas.microsoft.com/office/drawing/2014/main" id="{816D7380-9C97-339C-F086-1B47829BFDA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337560" y="1336536"/>
              <a:ext cx="189455" cy="145554"/>
            </a:xfrm>
            <a:prstGeom prst="line">
              <a:avLst/>
            </a:prstGeom>
            <a:ln w="12700" cap="rnd">
              <a:solidFill>
                <a:schemeClr val="accent3">
                  <a:alpha val="60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1" name="Gruppieren 140">
            <a:extLst>
              <a:ext uri="{FF2B5EF4-FFF2-40B4-BE49-F238E27FC236}">
                <a16:creationId xmlns:a16="http://schemas.microsoft.com/office/drawing/2014/main" id="{37B662CC-D6E6-AD3B-489F-00CB7F02B980}"/>
              </a:ext>
            </a:extLst>
          </p:cNvPr>
          <p:cNvGrpSpPr/>
          <p:nvPr/>
        </p:nvGrpSpPr>
        <p:grpSpPr>
          <a:xfrm flipV="1">
            <a:off x="2902410" y="1747197"/>
            <a:ext cx="637080" cy="518042"/>
            <a:chOff x="2902410" y="1234579"/>
            <a:chExt cx="637080" cy="518042"/>
          </a:xfrm>
        </p:grpSpPr>
        <p:cxnSp>
          <p:nvCxnSpPr>
            <p:cNvPr id="142" name="Gerader Verbinder 141">
              <a:extLst>
                <a:ext uri="{FF2B5EF4-FFF2-40B4-BE49-F238E27FC236}">
                  <a16:creationId xmlns:a16="http://schemas.microsoft.com/office/drawing/2014/main" id="{A45F2239-D4FF-432A-1A07-64FB15F57A51}"/>
                </a:ext>
              </a:extLst>
            </p:cNvPr>
            <p:cNvCxnSpPr>
              <a:cxnSpLocks/>
            </p:cNvCxnSpPr>
            <p:nvPr/>
          </p:nvCxnSpPr>
          <p:spPr>
            <a:xfrm>
              <a:off x="2902410" y="1234579"/>
              <a:ext cx="435150" cy="101957"/>
            </a:xfrm>
            <a:prstGeom prst="line">
              <a:avLst/>
            </a:prstGeom>
            <a:ln w="12700" cap="rnd">
              <a:solidFill>
                <a:schemeClr val="accent2">
                  <a:lumMod val="75000"/>
                  <a:alpha val="60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Gerader Verbinder 188">
              <a:extLst>
                <a:ext uri="{FF2B5EF4-FFF2-40B4-BE49-F238E27FC236}">
                  <a16:creationId xmlns:a16="http://schemas.microsoft.com/office/drawing/2014/main" id="{5CE58924-C43F-72DA-51C0-3E148413A68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337560" y="1261110"/>
              <a:ext cx="201930" cy="75426"/>
            </a:xfrm>
            <a:prstGeom prst="line">
              <a:avLst/>
            </a:prstGeom>
            <a:ln w="12700" cap="rnd">
              <a:solidFill>
                <a:schemeClr val="accent2">
                  <a:lumMod val="75000"/>
                  <a:alpha val="60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Gerader Verbinder 189">
              <a:extLst>
                <a:ext uri="{FF2B5EF4-FFF2-40B4-BE49-F238E27FC236}">
                  <a16:creationId xmlns:a16="http://schemas.microsoft.com/office/drawing/2014/main" id="{CB8C7BCF-A8E3-DBD7-17C2-9917ECAADC2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02410" y="1234579"/>
              <a:ext cx="253261" cy="518042"/>
            </a:xfrm>
            <a:prstGeom prst="line">
              <a:avLst/>
            </a:prstGeom>
            <a:ln w="12700" cap="rnd">
              <a:solidFill>
                <a:srgbClr val="FF0000">
                  <a:alpha val="60000"/>
                </a:srgb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Gerader Verbinder 190">
              <a:extLst>
                <a:ext uri="{FF2B5EF4-FFF2-40B4-BE49-F238E27FC236}">
                  <a16:creationId xmlns:a16="http://schemas.microsoft.com/office/drawing/2014/main" id="{F8DE5150-1D8C-836B-36BA-99F99023AB0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155671" y="1336536"/>
              <a:ext cx="181889" cy="416085"/>
            </a:xfrm>
            <a:prstGeom prst="line">
              <a:avLst/>
            </a:prstGeom>
            <a:ln w="12700" cap="rnd">
              <a:solidFill>
                <a:srgbClr val="FF0000">
                  <a:alpha val="60000"/>
                </a:srgb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Gerader Verbinder 191">
              <a:extLst>
                <a:ext uri="{FF2B5EF4-FFF2-40B4-BE49-F238E27FC236}">
                  <a16:creationId xmlns:a16="http://schemas.microsoft.com/office/drawing/2014/main" id="{5BF50910-586A-1805-9EBE-50BD31F3A8A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337560" y="1336536"/>
              <a:ext cx="140970" cy="195084"/>
            </a:xfrm>
            <a:prstGeom prst="line">
              <a:avLst/>
            </a:prstGeom>
            <a:ln w="12700" cap="rnd">
              <a:solidFill>
                <a:schemeClr val="accent3">
                  <a:alpha val="60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Gerader Verbinder 192">
              <a:extLst>
                <a:ext uri="{FF2B5EF4-FFF2-40B4-BE49-F238E27FC236}">
                  <a16:creationId xmlns:a16="http://schemas.microsoft.com/office/drawing/2014/main" id="{5160910F-EC42-8742-D031-FB290C8B1C6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337560" y="1336536"/>
              <a:ext cx="175260" cy="179844"/>
            </a:xfrm>
            <a:prstGeom prst="line">
              <a:avLst/>
            </a:prstGeom>
            <a:ln w="12700" cap="rnd">
              <a:solidFill>
                <a:schemeClr val="accent3">
                  <a:alpha val="60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Gerader Verbinder 195">
              <a:extLst>
                <a:ext uri="{FF2B5EF4-FFF2-40B4-BE49-F238E27FC236}">
                  <a16:creationId xmlns:a16="http://schemas.microsoft.com/office/drawing/2014/main" id="{1B672280-F836-BE84-E132-147A4529CE9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337560" y="1336536"/>
              <a:ext cx="189455" cy="145554"/>
            </a:xfrm>
            <a:prstGeom prst="line">
              <a:avLst/>
            </a:prstGeom>
            <a:ln w="12700" cap="rnd">
              <a:solidFill>
                <a:schemeClr val="accent3">
                  <a:alpha val="60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52356081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ED31EE-D972-7A07-A208-512EF089D7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7" name="Gruppieren 186">
            <a:extLst>
              <a:ext uri="{FF2B5EF4-FFF2-40B4-BE49-F238E27FC236}">
                <a16:creationId xmlns:a16="http://schemas.microsoft.com/office/drawing/2014/main" id="{F6667D1B-5BA8-DC49-B16D-9880E00B6AC4}"/>
              </a:ext>
            </a:extLst>
          </p:cNvPr>
          <p:cNvGrpSpPr/>
          <p:nvPr/>
        </p:nvGrpSpPr>
        <p:grpSpPr>
          <a:xfrm>
            <a:off x="300519" y="679835"/>
            <a:ext cx="2855152" cy="2134723"/>
            <a:chOff x="403965" y="705517"/>
            <a:chExt cx="2855152" cy="2134723"/>
          </a:xfrm>
        </p:grpSpPr>
        <p:grpSp>
          <p:nvGrpSpPr>
            <p:cNvPr id="7" name="Gruppieren 6">
              <a:extLst>
                <a:ext uri="{FF2B5EF4-FFF2-40B4-BE49-F238E27FC236}">
                  <a16:creationId xmlns:a16="http://schemas.microsoft.com/office/drawing/2014/main" id="{9B7260E7-4399-89EF-129F-C2DF4D38A4F2}"/>
                </a:ext>
              </a:extLst>
            </p:cNvPr>
            <p:cNvGrpSpPr/>
            <p:nvPr/>
          </p:nvGrpSpPr>
          <p:grpSpPr>
            <a:xfrm>
              <a:off x="637646" y="1258398"/>
              <a:ext cx="2397950" cy="1032822"/>
              <a:chOff x="601250" y="675938"/>
              <a:chExt cx="2397950" cy="1032822"/>
            </a:xfrm>
          </p:grpSpPr>
          <p:sp>
            <p:nvSpPr>
              <p:cNvPr id="2" name="Freihandform: Form 1">
                <a:extLst>
                  <a:ext uri="{FF2B5EF4-FFF2-40B4-BE49-F238E27FC236}">
                    <a16:creationId xmlns:a16="http://schemas.microsoft.com/office/drawing/2014/main" id="{73D2006A-13C1-5A8F-28D8-4018A07CF864}"/>
                  </a:ext>
                </a:extLst>
              </p:cNvPr>
              <p:cNvSpPr/>
              <p:nvPr/>
            </p:nvSpPr>
            <p:spPr>
              <a:xfrm>
                <a:off x="601250" y="675939"/>
                <a:ext cx="1198976" cy="257251"/>
              </a:xfrm>
              <a:custGeom>
                <a:avLst/>
                <a:gdLst>
                  <a:gd name="csX0" fmla="*/ 0 w 1155526"/>
                  <a:gd name="csY0" fmla="*/ 466 h 485850"/>
                  <a:gd name="csX1" fmla="*/ 338203 w 1155526"/>
                  <a:gd name="csY1" fmla="*/ 66228 h 485850"/>
                  <a:gd name="csX2" fmla="*/ 814192 w 1155526"/>
                  <a:gd name="csY2" fmla="*/ 413825 h 485850"/>
                  <a:gd name="csX3" fmla="*/ 1155526 w 1155526"/>
                  <a:gd name="csY3" fmla="*/ 485850 h 4858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155526" h="485850">
                    <a:moveTo>
                      <a:pt x="0" y="466"/>
                    </a:moveTo>
                    <a:cubicBezTo>
                      <a:pt x="101252" y="-1100"/>
                      <a:pt x="202504" y="-2665"/>
                      <a:pt x="338203" y="66228"/>
                    </a:cubicBezTo>
                    <a:cubicBezTo>
                      <a:pt x="473902" y="135121"/>
                      <a:pt x="677972" y="343888"/>
                      <a:pt x="814192" y="413825"/>
                    </a:cubicBezTo>
                    <a:cubicBezTo>
                      <a:pt x="950412" y="483762"/>
                      <a:pt x="1052969" y="484806"/>
                      <a:pt x="1155526" y="485850"/>
                    </a:cubicBezTo>
                  </a:path>
                </a:pathLst>
              </a:custGeom>
              <a:noFill/>
              <a:ln w="19050" cap="rnd"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3" name="Freihandform: Form 2">
                <a:extLst>
                  <a:ext uri="{FF2B5EF4-FFF2-40B4-BE49-F238E27FC236}">
                    <a16:creationId xmlns:a16="http://schemas.microsoft.com/office/drawing/2014/main" id="{057DC689-C6F4-AF37-93BF-3166667C489C}"/>
                  </a:ext>
                </a:extLst>
              </p:cNvPr>
              <p:cNvSpPr/>
              <p:nvPr/>
            </p:nvSpPr>
            <p:spPr>
              <a:xfrm flipH="1">
                <a:off x="1800224" y="675938"/>
                <a:ext cx="1198976" cy="257251"/>
              </a:xfrm>
              <a:custGeom>
                <a:avLst/>
                <a:gdLst>
                  <a:gd name="csX0" fmla="*/ 0 w 1155526"/>
                  <a:gd name="csY0" fmla="*/ 466 h 485850"/>
                  <a:gd name="csX1" fmla="*/ 338203 w 1155526"/>
                  <a:gd name="csY1" fmla="*/ 66228 h 485850"/>
                  <a:gd name="csX2" fmla="*/ 814192 w 1155526"/>
                  <a:gd name="csY2" fmla="*/ 413825 h 485850"/>
                  <a:gd name="csX3" fmla="*/ 1155526 w 1155526"/>
                  <a:gd name="csY3" fmla="*/ 485850 h 4858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155526" h="485850">
                    <a:moveTo>
                      <a:pt x="0" y="466"/>
                    </a:moveTo>
                    <a:cubicBezTo>
                      <a:pt x="101252" y="-1100"/>
                      <a:pt x="202504" y="-2665"/>
                      <a:pt x="338203" y="66228"/>
                    </a:cubicBezTo>
                    <a:cubicBezTo>
                      <a:pt x="473902" y="135121"/>
                      <a:pt x="677972" y="343888"/>
                      <a:pt x="814192" y="413825"/>
                    </a:cubicBezTo>
                    <a:cubicBezTo>
                      <a:pt x="950412" y="483762"/>
                      <a:pt x="1052969" y="484806"/>
                      <a:pt x="1155526" y="485850"/>
                    </a:cubicBezTo>
                  </a:path>
                </a:pathLst>
              </a:custGeom>
              <a:noFill/>
              <a:ln w="19050" cap="rnd"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5" name="Freihandform: Form 4">
                <a:extLst>
                  <a:ext uri="{FF2B5EF4-FFF2-40B4-BE49-F238E27FC236}">
                    <a16:creationId xmlns:a16="http://schemas.microsoft.com/office/drawing/2014/main" id="{F588BD1D-F394-F52B-A9B9-8E374319B2A8}"/>
                  </a:ext>
                </a:extLst>
              </p:cNvPr>
              <p:cNvSpPr/>
              <p:nvPr/>
            </p:nvSpPr>
            <p:spPr>
              <a:xfrm flipV="1">
                <a:off x="601250" y="1451509"/>
                <a:ext cx="1198976" cy="257251"/>
              </a:xfrm>
              <a:custGeom>
                <a:avLst/>
                <a:gdLst>
                  <a:gd name="csX0" fmla="*/ 0 w 1155526"/>
                  <a:gd name="csY0" fmla="*/ 466 h 485850"/>
                  <a:gd name="csX1" fmla="*/ 338203 w 1155526"/>
                  <a:gd name="csY1" fmla="*/ 66228 h 485850"/>
                  <a:gd name="csX2" fmla="*/ 814192 w 1155526"/>
                  <a:gd name="csY2" fmla="*/ 413825 h 485850"/>
                  <a:gd name="csX3" fmla="*/ 1155526 w 1155526"/>
                  <a:gd name="csY3" fmla="*/ 485850 h 4858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155526" h="485850">
                    <a:moveTo>
                      <a:pt x="0" y="466"/>
                    </a:moveTo>
                    <a:cubicBezTo>
                      <a:pt x="101252" y="-1100"/>
                      <a:pt x="202504" y="-2665"/>
                      <a:pt x="338203" y="66228"/>
                    </a:cubicBezTo>
                    <a:cubicBezTo>
                      <a:pt x="473902" y="135121"/>
                      <a:pt x="677972" y="343888"/>
                      <a:pt x="814192" y="413825"/>
                    </a:cubicBezTo>
                    <a:cubicBezTo>
                      <a:pt x="950412" y="483762"/>
                      <a:pt x="1052969" y="484806"/>
                      <a:pt x="1155526" y="485850"/>
                    </a:cubicBezTo>
                  </a:path>
                </a:pathLst>
              </a:custGeom>
              <a:noFill/>
              <a:ln w="19050" cap="rnd"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6" name="Freihandform: Form 5">
                <a:extLst>
                  <a:ext uri="{FF2B5EF4-FFF2-40B4-BE49-F238E27FC236}">
                    <a16:creationId xmlns:a16="http://schemas.microsoft.com/office/drawing/2014/main" id="{AFDA9263-BE9B-CDC6-36DF-D0D5BFA975E8}"/>
                  </a:ext>
                </a:extLst>
              </p:cNvPr>
              <p:cNvSpPr/>
              <p:nvPr/>
            </p:nvSpPr>
            <p:spPr>
              <a:xfrm flipH="1" flipV="1">
                <a:off x="1800224" y="1451508"/>
                <a:ext cx="1198976" cy="257251"/>
              </a:xfrm>
              <a:custGeom>
                <a:avLst/>
                <a:gdLst>
                  <a:gd name="csX0" fmla="*/ 0 w 1155526"/>
                  <a:gd name="csY0" fmla="*/ 466 h 485850"/>
                  <a:gd name="csX1" fmla="*/ 338203 w 1155526"/>
                  <a:gd name="csY1" fmla="*/ 66228 h 485850"/>
                  <a:gd name="csX2" fmla="*/ 814192 w 1155526"/>
                  <a:gd name="csY2" fmla="*/ 413825 h 485850"/>
                  <a:gd name="csX3" fmla="*/ 1155526 w 1155526"/>
                  <a:gd name="csY3" fmla="*/ 485850 h 4858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155526" h="485850">
                    <a:moveTo>
                      <a:pt x="0" y="466"/>
                    </a:moveTo>
                    <a:cubicBezTo>
                      <a:pt x="101252" y="-1100"/>
                      <a:pt x="202504" y="-2665"/>
                      <a:pt x="338203" y="66228"/>
                    </a:cubicBezTo>
                    <a:cubicBezTo>
                      <a:pt x="473902" y="135121"/>
                      <a:pt x="677972" y="343888"/>
                      <a:pt x="814192" y="413825"/>
                    </a:cubicBezTo>
                    <a:cubicBezTo>
                      <a:pt x="950412" y="483762"/>
                      <a:pt x="1052969" y="484806"/>
                      <a:pt x="1155526" y="485850"/>
                    </a:cubicBezTo>
                  </a:path>
                </a:pathLst>
              </a:custGeom>
              <a:noFill/>
              <a:ln w="19050" cap="rnd"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</p:grpSp>
        <p:grpSp>
          <p:nvGrpSpPr>
            <p:cNvPr id="143" name="Gruppieren 142">
              <a:extLst>
                <a:ext uri="{FF2B5EF4-FFF2-40B4-BE49-F238E27FC236}">
                  <a16:creationId xmlns:a16="http://schemas.microsoft.com/office/drawing/2014/main" id="{229EC7CA-5FE2-5925-18DE-BB2E56505E75}"/>
                </a:ext>
              </a:extLst>
            </p:cNvPr>
            <p:cNvGrpSpPr/>
            <p:nvPr/>
          </p:nvGrpSpPr>
          <p:grpSpPr>
            <a:xfrm>
              <a:off x="492932" y="705517"/>
              <a:ext cx="2687379" cy="806123"/>
              <a:chOff x="450422" y="123057"/>
              <a:chExt cx="2687379" cy="806123"/>
            </a:xfrm>
          </p:grpSpPr>
          <p:cxnSp>
            <p:nvCxnSpPr>
              <p:cNvPr id="9" name="Gerader Verbinder 8">
                <a:extLst>
                  <a:ext uri="{FF2B5EF4-FFF2-40B4-BE49-F238E27FC236}">
                    <a16:creationId xmlns:a16="http://schemas.microsoft.com/office/drawing/2014/main" id="{49D72864-D56F-C028-07C3-A6440F9CB48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21646" y="123057"/>
                <a:ext cx="75443" cy="75443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Gerader Verbinder 9">
                <a:extLst>
                  <a:ext uri="{FF2B5EF4-FFF2-40B4-BE49-F238E27FC236}">
                    <a16:creationId xmlns:a16="http://schemas.microsoft.com/office/drawing/2014/main" id="{4186104C-3384-064D-A074-FAE77BD6196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7648" y="123057"/>
                <a:ext cx="153361" cy="153360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Gerader Verbinder 10">
                <a:extLst>
                  <a:ext uri="{FF2B5EF4-FFF2-40B4-BE49-F238E27FC236}">
                    <a16:creationId xmlns:a16="http://schemas.microsoft.com/office/drawing/2014/main" id="{041D9CA5-A5EC-0428-58A3-A472E2C8F75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8413" y="123057"/>
                <a:ext cx="226516" cy="226515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Gerader Verbinder 11">
                <a:extLst>
                  <a:ext uri="{FF2B5EF4-FFF2-40B4-BE49-F238E27FC236}">
                    <a16:creationId xmlns:a16="http://schemas.microsoft.com/office/drawing/2014/main" id="{574A57D7-7B32-33FA-71C4-E7D5C4D44D2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4416" y="123057"/>
                <a:ext cx="304433" cy="304433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Gerader Verbinder 12">
                <a:extLst>
                  <a:ext uri="{FF2B5EF4-FFF2-40B4-BE49-F238E27FC236}">
                    <a16:creationId xmlns:a16="http://schemas.microsoft.com/office/drawing/2014/main" id="{79A06917-023D-55B9-B5C7-6D846360EF3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4907" y="123057"/>
                <a:ext cx="377862" cy="377861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Gerader Verbinder 13">
                <a:extLst>
                  <a:ext uri="{FF2B5EF4-FFF2-40B4-BE49-F238E27FC236}">
                    <a16:creationId xmlns:a16="http://schemas.microsoft.com/office/drawing/2014/main" id="{909AE97E-CA71-4270-AFBF-6A56359E43E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3473" y="123057"/>
                <a:ext cx="453216" cy="453216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Gerader Verbinder 14">
                <a:extLst>
                  <a:ext uri="{FF2B5EF4-FFF2-40B4-BE49-F238E27FC236}">
                    <a16:creationId xmlns:a16="http://schemas.microsoft.com/office/drawing/2014/main" id="{FA2DE046-2695-249C-EC82-A09B0DDAAD9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3177" y="123057"/>
                <a:ext cx="527432" cy="527431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Gerader Verbinder 15">
                <a:extLst>
                  <a:ext uri="{FF2B5EF4-FFF2-40B4-BE49-F238E27FC236}">
                    <a16:creationId xmlns:a16="http://schemas.microsoft.com/office/drawing/2014/main" id="{216FECA4-92BB-3584-7050-4F9FECB47DFE}"/>
                  </a:ext>
                </a:extLst>
              </p:cNvPr>
              <p:cNvCxnSpPr>
                <a:cxnSpLocks/>
              </p:cNvCxnSpPr>
              <p:nvPr/>
            </p:nvCxnSpPr>
            <p:spPr>
              <a:xfrm rot="18900000">
                <a:off x="450422" y="398139"/>
                <a:ext cx="778049" cy="0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Gerader Verbinder 16">
                <a:extLst>
                  <a:ext uri="{FF2B5EF4-FFF2-40B4-BE49-F238E27FC236}">
                    <a16:creationId xmlns:a16="http://schemas.microsoft.com/office/drawing/2014/main" id="{466483FD-701B-7B08-5363-5D482D3195D4}"/>
                  </a:ext>
                </a:extLst>
              </p:cNvPr>
              <p:cNvCxnSpPr>
                <a:cxnSpLocks/>
              </p:cNvCxnSpPr>
              <p:nvPr/>
            </p:nvCxnSpPr>
            <p:spPr>
              <a:xfrm rot="18900000">
                <a:off x="524342" y="398139"/>
                <a:ext cx="778049" cy="0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Gerader Verbinder 17">
                <a:extLst>
                  <a:ext uri="{FF2B5EF4-FFF2-40B4-BE49-F238E27FC236}">
                    <a16:creationId xmlns:a16="http://schemas.microsoft.com/office/drawing/2014/main" id="{4AB8B4C8-F5DC-B0F1-54AB-2B1D6002E0E5}"/>
                  </a:ext>
                </a:extLst>
              </p:cNvPr>
              <p:cNvCxnSpPr>
                <a:cxnSpLocks/>
              </p:cNvCxnSpPr>
              <p:nvPr/>
            </p:nvCxnSpPr>
            <p:spPr>
              <a:xfrm rot="18900000">
                <a:off x="598262" y="398139"/>
                <a:ext cx="778049" cy="0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Gerader Verbinder 18">
                <a:extLst>
                  <a:ext uri="{FF2B5EF4-FFF2-40B4-BE49-F238E27FC236}">
                    <a16:creationId xmlns:a16="http://schemas.microsoft.com/office/drawing/2014/main" id="{7527DA6F-8CFB-2C1B-3803-8B84622FDCDF}"/>
                  </a:ext>
                </a:extLst>
              </p:cNvPr>
              <p:cNvCxnSpPr>
                <a:cxnSpLocks/>
              </p:cNvCxnSpPr>
              <p:nvPr/>
            </p:nvCxnSpPr>
            <p:spPr>
              <a:xfrm rot="18900000">
                <a:off x="672182" y="398139"/>
                <a:ext cx="778049" cy="0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Gerader Verbinder 19">
                <a:extLst>
                  <a:ext uri="{FF2B5EF4-FFF2-40B4-BE49-F238E27FC236}">
                    <a16:creationId xmlns:a16="http://schemas.microsoft.com/office/drawing/2014/main" id="{C6EC2240-27B9-D11D-1336-F86B3FE36F6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46643" y="123057"/>
                <a:ext cx="563566" cy="563566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Gerader Verbinder 20">
                <a:extLst>
                  <a:ext uri="{FF2B5EF4-FFF2-40B4-BE49-F238E27FC236}">
                    <a16:creationId xmlns:a16="http://schemas.microsoft.com/office/drawing/2014/main" id="{57ED3E36-AD79-3C50-8BE0-D0DBE245A47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05510" y="123057"/>
                <a:ext cx="578619" cy="578619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Gerader Verbinder 21">
                <a:extLst>
                  <a:ext uri="{FF2B5EF4-FFF2-40B4-BE49-F238E27FC236}">
                    <a16:creationId xmlns:a16="http://schemas.microsoft.com/office/drawing/2014/main" id="{107269BC-FD16-558D-31F4-11ECAF3E97B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65330" y="123057"/>
                <a:ext cx="592719" cy="592718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Gerader Verbinder 22">
                <a:extLst>
                  <a:ext uri="{FF2B5EF4-FFF2-40B4-BE49-F238E27FC236}">
                    <a16:creationId xmlns:a16="http://schemas.microsoft.com/office/drawing/2014/main" id="{E0BB4104-D25A-F30E-BD48-30B1DE1D695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22292" y="123057"/>
                <a:ext cx="609677" cy="609676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Gerader Verbinder 23">
                <a:extLst>
                  <a:ext uri="{FF2B5EF4-FFF2-40B4-BE49-F238E27FC236}">
                    <a16:creationId xmlns:a16="http://schemas.microsoft.com/office/drawing/2014/main" id="{16E3894E-AA10-5431-1E60-8CAE1BF7343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77553" y="123057"/>
                <a:ext cx="628336" cy="628335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Gerader Verbinder 24">
                <a:extLst>
                  <a:ext uri="{FF2B5EF4-FFF2-40B4-BE49-F238E27FC236}">
                    <a16:creationId xmlns:a16="http://schemas.microsoft.com/office/drawing/2014/main" id="{4AC8FFA5-4CF9-807B-5067-862D638659B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28353" y="123057"/>
                <a:ext cx="651456" cy="651455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Gerader Verbinder 25">
                <a:extLst>
                  <a:ext uri="{FF2B5EF4-FFF2-40B4-BE49-F238E27FC236}">
                    <a16:creationId xmlns:a16="http://schemas.microsoft.com/office/drawing/2014/main" id="{CE62E266-0C60-A616-BB59-5EBD0073BC3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82567" y="123057"/>
                <a:ext cx="671162" cy="671162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Gerader Verbinder 26">
                <a:extLst>
                  <a:ext uri="{FF2B5EF4-FFF2-40B4-BE49-F238E27FC236}">
                    <a16:creationId xmlns:a16="http://schemas.microsoft.com/office/drawing/2014/main" id="{5E4AA1E1-6895-44DA-A4FF-4EA760D73EC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235402" y="123057"/>
                <a:ext cx="692247" cy="692246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Gerader Verbinder 27">
                <a:extLst>
                  <a:ext uri="{FF2B5EF4-FFF2-40B4-BE49-F238E27FC236}">
                    <a16:creationId xmlns:a16="http://schemas.microsoft.com/office/drawing/2014/main" id="{4750A751-002D-E5BE-A9AF-E9000F6DCD0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288294" y="123057"/>
                <a:ext cx="713275" cy="713274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Gerader Verbinder 28">
                <a:extLst>
                  <a:ext uri="{FF2B5EF4-FFF2-40B4-BE49-F238E27FC236}">
                    <a16:creationId xmlns:a16="http://schemas.microsoft.com/office/drawing/2014/main" id="{CEB63F2A-E04C-55B8-9D68-F409AC615A9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341207" y="123057"/>
                <a:ext cx="734282" cy="734281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Gerader Verbinder 29">
                <a:extLst>
                  <a:ext uri="{FF2B5EF4-FFF2-40B4-BE49-F238E27FC236}">
                    <a16:creationId xmlns:a16="http://schemas.microsoft.com/office/drawing/2014/main" id="{48AB8919-377C-C892-A45E-38D5372C29B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396265" y="123057"/>
                <a:ext cx="753144" cy="753143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Gerader Verbinder 30">
                <a:extLst>
                  <a:ext uri="{FF2B5EF4-FFF2-40B4-BE49-F238E27FC236}">
                    <a16:creationId xmlns:a16="http://schemas.microsoft.com/office/drawing/2014/main" id="{9CDA64D0-9631-8AD0-D5DE-09F98643694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453228" y="123057"/>
                <a:ext cx="770101" cy="770101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Gerader Verbinder 31">
                <a:extLst>
                  <a:ext uri="{FF2B5EF4-FFF2-40B4-BE49-F238E27FC236}">
                    <a16:creationId xmlns:a16="http://schemas.microsoft.com/office/drawing/2014/main" id="{E2E403EF-1F2E-AF9A-664E-650DC0460F1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514953" y="123057"/>
                <a:ext cx="782296" cy="782296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Gerader Verbinder 32">
                <a:extLst>
                  <a:ext uri="{FF2B5EF4-FFF2-40B4-BE49-F238E27FC236}">
                    <a16:creationId xmlns:a16="http://schemas.microsoft.com/office/drawing/2014/main" id="{D2FD80F5-7455-E36A-D9E0-8BA85FBA6F6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579535" y="123057"/>
                <a:ext cx="791634" cy="791633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Gerader Verbinder 33">
                <a:extLst>
                  <a:ext uri="{FF2B5EF4-FFF2-40B4-BE49-F238E27FC236}">
                    <a16:creationId xmlns:a16="http://schemas.microsoft.com/office/drawing/2014/main" id="{5EF8BC8B-F1F3-88EA-89F8-9B04F30E42A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42212" y="123057"/>
                <a:ext cx="802877" cy="802876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Gerader Verbinder 34">
                <a:extLst>
                  <a:ext uri="{FF2B5EF4-FFF2-40B4-BE49-F238E27FC236}">
                    <a16:creationId xmlns:a16="http://schemas.microsoft.com/office/drawing/2014/main" id="{74A05D7E-5CB6-53A2-1ECA-F50F7F854BE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716321" y="123057"/>
                <a:ext cx="802688" cy="802688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Gerader Verbinder 35">
                <a:extLst>
                  <a:ext uri="{FF2B5EF4-FFF2-40B4-BE49-F238E27FC236}">
                    <a16:creationId xmlns:a16="http://schemas.microsoft.com/office/drawing/2014/main" id="{E143AC52-8F7A-8606-2FD5-FB5E807A0A7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789475" y="123057"/>
                <a:ext cx="803454" cy="803453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Gerader Verbinder 36">
                <a:extLst>
                  <a:ext uri="{FF2B5EF4-FFF2-40B4-BE49-F238E27FC236}">
                    <a16:creationId xmlns:a16="http://schemas.microsoft.com/office/drawing/2014/main" id="{F119FFED-8929-5CCA-3AE2-B1974DB1B1A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60725" y="123057"/>
                <a:ext cx="806124" cy="806123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Gerader Verbinder 37">
                <a:extLst>
                  <a:ext uri="{FF2B5EF4-FFF2-40B4-BE49-F238E27FC236}">
                    <a16:creationId xmlns:a16="http://schemas.microsoft.com/office/drawing/2014/main" id="{345440BE-5CE7-3239-CB9C-F701B915EC9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936738" y="123057"/>
                <a:ext cx="804031" cy="804031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Gerader Verbinder 38">
                <a:extLst>
                  <a:ext uri="{FF2B5EF4-FFF2-40B4-BE49-F238E27FC236}">
                    <a16:creationId xmlns:a16="http://schemas.microsoft.com/office/drawing/2014/main" id="{88DC6310-F86B-BA66-7EA9-32640660E2C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016560" y="123057"/>
                <a:ext cx="798129" cy="798129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Gerader Verbinder 39">
                <a:extLst>
                  <a:ext uri="{FF2B5EF4-FFF2-40B4-BE49-F238E27FC236}">
                    <a16:creationId xmlns:a16="http://schemas.microsoft.com/office/drawing/2014/main" id="{1006F40A-D5A7-E6EB-5A56-2A0753E8E38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106860" y="123057"/>
                <a:ext cx="781749" cy="781748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Gerader Verbinder 40">
                <a:extLst>
                  <a:ext uri="{FF2B5EF4-FFF2-40B4-BE49-F238E27FC236}">
                    <a16:creationId xmlns:a16="http://schemas.microsoft.com/office/drawing/2014/main" id="{AD963DE3-FFEE-3D5D-E662-61ADDEC70D9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214305" y="123057"/>
                <a:ext cx="748224" cy="748223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Gerader Verbinder 41">
                <a:extLst>
                  <a:ext uri="{FF2B5EF4-FFF2-40B4-BE49-F238E27FC236}">
                    <a16:creationId xmlns:a16="http://schemas.microsoft.com/office/drawing/2014/main" id="{346EFDD6-E15E-E682-B1EA-9C22AF9E10B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331720" y="123057"/>
                <a:ext cx="704729" cy="704728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Gerader Verbinder 42">
                <a:extLst>
                  <a:ext uri="{FF2B5EF4-FFF2-40B4-BE49-F238E27FC236}">
                    <a16:creationId xmlns:a16="http://schemas.microsoft.com/office/drawing/2014/main" id="{36762BB6-1F7B-4906-8097-C9F54E697C3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453640" y="123057"/>
                <a:ext cx="656729" cy="656728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Gerader Verbinder 43">
                <a:extLst>
                  <a:ext uri="{FF2B5EF4-FFF2-40B4-BE49-F238E27FC236}">
                    <a16:creationId xmlns:a16="http://schemas.microsoft.com/office/drawing/2014/main" id="{B5425DFE-11E3-F943-D81E-BFCEE7D21C8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573920" y="169545"/>
                <a:ext cx="563881" cy="563880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Gerader Verbinder 44">
                <a:extLst>
                  <a:ext uri="{FF2B5EF4-FFF2-40B4-BE49-F238E27FC236}">
                    <a16:creationId xmlns:a16="http://schemas.microsoft.com/office/drawing/2014/main" id="{FF6210E3-6B61-886A-7F6F-A40A901F124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678320" y="245745"/>
                <a:ext cx="457201" cy="457200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Gerader Verbinder 45">
                <a:extLst>
                  <a:ext uri="{FF2B5EF4-FFF2-40B4-BE49-F238E27FC236}">
                    <a16:creationId xmlns:a16="http://schemas.microsoft.com/office/drawing/2014/main" id="{14D9547F-9F92-018F-11DA-7655FF595CE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771290" y="327176"/>
                <a:ext cx="356720" cy="356719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Gerader Verbinder 46">
                <a:extLst>
                  <a:ext uri="{FF2B5EF4-FFF2-40B4-BE49-F238E27FC236}">
                    <a16:creationId xmlns:a16="http://schemas.microsoft.com/office/drawing/2014/main" id="{15AA9DBB-9B4E-967E-179E-3E917996902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855885" y="399620"/>
                <a:ext cx="273600" cy="273601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Gerader Verbinder 47">
                <a:extLst>
                  <a:ext uri="{FF2B5EF4-FFF2-40B4-BE49-F238E27FC236}">
                    <a16:creationId xmlns:a16="http://schemas.microsoft.com/office/drawing/2014/main" id="{59694AA9-B4A8-FB4E-A77A-CCE2C57811C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929805" y="472775"/>
                <a:ext cx="200445" cy="200446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Gerader Verbinder 48">
                <a:extLst>
                  <a:ext uri="{FF2B5EF4-FFF2-40B4-BE49-F238E27FC236}">
                    <a16:creationId xmlns:a16="http://schemas.microsoft.com/office/drawing/2014/main" id="{AF28161E-2C37-A0BD-D07C-DA323B74817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003725" y="544978"/>
                <a:ext cx="128243" cy="128243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44" name="Gruppieren 143">
              <a:extLst>
                <a:ext uri="{FF2B5EF4-FFF2-40B4-BE49-F238E27FC236}">
                  <a16:creationId xmlns:a16="http://schemas.microsoft.com/office/drawing/2014/main" id="{0C266906-9AA7-A5DB-13FF-91D679B758B4}"/>
                </a:ext>
              </a:extLst>
            </p:cNvPr>
            <p:cNvGrpSpPr/>
            <p:nvPr/>
          </p:nvGrpSpPr>
          <p:grpSpPr>
            <a:xfrm rot="10800000">
              <a:off x="492932" y="2034117"/>
              <a:ext cx="2687379" cy="806123"/>
              <a:chOff x="450422" y="123057"/>
              <a:chExt cx="2687379" cy="806123"/>
            </a:xfrm>
          </p:grpSpPr>
          <p:cxnSp>
            <p:nvCxnSpPr>
              <p:cNvPr id="145" name="Gerader Verbinder 144">
                <a:extLst>
                  <a:ext uri="{FF2B5EF4-FFF2-40B4-BE49-F238E27FC236}">
                    <a16:creationId xmlns:a16="http://schemas.microsoft.com/office/drawing/2014/main" id="{5A4D0A19-C805-567D-9212-B9A4FE9E960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21646" y="123057"/>
                <a:ext cx="75443" cy="75443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6" name="Gerader Verbinder 145">
                <a:extLst>
                  <a:ext uri="{FF2B5EF4-FFF2-40B4-BE49-F238E27FC236}">
                    <a16:creationId xmlns:a16="http://schemas.microsoft.com/office/drawing/2014/main" id="{EED81289-E3AF-7C71-A032-E5303B717FB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7648" y="123057"/>
                <a:ext cx="153361" cy="153360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7" name="Gerader Verbinder 146">
                <a:extLst>
                  <a:ext uri="{FF2B5EF4-FFF2-40B4-BE49-F238E27FC236}">
                    <a16:creationId xmlns:a16="http://schemas.microsoft.com/office/drawing/2014/main" id="{A5C0F0FE-E987-609B-A7F0-FBE99B275A3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8413" y="123057"/>
                <a:ext cx="226516" cy="226515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8" name="Gerader Verbinder 147">
                <a:extLst>
                  <a:ext uri="{FF2B5EF4-FFF2-40B4-BE49-F238E27FC236}">
                    <a16:creationId xmlns:a16="http://schemas.microsoft.com/office/drawing/2014/main" id="{52E3D712-1A3F-7C2B-903A-D166EA08E70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4416" y="123057"/>
                <a:ext cx="304433" cy="304433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9" name="Gerader Verbinder 148">
                <a:extLst>
                  <a:ext uri="{FF2B5EF4-FFF2-40B4-BE49-F238E27FC236}">
                    <a16:creationId xmlns:a16="http://schemas.microsoft.com/office/drawing/2014/main" id="{36E49DD6-FB6B-DFCE-8689-C338633E87F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4907" y="123057"/>
                <a:ext cx="377862" cy="377861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" name="Gerader Verbinder 149">
                <a:extLst>
                  <a:ext uri="{FF2B5EF4-FFF2-40B4-BE49-F238E27FC236}">
                    <a16:creationId xmlns:a16="http://schemas.microsoft.com/office/drawing/2014/main" id="{28AA3E9A-85BB-7D4C-509F-C61042E82CB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3473" y="123057"/>
                <a:ext cx="453216" cy="453216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1" name="Gerader Verbinder 150">
                <a:extLst>
                  <a:ext uri="{FF2B5EF4-FFF2-40B4-BE49-F238E27FC236}">
                    <a16:creationId xmlns:a16="http://schemas.microsoft.com/office/drawing/2014/main" id="{7F16E81B-FBFE-349E-E50A-B182E6002A2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3177" y="123057"/>
                <a:ext cx="527432" cy="527431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2" name="Gerader Verbinder 151">
                <a:extLst>
                  <a:ext uri="{FF2B5EF4-FFF2-40B4-BE49-F238E27FC236}">
                    <a16:creationId xmlns:a16="http://schemas.microsoft.com/office/drawing/2014/main" id="{079CCC1D-2086-497A-8953-04DD44FB4048}"/>
                  </a:ext>
                </a:extLst>
              </p:cNvPr>
              <p:cNvCxnSpPr>
                <a:cxnSpLocks/>
              </p:cNvCxnSpPr>
              <p:nvPr/>
            </p:nvCxnSpPr>
            <p:spPr>
              <a:xfrm rot="18900000">
                <a:off x="450422" y="398139"/>
                <a:ext cx="778049" cy="0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3" name="Gerader Verbinder 152">
                <a:extLst>
                  <a:ext uri="{FF2B5EF4-FFF2-40B4-BE49-F238E27FC236}">
                    <a16:creationId xmlns:a16="http://schemas.microsoft.com/office/drawing/2014/main" id="{B85FD97B-18D0-FFD7-7FE5-89E00E481443}"/>
                  </a:ext>
                </a:extLst>
              </p:cNvPr>
              <p:cNvCxnSpPr>
                <a:cxnSpLocks/>
              </p:cNvCxnSpPr>
              <p:nvPr/>
            </p:nvCxnSpPr>
            <p:spPr>
              <a:xfrm rot="18900000">
                <a:off x="524342" y="398139"/>
                <a:ext cx="778049" cy="0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4" name="Gerader Verbinder 153">
                <a:extLst>
                  <a:ext uri="{FF2B5EF4-FFF2-40B4-BE49-F238E27FC236}">
                    <a16:creationId xmlns:a16="http://schemas.microsoft.com/office/drawing/2014/main" id="{550D40B5-B2A6-1D9D-8549-7AB7FD575761}"/>
                  </a:ext>
                </a:extLst>
              </p:cNvPr>
              <p:cNvCxnSpPr>
                <a:cxnSpLocks/>
              </p:cNvCxnSpPr>
              <p:nvPr/>
            </p:nvCxnSpPr>
            <p:spPr>
              <a:xfrm rot="18900000">
                <a:off x="598262" y="398139"/>
                <a:ext cx="778049" cy="0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5" name="Gerader Verbinder 154">
                <a:extLst>
                  <a:ext uri="{FF2B5EF4-FFF2-40B4-BE49-F238E27FC236}">
                    <a16:creationId xmlns:a16="http://schemas.microsoft.com/office/drawing/2014/main" id="{115478F4-CDB4-D625-4967-393F76E21A77}"/>
                  </a:ext>
                </a:extLst>
              </p:cNvPr>
              <p:cNvCxnSpPr>
                <a:cxnSpLocks/>
              </p:cNvCxnSpPr>
              <p:nvPr/>
            </p:nvCxnSpPr>
            <p:spPr>
              <a:xfrm rot="18900000">
                <a:off x="672182" y="398139"/>
                <a:ext cx="778049" cy="0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6" name="Gerader Verbinder 155">
                <a:extLst>
                  <a:ext uri="{FF2B5EF4-FFF2-40B4-BE49-F238E27FC236}">
                    <a16:creationId xmlns:a16="http://schemas.microsoft.com/office/drawing/2014/main" id="{532A9196-2F74-CDE2-CF92-D4A3588DF5B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46643" y="123057"/>
                <a:ext cx="563566" cy="563566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7" name="Gerader Verbinder 156">
                <a:extLst>
                  <a:ext uri="{FF2B5EF4-FFF2-40B4-BE49-F238E27FC236}">
                    <a16:creationId xmlns:a16="http://schemas.microsoft.com/office/drawing/2014/main" id="{E4C912EE-6EB1-4333-7147-4072276600E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05510" y="123057"/>
                <a:ext cx="578619" cy="578619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8" name="Gerader Verbinder 157">
                <a:extLst>
                  <a:ext uri="{FF2B5EF4-FFF2-40B4-BE49-F238E27FC236}">
                    <a16:creationId xmlns:a16="http://schemas.microsoft.com/office/drawing/2014/main" id="{1D9F6BAC-38FD-4E4F-D5A1-808EEFAD83F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65330" y="123057"/>
                <a:ext cx="592719" cy="592718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9" name="Gerader Verbinder 158">
                <a:extLst>
                  <a:ext uri="{FF2B5EF4-FFF2-40B4-BE49-F238E27FC236}">
                    <a16:creationId xmlns:a16="http://schemas.microsoft.com/office/drawing/2014/main" id="{F203579A-440A-0323-9D6F-2120F347216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22292" y="123057"/>
                <a:ext cx="609677" cy="609676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0" name="Gerader Verbinder 159">
                <a:extLst>
                  <a:ext uri="{FF2B5EF4-FFF2-40B4-BE49-F238E27FC236}">
                    <a16:creationId xmlns:a16="http://schemas.microsoft.com/office/drawing/2014/main" id="{289CECB7-20E0-6249-94AC-F7AB89A29A0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77553" y="123057"/>
                <a:ext cx="628336" cy="628335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1" name="Gerader Verbinder 160">
                <a:extLst>
                  <a:ext uri="{FF2B5EF4-FFF2-40B4-BE49-F238E27FC236}">
                    <a16:creationId xmlns:a16="http://schemas.microsoft.com/office/drawing/2014/main" id="{C5AA4FBC-A066-45A4-8C36-ECF42C22F4E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28353" y="123057"/>
                <a:ext cx="651456" cy="651455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2" name="Gerader Verbinder 161">
                <a:extLst>
                  <a:ext uri="{FF2B5EF4-FFF2-40B4-BE49-F238E27FC236}">
                    <a16:creationId xmlns:a16="http://schemas.microsoft.com/office/drawing/2014/main" id="{217FC4E0-5FA3-BE9B-61FA-AD64E1012BB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82567" y="123057"/>
                <a:ext cx="671162" cy="671162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3" name="Gerader Verbinder 162">
                <a:extLst>
                  <a:ext uri="{FF2B5EF4-FFF2-40B4-BE49-F238E27FC236}">
                    <a16:creationId xmlns:a16="http://schemas.microsoft.com/office/drawing/2014/main" id="{A2750403-27A5-D29F-2C69-603189A3892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235402" y="123057"/>
                <a:ext cx="692247" cy="692246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" name="Gerader Verbinder 163">
                <a:extLst>
                  <a:ext uri="{FF2B5EF4-FFF2-40B4-BE49-F238E27FC236}">
                    <a16:creationId xmlns:a16="http://schemas.microsoft.com/office/drawing/2014/main" id="{0168EB96-DF62-AAD2-BFA0-E5F54100335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288294" y="123057"/>
                <a:ext cx="713275" cy="713274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5" name="Gerader Verbinder 164">
                <a:extLst>
                  <a:ext uri="{FF2B5EF4-FFF2-40B4-BE49-F238E27FC236}">
                    <a16:creationId xmlns:a16="http://schemas.microsoft.com/office/drawing/2014/main" id="{1BBE2274-3F24-AF4B-DC1F-1C4F4630225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341207" y="123057"/>
                <a:ext cx="734282" cy="734281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6" name="Gerader Verbinder 165">
                <a:extLst>
                  <a:ext uri="{FF2B5EF4-FFF2-40B4-BE49-F238E27FC236}">
                    <a16:creationId xmlns:a16="http://schemas.microsoft.com/office/drawing/2014/main" id="{A728B027-C29A-49E8-18EA-E077B67D964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396265" y="123057"/>
                <a:ext cx="753144" cy="753143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7" name="Gerader Verbinder 166">
                <a:extLst>
                  <a:ext uri="{FF2B5EF4-FFF2-40B4-BE49-F238E27FC236}">
                    <a16:creationId xmlns:a16="http://schemas.microsoft.com/office/drawing/2014/main" id="{EEB7B296-A91B-7D84-987C-48A6837511A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453228" y="123057"/>
                <a:ext cx="770101" cy="770101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8" name="Gerader Verbinder 167">
                <a:extLst>
                  <a:ext uri="{FF2B5EF4-FFF2-40B4-BE49-F238E27FC236}">
                    <a16:creationId xmlns:a16="http://schemas.microsoft.com/office/drawing/2014/main" id="{020B47FC-2BB7-5C64-BA32-878BBEC0E53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514953" y="123057"/>
                <a:ext cx="782296" cy="782296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" name="Gerader Verbinder 168">
                <a:extLst>
                  <a:ext uri="{FF2B5EF4-FFF2-40B4-BE49-F238E27FC236}">
                    <a16:creationId xmlns:a16="http://schemas.microsoft.com/office/drawing/2014/main" id="{355F80F4-55B5-C675-45B8-010079250B6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579535" y="123057"/>
                <a:ext cx="791634" cy="791633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0" name="Gerader Verbinder 169">
                <a:extLst>
                  <a:ext uri="{FF2B5EF4-FFF2-40B4-BE49-F238E27FC236}">
                    <a16:creationId xmlns:a16="http://schemas.microsoft.com/office/drawing/2014/main" id="{18D87B36-5349-9370-5D0B-3089B69275D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42212" y="123057"/>
                <a:ext cx="802877" cy="802876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Gerader Verbinder 170">
                <a:extLst>
                  <a:ext uri="{FF2B5EF4-FFF2-40B4-BE49-F238E27FC236}">
                    <a16:creationId xmlns:a16="http://schemas.microsoft.com/office/drawing/2014/main" id="{3F1A1AF6-2869-CC90-D6FB-8D0FDB002FD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716321" y="123057"/>
                <a:ext cx="802688" cy="802688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2" name="Gerader Verbinder 171">
                <a:extLst>
                  <a:ext uri="{FF2B5EF4-FFF2-40B4-BE49-F238E27FC236}">
                    <a16:creationId xmlns:a16="http://schemas.microsoft.com/office/drawing/2014/main" id="{F9A51049-AA4F-C8EB-2D5E-3F1F559E909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789475" y="123057"/>
                <a:ext cx="803454" cy="803453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3" name="Gerader Verbinder 172">
                <a:extLst>
                  <a:ext uri="{FF2B5EF4-FFF2-40B4-BE49-F238E27FC236}">
                    <a16:creationId xmlns:a16="http://schemas.microsoft.com/office/drawing/2014/main" id="{0EFF5700-37EA-35DB-4554-B6229476024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60725" y="123057"/>
                <a:ext cx="806124" cy="806123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" name="Gerader Verbinder 173">
                <a:extLst>
                  <a:ext uri="{FF2B5EF4-FFF2-40B4-BE49-F238E27FC236}">
                    <a16:creationId xmlns:a16="http://schemas.microsoft.com/office/drawing/2014/main" id="{34F65D2D-2BFE-E45D-8B69-6A7E932451F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936738" y="123057"/>
                <a:ext cx="804031" cy="804031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5" name="Gerader Verbinder 174">
                <a:extLst>
                  <a:ext uri="{FF2B5EF4-FFF2-40B4-BE49-F238E27FC236}">
                    <a16:creationId xmlns:a16="http://schemas.microsoft.com/office/drawing/2014/main" id="{DDDCA192-114D-4B87-41C6-BCB07ED8EDD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016560" y="123057"/>
                <a:ext cx="798129" cy="798129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6" name="Gerader Verbinder 175">
                <a:extLst>
                  <a:ext uri="{FF2B5EF4-FFF2-40B4-BE49-F238E27FC236}">
                    <a16:creationId xmlns:a16="http://schemas.microsoft.com/office/drawing/2014/main" id="{20187CF5-141C-1A3B-0067-7249C93C14B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106860" y="123057"/>
                <a:ext cx="781749" cy="781748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7" name="Gerader Verbinder 176">
                <a:extLst>
                  <a:ext uri="{FF2B5EF4-FFF2-40B4-BE49-F238E27FC236}">
                    <a16:creationId xmlns:a16="http://schemas.microsoft.com/office/drawing/2014/main" id="{6C9D7556-6E70-D8A4-DAE0-DF9909C5C50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214305" y="123057"/>
                <a:ext cx="748224" cy="748223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8" name="Gerader Verbinder 177">
                <a:extLst>
                  <a:ext uri="{FF2B5EF4-FFF2-40B4-BE49-F238E27FC236}">
                    <a16:creationId xmlns:a16="http://schemas.microsoft.com/office/drawing/2014/main" id="{BBE4CA5A-0151-F780-E618-A809A09160F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331720" y="123057"/>
                <a:ext cx="704729" cy="704728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9" name="Gerader Verbinder 178">
                <a:extLst>
                  <a:ext uri="{FF2B5EF4-FFF2-40B4-BE49-F238E27FC236}">
                    <a16:creationId xmlns:a16="http://schemas.microsoft.com/office/drawing/2014/main" id="{F152C91F-AEC6-389B-8272-16B12FDE002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453640" y="123057"/>
                <a:ext cx="656729" cy="656728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0" name="Gerader Verbinder 179">
                <a:extLst>
                  <a:ext uri="{FF2B5EF4-FFF2-40B4-BE49-F238E27FC236}">
                    <a16:creationId xmlns:a16="http://schemas.microsoft.com/office/drawing/2014/main" id="{F7460595-08C5-D937-A140-DC6CBBF55B5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573920" y="169545"/>
                <a:ext cx="563881" cy="563880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1" name="Gerader Verbinder 180">
                <a:extLst>
                  <a:ext uri="{FF2B5EF4-FFF2-40B4-BE49-F238E27FC236}">
                    <a16:creationId xmlns:a16="http://schemas.microsoft.com/office/drawing/2014/main" id="{026DD64E-DC06-74DA-EC86-5F900F04F1B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678320" y="245745"/>
                <a:ext cx="457201" cy="457200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2" name="Gerader Verbinder 181">
                <a:extLst>
                  <a:ext uri="{FF2B5EF4-FFF2-40B4-BE49-F238E27FC236}">
                    <a16:creationId xmlns:a16="http://schemas.microsoft.com/office/drawing/2014/main" id="{DD6037D4-F491-7BA4-A37B-8F419116BFC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771290" y="327176"/>
                <a:ext cx="356720" cy="356719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3" name="Gerader Verbinder 182">
                <a:extLst>
                  <a:ext uri="{FF2B5EF4-FFF2-40B4-BE49-F238E27FC236}">
                    <a16:creationId xmlns:a16="http://schemas.microsoft.com/office/drawing/2014/main" id="{88D313C9-B1D3-C1B8-59F2-6549B62CF8F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855885" y="399620"/>
                <a:ext cx="273600" cy="273601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4" name="Gerader Verbinder 183">
                <a:extLst>
                  <a:ext uri="{FF2B5EF4-FFF2-40B4-BE49-F238E27FC236}">
                    <a16:creationId xmlns:a16="http://schemas.microsoft.com/office/drawing/2014/main" id="{28D3BC8C-0161-05A0-4F86-E1A71D63500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929805" y="472775"/>
                <a:ext cx="200445" cy="200446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5" name="Gerader Verbinder 184">
                <a:extLst>
                  <a:ext uri="{FF2B5EF4-FFF2-40B4-BE49-F238E27FC236}">
                    <a16:creationId xmlns:a16="http://schemas.microsoft.com/office/drawing/2014/main" id="{AC21D0CC-DAE8-3E66-E044-96421F0053D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003725" y="544978"/>
                <a:ext cx="128243" cy="128243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86" name="Rechteck 185">
              <a:extLst>
                <a:ext uri="{FF2B5EF4-FFF2-40B4-BE49-F238E27FC236}">
                  <a16:creationId xmlns:a16="http://schemas.microsoft.com/office/drawing/2014/main" id="{4B89B90E-54F9-D226-DC7B-533CF9677715}"/>
                </a:ext>
              </a:extLst>
            </p:cNvPr>
            <p:cNvSpPr/>
            <p:nvPr/>
          </p:nvSpPr>
          <p:spPr>
            <a:xfrm>
              <a:off x="403965" y="889348"/>
              <a:ext cx="2855152" cy="1777910"/>
            </a:xfrm>
            <a:prstGeom prst="rect">
              <a:avLst/>
            </a:prstGeom>
            <a:noFill/>
            <a:ln w="508000" cap="rnd">
              <a:solidFill>
                <a:schemeClr val="bg1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188" name="Textfeld 187">
            <a:extLst>
              <a:ext uri="{FF2B5EF4-FFF2-40B4-BE49-F238E27FC236}">
                <a16:creationId xmlns:a16="http://schemas.microsoft.com/office/drawing/2014/main" id="{C8A36A13-48AF-67E9-AF71-40F701C711E8}"/>
              </a:ext>
            </a:extLst>
          </p:cNvPr>
          <p:cNvSpPr txBox="1"/>
          <p:nvPr/>
        </p:nvSpPr>
        <p:spPr>
          <a:xfrm>
            <a:off x="400729" y="1562531"/>
            <a:ext cx="538619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f)</a:t>
            </a:r>
          </a:p>
        </p:txBody>
      </p:sp>
      <p:cxnSp>
        <p:nvCxnSpPr>
          <p:cNvPr id="194" name="Gerader Verbinder 193">
            <a:extLst>
              <a:ext uri="{FF2B5EF4-FFF2-40B4-BE49-F238E27FC236}">
                <a16:creationId xmlns:a16="http://schemas.microsoft.com/office/drawing/2014/main" id="{72D466E5-259D-A2C7-FE61-4B4BD173E3BE}"/>
              </a:ext>
            </a:extLst>
          </p:cNvPr>
          <p:cNvCxnSpPr>
            <a:cxnSpLocks/>
          </p:cNvCxnSpPr>
          <p:nvPr/>
        </p:nvCxnSpPr>
        <p:spPr>
          <a:xfrm>
            <a:off x="2902411" y="2263914"/>
            <a:ext cx="342065" cy="0"/>
          </a:xfrm>
          <a:prstGeom prst="line">
            <a:avLst/>
          </a:prstGeom>
          <a:ln w="12700" cap="rnd">
            <a:solidFill>
              <a:schemeClr val="accent2">
                <a:lumMod val="75000"/>
                <a:alpha val="60000"/>
              </a:schemeClr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Gerader Verbinder 194">
            <a:extLst>
              <a:ext uri="{FF2B5EF4-FFF2-40B4-BE49-F238E27FC236}">
                <a16:creationId xmlns:a16="http://schemas.microsoft.com/office/drawing/2014/main" id="{4FA55F1A-BDC8-D66E-AC3C-6D95E809DCA7}"/>
              </a:ext>
            </a:extLst>
          </p:cNvPr>
          <p:cNvCxnSpPr>
            <a:cxnSpLocks/>
          </p:cNvCxnSpPr>
          <p:nvPr/>
        </p:nvCxnSpPr>
        <p:spPr>
          <a:xfrm>
            <a:off x="2902410" y="1234579"/>
            <a:ext cx="342066" cy="0"/>
          </a:xfrm>
          <a:prstGeom prst="line">
            <a:avLst/>
          </a:prstGeom>
          <a:ln w="12700" cap="rnd">
            <a:solidFill>
              <a:schemeClr val="accent2">
                <a:lumMod val="75000"/>
                <a:alpha val="60000"/>
              </a:schemeClr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feld 3">
            <a:extLst>
              <a:ext uri="{FF2B5EF4-FFF2-40B4-BE49-F238E27FC236}">
                <a16:creationId xmlns:a16="http://schemas.microsoft.com/office/drawing/2014/main" id="{D456B041-46C4-F1C8-D727-B0F645418AC4}"/>
              </a:ext>
            </a:extLst>
          </p:cNvPr>
          <p:cNvSpPr txBox="1"/>
          <p:nvPr/>
        </p:nvSpPr>
        <p:spPr>
          <a:xfrm>
            <a:off x="2028146" y="1623546"/>
            <a:ext cx="1350072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ts val="1600"/>
              </a:lnSpc>
            </a:pPr>
            <a:r>
              <a:rPr lang="de-DE" sz="16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Angepasst</a:t>
            </a:r>
          </a:p>
        </p:txBody>
      </p:sp>
    </p:spTree>
    <p:extLst>
      <p:ext uri="{BB962C8B-B14F-4D97-AF65-F5344CB8AC3E}">
        <p14:creationId xmlns:p14="http://schemas.microsoft.com/office/powerpoint/2010/main" val="42701150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2741AA-4ABE-53CD-50AC-CCB3D6A715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7" name="Gruppieren 186">
            <a:extLst>
              <a:ext uri="{FF2B5EF4-FFF2-40B4-BE49-F238E27FC236}">
                <a16:creationId xmlns:a16="http://schemas.microsoft.com/office/drawing/2014/main" id="{3D1FC3EC-BDF9-F678-80D7-86AC2BAF5DC2}"/>
              </a:ext>
            </a:extLst>
          </p:cNvPr>
          <p:cNvGrpSpPr/>
          <p:nvPr/>
        </p:nvGrpSpPr>
        <p:grpSpPr>
          <a:xfrm>
            <a:off x="300519" y="679835"/>
            <a:ext cx="2855152" cy="2134723"/>
            <a:chOff x="403965" y="705517"/>
            <a:chExt cx="2855152" cy="2134723"/>
          </a:xfrm>
        </p:grpSpPr>
        <p:grpSp>
          <p:nvGrpSpPr>
            <p:cNvPr id="7" name="Gruppieren 6">
              <a:extLst>
                <a:ext uri="{FF2B5EF4-FFF2-40B4-BE49-F238E27FC236}">
                  <a16:creationId xmlns:a16="http://schemas.microsoft.com/office/drawing/2014/main" id="{6AA86E8C-B24C-71F9-2143-5761EB1312EE}"/>
                </a:ext>
              </a:extLst>
            </p:cNvPr>
            <p:cNvGrpSpPr/>
            <p:nvPr/>
          </p:nvGrpSpPr>
          <p:grpSpPr>
            <a:xfrm>
              <a:off x="637646" y="1258398"/>
              <a:ext cx="2397950" cy="1032822"/>
              <a:chOff x="601250" y="675938"/>
              <a:chExt cx="2397950" cy="1032822"/>
            </a:xfrm>
          </p:grpSpPr>
          <p:sp>
            <p:nvSpPr>
              <p:cNvPr id="2" name="Freihandform: Form 1">
                <a:extLst>
                  <a:ext uri="{FF2B5EF4-FFF2-40B4-BE49-F238E27FC236}">
                    <a16:creationId xmlns:a16="http://schemas.microsoft.com/office/drawing/2014/main" id="{CA24FC4B-E9ED-42FA-D314-3ADC74645540}"/>
                  </a:ext>
                </a:extLst>
              </p:cNvPr>
              <p:cNvSpPr/>
              <p:nvPr/>
            </p:nvSpPr>
            <p:spPr>
              <a:xfrm>
                <a:off x="601250" y="675939"/>
                <a:ext cx="1198976" cy="257251"/>
              </a:xfrm>
              <a:custGeom>
                <a:avLst/>
                <a:gdLst>
                  <a:gd name="csX0" fmla="*/ 0 w 1155526"/>
                  <a:gd name="csY0" fmla="*/ 466 h 485850"/>
                  <a:gd name="csX1" fmla="*/ 338203 w 1155526"/>
                  <a:gd name="csY1" fmla="*/ 66228 h 485850"/>
                  <a:gd name="csX2" fmla="*/ 814192 w 1155526"/>
                  <a:gd name="csY2" fmla="*/ 413825 h 485850"/>
                  <a:gd name="csX3" fmla="*/ 1155526 w 1155526"/>
                  <a:gd name="csY3" fmla="*/ 485850 h 4858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155526" h="485850">
                    <a:moveTo>
                      <a:pt x="0" y="466"/>
                    </a:moveTo>
                    <a:cubicBezTo>
                      <a:pt x="101252" y="-1100"/>
                      <a:pt x="202504" y="-2665"/>
                      <a:pt x="338203" y="66228"/>
                    </a:cubicBezTo>
                    <a:cubicBezTo>
                      <a:pt x="473902" y="135121"/>
                      <a:pt x="677972" y="343888"/>
                      <a:pt x="814192" y="413825"/>
                    </a:cubicBezTo>
                    <a:cubicBezTo>
                      <a:pt x="950412" y="483762"/>
                      <a:pt x="1052969" y="484806"/>
                      <a:pt x="1155526" y="485850"/>
                    </a:cubicBezTo>
                  </a:path>
                </a:pathLst>
              </a:custGeom>
              <a:noFill/>
              <a:ln w="19050" cap="rnd"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3" name="Freihandform: Form 2">
                <a:extLst>
                  <a:ext uri="{FF2B5EF4-FFF2-40B4-BE49-F238E27FC236}">
                    <a16:creationId xmlns:a16="http://schemas.microsoft.com/office/drawing/2014/main" id="{81E5DC02-F702-D564-AEC9-537C6F2AB8BD}"/>
                  </a:ext>
                </a:extLst>
              </p:cNvPr>
              <p:cNvSpPr/>
              <p:nvPr/>
            </p:nvSpPr>
            <p:spPr>
              <a:xfrm flipH="1">
                <a:off x="1800224" y="675938"/>
                <a:ext cx="1198976" cy="257251"/>
              </a:xfrm>
              <a:custGeom>
                <a:avLst/>
                <a:gdLst>
                  <a:gd name="csX0" fmla="*/ 0 w 1155526"/>
                  <a:gd name="csY0" fmla="*/ 466 h 485850"/>
                  <a:gd name="csX1" fmla="*/ 338203 w 1155526"/>
                  <a:gd name="csY1" fmla="*/ 66228 h 485850"/>
                  <a:gd name="csX2" fmla="*/ 814192 w 1155526"/>
                  <a:gd name="csY2" fmla="*/ 413825 h 485850"/>
                  <a:gd name="csX3" fmla="*/ 1155526 w 1155526"/>
                  <a:gd name="csY3" fmla="*/ 485850 h 4858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155526" h="485850">
                    <a:moveTo>
                      <a:pt x="0" y="466"/>
                    </a:moveTo>
                    <a:cubicBezTo>
                      <a:pt x="101252" y="-1100"/>
                      <a:pt x="202504" y="-2665"/>
                      <a:pt x="338203" y="66228"/>
                    </a:cubicBezTo>
                    <a:cubicBezTo>
                      <a:pt x="473902" y="135121"/>
                      <a:pt x="677972" y="343888"/>
                      <a:pt x="814192" y="413825"/>
                    </a:cubicBezTo>
                    <a:cubicBezTo>
                      <a:pt x="950412" y="483762"/>
                      <a:pt x="1052969" y="484806"/>
                      <a:pt x="1155526" y="485850"/>
                    </a:cubicBezTo>
                  </a:path>
                </a:pathLst>
              </a:custGeom>
              <a:noFill/>
              <a:ln w="19050" cap="rnd"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5" name="Freihandform: Form 4">
                <a:extLst>
                  <a:ext uri="{FF2B5EF4-FFF2-40B4-BE49-F238E27FC236}">
                    <a16:creationId xmlns:a16="http://schemas.microsoft.com/office/drawing/2014/main" id="{54E45A23-61E8-0059-92A0-65A2DAF503B5}"/>
                  </a:ext>
                </a:extLst>
              </p:cNvPr>
              <p:cNvSpPr/>
              <p:nvPr/>
            </p:nvSpPr>
            <p:spPr>
              <a:xfrm flipV="1">
                <a:off x="601250" y="1451509"/>
                <a:ext cx="1198976" cy="257251"/>
              </a:xfrm>
              <a:custGeom>
                <a:avLst/>
                <a:gdLst>
                  <a:gd name="csX0" fmla="*/ 0 w 1155526"/>
                  <a:gd name="csY0" fmla="*/ 466 h 485850"/>
                  <a:gd name="csX1" fmla="*/ 338203 w 1155526"/>
                  <a:gd name="csY1" fmla="*/ 66228 h 485850"/>
                  <a:gd name="csX2" fmla="*/ 814192 w 1155526"/>
                  <a:gd name="csY2" fmla="*/ 413825 h 485850"/>
                  <a:gd name="csX3" fmla="*/ 1155526 w 1155526"/>
                  <a:gd name="csY3" fmla="*/ 485850 h 4858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155526" h="485850">
                    <a:moveTo>
                      <a:pt x="0" y="466"/>
                    </a:moveTo>
                    <a:cubicBezTo>
                      <a:pt x="101252" y="-1100"/>
                      <a:pt x="202504" y="-2665"/>
                      <a:pt x="338203" y="66228"/>
                    </a:cubicBezTo>
                    <a:cubicBezTo>
                      <a:pt x="473902" y="135121"/>
                      <a:pt x="677972" y="343888"/>
                      <a:pt x="814192" y="413825"/>
                    </a:cubicBezTo>
                    <a:cubicBezTo>
                      <a:pt x="950412" y="483762"/>
                      <a:pt x="1052969" y="484806"/>
                      <a:pt x="1155526" y="485850"/>
                    </a:cubicBezTo>
                  </a:path>
                </a:pathLst>
              </a:custGeom>
              <a:noFill/>
              <a:ln w="19050" cap="rnd"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6" name="Freihandform: Form 5">
                <a:extLst>
                  <a:ext uri="{FF2B5EF4-FFF2-40B4-BE49-F238E27FC236}">
                    <a16:creationId xmlns:a16="http://schemas.microsoft.com/office/drawing/2014/main" id="{C4D866FD-804E-9C0F-7DD2-B30EEFC2BC2B}"/>
                  </a:ext>
                </a:extLst>
              </p:cNvPr>
              <p:cNvSpPr/>
              <p:nvPr/>
            </p:nvSpPr>
            <p:spPr>
              <a:xfrm flipH="1" flipV="1">
                <a:off x="1800224" y="1451508"/>
                <a:ext cx="1198976" cy="257251"/>
              </a:xfrm>
              <a:custGeom>
                <a:avLst/>
                <a:gdLst>
                  <a:gd name="csX0" fmla="*/ 0 w 1155526"/>
                  <a:gd name="csY0" fmla="*/ 466 h 485850"/>
                  <a:gd name="csX1" fmla="*/ 338203 w 1155526"/>
                  <a:gd name="csY1" fmla="*/ 66228 h 485850"/>
                  <a:gd name="csX2" fmla="*/ 814192 w 1155526"/>
                  <a:gd name="csY2" fmla="*/ 413825 h 485850"/>
                  <a:gd name="csX3" fmla="*/ 1155526 w 1155526"/>
                  <a:gd name="csY3" fmla="*/ 485850 h 4858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155526" h="485850">
                    <a:moveTo>
                      <a:pt x="0" y="466"/>
                    </a:moveTo>
                    <a:cubicBezTo>
                      <a:pt x="101252" y="-1100"/>
                      <a:pt x="202504" y="-2665"/>
                      <a:pt x="338203" y="66228"/>
                    </a:cubicBezTo>
                    <a:cubicBezTo>
                      <a:pt x="473902" y="135121"/>
                      <a:pt x="677972" y="343888"/>
                      <a:pt x="814192" y="413825"/>
                    </a:cubicBezTo>
                    <a:cubicBezTo>
                      <a:pt x="950412" y="483762"/>
                      <a:pt x="1052969" y="484806"/>
                      <a:pt x="1155526" y="485850"/>
                    </a:cubicBezTo>
                  </a:path>
                </a:pathLst>
              </a:custGeom>
              <a:noFill/>
              <a:ln w="19050" cap="rnd"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</p:grpSp>
        <p:grpSp>
          <p:nvGrpSpPr>
            <p:cNvPr id="143" name="Gruppieren 142">
              <a:extLst>
                <a:ext uri="{FF2B5EF4-FFF2-40B4-BE49-F238E27FC236}">
                  <a16:creationId xmlns:a16="http://schemas.microsoft.com/office/drawing/2014/main" id="{3AC5881C-1FDB-D274-33AD-D819EB74611A}"/>
                </a:ext>
              </a:extLst>
            </p:cNvPr>
            <p:cNvGrpSpPr/>
            <p:nvPr/>
          </p:nvGrpSpPr>
          <p:grpSpPr>
            <a:xfrm>
              <a:off x="492932" y="705517"/>
              <a:ext cx="2687379" cy="806123"/>
              <a:chOff x="450422" y="123057"/>
              <a:chExt cx="2687379" cy="806123"/>
            </a:xfrm>
          </p:grpSpPr>
          <p:cxnSp>
            <p:nvCxnSpPr>
              <p:cNvPr id="9" name="Gerader Verbinder 8">
                <a:extLst>
                  <a:ext uri="{FF2B5EF4-FFF2-40B4-BE49-F238E27FC236}">
                    <a16:creationId xmlns:a16="http://schemas.microsoft.com/office/drawing/2014/main" id="{8395299F-5D5F-4665-705B-C5B2B6729EE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21646" y="123057"/>
                <a:ext cx="75443" cy="75443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Gerader Verbinder 9">
                <a:extLst>
                  <a:ext uri="{FF2B5EF4-FFF2-40B4-BE49-F238E27FC236}">
                    <a16:creationId xmlns:a16="http://schemas.microsoft.com/office/drawing/2014/main" id="{328CD1E9-A03A-72D9-B541-F05F9B76CDF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7648" y="123057"/>
                <a:ext cx="153361" cy="153360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Gerader Verbinder 10">
                <a:extLst>
                  <a:ext uri="{FF2B5EF4-FFF2-40B4-BE49-F238E27FC236}">
                    <a16:creationId xmlns:a16="http://schemas.microsoft.com/office/drawing/2014/main" id="{5E286CE3-A8FF-8BB1-ED3C-5537A3CAFB4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8413" y="123057"/>
                <a:ext cx="226516" cy="226515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Gerader Verbinder 11">
                <a:extLst>
                  <a:ext uri="{FF2B5EF4-FFF2-40B4-BE49-F238E27FC236}">
                    <a16:creationId xmlns:a16="http://schemas.microsoft.com/office/drawing/2014/main" id="{258E1730-5F8A-1FD9-A32D-189EA6A335B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4416" y="123057"/>
                <a:ext cx="304433" cy="304433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Gerader Verbinder 12">
                <a:extLst>
                  <a:ext uri="{FF2B5EF4-FFF2-40B4-BE49-F238E27FC236}">
                    <a16:creationId xmlns:a16="http://schemas.microsoft.com/office/drawing/2014/main" id="{F5BD9BA3-F351-6A8F-F8F6-EE16571D6A1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4907" y="123057"/>
                <a:ext cx="377862" cy="377861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Gerader Verbinder 13">
                <a:extLst>
                  <a:ext uri="{FF2B5EF4-FFF2-40B4-BE49-F238E27FC236}">
                    <a16:creationId xmlns:a16="http://schemas.microsoft.com/office/drawing/2014/main" id="{ABD368CC-1257-EB5A-BF0F-7420E19A21A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3473" y="123057"/>
                <a:ext cx="453216" cy="453216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Gerader Verbinder 14">
                <a:extLst>
                  <a:ext uri="{FF2B5EF4-FFF2-40B4-BE49-F238E27FC236}">
                    <a16:creationId xmlns:a16="http://schemas.microsoft.com/office/drawing/2014/main" id="{A6676ECE-C5AC-6A9C-9F0B-F387FEBCDDB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3177" y="123057"/>
                <a:ext cx="527432" cy="527431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Gerader Verbinder 15">
                <a:extLst>
                  <a:ext uri="{FF2B5EF4-FFF2-40B4-BE49-F238E27FC236}">
                    <a16:creationId xmlns:a16="http://schemas.microsoft.com/office/drawing/2014/main" id="{346CEF5C-39BD-4786-C0FC-B2BC11572AC2}"/>
                  </a:ext>
                </a:extLst>
              </p:cNvPr>
              <p:cNvCxnSpPr>
                <a:cxnSpLocks/>
              </p:cNvCxnSpPr>
              <p:nvPr/>
            </p:nvCxnSpPr>
            <p:spPr>
              <a:xfrm rot="18900000">
                <a:off x="450422" y="398139"/>
                <a:ext cx="778049" cy="0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Gerader Verbinder 16">
                <a:extLst>
                  <a:ext uri="{FF2B5EF4-FFF2-40B4-BE49-F238E27FC236}">
                    <a16:creationId xmlns:a16="http://schemas.microsoft.com/office/drawing/2014/main" id="{67ED1C98-34EA-FFDF-DDEE-EF0681A318CC}"/>
                  </a:ext>
                </a:extLst>
              </p:cNvPr>
              <p:cNvCxnSpPr>
                <a:cxnSpLocks/>
              </p:cNvCxnSpPr>
              <p:nvPr/>
            </p:nvCxnSpPr>
            <p:spPr>
              <a:xfrm rot="18900000">
                <a:off x="524342" y="398139"/>
                <a:ext cx="778049" cy="0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Gerader Verbinder 17">
                <a:extLst>
                  <a:ext uri="{FF2B5EF4-FFF2-40B4-BE49-F238E27FC236}">
                    <a16:creationId xmlns:a16="http://schemas.microsoft.com/office/drawing/2014/main" id="{FA5AA001-D61D-6254-FE60-5D7EC2CA7095}"/>
                  </a:ext>
                </a:extLst>
              </p:cNvPr>
              <p:cNvCxnSpPr>
                <a:cxnSpLocks/>
              </p:cNvCxnSpPr>
              <p:nvPr/>
            </p:nvCxnSpPr>
            <p:spPr>
              <a:xfrm rot="18900000">
                <a:off x="598262" y="398139"/>
                <a:ext cx="778049" cy="0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Gerader Verbinder 18">
                <a:extLst>
                  <a:ext uri="{FF2B5EF4-FFF2-40B4-BE49-F238E27FC236}">
                    <a16:creationId xmlns:a16="http://schemas.microsoft.com/office/drawing/2014/main" id="{5A069F07-6524-6B93-F5F9-2EDDE2500C5F}"/>
                  </a:ext>
                </a:extLst>
              </p:cNvPr>
              <p:cNvCxnSpPr>
                <a:cxnSpLocks/>
              </p:cNvCxnSpPr>
              <p:nvPr/>
            </p:nvCxnSpPr>
            <p:spPr>
              <a:xfrm rot="18900000">
                <a:off x="672182" y="398139"/>
                <a:ext cx="778049" cy="0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Gerader Verbinder 19">
                <a:extLst>
                  <a:ext uri="{FF2B5EF4-FFF2-40B4-BE49-F238E27FC236}">
                    <a16:creationId xmlns:a16="http://schemas.microsoft.com/office/drawing/2014/main" id="{D9E2AD41-9485-CCBE-0825-5592FE2FEBA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46643" y="123057"/>
                <a:ext cx="563566" cy="563566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Gerader Verbinder 20">
                <a:extLst>
                  <a:ext uri="{FF2B5EF4-FFF2-40B4-BE49-F238E27FC236}">
                    <a16:creationId xmlns:a16="http://schemas.microsoft.com/office/drawing/2014/main" id="{F713CBE9-C8D0-DFA1-A641-80D85362A86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05510" y="123057"/>
                <a:ext cx="578619" cy="578619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Gerader Verbinder 21">
                <a:extLst>
                  <a:ext uri="{FF2B5EF4-FFF2-40B4-BE49-F238E27FC236}">
                    <a16:creationId xmlns:a16="http://schemas.microsoft.com/office/drawing/2014/main" id="{ACD767D8-FC3C-0B28-B059-F301E9D78C1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65330" y="123057"/>
                <a:ext cx="592719" cy="592718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Gerader Verbinder 22">
                <a:extLst>
                  <a:ext uri="{FF2B5EF4-FFF2-40B4-BE49-F238E27FC236}">
                    <a16:creationId xmlns:a16="http://schemas.microsoft.com/office/drawing/2014/main" id="{DCFA759E-2C3E-DB3A-68D2-62E863BDA97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22292" y="123057"/>
                <a:ext cx="609677" cy="609676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Gerader Verbinder 23">
                <a:extLst>
                  <a:ext uri="{FF2B5EF4-FFF2-40B4-BE49-F238E27FC236}">
                    <a16:creationId xmlns:a16="http://schemas.microsoft.com/office/drawing/2014/main" id="{19BEBA97-F7CE-5E99-8D00-91B406E93F2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77553" y="123057"/>
                <a:ext cx="628336" cy="628335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Gerader Verbinder 24">
                <a:extLst>
                  <a:ext uri="{FF2B5EF4-FFF2-40B4-BE49-F238E27FC236}">
                    <a16:creationId xmlns:a16="http://schemas.microsoft.com/office/drawing/2014/main" id="{810DDD90-3E08-981B-C852-A91ED768C19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28353" y="123057"/>
                <a:ext cx="651456" cy="651455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Gerader Verbinder 25">
                <a:extLst>
                  <a:ext uri="{FF2B5EF4-FFF2-40B4-BE49-F238E27FC236}">
                    <a16:creationId xmlns:a16="http://schemas.microsoft.com/office/drawing/2014/main" id="{5AC9CA09-E107-0A3B-F6F8-3879FF4BD87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82567" y="123057"/>
                <a:ext cx="671162" cy="671162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Gerader Verbinder 26">
                <a:extLst>
                  <a:ext uri="{FF2B5EF4-FFF2-40B4-BE49-F238E27FC236}">
                    <a16:creationId xmlns:a16="http://schemas.microsoft.com/office/drawing/2014/main" id="{F322E746-B597-2825-65C3-24A36F5A056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235402" y="123057"/>
                <a:ext cx="692247" cy="692246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Gerader Verbinder 27">
                <a:extLst>
                  <a:ext uri="{FF2B5EF4-FFF2-40B4-BE49-F238E27FC236}">
                    <a16:creationId xmlns:a16="http://schemas.microsoft.com/office/drawing/2014/main" id="{62F69199-AAE3-2601-4723-5FD362D6B24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288294" y="123057"/>
                <a:ext cx="713275" cy="713274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Gerader Verbinder 28">
                <a:extLst>
                  <a:ext uri="{FF2B5EF4-FFF2-40B4-BE49-F238E27FC236}">
                    <a16:creationId xmlns:a16="http://schemas.microsoft.com/office/drawing/2014/main" id="{8A24E8DD-DBC2-E764-D36D-F4FA8044F50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341207" y="123057"/>
                <a:ext cx="734282" cy="734281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Gerader Verbinder 29">
                <a:extLst>
                  <a:ext uri="{FF2B5EF4-FFF2-40B4-BE49-F238E27FC236}">
                    <a16:creationId xmlns:a16="http://schemas.microsoft.com/office/drawing/2014/main" id="{DD3C5319-2B2C-83E2-74EB-51EB30DD1F5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396265" y="123057"/>
                <a:ext cx="753144" cy="753143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Gerader Verbinder 30">
                <a:extLst>
                  <a:ext uri="{FF2B5EF4-FFF2-40B4-BE49-F238E27FC236}">
                    <a16:creationId xmlns:a16="http://schemas.microsoft.com/office/drawing/2014/main" id="{4AEC2015-31AC-0C9A-AB8D-555E2D71921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453228" y="123057"/>
                <a:ext cx="770101" cy="770101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Gerader Verbinder 31">
                <a:extLst>
                  <a:ext uri="{FF2B5EF4-FFF2-40B4-BE49-F238E27FC236}">
                    <a16:creationId xmlns:a16="http://schemas.microsoft.com/office/drawing/2014/main" id="{B246D456-4E3E-ADF8-9BB6-5FBEAABAFAF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514953" y="123057"/>
                <a:ext cx="782296" cy="782296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Gerader Verbinder 32">
                <a:extLst>
                  <a:ext uri="{FF2B5EF4-FFF2-40B4-BE49-F238E27FC236}">
                    <a16:creationId xmlns:a16="http://schemas.microsoft.com/office/drawing/2014/main" id="{B65F65F9-BAE0-D03A-6425-3C74CB913CD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579535" y="123057"/>
                <a:ext cx="791634" cy="791633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Gerader Verbinder 33">
                <a:extLst>
                  <a:ext uri="{FF2B5EF4-FFF2-40B4-BE49-F238E27FC236}">
                    <a16:creationId xmlns:a16="http://schemas.microsoft.com/office/drawing/2014/main" id="{E3CE277C-596E-D52D-5798-03D3B5D020E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42212" y="123057"/>
                <a:ext cx="802877" cy="802876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Gerader Verbinder 34">
                <a:extLst>
                  <a:ext uri="{FF2B5EF4-FFF2-40B4-BE49-F238E27FC236}">
                    <a16:creationId xmlns:a16="http://schemas.microsoft.com/office/drawing/2014/main" id="{AD9770EB-9AD3-4CCC-DACB-74C01C61F80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716321" y="123057"/>
                <a:ext cx="802688" cy="802688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Gerader Verbinder 35">
                <a:extLst>
                  <a:ext uri="{FF2B5EF4-FFF2-40B4-BE49-F238E27FC236}">
                    <a16:creationId xmlns:a16="http://schemas.microsoft.com/office/drawing/2014/main" id="{6CF6587A-7AA8-BB2D-A427-9A44D90BEFB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789475" y="123057"/>
                <a:ext cx="803454" cy="803453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Gerader Verbinder 36">
                <a:extLst>
                  <a:ext uri="{FF2B5EF4-FFF2-40B4-BE49-F238E27FC236}">
                    <a16:creationId xmlns:a16="http://schemas.microsoft.com/office/drawing/2014/main" id="{68320F0A-5DC9-6750-8070-4D03086A3AA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60725" y="123057"/>
                <a:ext cx="806124" cy="806123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Gerader Verbinder 37">
                <a:extLst>
                  <a:ext uri="{FF2B5EF4-FFF2-40B4-BE49-F238E27FC236}">
                    <a16:creationId xmlns:a16="http://schemas.microsoft.com/office/drawing/2014/main" id="{C986DCAA-FD6F-C159-E652-4C8F430BF87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936738" y="123057"/>
                <a:ext cx="804031" cy="804031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Gerader Verbinder 38">
                <a:extLst>
                  <a:ext uri="{FF2B5EF4-FFF2-40B4-BE49-F238E27FC236}">
                    <a16:creationId xmlns:a16="http://schemas.microsoft.com/office/drawing/2014/main" id="{B0A46270-C93B-4AC7-2FAA-85265DB9A45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016560" y="123057"/>
                <a:ext cx="798129" cy="798129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Gerader Verbinder 39">
                <a:extLst>
                  <a:ext uri="{FF2B5EF4-FFF2-40B4-BE49-F238E27FC236}">
                    <a16:creationId xmlns:a16="http://schemas.microsoft.com/office/drawing/2014/main" id="{532742D4-EB0C-E16A-F611-C73A9599100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106860" y="123057"/>
                <a:ext cx="781749" cy="781748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Gerader Verbinder 40">
                <a:extLst>
                  <a:ext uri="{FF2B5EF4-FFF2-40B4-BE49-F238E27FC236}">
                    <a16:creationId xmlns:a16="http://schemas.microsoft.com/office/drawing/2014/main" id="{330C0186-39F2-D4B4-0A3D-EA4CDC658C6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214305" y="123057"/>
                <a:ext cx="748224" cy="748223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Gerader Verbinder 41">
                <a:extLst>
                  <a:ext uri="{FF2B5EF4-FFF2-40B4-BE49-F238E27FC236}">
                    <a16:creationId xmlns:a16="http://schemas.microsoft.com/office/drawing/2014/main" id="{DE6FB0F2-9E16-A503-DD14-E78DDF02F1B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331720" y="123057"/>
                <a:ext cx="704729" cy="704728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Gerader Verbinder 42">
                <a:extLst>
                  <a:ext uri="{FF2B5EF4-FFF2-40B4-BE49-F238E27FC236}">
                    <a16:creationId xmlns:a16="http://schemas.microsoft.com/office/drawing/2014/main" id="{2FE19CC8-AA80-0DD7-65B1-5F0E9F625E6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453640" y="123057"/>
                <a:ext cx="656729" cy="656728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Gerader Verbinder 43">
                <a:extLst>
                  <a:ext uri="{FF2B5EF4-FFF2-40B4-BE49-F238E27FC236}">
                    <a16:creationId xmlns:a16="http://schemas.microsoft.com/office/drawing/2014/main" id="{A90234E0-6F48-D3BA-C9B8-B4D53F6F9A0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573920" y="169545"/>
                <a:ext cx="563881" cy="563880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Gerader Verbinder 44">
                <a:extLst>
                  <a:ext uri="{FF2B5EF4-FFF2-40B4-BE49-F238E27FC236}">
                    <a16:creationId xmlns:a16="http://schemas.microsoft.com/office/drawing/2014/main" id="{F8BC5E4C-3820-BB58-96BC-4E6B8DF3CC6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678320" y="245745"/>
                <a:ext cx="457201" cy="457200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Gerader Verbinder 45">
                <a:extLst>
                  <a:ext uri="{FF2B5EF4-FFF2-40B4-BE49-F238E27FC236}">
                    <a16:creationId xmlns:a16="http://schemas.microsoft.com/office/drawing/2014/main" id="{500CBAAE-B9DF-AEDD-BB48-330EA17B7E0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771290" y="327176"/>
                <a:ext cx="356720" cy="356719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Gerader Verbinder 46">
                <a:extLst>
                  <a:ext uri="{FF2B5EF4-FFF2-40B4-BE49-F238E27FC236}">
                    <a16:creationId xmlns:a16="http://schemas.microsoft.com/office/drawing/2014/main" id="{6E5D778E-45BC-2B00-E1CD-AF128DB0EAC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855885" y="399620"/>
                <a:ext cx="273600" cy="273601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Gerader Verbinder 47">
                <a:extLst>
                  <a:ext uri="{FF2B5EF4-FFF2-40B4-BE49-F238E27FC236}">
                    <a16:creationId xmlns:a16="http://schemas.microsoft.com/office/drawing/2014/main" id="{E8C54A3D-BB21-1ED5-B196-F561D8C4FA1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929805" y="472775"/>
                <a:ext cx="200445" cy="200446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Gerader Verbinder 48">
                <a:extLst>
                  <a:ext uri="{FF2B5EF4-FFF2-40B4-BE49-F238E27FC236}">
                    <a16:creationId xmlns:a16="http://schemas.microsoft.com/office/drawing/2014/main" id="{FBE73F86-B31D-0E93-2EE7-750B8C0AC1E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003725" y="544978"/>
                <a:ext cx="128243" cy="128243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44" name="Gruppieren 143">
              <a:extLst>
                <a:ext uri="{FF2B5EF4-FFF2-40B4-BE49-F238E27FC236}">
                  <a16:creationId xmlns:a16="http://schemas.microsoft.com/office/drawing/2014/main" id="{14FCED44-F898-344E-DAAE-C5E7E9C8C0F8}"/>
                </a:ext>
              </a:extLst>
            </p:cNvPr>
            <p:cNvGrpSpPr/>
            <p:nvPr/>
          </p:nvGrpSpPr>
          <p:grpSpPr>
            <a:xfrm rot="10800000">
              <a:off x="492932" y="2034117"/>
              <a:ext cx="2687379" cy="806123"/>
              <a:chOff x="450422" y="123057"/>
              <a:chExt cx="2687379" cy="806123"/>
            </a:xfrm>
          </p:grpSpPr>
          <p:cxnSp>
            <p:nvCxnSpPr>
              <p:cNvPr id="145" name="Gerader Verbinder 144">
                <a:extLst>
                  <a:ext uri="{FF2B5EF4-FFF2-40B4-BE49-F238E27FC236}">
                    <a16:creationId xmlns:a16="http://schemas.microsoft.com/office/drawing/2014/main" id="{066B25A9-0639-402C-07DD-BEA56D61D45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21646" y="123057"/>
                <a:ext cx="75443" cy="75443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6" name="Gerader Verbinder 145">
                <a:extLst>
                  <a:ext uri="{FF2B5EF4-FFF2-40B4-BE49-F238E27FC236}">
                    <a16:creationId xmlns:a16="http://schemas.microsoft.com/office/drawing/2014/main" id="{AF6EAF9C-8C57-4FA6-8494-D5E1A37C039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7648" y="123057"/>
                <a:ext cx="153361" cy="153360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7" name="Gerader Verbinder 146">
                <a:extLst>
                  <a:ext uri="{FF2B5EF4-FFF2-40B4-BE49-F238E27FC236}">
                    <a16:creationId xmlns:a16="http://schemas.microsoft.com/office/drawing/2014/main" id="{7CB570B4-B2F2-7559-6D9F-8E558CC1757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8413" y="123057"/>
                <a:ext cx="226516" cy="226515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8" name="Gerader Verbinder 147">
                <a:extLst>
                  <a:ext uri="{FF2B5EF4-FFF2-40B4-BE49-F238E27FC236}">
                    <a16:creationId xmlns:a16="http://schemas.microsoft.com/office/drawing/2014/main" id="{33BA0B34-633D-DAA0-535B-4C0BA4EC2EF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4416" y="123057"/>
                <a:ext cx="304433" cy="304433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9" name="Gerader Verbinder 148">
                <a:extLst>
                  <a:ext uri="{FF2B5EF4-FFF2-40B4-BE49-F238E27FC236}">
                    <a16:creationId xmlns:a16="http://schemas.microsoft.com/office/drawing/2014/main" id="{A90184C6-584F-08A6-889E-4DF9BA781D5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4907" y="123057"/>
                <a:ext cx="377862" cy="377861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" name="Gerader Verbinder 149">
                <a:extLst>
                  <a:ext uri="{FF2B5EF4-FFF2-40B4-BE49-F238E27FC236}">
                    <a16:creationId xmlns:a16="http://schemas.microsoft.com/office/drawing/2014/main" id="{D8F17B7E-0DA5-8C79-0BFD-728A10EB77E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3473" y="123057"/>
                <a:ext cx="453216" cy="453216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1" name="Gerader Verbinder 150">
                <a:extLst>
                  <a:ext uri="{FF2B5EF4-FFF2-40B4-BE49-F238E27FC236}">
                    <a16:creationId xmlns:a16="http://schemas.microsoft.com/office/drawing/2014/main" id="{2351061C-8D1C-10EB-E6A0-090061D5D08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3177" y="123057"/>
                <a:ext cx="527432" cy="527431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2" name="Gerader Verbinder 151">
                <a:extLst>
                  <a:ext uri="{FF2B5EF4-FFF2-40B4-BE49-F238E27FC236}">
                    <a16:creationId xmlns:a16="http://schemas.microsoft.com/office/drawing/2014/main" id="{F509DEC6-3363-E001-0166-7A2E2170A6CF}"/>
                  </a:ext>
                </a:extLst>
              </p:cNvPr>
              <p:cNvCxnSpPr>
                <a:cxnSpLocks/>
              </p:cNvCxnSpPr>
              <p:nvPr/>
            </p:nvCxnSpPr>
            <p:spPr>
              <a:xfrm rot="18900000">
                <a:off x="450422" y="398139"/>
                <a:ext cx="778049" cy="0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3" name="Gerader Verbinder 152">
                <a:extLst>
                  <a:ext uri="{FF2B5EF4-FFF2-40B4-BE49-F238E27FC236}">
                    <a16:creationId xmlns:a16="http://schemas.microsoft.com/office/drawing/2014/main" id="{7EB1FEA4-675B-B484-B593-5B2A1FED9ED0}"/>
                  </a:ext>
                </a:extLst>
              </p:cNvPr>
              <p:cNvCxnSpPr>
                <a:cxnSpLocks/>
              </p:cNvCxnSpPr>
              <p:nvPr/>
            </p:nvCxnSpPr>
            <p:spPr>
              <a:xfrm rot="18900000">
                <a:off x="524342" y="398139"/>
                <a:ext cx="778049" cy="0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4" name="Gerader Verbinder 153">
                <a:extLst>
                  <a:ext uri="{FF2B5EF4-FFF2-40B4-BE49-F238E27FC236}">
                    <a16:creationId xmlns:a16="http://schemas.microsoft.com/office/drawing/2014/main" id="{316224CF-A908-E950-FCA9-CCC623D44BC9}"/>
                  </a:ext>
                </a:extLst>
              </p:cNvPr>
              <p:cNvCxnSpPr>
                <a:cxnSpLocks/>
              </p:cNvCxnSpPr>
              <p:nvPr/>
            </p:nvCxnSpPr>
            <p:spPr>
              <a:xfrm rot="18900000">
                <a:off x="598262" y="398139"/>
                <a:ext cx="778049" cy="0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5" name="Gerader Verbinder 154">
                <a:extLst>
                  <a:ext uri="{FF2B5EF4-FFF2-40B4-BE49-F238E27FC236}">
                    <a16:creationId xmlns:a16="http://schemas.microsoft.com/office/drawing/2014/main" id="{3BD64D5A-57CA-58DB-6FC8-5316D739B6CE}"/>
                  </a:ext>
                </a:extLst>
              </p:cNvPr>
              <p:cNvCxnSpPr>
                <a:cxnSpLocks/>
              </p:cNvCxnSpPr>
              <p:nvPr/>
            </p:nvCxnSpPr>
            <p:spPr>
              <a:xfrm rot="18900000">
                <a:off x="672182" y="398139"/>
                <a:ext cx="778049" cy="0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6" name="Gerader Verbinder 155">
                <a:extLst>
                  <a:ext uri="{FF2B5EF4-FFF2-40B4-BE49-F238E27FC236}">
                    <a16:creationId xmlns:a16="http://schemas.microsoft.com/office/drawing/2014/main" id="{35926154-9EA3-BBA5-7439-4EE606C640B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46643" y="123057"/>
                <a:ext cx="563566" cy="563566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7" name="Gerader Verbinder 156">
                <a:extLst>
                  <a:ext uri="{FF2B5EF4-FFF2-40B4-BE49-F238E27FC236}">
                    <a16:creationId xmlns:a16="http://schemas.microsoft.com/office/drawing/2014/main" id="{DAF5917C-C292-8835-AC27-64A9BE59AE8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05510" y="123057"/>
                <a:ext cx="578619" cy="578619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8" name="Gerader Verbinder 157">
                <a:extLst>
                  <a:ext uri="{FF2B5EF4-FFF2-40B4-BE49-F238E27FC236}">
                    <a16:creationId xmlns:a16="http://schemas.microsoft.com/office/drawing/2014/main" id="{D8C6D61C-0AC0-B427-6C6E-EEAD693C2DA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65330" y="123057"/>
                <a:ext cx="592719" cy="592718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9" name="Gerader Verbinder 158">
                <a:extLst>
                  <a:ext uri="{FF2B5EF4-FFF2-40B4-BE49-F238E27FC236}">
                    <a16:creationId xmlns:a16="http://schemas.microsoft.com/office/drawing/2014/main" id="{21CBF204-0ED0-A5E2-103B-081741B98BE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22292" y="123057"/>
                <a:ext cx="609677" cy="609676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0" name="Gerader Verbinder 159">
                <a:extLst>
                  <a:ext uri="{FF2B5EF4-FFF2-40B4-BE49-F238E27FC236}">
                    <a16:creationId xmlns:a16="http://schemas.microsoft.com/office/drawing/2014/main" id="{9BF46CD5-F119-D948-45DD-DAE9A121A53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77553" y="123057"/>
                <a:ext cx="628336" cy="628335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1" name="Gerader Verbinder 160">
                <a:extLst>
                  <a:ext uri="{FF2B5EF4-FFF2-40B4-BE49-F238E27FC236}">
                    <a16:creationId xmlns:a16="http://schemas.microsoft.com/office/drawing/2014/main" id="{94D41F87-A387-D628-0B6F-D6088F56E12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28353" y="123057"/>
                <a:ext cx="651456" cy="651455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2" name="Gerader Verbinder 161">
                <a:extLst>
                  <a:ext uri="{FF2B5EF4-FFF2-40B4-BE49-F238E27FC236}">
                    <a16:creationId xmlns:a16="http://schemas.microsoft.com/office/drawing/2014/main" id="{1F1C47A8-C8A7-192A-1A3E-E45192BAF68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82567" y="123057"/>
                <a:ext cx="671162" cy="671162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3" name="Gerader Verbinder 162">
                <a:extLst>
                  <a:ext uri="{FF2B5EF4-FFF2-40B4-BE49-F238E27FC236}">
                    <a16:creationId xmlns:a16="http://schemas.microsoft.com/office/drawing/2014/main" id="{1C2AB8FD-A724-A33C-DA6C-DFE14F55BD6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235402" y="123057"/>
                <a:ext cx="692247" cy="692246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" name="Gerader Verbinder 163">
                <a:extLst>
                  <a:ext uri="{FF2B5EF4-FFF2-40B4-BE49-F238E27FC236}">
                    <a16:creationId xmlns:a16="http://schemas.microsoft.com/office/drawing/2014/main" id="{B90654AE-A6C1-0985-54CE-142C5AB1096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288294" y="123057"/>
                <a:ext cx="713275" cy="713274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5" name="Gerader Verbinder 164">
                <a:extLst>
                  <a:ext uri="{FF2B5EF4-FFF2-40B4-BE49-F238E27FC236}">
                    <a16:creationId xmlns:a16="http://schemas.microsoft.com/office/drawing/2014/main" id="{07FA412E-25D2-4A00-455D-9C32F879B5E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341207" y="123057"/>
                <a:ext cx="734282" cy="734281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6" name="Gerader Verbinder 165">
                <a:extLst>
                  <a:ext uri="{FF2B5EF4-FFF2-40B4-BE49-F238E27FC236}">
                    <a16:creationId xmlns:a16="http://schemas.microsoft.com/office/drawing/2014/main" id="{E2A546F6-C0DA-8B3B-F2D6-756D3693F0A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396265" y="123057"/>
                <a:ext cx="753144" cy="753143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7" name="Gerader Verbinder 166">
                <a:extLst>
                  <a:ext uri="{FF2B5EF4-FFF2-40B4-BE49-F238E27FC236}">
                    <a16:creationId xmlns:a16="http://schemas.microsoft.com/office/drawing/2014/main" id="{C24B7248-A693-57AA-2716-AAED7204FE6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453228" y="123057"/>
                <a:ext cx="770101" cy="770101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8" name="Gerader Verbinder 167">
                <a:extLst>
                  <a:ext uri="{FF2B5EF4-FFF2-40B4-BE49-F238E27FC236}">
                    <a16:creationId xmlns:a16="http://schemas.microsoft.com/office/drawing/2014/main" id="{3014FD8B-9984-577D-5856-A6F2BF75FFB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514953" y="123057"/>
                <a:ext cx="782296" cy="782296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" name="Gerader Verbinder 168">
                <a:extLst>
                  <a:ext uri="{FF2B5EF4-FFF2-40B4-BE49-F238E27FC236}">
                    <a16:creationId xmlns:a16="http://schemas.microsoft.com/office/drawing/2014/main" id="{FBD3F15D-D84D-A279-9839-ED73B32EA7F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579535" y="123057"/>
                <a:ext cx="791634" cy="791633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0" name="Gerader Verbinder 169">
                <a:extLst>
                  <a:ext uri="{FF2B5EF4-FFF2-40B4-BE49-F238E27FC236}">
                    <a16:creationId xmlns:a16="http://schemas.microsoft.com/office/drawing/2014/main" id="{914F199C-5CCF-FBFB-F71A-AEAEAAE27DD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42212" y="123057"/>
                <a:ext cx="802877" cy="802876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Gerader Verbinder 170">
                <a:extLst>
                  <a:ext uri="{FF2B5EF4-FFF2-40B4-BE49-F238E27FC236}">
                    <a16:creationId xmlns:a16="http://schemas.microsoft.com/office/drawing/2014/main" id="{0B96ED0F-C36A-BBAB-8ED4-1AB2A2D990B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716321" y="123057"/>
                <a:ext cx="802688" cy="802688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2" name="Gerader Verbinder 171">
                <a:extLst>
                  <a:ext uri="{FF2B5EF4-FFF2-40B4-BE49-F238E27FC236}">
                    <a16:creationId xmlns:a16="http://schemas.microsoft.com/office/drawing/2014/main" id="{5CF221FB-F9B7-9368-ED31-669E6CACA43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789475" y="123057"/>
                <a:ext cx="803454" cy="803453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3" name="Gerader Verbinder 172">
                <a:extLst>
                  <a:ext uri="{FF2B5EF4-FFF2-40B4-BE49-F238E27FC236}">
                    <a16:creationId xmlns:a16="http://schemas.microsoft.com/office/drawing/2014/main" id="{7D54A5C4-A561-633E-3CCB-26C9E205A2D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60725" y="123057"/>
                <a:ext cx="806124" cy="806123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" name="Gerader Verbinder 173">
                <a:extLst>
                  <a:ext uri="{FF2B5EF4-FFF2-40B4-BE49-F238E27FC236}">
                    <a16:creationId xmlns:a16="http://schemas.microsoft.com/office/drawing/2014/main" id="{5D490291-04A2-86A3-3BE5-A25C52CF2B4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936738" y="123057"/>
                <a:ext cx="804031" cy="804031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5" name="Gerader Verbinder 174">
                <a:extLst>
                  <a:ext uri="{FF2B5EF4-FFF2-40B4-BE49-F238E27FC236}">
                    <a16:creationId xmlns:a16="http://schemas.microsoft.com/office/drawing/2014/main" id="{5EF91469-5C0B-9012-84FB-EFC7484F045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016560" y="123057"/>
                <a:ext cx="798129" cy="798129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6" name="Gerader Verbinder 175">
                <a:extLst>
                  <a:ext uri="{FF2B5EF4-FFF2-40B4-BE49-F238E27FC236}">
                    <a16:creationId xmlns:a16="http://schemas.microsoft.com/office/drawing/2014/main" id="{BEEDF2FA-9BB1-76BF-4B94-50EFBDEAEF6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106860" y="123057"/>
                <a:ext cx="781749" cy="781748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7" name="Gerader Verbinder 176">
                <a:extLst>
                  <a:ext uri="{FF2B5EF4-FFF2-40B4-BE49-F238E27FC236}">
                    <a16:creationId xmlns:a16="http://schemas.microsoft.com/office/drawing/2014/main" id="{9AD25222-C833-1449-65D7-6B63BC051AF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214305" y="123057"/>
                <a:ext cx="748224" cy="748223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8" name="Gerader Verbinder 177">
                <a:extLst>
                  <a:ext uri="{FF2B5EF4-FFF2-40B4-BE49-F238E27FC236}">
                    <a16:creationId xmlns:a16="http://schemas.microsoft.com/office/drawing/2014/main" id="{4CB47EE5-2163-48E2-039E-E26FCE6FA7B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331720" y="123057"/>
                <a:ext cx="704729" cy="704728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9" name="Gerader Verbinder 178">
                <a:extLst>
                  <a:ext uri="{FF2B5EF4-FFF2-40B4-BE49-F238E27FC236}">
                    <a16:creationId xmlns:a16="http://schemas.microsoft.com/office/drawing/2014/main" id="{12C819F9-A44A-58D3-FD9C-013BF6DE55C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453640" y="123057"/>
                <a:ext cx="656729" cy="656728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0" name="Gerader Verbinder 179">
                <a:extLst>
                  <a:ext uri="{FF2B5EF4-FFF2-40B4-BE49-F238E27FC236}">
                    <a16:creationId xmlns:a16="http://schemas.microsoft.com/office/drawing/2014/main" id="{F4B79161-A5EF-C3E2-E6C0-EC54AA37222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573920" y="169545"/>
                <a:ext cx="563881" cy="563880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1" name="Gerader Verbinder 180">
                <a:extLst>
                  <a:ext uri="{FF2B5EF4-FFF2-40B4-BE49-F238E27FC236}">
                    <a16:creationId xmlns:a16="http://schemas.microsoft.com/office/drawing/2014/main" id="{7DEB23F8-BC2E-06A9-57F8-E03F4916A25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678320" y="245745"/>
                <a:ext cx="457201" cy="457200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2" name="Gerader Verbinder 181">
                <a:extLst>
                  <a:ext uri="{FF2B5EF4-FFF2-40B4-BE49-F238E27FC236}">
                    <a16:creationId xmlns:a16="http://schemas.microsoft.com/office/drawing/2014/main" id="{9CA0AC7E-2677-2747-A2C1-DA71DDE6FEA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771290" y="327176"/>
                <a:ext cx="356720" cy="356719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3" name="Gerader Verbinder 182">
                <a:extLst>
                  <a:ext uri="{FF2B5EF4-FFF2-40B4-BE49-F238E27FC236}">
                    <a16:creationId xmlns:a16="http://schemas.microsoft.com/office/drawing/2014/main" id="{DD5A9D26-CA83-8274-0897-1A765CCCD8F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855885" y="399620"/>
                <a:ext cx="273600" cy="273601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4" name="Gerader Verbinder 183">
                <a:extLst>
                  <a:ext uri="{FF2B5EF4-FFF2-40B4-BE49-F238E27FC236}">
                    <a16:creationId xmlns:a16="http://schemas.microsoft.com/office/drawing/2014/main" id="{4017579A-9106-F177-3CAB-58E0DAD19D2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929805" y="472775"/>
                <a:ext cx="200445" cy="200446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5" name="Gerader Verbinder 184">
                <a:extLst>
                  <a:ext uri="{FF2B5EF4-FFF2-40B4-BE49-F238E27FC236}">
                    <a16:creationId xmlns:a16="http://schemas.microsoft.com/office/drawing/2014/main" id="{55E82726-6CBD-D7AD-15FA-AD9DEF481D3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003725" y="544978"/>
                <a:ext cx="128243" cy="128243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86" name="Rechteck 185">
              <a:extLst>
                <a:ext uri="{FF2B5EF4-FFF2-40B4-BE49-F238E27FC236}">
                  <a16:creationId xmlns:a16="http://schemas.microsoft.com/office/drawing/2014/main" id="{A5436303-040B-9985-04AD-4A4EF0CB885A}"/>
                </a:ext>
              </a:extLst>
            </p:cNvPr>
            <p:cNvSpPr/>
            <p:nvPr/>
          </p:nvSpPr>
          <p:spPr>
            <a:xfrm>
              <a:off x="403965" y="889348"/>
              <a:ext cx="2855152" cy="1777910"/>
            </a:xfrm>
            <a:prstGeom prst="rect">
              <a:avLst/>
            </a:prstGeom>
            <a:noFill/>
            <a:ln w="508000" cap="rnd">
              <a:solidFill>
                <a:schemeClr val="bg1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</p:grpSp>
      <p:sp>
        <p:nvSpPr>
          <p:cNvPr id="188" name="Textfeld 187">
            <a:extLst>
              <a:ext uri="{FF2B5EF4-FFF2-40B4-BE49-F238E27FC236}">
                <a16:creationId xmlns:a16="http://schemas.microsoft.com/office/drawing/2014/main" id="{BB6CAA58-7826-66F2-A2BD-095E6463CAD3}"/>
              </a:ext>
            </a:extLst>
          </p:cNvPr>
          <p:cNvSpPr txBox="1"/>
          <p:nvPr/>
        </p:nvSpPr>
        <p:spPr>
          <a:xfrm>
            <a:off x="400729" y="1562531"/>
            <a:ext cx="538619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g)</a:t>
            </a:r>
          </a:p>
        </p:txBody>
      </p:sp>
      <p:sp>
        <p:nvSpPr>
          <p:cNvPr id="51" name="Textfeld 50">
            <a:extLst>
              <a:ext uri="{FF2B5EF4-FFF2-40B4-BE49-F238E27FC236}">
                <a16:creationId xmlns:a16="http://schemas.microsoft.com/office/drawing/2014/main" id="{43671C39-9B25-1D8D-2B60-5BD55D5D4160}"/>
              </a:ext>
            </a:extLst>
          </p:cNvPr>
          <p:cNvSpPr txBox="1"/>
          <p:nvPr/>
        </p:nvSpPr>
        <p:spPr>
          <a:xfrm>
            <a:off x="1246340" y="1624086"/>
            <a:ext cx="1754579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ts val="1600"/>
              </a:lnSpc>
            </a:pPr>
            <a:r>
              <a:rPr lang="de-DE" sz="16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Unter-Expansion</a:t>
            </a:r>
          </a:p>
        </p:txBody>
      </p:sp>
      <p:cxnSp>
        <p:nvCxnSpPr>
          <p:cNvPr id="130" name="Gerader Verbinder 129">
            <a:extLst>
              <a:ext uri="{FF2B5EF4-FFF2-40B4-BE49-F238E27FC236}">
                <a16:creationId xmlns:a16="http://schemas.microsoft.com/office/drawing/2014/main" id="{EFB6453D-E39D-14DE-2384-19F9C6369D22}"/>
              </a:ext>
            </a:extLst>
          </p:cNvPr>
          <p:cNvCxnSpPr>
            <a:cxnSpLocks/>
          </p:cNvCxnSpPr>
          <p:nvPr/>
        </p:nvCxnSpPr>
        <p:spPr>
          <a:xfrm flipH="1" flipV="1">
            <a:off x="2901315" y="1230630"/>
            <a:ext cx="544830" cy="1157623"/>
          </a:xfrm>
          <a:prstGeom prst="line">
            <a:avLst/>
          </a:prstGeom>
          <a:ln w="12700" cap="rnd">
            <a:solidFill>
              <a:schemeClr val="accent3">
                <a:alpha val="60000"/>
              </a:schemeClr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Gerader Verbinder 135">
            <a:extLst>
              <a:ext uri="{FF2B5EF4-FFF2-40B4-BE49-F238E27FC236}">
                <a16:creationId xmlns:a16="http://schemas.microsoft.com/office/drawing/2014/main" id="{C00FE02B-ACF3-F782-BF64-5026E98CD607}"/>
              </a:ext>
            </a:extLst>
          </p:cNvPr>
          <p:cNvCxnSpPr>
            <a:cxnSpLocks/>
          </p:cNvCxnSpPr>
          <p:nvPr/>
        </p:nvCxnSpPr>
        <p:spPr>
          <a:xfrm flipH="1" flipV="1">
            <a:off x="2902410" y="1234579"/>
            <a:ext cx="397521" cy="1130814"/>
          </a:xfrm>
          <a:prstGeom prst="line">
            <a:avLst/>
          </a:prstGeom>
          <a:ln w="12700" cap="rnd">
            <a:solidFill>
              <a:schemeClr val="accent3">
                <a:alpha val="60000"/>
              </a:schemeClr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05" name="Gruppieren 204">
            <a:extLst>
              <a:ext uri="{FF2B5EF4-FFF2-40B4-BE49-F238E27FC236}">
                <a16:creationId xmlns:a16="http://schemas.microsoft.com/office/drawing/2014/main" id="{F86E089F-DB4A-A1E3-7670-B6611CDBA414}"/>
              </a:ext>
            </a:extLst>
          </p:cNvPr>
          <p:cNvGrpSpPr/>
          <p:nvPr/>
        </p:nvGrpSpPr>
        <p:grpSpPr>
          <a:xfrm>
            <a:off x="2902410" y="1101090"/>
            <a:ext cx="654225" cy="133489"/>
            <a:chOff x="2902410" y="1101090"/>
            <a:chExt cx="654225" cy="133489"/>
          </a:xfrm>
        </p:grpSpPr>
        <p:cxnSp>
          <p:nvCxnSpPr>
            <p:cNvPr id="195" name="Gerader Verbinder 194">
              <a:extLst>
                <a:ext uri="{FF2B5EF4-FFF2-40B4-BE49-F238E27FC236}">
                  <a16:creationId xmlns:a16="http://schemas.microsoft.com/office/drawing/2014/main" id="{F2F25F77-B57D-CFF6-ED72-F337BDF29B3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02410" y="1133475"/>
              <a:ext cx="397521" cy="101104"/>
            </a:xfrm>
            <a:prstGeom prst="line">
              <a:avLst/>
            </a:prstGeom>
            <a:ln w="12700" cap="rnd">
              <a:solidFill>
                <a:schemeClr val="accent2">
                  <a:lumMod val="75000"/>
                  <a:alpha val="60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Gerader Verbinder 54">
              <a:extLst>
                <a:ext uri="{FF2B5EF4-FFF2-40B4-BE49-F238E27FC236}">
                  <a16:creationId xmlns:a16="http://schemas.microsoft.com/office/drawing/2014/main" id="{9F31EF3E-E81C-5E9C-8FAA-675D3F3869C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299931" y="1110615"/>
              <a:ext cx="146214" cy="22860"/>
            </a:xfrm>
            <a:prstGeom prst="line">
              <a:avLst/>
            </a:prstGeom>
            <a:ln w="12700" cap="rnd">
              <a:solidFill>
                <a:schemeClr val="accent2">
                  <a:lumMod val="75000"/>
                  <a:alpha val="60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Gerader Verbinder 51">
              <a:extLst>
                <a:ext uri="{FF2B5EF4-FFF2-40B4-BE49-F238E27FC236}">
                  <a16:creationId xmlns:a16="http://schemas.microsoft.com/office/drawing/2014/main" id="{6BBEA35D-EE4F-514D-AE72-9583587333D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446145" y="1101090"/>
              <a:ext cx="110490" cy="9525"/>
            </a:xfrm>
            <a:prstGeom prst="line">
              <a:avLst/>
            </a:prstGeom>
            <a:ln w="12700" cap="rnd">
              <a:solidFill>
                <a:schemeClr val="accent2">
                  <a:lumMod val="75000"/>
                  <a:alpha val="60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34" name="Gerader Verbinder 133">
            <a:extLst>
              <a:ext uri="{FF2B5EF4-FFF2-40B4-BE49-F238E27FC236}">
                <a16:creationId xmlns:a16="http://schemas.microsoft.com/office/drawing/2014/main" id="{5C2EEC02-6AFC-5055-72F5-BF2FC1F3E09C}"/>
              </a:ext>
            </a:extLst>
          </p:cNvPr>
          <p:cNvCxnSpPr>
            <a:cxnSpLocks/>
          </p:cNvCxnSpPr>
          <p:nvPr/>
        </p:nvCxnSpPr>
        <p:spPr>
          <a:xfrm flipV="1">
            <a:off x="2900046" y="1133475"/>
            <a:ext cx="403224" cy="1128909"/>
          </a:xfrm>
          <a:prstGeom prst="line">
            <a:avLst/>
          </a:prstGeom>
          <a:ln w="12700" cap="rnd">
            <a:solidFill>
              <a:schemeClr val="accent3">
                <a:alpha val="60000"/>
              </a:schemeClr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Gerader Verbinder 197">
            <a:extLst>
              <a:ext uri="{FF2B5EF4-FFF2-40B4-BE49-F238E27FC236}">
                <a16:creationId xmlns:a16="http://schemas.microsoft.com/office/drawing/2014/main" id="{12FC6362-CE72-5FFF-D5F5-A61A39F2524B}"/>
              </a:ext>
            </a:extLst>
          </p:cNvPr>
          <p:cNvCxnSpPr>
            <a:cxnSpLocks/>
          </p:cNvCxnSpPr>
          <p:nvPr/>
        </p:nvCxnSpPr>
        <p:spPr>
          <a:xfrm flipV="1">
            <a:off x="2896707" y="1110615"/>
            <a:ext cx="549438" cy="1151769"/>
          </a:xfrm>
          <a:prstGeom prst="line">
            <a:avLst/>
          </a:prstGeom>
          <a:ln w="12700" cap="rnd">
            <a:solidFill>
              <a:schemeClr val="accent3">
                <a:alpha val="60000"/>
              </a:schemeClr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23" name="Gruppieren 222">
            <a:extLst>
              <a:ext uri="{FF2B5EF4-FFF2-40B4-BE49-F238E27FC236}">
                <a16:creationId xmlns:a16="http://schemas.microsoft.com/office/drawing/2014/main" id="{3E001519-8E78-90F9-40C7-517435BCC655}"/>
              </a:ext>
            </a:extLst>
          </p:cNvPr>
          <p:cNvGrpSpPr/>
          <p:nvPr/>
        </p:nvGrpSpPr>
        <p:grpSpPr>
          <a:xfrm>
            <a:off x="2902594" y="2005707"/>
            <a:ext cx="654225" cy="392071"/>
            <a:chOff x="2902594" y="2005707"/>
            <a:chExt cx="654225" cy="392071"/>
          </a:xfrm>
        </p:grpSpPr>
        <p:grpSp>
          <p:nvGrpSpPr>
            <p:cNvPr id="206" name="Gruppieren 205">
              <a:extLst>
                <a:ext uri="{FF2B5EF4-FFF2-40B4-BE49-F238E27FC236}">
                  <a16:creationId xmlns:a16="http://schemas.microsoft.com/office/drawing/2014/main" id="{9CAE2DFA-3826-1BE8-A172-005937C03F2C}"/>
                </a:ext>
              </a:extLst>
            </p:cNvPr>
            <p:cNvGrpSpPr/>
            <p:nvPr/>
          </p:nvGrpSpPr>
          <p:grpSpPr>
            <a:xfrm flipV="1">
              <a:off x="2902594" y="2264289"/>
              <a:ext cx="654225" cy="133489"/>
              <a:chOff x="2902410" y="1101090"/>
              <a:chExt cx="654225" cy="133489"/>
            </a:xfrm>
          </p:grpSpPr>
          <p:cxnSp>
            <p:nvCxnSpPr>
              <p:cNvPr id="207" name="Gerader Verbinder 206">
                <a:extLst>
                  <a:ext uri="{FF2B5EF4-FFF2-40B4-BE49-F238E27FC236}">
                    <a16:creationId xmlns:a16="http://schemas.microsoft.com/office/drawing/2014/main" id="{C6AB3FED-B74B-1D8D-1A72-9746CFB177D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902410" y="1133475"/>
                <a:ext cx="397521" cy="101104"/>
              </a:xfrm>
              <a:prstGeom prst="line">
                <a:avLst/>
              </a:prstGeom>
              <a:ln w="12700" cap="rnd">
                <a:solidFill>
                  <a:schemeClr val="accent2">
                    <a:lumMod val="75000"/>
                    <a:alpha val="60000"/>
                  </a:schemeClr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8" name="Gerader Verbinder 207">
                <a:extLst>
                  <a:ext uri="{FF2B5EF4-FFF2-40B4-BE49-F238E27FC236}">
                    <a16:creationId xmlns:a16="http://schemas.microsoft.com/office/drawing/2014/main" id="{F4A14B97-D10C-A01C-2B7E-2362D53E898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299931" y="1110615"/>
                <a:ext cx="146214" cy="22860"/>
              </a:xfrm>
              <a:prstGeom prst="line">
                <a:avLst/>
              </a:prstGeom>
              <a:ln w="12700" cap="rnd">
                <a:solidFill>
                  <a:schemeClr val="accent2">
                    <a:lumMod val="75000"/>
                    <a:alpha val="60000"/>
                  </a:schemeClr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9" name="Gerader Verbinder 208">
                <a:extLst>
                  <a:ext uri="{FF2B5EF4-FFF2-40B4-BE49-F238E27FC236}">
                    <a16:creationId xmlns:a16="http://schemas.microsoft.com/office/drawing/2014/main" id="{45AFBD55-D4EE-8FC9-546E-117DFA6E1CE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446145" y="1101090"/>
                <a:ext cx="110490" cy="9525"/>
              </a:xfrm>
              <a:prstGeom prst="line">
                <a:avLst/>
              </a:prstGeom>
              <a:ln w="12700" cap="rnd">
                <a:solidFill>
                  <a:schemeClr val="accent2">
                    <a:lumMod val="75000"/>
                    <a:alpha val="60000"/>
                  </a:schemeClr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15" name="Gerader Verbinder 214">
              <a:extLst>
                <a:ext uri="{FF2B5EF4-FFF2-40B4-BE49-F238E27FC236}">
                  <a16:creationId xmlns:a16="http://schemas.microsoft.com/office/drawing/2014/main" id="{5B264DD9-CD94-AF08-2153-1221F2BE1E0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99931" y="2005707"/>
              <a:ext cx="256704" cy="359547"/>
            </a:xfrm>
            <a:prstGeom prst="line">
              <a:avLst/>
            </a:prstGeom>
            <a:ln w="12700" cap="rnd">
              <a:solidFill>
                <a:srgbClr val="FF0000">
                  <a:alpha val="60000"/>
                </a:srgb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Gerader Verbinder 217">
              <a:extLst>
                <a:ext uri="{FF2B5EF4-FFF2-40B4-BE49-F238E27FC236}">
                  <a16:creationId xmlns:a16="http://schemas.microsoft.com/office/drawing/2014/main" id="{DBCD510F-59F4-FDA5-820C-13620E6DA8B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44191" y="2247900"/>
              <a:ext cx="111375" cy="140353"/>
            </a:xfrm>
            <a:prstGeom prst="line">
              <a:avLst/>
            </a:prstGeom>
            <a:ln w="12700" cap="rnd">
              <a:solidFill>
                <a:srgbClr val="FF0000">
                  <a:alpha val="60000"/>
                </a:srgb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6" name="Gruppieren 225">
            <a:extLst>
              <a:ext uri="{FF2B5EF4-FFF2-40B4-BE49-F238E27FC236}">
                <a16:creationId xmlns:a16="http://schemas.microsoft.com/office/drawing/2014/main" id="{F4D4A68D-35AD-DE99-BBD2-1B4B822EC4F2}"/>
              </a:ext>
            </a:extLst>
          </p:cNvPr>
          <p:cNvGrpSpPr/>
          <p:nvPr/>
        </p:nvGrpSpPr>
        <p:grpSpPr>
          <a:xfrm flipV="1">
            <a:off x="3301836" y="1110615"/>
            <a:ext cx="256704" cy="382546"/>
            <a:chOff x="3452331" y="2158107"/>
            <a:chExt cx="256704" cy="382546"/>
          </a:xfrm>
        </p:grpSpPr>
        <p:cxnSp>
          <p:nvCxnSpPr>
            <p:cNvPr id="224" name="Gerader Verbinder 223">
              <a:extLst>
                <a:ext uri="{FF2B5EF4-FFF2-40B4-BE49-F238E27FC236}">
                  <a16:creationId xmlns:a16="http://schemas.microsoft.com/office/drawing/2014/main" id="{1966CAB1-63E1-C9C3-BFCD-B16C34E904F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52331" y="2158107"/>
              <a:ext cx="256704" cy="359547"/>
            </a:xfrm>
            <a:prstGeom prst="line">
              <a:avLst/>
            </a:prstGeom>
            <a:ln w="12700" cap="rnd">
              <a:solidFill>
                <a:srgbClr val="FF0000">
                  <a:alpha val="60000"/>
                </a:srgb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Gerader Verbinder 224">
              <a:extLst>
                <a:ext uri="{FF2B5EF4-FFF2-40B4-BE49-F238E27FC236}">
                  <a16:creationId xmlns:a16="http://schemas.microsoft.com/office/drawing/2014/main" id="{3CD3E805-F5C8-8270-925F-3D3855A9E11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96591" y="2400300"/>
              <a:ext cx="111375" cy="140353"/>
            </a:xfrm>
            <a:prstGeom prst="line">
              <a:avLst/>
            </a:prstGeom>
            <a:ln w="12700" cap="rnd">
              <a:solidFill>
                <a:srgbClr val="FF0000">
                  <a:alpha val="60000"/>
                </a:srgb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866267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306</Words>
  <Application>Microsoft Office PowerPoint</Application>
  <PresentationFormat>Benutzerdefiniert</PresentationFormat>
  <Paragraphs>179</Paragraphs>
  <Slides>34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34</vt:i4>
      </vt:variant>
    </vt:vector>
  </HeadingPairs>
  <TitlesOfParts>
    <vt:vector size="41" baseType="lpstr">
      <vt:lpstr>Aptos</vt:lpstr>
      <vt:lpstr>Aptos Display</vt:lpstr>
      <vt:lpstr>Arial</vt:lpstr>
      <vt:lpstr>CMU Serif</vt:lpstr>
      <vt:lpstr>CMU Serif Extra</vt:lpstr>
      <vt:lpstr>Latin Modern Math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Phillip Wolff</dc:creator>
  <cp:lastModifiedBy>Phillip Wolff</cp:lastModifiedBy>
  <cp:revision>61</cp:revision>
  <dcterms:created xsi:type="dcterms:W3CDTF">2025-08-17T20:55:38Z</dcterms:created>
  <dcterms:modified xsi:type="dcterms:W3CDTF">2026-01-26T11:55:57Z</dcterms:modified>
</cp:coreProperties>
</file>