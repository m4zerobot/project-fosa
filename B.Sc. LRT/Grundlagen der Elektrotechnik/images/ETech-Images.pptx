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4"/>
  </p:notesMasterIdLst>
  <p:sldIdLst>
    <p:sldId id="256" r:id="rId2"/>
    <p:sldId id="257" r:id="rId3"/>
  </p:sldIdLst>
  <p:sldSz cx="3600450" cy="360045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292" autoAdjust="0"/>
    <p:restoredTop sz="94660"/>
  </p:normalViewPr>
  <p:slideViewPr>
    <p:cSldViewPr snapToGrid="0">
      <p:cViewPr varScale="1">
        <p:scale>
          <a:sx n="244" d="100"/>
          <a:sy n="244" d="100"/>
        </p:scale>
        <p:origin x="4944" y="1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C596C2D-C72C-406E-B79E-9BAC142DD20E}" type="datetimeFigureOut">
              <a:rPr lang="de-DE" smtClean="0"/>
              <a:t>28.01.2026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1885950" y="1143000"/>
            <a:ext cx="30861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EAFB0C1-D602-4320-B0C3-F0F0C4F5EA6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908908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0034" y="589241"/>
            <a:ext cx="3060383" cy="1253490"/>
          </a:xfrm>
        </p:spPr>
        <p:txBody>
          <a:bodyPr anchor="b"/>
          <a:lstStyle>
            <a:lvl1pPr algn="ctr">
              <a:defRPr sz="2363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0056" y="1891070"/>
            <a:ext cx="2700338" cy="869275"/>
          </a:xfrm>
        </p:spPr>
        <p:txBody>
          <a:bodyPr/>
          <a:lstStyle>
            <a:lvl1pPr marL="0" indent="0" algn="ctr">
              <a:buNone/>
              <a:defRPr sz="945"/>
            </a:lvl1pPr>
            <a:lvl2pPr marL="180045" indent="0" algn="ctr">
              <a:buNone/>
              <a:defRPr sz="788"/>
            </a:lvl2pPr>
            <a:lvl3pPr marL="360091" indent="0" algn="ctr">
              <a:buNone/>
              <a:defRPr sz="709"/>
            </a:lvl3pPr>
            <a:lvl4pPr marL="540136" indent="0" algn="ctr">
              <a:buNone/>
              <a:defRPr sz="630"/>
            </a:lvl4pPr>
            <a:lvl5pPr marL="720181" indent="0" algn="ctr">
              <a:buNone/>
              <a:defRPr sz="630"/>
            </a:lvl5pPr>
            <a:lvl6pPr marL="900227" indent="0" algn="ctr">
              <a:buNone/>
              <a:defRPr sz="630"/>
            </a:lvl6pPr>
            <a:lvl7pPr marL="1080272" indent="0" algn="ctr">
              <a:buNone/>
              <a:defRPr sz="630"/>
            </a:lvl7pPr>
            <a:lvl8pPr marL="1260318" indent="0" algn="ctr">
              <a:buNone/>
              <a:defRPr sz="630"/>
            </a:lvl8pPr>
            <a:lvl9pPr marL="1440363" indent="0" algn="ctr">
              <a:buNone/>
              <a:defRPr sz="63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28.01.2026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910314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28.01.2026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699414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5656" y="897613"/>
            <a:ext cx="3105388" cy="1497687"/>
          </a:xfrm>
        </p:spPr>
        <p:txBody>
          <a:bodyPr anchor="b"/>
          <a:lstStyle>
            <a:lvl1pPr>
              <a:defRPr sz="2363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5656" y="2409469"/>
            <a:ext cx="3105388" cy="787598"/>
          </a:xfrm>
        </p:spPr>
        <p:txBody>
          <a:bodyPr/>
          <a:lstStyle>
            <a:lvl1pPr marL="0" indent="0">
              <a:buNone/>
              <a:defRPr sz="945">
                <a:solidFill>
                  <a:schemeClr val="tx1">
                    <a:tint val="82000"/>
                  </a:schemeClr>
                </a:solidFill>
              </a:defRPr>
            </a:lvl1pPr>
            <a:lvl2pPr marL="180045" indent="0">
              <a:buNone/>
              <a:defRPr sz="788">
                <a:solidFill>
                  <a:schemeClr val="tx1">
                    <a:tint val="82000"/>
                  </a:schemeClr>
                </a:solidFill>
              </a:defRPr>
            </a:lvl2pPr>
            <a:lvl3pPr marL="360091" indent="0">
              <a:buNone/>
              <a:defRPr sz="709">
                <a:solidFill>
                  <a:schemeClr val="tx1">
                    <a:tint val="82000"/>
                  </a:schemeClr>
                </a:solidFill>
              </a:defRPr>
            </a:lvl3pPr>
            <a:lvl4pPr marL="540136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4pPr>
            <a:lvl5pPr marL="720181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5pPr>
            <a:lvl6pPr marL="900227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6pPr>
            <a:lvl7pPr marL="1080272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7pPr>
            <a:lvl8pPr marL="1260318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8pPr>
            <a:lvl9pPr marL="1440363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28.01.2026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908252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47531" y="958453"/>
            <a:ext cx="1530191" cy="228445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822728" y="958453"/>
            <a:ext cx="1530191" cy="228445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28.01.2026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326038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000" y="191691"/>
            <a:ext cx="3105388" cy="695921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8000" y="882610"/>
            <a:ext cx="1523159" cy="432554"/>
          </a:xfrm>
        </p:spPr>
        <p:txBody>
          <a:bodyPr anchor="b"/>
          <a:lstStyle>
            <a:lvl1pPr marL="0" indent="0">
              <a:buNone/>
              <a:defRPr sz="945" b="1"/>
            </a:lvl1pPr>
            <a:lvl2pPr marL="180045" indent="0">
              <a:buNone/>
              <a:defRPr sz="788" b="1"/>
            </a:lvl2pPr>
            <a:lvl3pPr marL="360091" indent="0">
              <a:buNone/>
              <a:defRPr sz="709" b="1"/>
            </a:lvl3pPr>
            <a:lvl4pPr marL="540136" indent="0">
              <a:buNone/>
              <a:defRPr sz="630" b="1"/>
            </a:lvl4pPr>
            <a:lvl5pPr marL="720181" indent="0">
              <a:buNone/>
              <a:defRPr sz="630" b="1"/>
            </a:lvl5pPr>
            <a:lvl6pPr marL="900227" indent="0">
              <a:buNone/>
              <a:defRPr sz="630" b="1"/>
            </a:lvl6pPr>
            <a:lvl7pPr marL="1080272" indent="0">
              <a:buNone/>
              <a:defRPr sz="630" b="1"/>
            </a:lvl7pPr>
            <a:lvl8pPr marL="1260318" indent="0">
              <a:buNone/>
              <a:defRPr sz="630" b="1"/>
            </a:lvl8pPr>
            <a:lvl9pPr marL="1440363" indent="0">
              <a:buNone/>
              <a:defRPr sz="63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48000" y="1315164"/>
            <a:ext cx="1523159" cy="193440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822728" y="882610"/>
            <a:ext cx="1530660" cy="432554"/>
          </a:xfrm>
        </p:spPr>
        <p:txBody>
          <a:bodyPr anchor="b"/>
          <a:lstStyle>
            <a:lvl1pPr marL="0" indent="0">
              <a:buNone/>
              <a:defRPr sz="945" b="1"/>
            </a:lvl1pPr>
            <a:lvl2pPr marL="180045" indent="0">
              <a:buNone/>
              <a:defRPr sz="788" b="1"/>
            </a:lvl2pPr>
            <a:lvl3pPr marL="360091" indent="0">
              <a:buNone/>
              <a:defRPr sz="709" b="1"/>
            </a:lvl3pPr>
            <a:lvl4pPr marL="540136" indent="0">
              <a:buNone/>
              <a:defRPr sz="630" b="1"/>
            </a:lvl4pPr>
            <a:lvl5pPr marL="720181" indent="0">
              <a:buNone/>
              <a:defRPr sz="630" b="1"/>
            </a:lvl5pPr>
            <a:lvl6pPr marL="900227" indent="0">
              <a:buNone/>
              <a:defRPr sz="630" b="1"/>
            </a:lvl6pPr>
            <a:lvl7pPr marL="1080272" indent="0">
              <a:buNone/>
              <a:defRPr sz="630" b="1"/>
            </a:lvl7pPr>
            <a:lvl8pPr marL="1260318" indent="0">
              <a:buNone/>
              <a:defRPr sz="630" b="1"/>
            </a:lvl8pPr>
            <a:lvl9pPr marL="1440363" indent="0">
              <a:buNone/>
              <a:defRPr sz="63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822728" y="1315164"/>
            <a:ext cx="1530660" cy="193440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28.01.2026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551241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28.01.2026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777577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28.01.2026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86841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000" y="240030"/>
            <a:ext cx="1161239" cy="840105"/>
          </a:xfrm>
        </p:spPr>
        <p:txBody>
          <a:bodyPr anchor="b"/>
          <a:lstStyle>
            <a:lvl1pPr>
              <a:defRPr sz="126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30660" y="518399"/>
            <a:ext cx="1822728" cy="2558653"/>
          </a:xfrm>
        </p:spPr>
        <p:txBody>
          <a:bodyPr/>
          <a:lstStyle>
            <a:lvl1pPr>
              <a:defRPr sz="1260"/>
            </a:lvl1pPr>
            <a:lvl2pPr>
              <a:defRPr sz="1103"/>
            </a:lvl2pPr>
            <a:lvl3pPr>
              <a:defRPr sz="945"/>
            </a:lvl3pPr>
            <a:lvl4pPr>
              <a:defRPr sz="788"/>
            </a:lvl4pPr>
            <a:lvl5pPr>
              <a:defRPr sz="788"/>
            </a:lvl5pPr>
            <a:lvl6pPr>
              <a:defRPr sz="788"/>
            </a:lvl6pPr>
            <a:lvl7pPr>
              <a:defRPr sz="788"/>
            </a:lvl7pPr>
            <a:lvl8pPr>
              <a:defRPr sz="788"/>
            </a:lvl8pPr>
            <a:lvl9pPr>
              <a:defRPr sz="788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48000" y="1080135"/>
            <a:ext cx="1161239" cy="2001084"/>
          </a:xfrm>
        </p:spPr>
        <p:txBody>
          <a:bodyPr/>
          <a:lstStyle>
            <a:lvl1pPr marL="0" indent="0">
              <a:buNone/>
              <a:defRPr sz="630"/>
            </a:lvl1pPr>
            <a:lvl2pPr marL="180045" indent="0">
              <a:buNone/>
              <a:defRPr sz="551"/>
            </a:lvl2pPr>
            <a:lvl3pPr marL="360091" indent="0">
              <a:buNone/>
              <a:defRPr sz="473"/>
            </a:lvl3pPr>
            <a:lvl4pPr marL="540136" indent="0">
              <a:buNone/>
              <a:defRPr sz="394"/>
            </a:lvl4pPr>
            <a:lvl5pPr marL="720181" indent="0">
              <a:buNone/>
              <a:defRPr sz="394"/>
            </a:lvl5pPr>
            <a:lvl6pPr marL="900227" indent="0">
              <a:buNone/>
              <a:defRPr sz="394"/>
            </a:lvl6pPr>
            <a:lvl7pPr marL="1080272" indent="0">
              <a:buNone/>
              <a:defRPr sz="394"/>
            </a:lvl7pPr>
            <a:lvl8pPr marL="1260318" indent="0">
              <a:buNone/>
              <a:defRPr sz="394"/>
            </a:lvl8pPr>
            <a:lvl9pPr marL="1440363" indent="0">
              <a:buNone/>
              <a:defRPr sz="394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28.01.2026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957410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000" y="240030"/>
            <a:ext cx="1161239" cy="840105"/>
          </a:xfrm>
        </p:spPr>
        <p:txBody>
          <a:bodyPr anchor="b"/>
          <a:lstStyle>
            <a:lvl1pPr>
              <a:defRPr sz="126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30660" y="518399"/>
            <a:ext cx="1822728" cy="2558653"/>
          </a:xfrm>
        </p:spPr>
        <p:txBody>
          <a:bodyPr anchor="t"/>
          <a:lstStyle>
            <a:lvl1pPr marL="0" indent="0">
              <a:buNone/>
              <a:defRPr sz="1260"/>
            </a:lvl1pPr>
            <a:lvl2pPr marL="180045" indent="0">
              <a:buNone/>
              <a:defRPr sz="1103"/>
            </a:lvl2pPr>
            <a:lvl3pPr marL="360091" indent="0">
              <a:buNone/>
              <a:defRPr sz="945"/>
            </a:lvl3pPr>
            <a:lvl4pPr marL="540136" indent="0">
              <a:buNone/>
              <a:defRPr sz="788"/>
            </a:lvl4pPr>
            <a:lvl5pPr marL="720181" indent="0">
              <a:buNone/>
              <a:defRPr sz="788"/>
            </a:lvl5pPr>
            <a:lvl6pPr marL="900227" indent="0">
              <a:buNone/>
              <a:defRPr sz="788"/>
            </a:lvl6pPr>
            <a:lvl7pPr marL="1080272" indent="0">
              <a:buNone/>
              <a:defRPr sz="788"/>
            </a:lvl7pPr>
            <a:lvl8pPr marL="1260318" indent="0">
              <a:buNone/>
              <a:defRPr sz="788"/>
            </a:lvl8pPr>
            <a:lvl9pPr marL="1440363" indent="0">
              <a:buNone/>
              <a:defRPr sz="788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48000" y="1080135"/>
            <a:ext cx="1161239" cy="2001084"/>
          </a:xfrm>
        </p:spPr>
        <p:txBody>
          <a:bodyPr/>
          <a:lstStyle>
            <a:lvl1pPr marL="0" indent="0">
              <a:buNone/>
              <a:defRPr sz="630"/>
            </a:lvl1pPr>
            <a:lvl2pPr marL="180045" indent="0">
              <a:buNone/>
              <a:defRPr sz="551"/>
            </a:lvl2pPr>
            <a:lvl3pPr marL="360091" indent="0">
              <a:buNone/>
              <a:defRPr sz="473"/>
            </a:lvl3pPr>
            <a:lvl4pPr marL="540136" indent="0">
              <a:buNone/>
              <a:defRPr sz="394"/>
            </a:lvl4pPr>
            <a:lvl5pPr marL="720181" indent="0">
              <a:buNone/>
              <a:defRPr sz="394"/>
            </a:lvl5pPr>
            <a:lvl6pPr marL="900227" indent="0">
              <a:buNone/>
              <a:defRPr sz="394"/>
            </a:lvl6pPr>
            <a:lvl7pPr marL="1080272" indent="0">
              <a:buNone/>
              <a:defRPr sz="394"/>
            </a:lvl7pPr>
            <a:lvl8pPr marL="1260318" indent="0">
              <a:buNone/>
              <a:defRPr sz="394"/>
            </a:lvl8pPr>
            <a:lvl9pPr marL="1440363" indent="0">
              <a:buNone/>
              <a:defRPr sz="394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28.01.2026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737421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28.01.2026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846270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576572" y="191691"/>
            <a:ext cx="776347" cy="3051215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47531" y="191691"/>
            <a:ext cx="2284035" cy="3051215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28.01.2026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564128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47531" y="191691"/>
            <a:ext cx="3105388" cy="6959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7531" y="958453"/>
            <a:ext cx="3105388" cy="22844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47531" y="3337084"/>
            <a:ext cx="810101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EAE28AA-0912-4DA0-8B30-7F3CA3FE6671}" type="datetimeFigureOut">
              <a:rPr lang="de-DE" smtClean="0"/>
              <a:t>28.01.2026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92649" y="3337084"/>
            <a:ext cx="1215152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542818" y="3337084"/>
            <a:ext cx="810101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B899690-0833-44E8-AAF0-2E8DE25B92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431904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360091" rtl="0" eaLnBrk="1" latinLnBrk="0" hangingPunct="1">
        <a:lnSpc>
          <a:spcPct val="90000"/>
        </a:lnSpc>
        <a:spcBef>
          <a:spcPct val="0"/>
        </a:spcBef>
        <a:buNone/>
        <a:defRPr sz="17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90023" indent="-90023" algn="l" defTabSz="360091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103" kern="1200">
          <a:solidFill>
            <a:schemeClr val="tx1"/>
          </a:solidFill>
          <a:latin typeface="+mn-lt"/>
          <a:ea typeface="+mn-ea"/>
          <a:cs typeface="+mn-cs"/>
        </a:defRPr>
      </a:lvl1pPr>
      <a:lvl2pPr marL="270068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945" kern="1200">
          <a:solidFill>
            <a:schemeClr val="tx1"/>
          </a:solidFill>
          <a:latin typeface="+mn-lt"/>
          <a:ea typeface="+mn-ea"/>
          <a:cs typeface="+mn-cs"/>
        </a:defRPr>
      </a:lvl2pPr>
      <a:lvl3pPr marL="450113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88" kern="1200">
          <a:solidFill>
            <a:schemeClr val="tx1"/>
          </a:solidFill>
          <a:latin typeface="+mn-lt"/>
          <a:ea typeface="+mn-ea"/>
          <a:cs typeface="+mn-cs"/>
        </a:defRPr>
      </a:lvl3pPr>
      <a:lvl4pPr marL="630159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4pPr>
      <a:lvl5pPr marL="810204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5pPr>
      <a:lvl6pPr marL="990249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6pPr>
      <a:lvl7pPr marL="1170295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7pPr>
      <a:lvl8pPr marL="1350340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8pPr>
      <a:lvl9pPr marL="1530386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1pPr>
      <a:lvl2pPr marL="180045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2pPr>
      <a:lvl3pPr marL="360091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3pPr>
      <a:lvl4pPr marL="540136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4pPr>
      <a:lvl5pPr marL="720181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5pPr>
      <a:lvl6pPr marL="900227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6pPr>
      <a:lvl7pPr marL="1080272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7pPr>
      <a:lvl8pPr marL="1260318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8pPr>
      <a:lvl9pPr marL="1440363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lipse 1">
            <a:extLst>
              <a:ext uri="{FF2B5EF4-FFF2-40B4-BE49-F238E27FC236}">
                <a16:creationId xmlns:a16="http://schemas.microsoft.com/office/drawing/2014/main" id="{F9F2079B-A1C9-123D-DBAE-EE3D4E4EF505}"/>
              </a:ext>
            </a:extLst>
          </p:cNvPr>
          <p:cNvSpPr/>
          <p:nvPr/>
        </p:nvSpPr>
        <p:spPr>
          <a:xfrm>
            <a:off x="1759711" y="1759711"/>
            <a:ext cx="81028" cy="8102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ysClr val="windowText" lastClr="000000"/>
              </a:solidFill>
            </a:endParaRPr>
          </a:p>
        </p:txBody>
      </p:sp>
      <p:cxnSp>
        <p:nvCxnSpPr>
          <p:cNvPr id="4" name="Verbinder: gewinkelt 3">
            <a:extLst>
              <a:ext uri="{FF2B5EF4-FFF2-40B4-BE49-F238E27FC236}">
                <a16:creationId xmlns:a16="http://schemas.microsoft.com/office/drawing/2014/main" id="{68B26E16-D36F-6F26-AEF0-BC19A04C7D7F}"/>
              </a:ext>
            </a:extLst>
          </p:cNvPr>
          <p:cNvCxnSpPr>
            <a:endCxn id="2" idx="0"/>
          </p:cNvCxnSpPr>
          <p:nvPr/>
        </p:nvCxnSpPr>
        <p:spPr>
          <a:xfrm>
            <a:off x="1249471" y="1321496"/>
            <a:ext cx="550754" cy="438215"/>
          </a:xfrm>
          <a:prstGeom prst="bentConnector2">
            <a:avLst/>
          </a:prstGeom>
          <a:ln w="1587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Verbinder: gewinkelt 4">
            <a:extLst>
              <a:ext uri="{FF2B5EF4-FFF2-40B4-BE49-F238E27FC236}">
                <a16:creationId xmlns:a16="http://schemas.microsoft.com/office/drawing/2014/main" id="{ED67982E-0B0E-702D-35B3-D8650A1693E1}"/>
              </a:ext>
            </a:extLst>
          </p:cNvPr>
          <p:cNvCxnSpPr>
            <a:cxnSpLocks/>
            <a:endCxn id="2" idx="2"/>
          </p:cNvCxnSpPr>
          <p:nvPr/>
        </p:nvCxnSpPr>
        <p:spPr>
          <a:xfrm>
            <a:off x="1376644" y="1540603"/>
            <a:ext cx="383067" cy="259622"/>
          </a:xfrm>
          <a:prstGeom prst="bentConnector3">
            <a:avLst>
              <a:gd name="adj1" fmla="val 33589"/>
            </a:avLst>
          </a:prstGeom>
          <a:ln w="1587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Verbinder: gewinkelt 7">
            <a:extLst>
              <a:ext uri="{FF2B5EF4-FFF2-40B4-BE49-F238E27FC236}">
                <a16:creationId xmlns:a16="http://schemas.microsoft.com/office/drawing/2014/main" id="{4F13B83A-2651-AB41-8723-6EB31D3F7F7E}"/>
              </a:ext>
            </a:extLst>
          </p:cNvPr>
          <p:cNvCxnSpPr>
            <a:cxnSpLocks/>
            <a:endCxn id="2" idx="6"/>
          </p:cNvCxnSpPr>
          <p:nvPr/>
        </p:nvCxnSpPr>
        <p:spPr>
          <a:xfrm rot="10800000">
            <a:off x="1840740" y="1800226"/>
            <a:ext cx="353821" cy="139065"/>
          </a:xfrm>
          <a:prstGeom prst="bentConnector3">
            <a:avLst>
              <a:gd name="adj1" fmla="val 26310"/>
            </a:avLst>
          </a:prstGeom>
          <a:ln w="1587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7589906D-A31F-94F7-74ED-BA3F46F5CB20}"/>
              </a:ext>
            </a:extLst>
          </p:cNvPr>
          <p:cNvCxnSpPr>
            <a:cxnSpLocks/>
            <a:stCxn id="2" idx="4"/>
          </p:cNvCxnSpPr>
          <p:nvPr/>
        </p:nvCxnSpPr>
        <p:spPr>
          <a:xfrm>
            <a:off x="1800225" y="1840739"/>
            <a:ext cx="0" cy="308101"/>
          </a:xfrm>
          <a:prstGeom prst="line">
            <a:avLst/>
          </a:prstGeom>
          <a:ln w="1587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A072F789-439C-8383-0CA7-A03F5001E85D}"/>
              </a:ext>
            </a:extLst>
          </p:cNvPr>
          <p:cNvCxnSpPr/>
          <p:nvPr/>
        </p:nvCxnSpPr>
        <p:spPr>
          <a:xfrm>
            <a:off x="1504591" y="1321496"/>
            <a:ext cx="167999" cy="0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Gerade Verbindung mit Pfeil 37">
            <a:extLst>
              <a:ext uri="{FF2B5EF4-FFF2-40B4-BE49-F238E27FC236}">
                <a16:creationId xmlns:a16="http://schemas.microsoft.com/office/drawing/2014/main" id="{1706ADEE-DC9F-2D7D-3725-CD5E009C3C87}"/>
              </a:ext>
            </a:extLst>
          </p:cNvPr>
          <p:cNvCxnSpPr>
            <a:cxnSpLocks/>
          </p:cNvCxnSpPr>
          <p:nvPr/>
        </p:nvCxnSpPr>
        <p:spPr>
          <a:xfrm>
            <a:off x="1588590" y="1800225"/>
            <a:ext cx="139245" cy="0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Gerade Verbindung mit Pfeil 39">
            <a:extLst>
              <a:ext uri="{FF2B5EF4-FFF2-40B4-BE49-F238E27FC236}">
                <a16:creationId xmlns:a16="http://schemas.microsoft.com/office/drawing/2014/main" id="{4936780C-6041-2DE6-50FD-025B119A5356}"/>
              </a:ext>
            </a:extLst>
          </p:cNvPr>
          <p:cNvCxnSpPr>
            <a:cxnSpLocks/>
          </p:cNvCxnSpPr>
          <p:nvPr/>
        </p:nvCxnSpPr>
        <p:spPr>
          <a:xfrm flipV="1">
            <a:off x="1800225" y="1889760"/>
            <a:ext cx="0" cy="180401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Gerade Verbindung mit Pfeil 41">
            <a:extLst>
              <a:ext uri="{FF2B5EF4-FFF2-40B4-BE49-F238E27FC236}">
                <a16:creationId xmlns:a16="http://schemas.microsoft.com/office/drawing/2014/main" id="{890BEBFE-E750-D4E8-9330-469AF8A8FBF5}"/>
              </a:ext>
            </a:extLst>
          </p:cNvPr>
          <p:cNvCxnSpPr>
            <a:cxnSpLocks/>
          </p:cNvCxnSpPr>
          <p:nvPr/>
        </p:nvCxnSpPr>
        <p:spPr>
          <a:xfrm flipH="1">
            <a:off x="1902736" y="1800225"/>
            <a:ext cx="152400" cy="0"/>
          </a:xfrm>
          <a:prstGeom prst="straightConnector1">
            <a:avLst/>
          </a:prstGeom>
          <a:ln cap="rnd">
            <a:solidFill>
              <a:srgbClr val="FF0000"/>
            </a:solidFill>
            <a:round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feld 44">
            <a:extLst>
              <a:ext uri="{FF2B5EF4-FFF2-40B4-BE49-F238E27FC236}">
                <a16:creationId xmlns:a16="http://schemas.microsoft.com/office/drawing/2014/main" id="{9E0F651B-4858-543C-3AB7-08F2E9674853}"/>
              </a:ext>
            </a:extLst>
          </p:cNvPr>
          <p:cNvSpPr txBox="1"/>
          <p:nvPr/>
        </p:nvSpPr>
        <p:spPr>
          <a:xfrm>
            <a:off x="1440386" y="1019372"/>
            <a:ext cx="29640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</a:t>
            </a:r>
            <a:r>
              <a:rPr lang="de-DE" sz="1100" baseline="-250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1</a:t>
            </a:r>
          </a:p>
        </p:txBody>
      </p:sp>
      <p:sp>
        <p:nvSpPr>
          <p:cNvPr id="46" name="Textfeld 45">
            <a:extLst>
              <a:ext uri="{FF2B5EF4-FFF2-40B4-BE49-F238E27FC236}">
                <a16:creationId xmlns:a16="http://schemas.microsoft.com/office/drawing/2014/main" id="{06901695-544D-1747-93BE-78E1693B29BD}"/>
              </a:ext>
            </a:extLst>
          </p:cNvPr>
          <p:cNvSpPr txBox="1"/>
          <p:nvPr/>
        </p:nvSpPr>
        <p:spPr>
          <a:xfrm>
            <a:off x="1376644" y="1808487"/>
            <a:ext cx="29640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</a:t>
            </a:r>
            <a:r>
              <a:rPr lang="de-DE" sz="1100" baseline="-250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2</a:t>
            </a:r>
          </a:p>
        </p:txBody>
      </p:sp>
      <p:sp>
        <p:nvSpPr>
          <p:cNvPr id="47" name="Textfeld 46">
            <a:extLst>
              <a:ext uri="{FF2B5EF4-FFF2-40B4-BE49-F238E27FC236}">
                <a16:creationId xmlns:a16="http://schemas.microsoft.com/office/drawing/2014/main" id="{1882E639-70FF-8AF8-232F-BF99A25F126D}"/>
              </a:ext>
            </a:extLst>
          </p:cNvPr>
          <p:cNvSpPr txBox="1"/>
          <p:nvPr/>
        </p:nvSpPr>
        <p:spPr>
          <a:xfrm>
            <a:off x="1779197" y="1947042"/>
            <a:ext cx="29640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</a:t>
            </a:r>
            <a:r>
              <a:rPr lang="de-DE" sz="1100" baseline="-250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3</a:t>
            </a:r>
          </a:p>
        </p:txBody>
      </p:sp>
      <p:sp>
        <p:nvSpPr>
          <p:cNvPr id="48" name="Textfeld 47">
            <a:extLst>
              <a:ext uri="{FF2B5EF4-FFF2-40B4-BE49-F238E27FC236}">
                <a16:creationId xmlns:a16="http://schemas.microsoft.com/office/drawing/2014/main" id="{5088ACA1-7E7F-ABDF-0676-4969F9DA6281}"/>
              </a:ext>
            </a:extLst>
          </p:cNvPr>
          <p:cNvSpPr txBox="1"/>
          <p:nvPr/>
        </p:nvSpPr>
        <p:spPr>
          <a:xfrm>
            <a:off x="1869446" y="1501369"/>
            <a:ext cx="29640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</a:t>
            </a:r>
            <a:r>
              <a:rPr lang="de-DE" sz="1100" baseline="-250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4</a:t>
            </a:r>
          </a:p>
        </p:txBody>
      </p:sp>
      <p:cxnSp>
        <p:nvCxnSpPr>
          <p:cNvPr id="50" name="Gerader Verbinder 49">
            <a:extLst>
              <a:ext uri="{FF2B5EF4-FFF2-40B4-BE49-F238E27FC236}">
                <a16:creationId xmlns:a16="http://schemas.microsoft.com/office/drawing/2014/main" id="{6FAD3082-5240-091C-31ED-BCD3AA17F310}"/>
              </a:ext>
            </a:extLst>
          </p:cNvPr>
          <p:cNvCxnSpPr>
            <a:cxnSpLocks/>
          </p:cNvCxnSpPr>
          <p:nvPr/>
        </p:nvCxnSpPr>
        <p:spPr>
          <a:xfrm flipH="1">
            <a:off x="1051560" y="1320922"/>
            <a:ext cx="129540" cy="0"/>
          </a:xfrm>
          <a:prstGeom prst="line">
            <a:avLst/>
          </a:prstGeom>
          <a:ln w="15875" cap="rnd">
            <a:solidFill>
              <a:schemeClr val="tx1"/>
            </a:solidFill>
            <a:prstDash val="dashDot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4A47792D-116B-75F3-531E-2134E1E498CD}"/>
              </a:ext>
            </a:extLst>
          </p:cNvPr>
          <p:cNvCxnSpPr>
            <a:cxnSpLocks/>
          </p:cNvCxnSpPr>
          <p:nvPr/>
        </p:nvCxnSpPr>
        <p:spPr>
          <a:xfrm flipH="1">
            <a:off x="1181100" y="1540603"/>
            <a:ext cx="129540" cy="0"/>
          </a:xfrm>
          <a:prstGeom prst="line">
            <a:avLst/>
          </a:prstGeom>
          <a:ln w="15875" cap="rnd">
            <a:solidFill>
              <a:schemeClr val="tx1"/>
            </a:solidFill>
            <a:prstDash val="dashDot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Gerader Verbinder 54">
            <a:extLst>
              <a:ext uri="{FF2B5EF4-FFF2-40B4-BE49-F238E27FC236}">
                <a16:creationId xmlns:a16="http://schemas.microsoft.com/office/drawing/2014/main" id="{BE4F1BF2-8B2F-F01D-D31A-8AC0017E3401}"/>
              </a:ext>
            </a:extLst>
          </p:cNvPr>
          <p:cNvCxnSpPr>
            <a:cxnSpLocks/>
          </p:cNvCxnSpPr>
          <p:nvPr/>
        </p:nvCxnSpPr>
        <p:spPr>
          <a:xfrm>
            <a:off x="2253615" y="1939292"/>
            <a:ext cx="127635" cy="0"/>
          </a:xfrm>
          <a:prstGeom prst="line">
            <a:avLst/>
          </a:prstGeom>
          <a:ln w="15875" cap="rnd">
            <a:solidFill>
              <a:schemeClr val="tx1"/>
            </a:solidFill>
            <a:prstDash val="dashDot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Gerader Verbinder 56">
            <a:extLst>
              <a:ext uri="{FF2B5EF4-FFF2-40B4-BE49-F238E27FC236}">
                <a16:creationId xmlns:a16="http://schemas.microsoft.com/office/drawing/2014/main" id="{131478F4-7814-1E0D-17CE-E782BC927FC9}"/>
              </a:ext>
            </a:extLst>
          </p:cNvPr>
          <p:cNvCxnSpPr>
            <a:cxnSpLocks/>
          </p:cNvCxnSpPr>
          <p:nvPr/>
        </p:nvCxnSpPr>
        <p:spPr>
          <a:xfrm>
            <a:off x="1800225" y="2208652"/>
            <a:ext cx="0" cy="130688"/>
          </a:xfrm>
          <a:prstGeom prst="line">
            <a:avLst/>
          </a:prstGeom>
          <a:ln w="15875" cap="rnd">
            <a:solidFill>
              <a:schemeClr val="tx1"/>
            </a:solidFill>
            <a:prstDash val="dashDot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593673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8E7CED-4949-CAC9-AECA-36EDB0FC7D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>
            <a:extLst>
              <a:ext uri="{FF2B5EF4-FFF2-40B4-BE49-F238E27FC236}">
                <a16:creationId xmlns:a16="http://schemas.microsoft.com/office/drawing/2014/main" id="{814AF103-603F-C5CC-6C0E-CD55045268C0}"/>
              </a:ext>
            </a:extLst>
          </p:cNvPr>
          <p:cNvSpPr/>
          <p:nvPr/>
        </p:nvSpPr>
        <p:spPr>
          <a:xfrm>
            <a:off x="1070976" y="1308970"/>
            <a:ext cx="1276872" cy="982510"/>
          </a:xfrm>
          <a:prstGeom prst="rect">
            <a:avLst/>
          </a:prstGeom>
          <a:noFill/>
          <a:ln w="15875" cap="rnd">
            <a:solidFill>
              <a:schemeClr val="tx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7C8585C7-7458-B0C5-2036-AAE35322DB3F}"/>
              </a:ext>
            </a:extLst>
          </p:cNvPr>
          <p:cNvSpPr/>
          <p:nvPr/>
        </p:nvSpPr>
        <p:spPr>
          <a:xfrm>
            <a:off x="2306438" y="1268455"/>
            <a:ext cx="81028" cy="8102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ysClr val="windowText" lastClr="000000"/>
              </a:solidFill>
            </a:endParaRPr>
          </a:p>
        </p:txBody>
      </p:sp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78BD76B5-F103-51A3-781B-2CA27B68A603}"/>
              </a:ext>
            </a:extLst>
          </p:cNvPr>
          <p:cNvCxnSpPr>
            <a:cxnSpLocks/>
          </p:cNvCxnSpPr>
          <p:nvPr/>
        </p:nvCxnSpPr>
        <p:spPr>
          <a:xfrm>
            <a:off x="2569837" y="1308970"/>
            <a:ext cx="127635" cy="0"/>
          </a:xfrm>
          <a:prstGeom prst="line">
            <a:avLst/>
          </a:prstGeom>
          <a:ln w="15875" cap="rnd">
            <a:solidFill>
              <a:schemeClr val="tx1"/>
            </a:solidFill>
            <a:prstDash val="dashDot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672B3620-E0C9-E206-D004-5E5D7ED42FA9}"/>
              </a:ext>
            </a:extLst>
          </p:cNvPr>
          <p:cNvCxnSpPr>
            <a:cxnSpLocks/>
          </p:cNvCxnSpPr>
          <p:nvPr/>
        </p:nvCxnSpPr>
        <p:spPr>
          <a:xfrm>
            <a:off x="2387466" y="1309205"/>
            <a:ext cx="127635" cy="0"/>
          </a:xfrm>
          <a:prstGeom prst="line">
            <a:avLst/>
          </a:prstGeom>
          <a:ln w="15875" cap="rnd">
            <a:solidFill>
              <a:schemeClr val="tx1"/>
            </a:solidFill>
            <a:prstDash val="solid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Ellipse 15">
            <a:extLst>
              <a:ext uri="{FF2B5EF4-FFF2-40B4-BE49-F238E27FC236}">
                <a16:creationId xmlns:a16="http://schemas.microsoft.com/office/drawing/2014/main" id="{BA6BB636-757B-28CC-2ED3-F3F60E6FB8DB}"/>
              </a:ext>
            </a:extLst>
          </p:cNvPr>
          <p:cNvSpPr/>
          <p:nvPr/>
        </p:nvSpPr>
        <p:spPr>
          <a:xfrm>
            <a:off x="956676" y="1685925"/>
            <a:ext cx="228600" cy="228600"/>
          </a:xfrm>
          <a:prstGeom prst="ellipse">
            <a:avLst/>
          </a:prstGeom>
          <a:solidFill>
            <a:schemeClr val="bg1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E1B6A387-89D5-2E34-8BE6-9223A5DDECDD}"/>
              </a:ext>
            </a:extLst>
          </p:cNvPr>
          <p:cNvSpPr/>
          <p:nvPr/>
        </p:nvSpPr>
        <p:spPr>
          <a:xfrm>
            <a:off x="1543677" y="2234565"/>
            <a:ext cx="335280" cy="118110"/>
          </a:xfrm>
          <a:prstGeom prst="rect">
            <a:avLst/>
          </a:prstGeom>
          <a:solidFill>
            <a:schemeClr val="bg1"/>
          </a:solidFill>
          <a:ln w="15875" cap="rnd">
            <a:solidFill>
              <a:schemeClr val="tx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8BA1DEC5-C302-E7D5-ED95-29755BAF4A70}"/>
              </a:ext>
            </a:extLst>
          </p:cNvPr>
          <p:cNvSpPr txBox="1"/>
          <p:nvPr/>
        </p:nvSpPr>
        <p:spPr>
          <a:xfrm>
            <a:off x="926457" y="1685925"/>
            <a:ext cx="3733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70E9ED5B-876E-BA46-E7CE-32F2A3957647}"/>
              </a:ext>
            </a:extLst>
          </p:cNvPr>
          <p:cNvSpPr/>
          <p:nvPr/>
        </p:nvSpPr>
        <p:spPr>
          <a:xfrm>
            <a:off x="2307334" y="2250966"/>
            <a:ext cx="81028" cy="8102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ysClr val="windowText" lastClr="000000"/>
              </a:solidFill>
            </a:endParaRPr>
          </a:p>
        </p:txBody>
      </p:sp>
      <p:cxnSp>
        <p:nvCxnSpPr>
          <p:cNvPr id="20" name="Gerader Verbinder 19">
            <a:extLst>
              <a:ext uri="{FF2B5EF4-FFF2-40B4-BE49-F238E27FC236}">
                <a16:creationId xmlns:a16="http://schemas.microsoft.com/office/drawing/2014/main" id="{C75F2258-BD10-B38C-894B-B28FDECDBCB0}"/>
              </a:ext>
            </a:extLst>
          </p:cNvPr>
          <p:cNvCxnSpPr>
            <a:cxnSpLocks/>
          </p:cNvCxnSpPr>
          <p:nvPr/>
        </p:nvCxnSpPr>
        <p:spPr>
          <a:xfrm>
            <a:off x="2551048" y="2426737"/>
            <a:ext cx="127635" cy="0"/>
          </a:xfrm>
          <a:prstGeom prst="line">
            <a:avLst/>
          </a:prstGeom>
          <a:ln w="15875" cap="rnd">
            <a:solidFill>
              <a:schemeClr val="tx1"/>
            </a:solidFill>
            <a:prstDash val="dashDot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Verbinder: gewinkelt 21">
            <a:extLst>
              <a:ext uri="{FF2B5EF4-FFF2-40B4-BE49-F238E27FC236}">
                <a16:creationId xmlns:a16="http://schemas.microsoft.com/office/drawing/2014/main" id="{62832434-8A10-A9EB-5A2F-8F41F0D3BEEA}"/>
              </a:ext>
            </a:extLst>
          </p:cNvPr>
          <p:cNvCxnSpPr>
            <a:cxnSpLocks/>
            <a:endCxn id="19" idx="4"/>
          </p:cNvCxnSpPr>
          <p:nvPr/>
        </p:nvCxnSpPr>
        <p:spPr>
          <a:xfrm rot="10800000">
            <a:off x="2347848" y="2331994"/>
            <a:ext cx="146424" cy="94976"/>
          </a:xfrm>
          <a:prstGeom prst="bentConnector2">
            <a:avLst/>
          </a:prstGeom>
          <a:ln w="1587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hteck 24">
            <a:extLst>
              <a:ext uri="{FF2B5EF4-FFF2-40B4-BE49-F238E27FC236}">
                <a16:creationId xmlns:a16="http://schemas.microsoft.com/office/drawing/2014/main" id="{C7D8730B-7F7F-D875-956E-18FD7F947EA7}"/>
              </a:ext>
            </a:extLst>
          </p:cNvPr>
          <p:cNvSpPr/>
          <p:nvPr/>
        </p:nvSpPr>
        <p:spPr>
          <a:xfrm rot="5400000">
            <a:off x="1541772" y="1280160"/>
            <a:ext cx="335280" cy="53340"/>
          </a:xfrm>
          <a:prstGeom prst="rect">
            <a:avLst/>
          </a:prstGeom>
          <a:solidFill>
            <a:schemeClr val="bg1"/>
          </a:solidFill>
          <a:ln w="15875" cap="rnd">
            <a:noFill/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20EE89A8-C203-5A62-5DC1-40D189869342}"/>
              </a:ext>
            </a:extLst>
          </p:cNvPr>
          <p:cNvCxnSpPr>
            <a:cxnSpLocks/>
          </p:cNvCxnSpPr>
          <p:nvPr/>
        </p:nvCxnSpPr>
        <p:spPr>
          <a:xfrm>
            <a:off x="1680711" y="1180865"/>
            <a:ext cx="0" cy="251930"/>
          </a:xfrm>
          <a:prstGeom prst="line">
            <a:avLst/>
          </a:prstGeom>
          <a:ln w="15875" cap="rnd">
            <a:solidFill>
              <a:schemeClr val="tx1"/>
            </a:solidFill>
            <a:prstDash val="solid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r Verbinder 28">
            <a:extLst>
              <a:ext uri="{FF2B5EF4-FFF2-40B4-BE49-F238E27FC236}">
                <a16:creationId xmlns:a16="http://schemas.microsoft.com/office/drawing/2014/main" id="{7E0D0B9C-017F-44E8-E067-D9677AC7AEED}"/>
              </a:ext>
            </a:extLst>
          </p:cNvPr>
          <p:cNvCxnSpPr>
            <a:cxnSpLocks/>
          </p:cNvCxnSpPr>
          <p:nvPr/>
        </p:nvCxnSpPr>
        <p:spPr>
          <a:xfrm>
            <a:off x="1737862" y="1180865"/>
            <a:ext cx="0" cy="251930"/>
          </a:xfrm>
          <a:prstGeom prst="line">
            <a:avLst/>
          </a:prstGeom>
          <a:ln w="15875" cap="rnd">
            <a:solidFill>
              <a:schemeClr val="tx1"/>
            </a:solidFill>
            <a:prstDash val="solid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370E6AC5-5521-412F-9EDE-5603864D64C6}"/>
              </a:ext>
            </a:extLst>
          </p:cNvPr>
          <p:cNvCxnSpPr>
            <a:cxnSpLocks/>
          </p:cNvCxnSpPr>
          <p:nvPr/>
        </p:nvCxnSpPr>
        <p:spPr>
          <a:xfrm>
            <a:off x="1229172" y="1545593"/>
            <a:ext cx="0" cy="565147"/>
          </a:xfrm>
          <a:prstGeom prst="straightConnector1">
            <a:avLst/>
          </a:prstGeom>
          <a:ln cap="rnd">
            <a:solidFill>
              <a:schemeClr val="tx2">
                <a:lumMod val="75000"/>
                <a:lumOff val="25000"/>
              </a:schemeClr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feld 30">
            <a:extLst>
              <a:ext uri="{FF2B5EF4-FFF2-40B4-BE49-F238E27FC236}">
                <a16:creationId xmlns:a16="http://schemas.microsoft.com/office/drawing/2014/main" id="{9D0874DE-584C-7576-A37A-3CC41C66A079}"/>
              </a:ext>
            </a:extLst>
          </p:cNvPr>
          <p:cNvSpPr txBox="1"/>
          <p:nvPr/>
        </p:nvSpPr>
        <p:spPr>
          <a:xfrm>
            <a:off x="1185276" y="1685925"/>
            <a:ext cx="3416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i="1" dirty="0">
                <a:solidFill>
                  <a:schemeClr val="tx2">
                    <a:lumMod val="75000"/>
                    <a:lumOff val="2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r>
              <a:rPr lang="de-DE" sz="1100" baseline="-25000" dirty="0">
                <a:solidFill>
                  <a:schemeClr val="tx2">
                    <a:lumMod val="75000"/>
                    <a:lumOff val="2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1</a:t>
            </a:r>
          </a:p>
        </p:txBody>
      </p:sp>
      <p:cxnSp>
        <p:nvCxnSpPr>
          <p:cNvPr id="33" name="Gerade Verbindung mit Pfeil 32">
            <a:extLst>
              <a:ext uri="{FF2B5EF4-FFF2-40B4-BE49-F238E27FC236}">
                <a16:creationId xmlns:a16="http://schemas.microsoft.com/office/drawing/2014/main" id="{956E1706-1F39-FA56-87BE-451F9F4A2B47}"/>
              </a:ext>
            </a:extLst>
          </p:cNvPr>
          <p:cNvCxnSpPr>
            <a:cxnSpLocks/>
          </p:cNvCxnSpPr>
          <p:nvPr/>
        </p:nvCxnSpPr>
        <p:spPr>
          <a:xfrm>
            <a:off x="1503583" y="1496063"/>
            <a:ext cx="465000" cy="0"/>
          </a:xfrm>
          <a:prstGeom prst="straightConnector1">
            <a:avLst/>
          </a:prstGeom>
          <a:ln cap="rnd">
            <a:solidFill>
              <a:schemeClr val="tx2">
                <a:lumMod val="75000"/>
                <a:lumOff val="25000"/>
              </a:schemeClr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feld 34">
            <a:extLst>
              <a:ext uri="{FF2B5EF4-FFF2-40B4-BE49-F238E27FC236}">
                <a16:creationId xmlns:a16="http://schemas.microsoft.com/office/drawing/2014/main" id="{0739D8DB-4187-BDBC-DA16-433293533098}"/>
              </a:ext>
            </a:extLst>
          </p:cNvPr>
          <p:cNvSpPr txBox="1"/>
          <p:nvPr/>
        </p:nvSpPr>
        <p:spPr>
          <a:xfrm>
            <a:off x="1539457" y="1483999"/>
            <a:ext cx="3416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i="1" dirty="0">
                <a:solidFill>
                  <a:schemeClr val="tx2">
                    <a:lumMod val="75000"/>
                    <a:lumOff val="2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r>
              <a:rPr lang="de-DE" sz="1100" baseline="-25000" dirty="0">
                <a:solidFill>
                  <a:schemeClr val="tx2">
                    <a:lumMod val="75000"/>
                    <a:lumOff val="2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2</a:t>
            </a:r>
          </a:p>
        </p:txBody>
      </p:sp>
      <p:sp>
        <p:nvSpPr>
          <p:cNvPr id="36" name="Textfeld 35">
            <a:extLst>
              <a:ext uri="{FF2B5EF4-FFF2-40B4-BE49-F238E27FC236}">
                <a16:creationId xmlns:a16="http://schemas.microsoft.com/office/drawing/2014/main" id="{0ABD6DBC-62E3-375B-9279-6278F0CF0F3B}"/>
              </a:ext>
            </a:extLst>
          </p:cNvPr>
          <p:cNvSpPr txBox="1"/>
          <p:nvPr/>
        </p:nvSpPr>
        <p:spPr>
          <a:xfrm>
            <a:off x="1537291" y="1908176"/>
            <a:ext cx="3416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i="1" dirty="0">
                <a:solidFill>
                  <a:schemeClr val="tx2">
                    <a:lumMod val="75000"/>
                    <a:lumOff val="2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r>
              <a:rPr lang="de-DE" sz="1100" baseline="-25000" dirty="0">
                <a:solidFill>
                  <a:schemeClr val="tx2">
                    <a:lumMod val="75000"/>
                    <a:lumOff val="2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4</a:t>
            </a:r>
          </a:p>
        </p:txBody>
      </p:sp>
      <p:cxnSp>
        <p:nvCxnSpPr>
          <p:cNvPr id="39" name="Gerade Verbindung mit Pfeil 38">
            <a:extLst>
              <a:ext uri="{FF2B5EF4-FFF2-40B4-BE49-F238E27FC236}">
                <a16:creationId xmlns:a16="http://schemas.microsoft.com/office/drawing/2014/main" id="{7BBF9332-E02F-B36B-BE6A-E5F0BAF891A5}"/>
              </a:ext>
            </a:extLst>
          </p:cNvPr>
          <p:cNvCxnSpPr>
            <a:cxnSpLocks/>
          </p:cNvCxnSpPr>
          <p:nvPr/>
        </p:nvCxnSpPr>
        <p:spPr>
          <a:xfrm>
            <a:off x="1503583" y="2169786"/>
            <a:ext cx="465000" cy="0"/>
          </a:xfrm>
          <a:prstGeom prst="straightConnector1">
            <a:avLst/>
          </a:prstGeom>
          <a:ln cap="rnd">
            <a:solidFill>
              <a:schemeClr val="tx2">
                <a:lumMod val="75000"/>
                <a:lumOff val="25000"/>
              </a:schemeClr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07E775A1-5319-43D1-0344-7A79775E365F}"/>
              </a:ext>
            </a:extLst>
          </p:cNvPr>
          <p:cNvCxnSpPr>
            <a:cxnSpLocks/>
          </p:cNvCxnSpPr>
          <p:nvPr/>
        </p:nvCxnSpPr>
        <p:spPr>
          <a:xfrm>
            <a:off x="2261773" y="1631159"/>
            <a:ext cx="0" cy="394013"/>
          </a:xfrm>
          <a:prstGeom prst="straightConnector1">
            <a:avLst/>
          </a:prstGeom>
          <a:ln cap="rnd">
            <a:solidFill>
              <a:schemeClr val="tx2">
                <a:lumMod val="75000"/>
                <a:lumOff val="25000"/>
              </a:schemeClr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feld 50">
            <a:extLst>
              <a:ext uri="{FF2B5EF4-FFF2-40B4-BE49-F238E27FC236}">
                <a16:creationId xmlns:a16="http://schemas.microsoft.com/office/drawing/2014/main" id="{5CF80F3A-20C9-5EDE-4D8F-765ABC483993}"/>
              </a:ext>
            </a:extLst>
          </p:cNvPr>
          <p:cNvSpPr txBox="1"/>
          <p:nvPr/>
        </p:nvSpPr>
        <p:spPr>
          <a:xfrm>
            <a:off x="1945578" y="1685925"/>
            <a:ext cx="3416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i="1" dirty="0">
                <a:solidFill>
                  <a:schemeClr val="tx2">
                    <a:lumMod val="75000"/>
                    <a:lumOff val="2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r>
              <a:rPr lang="de-DE" sz="1100" baseline="-25000" dirty="0">
                <a:solidFill>
                  <a:schemeClr val="tx2">
                    <a:lumMod val="75000"/>
                    <a:lumOff val="2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33331566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9</Words>
  <Application>Microsoft Office PowerPoint</Application>
  <PresentationFormat>Benutzerdefiniert</PresentationFormat>
  <Paragraphs>9</Paragraphs>
  <Slides>2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</vt:i4>
      </vt:variant>
    </vt:vector>
  </HeadingPairs>
  <TitlesOfParts>
    <vt:vector size="7" baseType="lpstr">
      <vt:lpstr>Aptos</vt:lpstr>
      <vt:lpstr>Aptos Display</vt:lpstr>
      <vt:lpstr>Arial</vt:lpstr>
      <vt:lpstr>CMU Serif</vt:lpstr>
      <vt:lpstr>Office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Phillip Wolff</dc:creator>
  <cp:lastModifiedBy>Phillip Wolff</cp:lastModifiedBy>
  <cp:revision>70</cp:revision>
  <dcterms:created xsi:type="dcterms:W3CDTF">2025-08-17T20:55:38Z</dcterms:created>
  <dcterms:modified xsi:type="dcterms:W3CDTF">2026-01-28T21:20:21Z</dcterms:modified>
</cp:coreProperties>
</file>