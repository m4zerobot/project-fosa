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0" r:id="rId15"/>
    <p:sldId id="272" r:id="rId16"/>
    <p:sldId id="274" r:id="rId17"/>
    <p:sldId id="275" r:id="rId18"/>
    <p:sldId id="271" r:id="rId19"/>
    <p:sldId id="273" r:id="rId20"/>
    <p:sldId id="276" r:id="rId21"/>
    <p:sldId id="277" r:id="rId22"/>
    <p:sldId id="278" r:id="rId23"/>
    <p:sldId id="279" r:id="rId24"/>
    <p:sldId id="280" r:id="rId25"/>
    <p:sldId id="281" r:id="rId26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400" d="100"/>
          <a:sy n="400" d="100"/>
        </p:scale>
        <p:origin x="3154" y="-18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17.02.2026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9F2079B-A1C9-123D-DBAE-EE3D4E4EF505}"/>
              </a:ext>
            </a:extLst>
          </p:cNvPr>
          <p:cNvSpPr/>
          <p:nvPr/>
        </p:nvSpPr>
        <p:spPr>
          <a:xfrm>
            <a:off x="1759711" y="175971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Verbinder: gewinkelt 3">
            <a:extLst>
              <a:ext uri="{FF2B5EF4-FFF2-40B4-BE49-F238E27FC236}">
                <a16:creationId xmlns:a16="http://schemas.microsoft.com/office/drawing/2014/main" id="{68B26E16-D36F-6F26-AEF0-BC19A04C7D7F}"/>
              </a:ext>
            </a:extLst>
          </p:cNvPr>
          <p:cNvCxnSpPr>
            <a:endCxn id="2" idx="0"/>
          </p:cNvCxnSpPr>
          <p:nvPr/>
        </p:nvCxnSpPr>
        <p:spPr>
          <a:xfrm>
            <a:off x="1249471" y="1321496"/>
            <a:ext cx="550754" cy="438215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erbinder: gewinkelt 4">
            <a:extLst>
              <a:ext uri="{FF2B5EF4-FFF2-40B4-BE49-F238E27FC236}">
                <a16:creationId xmlns:a16="http://schemas.microsoft.com/office/drawing/2014/main" id="{ED67982E-0B0E-702D-35B3-D8650A1693E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1376644" y="1540603"/>
            <a:ext cx="383067" cy="259622"/>
          </a:xfrm>
          <a:prstGeom prst="bentConnector3">
            <a:avLst>
              <a:gd name="adj1" fmla="val 33589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4F13B83A-2651-AB41-8723-6EB31D3F7F7E}"/>
              </a:ext>
            </a:extLst>
          </p:cNvPr>
          <p:cNvCxnSpPr>
            <a:cxnSpLocks/>
            <a:endCxn id="2" idx="6"/>
          </p:cNvCxnSpPr>
          <p:nvPr/>
        </p:nvCxnSpPr>
        <p:spPr>
          <a:xfrm rot="10800000">
            <a:off x="1840740" y="1800226"/>
            <a:ext cx="353821" cy="139065"/>
          </a:xfrm>
          <a:prstGeom prst="bentConnector3">
            <a:avLst>
              <a:gd name="adj1" fmla="val 26310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589906D-A31F-94F7-74ED-BA3F46F5CB20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1800225" y="1840739"/>
            <a:ext cx="0" cy="308101"/>
          </a:xfrm>
          <a:prstGeom prst="line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072F789-439C-8383-0CA7-A03F5001E85D}"/>
              </a:ext>
            </a:extLst>
          </p:cNvPr>
          <p:cNvCxnSpPr/>
          <p:nvPr/>
        </p:nvCxnSpPr>
        <p:spPr>
          <a:xfrm>
            <a:off x="1504591" y="1321496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706ADEE-DC9F-2D7D-3725-CD5E009C3C87}"/>
              </a:ext>
            </a:extLst>
          </p:cNvPr>
          <p:cNvCxnSpPr>
            <a:cxnSpLocks/>
          </p:cNvCxnSpPr>
          <p:nvPr/>
        </p:nvCxnSpPr>
        <p:spPr>
          <a:xfrm>
            <a:off x="1588590" y="1800225"/>
            <a:ext cx="139245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936780C-6041-2DE6-50FD-025B119A5356}"/>
              </a:ext>
            </a:extLst>
          </p:cNvPr>
          <p:cNvCxnSpPr>
            <a:cxnSpLocks/>
          </p:cNvCxnSpPr>
          <p:nvPr/>
        </p:nvCxnSpPr>
        <p:spPr>
          <a:xfrm flipV="1">
            <a:off x="1800225" y="1889760"/>
            <a:ext cx="0" cy="18040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90BEBFE-E750-D4E8-9330-469AF8A8FBF5}"/>
              </a:ext>
            </a:extLst>
          </p:cNvPr>
          <p:cNvCxnSpPr>
            <a:cxnSpLocks/>
          </p:cNvCxnSpPr>
          <p:nvPr/>
        </p:nvCxnSpPr>
        <p:spPr>
          <a:xfrm flipH="1">
            <a:off x="1902736" y="1800225"/>
            <a:ext cx="15240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E0F651B-4858-543C-3AB7-08F2E9674853}"/>
              </a:ext>
            </a:extLst>
          </p:cNvPr>
          <p:cNvSpPr txBox="1"/>
          <p:nvPr/>
        </p:nvSpPr>
        <p:spPr>
          <a:xfrm>
            <a:off x="1440386" y="101937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6901695-544D-1747-93BE-78E1693B29BD}"/>
              </a:ext>
            </a:extLst>
          </p:cNvPr>
          <p:cNvSpPr txBox="1"/>
          <p:nvPr/>
        </p:nvSpPr>
        <p:spPr>
          <a:xfrm>
            <a:off x="1376644" y="1808487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1882E639-70FF-8AF8-232F-BF99A25F126D}"/>
              </a:ext>
            </a:extLst>
          </p:cNvPr>
          <p:cNvSpPr txBox="1"/>
          <p:nvPr/>
        </p:nvSpPr>
        <p:spPr>
          <a:xfrm>
            <a:off x="1779197" y="194704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088ACA1-7E7F-ABDF-0676-4969F9DA6281}"/>
              </a:ext>
            </a:extLst>
          </p:cNvPr>
          <p:cNvSpPr txBox="1"/>
          <p:nvPr/>
        </p:nvSpPr>
        <p:spPr>
          <a:xfrm>
            <a:off x="1869446" y="1501369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FAD3082-5240-091C-31ED-BCD3AA17F310}"/>
              </a:ext>
            </a:extLst>
          </p:cNvPr>
          <p:cNvCxnSpPr>
            <a:cxnSpLocks/>
          </p:cNvCxnSpPr>
          <p:nvPr/>
        </p:nvCxnSpPr>
        <p:spPr>
          <a:xfrm flipH="1">
            <a:off x="1051560" y="1320922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A47792D-116B-75F3-531E-2134E1E498CD}"/>
              </a:ext>
            </a:extLst>
          </p:cNvPr>
          <p:cNvCxnSpPr>
            <a:cxnSpLocks/>
          </p:cNvCxnSpPr>
          <p:nvPr/>
        </p:nvCxnSpPr>
        <p:spPr>
          <a:xfrm flipH="1">
            <a:off x="1181100" y="1540603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4F1BF2-8B2F-F01D-D31A-8AC0017E3401}"/>
              </a:ext>
            </a:extLst>
          </p:cNvPr>
          <p:cNvCxnSpPr>
            <a:cxnSpLocks/>
          </p:cNvCxnSpPr>
          <p:nvPr/>
        </p:nvCxnSpPr>
        <p:spPr>
          <a:xfrm>
            <a:off x="2253615" y="1939292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131478F4-7814-1E0D-17CE-E782BC927FC9}"/>
              </a:ext>
            </a:extLst>
          </p:cNvPr>
          <p:cNvCxnSpPr>
            <a:cxnSpLocks/>
          </p:cNvCxnSpPr>
          <p:nvPr/>
        </p:nvCxnSpPr>
        <p:spPr>
          <a:xfrm>
            <a:off x="1800225" y="2208652"/>
            <a:ext cx="0" cy="130688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E7CED-4949-CAC9-AECA-36EDB0FC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14AF103-603F-C5CC-6C0E-CD55045268C0}"/>
              </a:ext>
            </a:extLst>
          </p:cNvPr>
          <p:cNvSpPr/>
          <p:nvPr/>
        </p:nvSpPr>
        <p:spPr>
          <a:xfrm>
            <a:off x="1070976" y="1308970"/>
            <a:ext cx="1276872" cy="982510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C8585C7-7458-B0C5-2036-AAE35322DB3F}"/>
              </a:ext>
            </a:extLst>
          </p:cNvPr>
          <p:cNvSpPr/>
          <p:nvPr/>
        </p:nvSpPr>
        <p:spPr>
          <a:xfrm>
            <a:off x="2306438" y="1268455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8BD76B5-F103-51A3-781B-2CA27B68A603}"/>
              </a:ext>
            </a:extLst>
          </p:cNvPr>
          <p:cNvCxnSpPr>
            <a:cxnSpLocks/>
          </p:cNvCxnSpPr>
          <p:nvPr/>
        </p:nvCxnSpPr>
        <p:spPr>
          <a:xfrm>
            <a:off x="2569837" y="1308970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72B3620-E0C9-E206-D004-5E5D7ED42FA9}"/>
              </a:ext>
            </a:extLst>
          </p:cNvPr>
          <p:cNvCxnSpPr>
            <a:cxnSpLocks/>
          </p:cNvCxnSpPr>
          <p:nvPr/>
        </p:nvCxnSpPr>
        <p:spPr>
          <a:xfrm>
            <a:off x="2387466" y="1309205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BA6BB636-757B-28CC-2ED3-F3F60E6FB8DB}"/>
              </a:ext>
            </a:extLst>
          </p:cNvPr>
          <p:cNvSpPr/>
          <p:nvPr/>
        </p:nvSpPr>
        <p:spPr>
          <a:xfrm>
            <a:off x="956676" y="1685925"/>
            <a:ext cx="228600" cy="2286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B6A387-89D5-2E34-8BE6-9223A5DDECDD}"/>
              </a:ext>
            </a:extLst>
          </p:cNvPr>
          <p:cNvSpPr/>
          <p:nvPr/>
        </p:nvSpPr>
        <p:spPr>
          <a:xfrm>
            <a:off x="1543677" y="2234565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BA1DEC5-C302-E7D5-ED95-29755BAF4A70}"/>
              </a:ext>
            </a:extLst>
          </p:cNvPr>
          <p:cNvSpPr txBox="1"/>
          <p:nvPr/>
        </p:nvSpPr>
        <p:spPr>
          <a:xfrm>
            <a:off x="926457" y="1685925"/>
            <a:ext cx="373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9ED5B-876E-BA46-E7CE-32F2A3957647}"/>
              </a:ext>
            </a:extLst>
          </p:cNvPr>
          <p:cNvSpPr/>
          <p:nvPr/>
        </p:nvSpPr>
        <p:spPr>
          <a:xfrm>
            <a:off x="2307334" y="2250966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C75F2258-BD10-B38C-894B-B28FDECDBCB0}"/>
              </a:ext>
            </a:extLst>
          </p:cNvPr>
          <p:cNvCxnSpPr>
            <a:cxnSpLocks/>
          </p:cNvCxnSpPr>
          <p:nvPr/>
        </p:nvCxnSpPr>
        <p:spPr>
          <a:xfrm>
            <a:off x="2551048" y="2426737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2832434-8A10-A9EB-5A2F-8F41F0D3BEEA}"/>
              </a:ext>
            </a:extLst>
          </p:cNvPr>
          <p:cNvCxnSpPr>
            <a:cxnSpLocks/>
            <a:endCxn id="19" idx="4"/>
          </p:cNvCxnSpPr>
          <p:nvPr/>
        </p:nvCxnSpPr>
        <p:spPr>
          <a:xfrm rot="10800000">
            <a:off x="2347848" y="2331994"/>
            <a:ext cx="146424" cy="94976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7D8730B-7F7F-D875-956E-18FD7F947EA7}"/>
              </a:ext>
            </a:extLst>
          </p:cNvPr>
          <p:cNvSpPr/>
          <p:nvPr/>
        </p:nvSpPr>
        <p:spPr>
          <a:xfrm rot="5400000">
            <a:off x="1541772" y="1280160"/>
            <a:ext cx="335280" cy="53340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0EE89A8-C203-5A62-5DC1-40D189869342}"/>
              </a:ext>
            </a:extLst>
          </p:cNvPr>
          <p:cNvCxnSpPr>
            <a:cxnSpLocks/>
          </p:cNvCxnSpPr>
          <p:nvPr/>
        </p:nvCxnSpPr>
        <p:spPr>
          <a:xfrm>
            <a:off x="1680711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E0D0B9C-017F-44E8-E067-D9677AC7AEED}"/>
              </a:ext>
            </a:extLst>
          </p:cNvPr>
          <p:cNvCxnSpPr>
            <a:cxnSpLocks/>
          </p:cNvCxnSpPr>
          <p:nvPr/>
        </p:nvCxnSpPr>
        <p:spPr>
          <a:xfrm>
            <a:off x="1737862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70E6AC5-5521-412F-9EDE-5603864D64C6}"/>
              </a:ext>
            </a:extLst>
          </p:cNvPr>
          <p:cNvCxnSpPr>
            <a:cxnSpLocks/>
          </p:cNvCxnSpPr>
          <p:nvPr/>
        </p:nvCxnSpPr>
        <p:spPr>
          <a:xfrm>
            <a:off x="1229172" y="1545593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D0874DE-584C-7576-A37A-3CC41C66A079}"/>
              </a:ext>
            </a:extLst>
          </p:cNvPr>
          <p:cNvSpPr txBox="1"/>
          <p:nvPr/>
        </p:nvSpPr>
        <p:spPr>
          <a:xfrm>
            <a:off x="1185276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56E1706-1F39-FA56-87BE-451F9F4A2B47}"/>
              </a:ext>
            </a:extLst>
          </p:cNvPr>
          <p:cNvCxnSpPr>
            <a:cxnSpLocks/>
          </p:cNvCxnSpPr>
          <p:nvPr/>
        </p:nvCxnSpPr>
        <p:spPr>
          <a:xfrm>
            <a:off x="1503583" y="1496063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739D8DB-4187-BDBC-DA16-433293533098}"/>
              </a:ext>
            </a:extLst>
          </p:cNvPr>
          <p:cNvSpPr txBox="1"/>
          <p:nvPr/>
        </p:nvSpPr>
        <p:spPr>
          <a:xfrm>
            <a:off x="1539457" y="148399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ABD6DBC-62E3-375B-9279-6278F0CF0F3B}"/>
              </a:ext>
            </a:extLst>
          </p:cNvPr>
          <p:cNvSpPr txBox="1"/>
          <p:nvPr/>
        </p:nvSpPr>
        <p:spPr>
          <a:xfrm>
            <a:off x="1537291" y="1908176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BBF9332-E02F-B36B-BE6A-E5F0BAF891A5}"/>
              </a:ext>
            </a:extLst>
          </p:cNvPr>
          <p:cNvCxnSpPr>
            <a:cxnSpLocks/>
          </p:cNvCxnSpPr>
          <p:nvPr/>
        </p:nvCxnSpPr>
        <p:spPr>
          <a:xfrm>
            <a:off x="1503583" y="2169786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7E775A1-5319-43D1-0344-7A79775E365F}"/>
              </a:ext>
            </a:extLst>
          </p:cNvPr>
          <p:cNvCxnSpPr>
            <a:cxnSpLocks/>
          </p:cNvCxnSpPr>
          <p:nvPr/>
        </p:nvCxnSpPr>
        <p:spPr>
          <a:xfrm>
            <a:off x="2261773" y="1631159"/>
            <a:ext cx="0" cy="39401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5CF80F3A-20C9-5EDE-4D8F-765ABC483993}"/>
              </a:ext>
            </a:extLst>
          </p:cNvPr>
          <p:cNvSpPr txBox="1"/>
          <p:nvPr/>
        </p:nvSpPr>
        <p:spPr>
          <a:xfrm>
            <a:off x="1945578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33156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3E057EA1-E5CF-3541-265D-084B3BC6B0C2}"/>
              </a:ext>
            </a:extLst>
          </p:cNvPr>
          <p:cNvSpPr/>
          <p:nvPr/>
        </p:nvSpPr>
        <p:spPr>
          <a:xfrm>
            <a:off x="980162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8928DA-7BDC-B1B9-54F8-86CB5DFFD5DC}"/>
              </a:ext>
            </a:extLst>
          </p:cNvPr>
          <p:cNvSpPr/>
          <p:nvPr/>
        </p:nvSpPr>
        <p:spPr>
          <a:xfrm>
            <a:off x="1875774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686A7B4-1A15-6A66-B176-584F0D18DE91}"/>
              </a:ext>
            </a:extLst>
          </p:cNvPr>
          <p:cNvSpPr/>
          <p:nvPr/>
        </p:nvSpPr>
        <p:spPr>
          <a:xfrm>
            <a:off x="1835260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1C8E0FC-93A2-0376-96F4-52D43EB98E22}"/>
              </a:ext>
            </a:extLst>
          </p:cNvPr>
          <p:cNvSpPr/>
          <p:nvPr/>
        </p:nvSpPr>
        <p:spPr>
          <a:xfrm>
            <a:off x="1835260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04A22D-F753-DAD2-0AB0-3DE6001403B6}"/>
              </a:ext>
            </a:extLst>
          </p:cNvPr>
          <p:cNvSpPr/>
          <p:nvPr/>
        </p:nvSpPr>
        <p:spPr>
          <a:xfrm>
            <a:off x="2225207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B6A399D-038D-AE45-0E58-CE504D6EEFE1}"/>
              </a:ext>
            </a:extLst>
          </p:cNvPr>
          <p:cNvSpPr/>
          <p:nvPr/>
        </p:nvSpPr>
        <p:spPr>
          <a:xfrm>
            <a:off x="2225207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C1F46EB-8CF0-2B19-DC2A-218401FEB93A}"/>
              </a:ext>
            </a:extLst>
          </p:cNvPr>
          <p:cNvSpPr/>
          <p:nvPr/>
        </p:nvSpPr>
        <p:spPr>
          <a:xfrm rot="16200000">
            <a:off x="1708134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2972A03-99EE-88DD-B6C7-E772D9EBF4CD}"/>
              </a:ext>
            </a:extLst>
          </p:cNvPr>
          <p:cNvSpPr/>
          <p:nvPr/>
        </p:nvSpPr>
        <p:spPr>
          <a:xfrm rot="16200000">
            <a:off x="1708134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7F5359C-0992-EE4F-03EF-45806CC8D5FA}"/>
              </a:ext>
            </a:extLst>
          </p:cNvPr>
          <p:cNvSpPr/>
          <p:nvPr/>
        </p:nvSpPr>
        <p:spPr>
          <a:xfrm rot="16200000">
            <a:off x="244403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3F8E24-4192-92D7-F463-FFE9D7573B77}"/>
              </a:ext>
            </a:extLst>
          </p:cNvPr>
          <p:cNvSpPr/>
          <p:nvPr/>
        </p:nvSpPr>
        <p:spPr>
          <a:xfrm>
            <a:off x="865862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68E458-758E-9B4B-9AE3-914A5A14B5A6}"/>
              </a:ext>
            </a:extLst>
          </p:cNvPr>
          <p:cNvCxnSpPr>
            <a:cxnSpLocks/>
          </p:cNvCxnSpPr>
          <p:nvPr/>
        </p:nvCxnSpPr>
        <p:spPr>
          <a:xfrm>
            <a:off x="1153517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9FABC065-D538-9CA7-8C79-8A0F19E4A9DB}"/>
              </a:ext>
            </a:extLst>
          </p:cNvPr>
          <p:cNvSpPr txBox="1"/>
          <p:nvPr/>
        </p:nvSpPr>
        <p:spPr>
          <a:xfrm>
            <a:off x="1100490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D4FB6DF-2525-4FC9-BC05-B1D3572E27ED}"/>
              </a:ext>
            </a:extLst>
          </p:cNvPr>
          <p:cNvCxnSpPr/>
          <p:nvPr/>
        </p:nvCxnSpPr>
        <p:spPr>
          <a:xfrm>
            <a:off x="1358156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48A7EB98-7A72-4A16-2EDD-3217024027DA}"/>
              </a:ext>
            </a:extLst>
          </p:cNvPr>
          <p:cNvSpPr txBox="1"/>
          <p:nvPr/>
        </p:nvSpPr>
        <p:spPr>
          <a:xfrm>
            <a:off x="1293951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C0B39A7-A019-20A1-8634-17B91DF2738E}"/>
              </a:ext>
            </a:extLst>
          </p:cNvPr>
          <p:cNvSpPr txBox="1"/>
          <p:nvPr/>
        </p:nvSpPr>
        <p:spPr>
          <a:xfrm>
            <a:off x="1517465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C2A2C33-4C59-70DB-B219-56133EE8514E}"/>
              </a:ext>
            </a:extLst>
          </p:cNvPr>
          <p:cNvCxnSpPr/>
          <p:nvPr/>
        </p:nvCxnSpPr>
        <p:spPr>
          <a:xfrm>
            <a:off x="2384623" y="1778695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3589E243-4267-B551-6152-74220A838544}"/>
              </a:ext>
            </a:extLst>
          </p:cNvPr>
          <p:cNvSpPr txBox="1"/>
          <p:nvPr/>
        </p:nvSpPr>
        <p:spPr>
          <a:xfrm>
            <a:off x="2315270" y="1479344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3766466-525F-2C31-259F-30B77BE5EB3C}"/>
              </a:ext>
            </a:extLst>
          </p:cNvPr>
          <p:cNvCxnSpPr>
            <a:cxnSpLocks/>
          </p:cNvCxnSpPr>
          <p:nvPr/>
        </p:nvCxnSpPr>
        <p:spPr>
          <a:xfrm>
            <a:off x="1876276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90CEF2F2-91E1-90D2-5E73-DFDBFD33CFD7}"/>
              </a:ext>
            </a:extLst>
          </p:cNvPr>
          <p:cNvSpPr txBox="1"/>
          <p:nvPr/>
        </p:nvSpPr>
        <p:spPr>
          <a:xfrm>
            <a:off x="1579116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6527C2F-70F0-A612-918C-B3D53D89BB9D}"/>
              </a:ext>
            </a:extLst>
          </p:cNvPr>
          <p:cNvSpPr txBox="1"/>
          <p:nvPr/>
        </p:nvSpPr>
        <p:spPr>
          <a:xfrm>
            <a:off x="1517465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1FD6ACF-6D45-4261-82A4-C38A2595DF3A}"/>
              </a:ext>
            </a:extLst>
          </p:cNvPr>
          <p:cNvSpPr txBox="1"/>
          <p:nvPr/>
        </p:nvSpPr>
        <p:spPr>
          <a:xfrm>
            <a:off x="2254771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9AE8096-AD6F-F4CC-0A21-D6ECBFAA1D37}"/>
              </a:ext>
            </a:extLst>
          </p:cNvPr>
          <p:cNvSpPr txBox="1"/>
          <p:nvPr/>
        </p:nvSpPr>
        <p:spPr>
          <a:xfrm>
            <a:off x="2089339" y="153358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FF0D137-E45A-B99D-7745-A0D5252075D9}"/>
              </a:ext>
            </a:extLst>
          </p:cNvPr>
          <p:cNvSpPr txBox="1"/>
          <p:nvPr/>
        </p:nvSpPr>
        <p:spPr>
          <a:xfrm>
            <a:off x="2089339" y="242707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989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180-0DE8-2D3F-85B0-2B3E5D661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C26DCF5-6F09-ACCD-47C5-0B0C2894F5CD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CCAFFB4-D097-C21D-ABAF-5956BBC8DFF7}"/>
              </a:ext>
            </a:extLst>
          </p:cNvPr>
          <p:cNvSpPr/>
          <p:nvPr/>
        </p:nvSpPr>
        <p:spPr>
          <a:xfrm>
            <a:off x="1991647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15007E6-3C24-9B92-99FF-A3E333D07E24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E9FE3FC-7002-70D2-BBBB-DED824DA0E89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8602033-4A6D-A3FA-4390-73F7E19C3E5B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3887E9A-A9B3-E710-8EB2-39D739F725DC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99670D9-3C38-8A83-D639-16F028C0782C}"/>
              </a:ext>
            </a:extLst>
          </p:cNvPr>
          <p:cNvSpPr/>
          <p:nvPr/>
        </p:nvSpPr>
        <p:spPr>
          <a:xfrm rot="16200000">
            <a:off x="2112555" y="2036733"/>
            <a:ext cx="968008" cy="370899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2D47FA6-0C95-47D8-CDCF-052FB93DACAA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243993-4FED-2C24-6D02-31E23C2B6DE4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2F861A83-F8C5-9CCC-75D3-A27446323AB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BE8BC9B-2E5A-88D1-D072-90BCED54D6A0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10A75A5E-6306-CF12-9D41-ECCBA9C22C9B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48A2ACD-F1EA-5E7F-4AED-095EEF08B587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39339-76E0-F373-7E0E-ADD9A72AD9CE}"/>
              </a:ext>
            </a:extLst>
          </p:cNvPr>
          <p:cNvCxnSpPr>
            <a:cxnSpLocks/>
          </p:cNvCxnSpPr>
          <p:nvPr/>
        </p:nvCxnSpPr>
        <p:spPr>
          <a:xfrm>
            <a:off x="1992149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F1CE6E0-30F2-2FAC-2885-3803B8C3A3DB}"/>
              </a:ext>
            </a:extLst>
          </p:cNvPr>
          <p:cNvSpPr txBox="1"/>
          <p:nvPr/>
        </p:nvSpPr>
        <p:spPr>
          <a:xfrm>
            <a:off x="1694989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2160195-DDB8-6ECF-0B2A-EDC98E802C09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3C91E694-EBC2-1B3F-C1EB-08211EE00B50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460DA54-2300-4766-5270-1A2CD5D53C55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6FFA2C0-46D1-E466-D123-EF9B8F92B9A7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A11FC0B-2738-EF53-D0C0-CAF8D6B82200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A215222-9CAB-DB87-BD22-413E4E657E3D}"/>
              </a:ext>
            </a:extLst>
          </p:cNvPr>
          <p:cNvCxnSpPr>
            <a:cxnSpLocks/>
          </p:cNvCxnSpPr>
          <p:nvPr/>
        </p:nvCxnSpPr>
        <p:spPr>
          <a:xfrm>
            <a:off x="2376568" y="1859384"/>
            <a:ext cx="0" cy="73522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2ECAFED-1A1D-6661-7179-952083BDFF28}"/>
              </a:ext>
            </a:extLst>
          </p:cNvPr>
          <p:cNvSpPr txBox="1"/>
          <p:nvPr/>
        </p:nvSpPr>
        <p:spPr>
          <a:xfrm>
            <a:off x="2331554" y="2082947"/>
            <a:ext cx="4414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</p:spTree>
    <p:extLst>
      <p:ext uri="{BB962C8B-B14F-4D97-AF65-F5344CB8AC3E}">
        <p14:creationId xmlns:p14="http://schemas.microsoft.com/office/powerpoint/2010/main" val="86645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EDE7-E3FE-84E4-319D-31CDE830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C8C22B4-8526-CB29-88CD-051EB7508B1B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FD89CC3-97A7-80CB-0DA3-68278E4FC0E3}"/>
              </a:ext>
            </a:extLst>
          </p:cNvPr>
          <p:cNvSpPr/>
          <p:nvPr/>
        </p:nvSpPr>
        <p:spPr>
          <a:xfrm>
            <a:off x="1991648" y="1778695"/>
            <a:ext cx="386136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78204AC-684F-5034-6679-ABEC4ADFBF2C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E75F33-A70E-26DB-A5AC-B11C41FEC07A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70FA5A3-5027-B1C0-3679-7F76C7CC9DDF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2CD5A6B-512D-FD37-3C41-D0E4C54CC797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D7B4E630-7FAE-6F32-E538-DAD790677C58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E8230A-15E9-5B6D-155E-38439D10BF5F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3D14D721-9D21-10AB-3B2A-9B05ADA13E4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AAB494C-ABF9-9256-0B17-8BFC9AA6F06D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9FB38A0-E99A-5F9A-2393-04B62DB3A73A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CC36C0E-20BA-4473-BE56-1D6DBEF968A6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BF2893D-2C46-0A6B-D96B-AF79C07FECCC}"/>
              </a:ext>
            </a:extLst>
          </p:cNvPr>
          <p:cNvCxnSpPr>
            <a:cxnSpLocks/>
          </p:cNvCxnSpPr>
          <p:nvPr/>
        </p:nvCxnSpPr>
        <p:spPr>
          <a:xfrm>
            <a:off x="2378052" y="2146853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E0C67E2-D3EE-AD12-9B90-3F85FD258E61}"/>
              </a:ext>
            </a:extLst>
          </p:cNvPr>
          <p:cNvSpPr txBox="1"/>
          <p:nvPr/>
        </p:nvSpPr>
        <p:spPr>
          <a:xfrm>
            <a:off x="2358441" y="208753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EF0AFA-885E-9E2C-74D3-3A7A9DD5FFAB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3FDE67E-B328-51BB-1C5E-354072379244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85FFBC7-038C-9FC4-7699-E855256F5B4F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33A2C89-A0CF-4C28-7E55-D04C05E8388D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2EF8E7A-29F9-1B0D-AD5D-F0A2A4950141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423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B4BAF-30C9-5C5F-C34F-D84674834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1917DFD-AADF-BA70-1DD3-2BAA2CF2D614}"/>
              </a:ext>
            </a:extLst>
          </p:cNvPr>
          <p:cNvSpPr/>
          <p:nvPr/>
        </p:nvSpPr>
        <p:spPr>
          <a:xfrm>
            <a:off x="1296051" y="1333727"/>
            <a:ext cx="1065157" cy="932995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4135EEA-034C-4B43-AD2D-8BA21C09EDA1}"/>
              </a:ext>
            </a:extLst>
          </p:cNvPr>
          <p:cNvSpPr/>
          <p:nvPr/>
        </p:nvSpPr>
        <p:spPr>
          <a:xfrm rot="16200000">
            <a:off x="2193568" y="1738332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018DC303-1E49-2C8E-4742-9A173F961AA2}"/>
              </a:ext>
            </a:extLst>
          </p:cNvPr>
          <p:cNvSpPr/>
          <p:nvPr/>
        </p:nvSpPr>
        <p:spPr>
          <a:xfrm>
            <a:off x="1181618" y="1683087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36532079-356C-B354-E0AA-7B3B750CC57F}"/>
              </a:ext>
            </a:extLst>
          </p:cNvPr>
          <p:cNvGrpSpPr/>
          <p:nvPr/>
        </p:nvGrpSpPr>
        <p:grpSpPr>
          <a:xfrm>
            <a:off x="1691063" y="1437341"/>
            <a:ext cx="341666" cy="739056"/>
            <a:chOff x="1225835" y="1517800"/>
            <a:chExt cx="341666" cy="739056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11B46CC-D453-9537-29B5-C0C7ADF5F2AC}"/>
                </a:ext>
              </a:extLst>
            </p:cNvPr>
            <p:cNvCxnSpPr>
              <a:cxnSpLocks/>
            </p:cNvCxnSpPr>
            <p:nvPr/>
          </p:nvCxnSpPr>
          <p:spPr>
            <a:xfrm>
              <a:off x="1269390" y="1517800"/>
              <a:ext cx="3393" cy="739056"/>
            </a:xfrm>
            <a:prstGeom prst="straightConnector1">
              <a:avLst/>
            </a:prstGeom>
            <a:ln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9F13CD75-9AB9-8AC8-23F4-4A2B6C4D8C90}"/>
                </a:ext>
              </a:extLst>
            </p:cNvPr>
            <p:cNvSpPr txBox="1"/>
            <p:nvPr/>
          </p:nvSpPr>
          <p:spPr>
            <a:xfrm>
              <a:off x="1225835" y="1747041"/>
              <a:ext cx="34166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1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q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F99F630-38D4-3F18-FF8B-AB3C505F09B6}"/>
              </a:ext>
            </a:extLst>
          </p:cNvPr>
          <p:cNvGrpSpPr/>
          <p:nvPr/>
        </p:nvGrpSpPr>
        <p:grpSpPr>
          <a:xfrm>
            <a:off x="1357943" y="1332778"/>
            <a:ext cx="296407" cy="286736"/>
            <a:chOff x="1409824" y="867427"/>
            <a:chExt cx="296407" cy="286736"/>
          </a:xfrm>
        </p:grpSpPr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6B8A65DD-B4F8-2779-8F4F-63FBF9E81E99}"/>
                </a:ext>
              </a:extLst>
            </p:cNvPr>
            <p:cNvCxnSpPr/>
            <p:nvPr/>
          </p:nvCxnSpPr>
          <p:spPr>
            <a:xfrm>
              <a:off x="1474029" y="867427"/>
              <a:ext cx="167999" cy="0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1F05C65-34C4-5B44-38E5-63DF2A883136}"/>
                </a:ext>
              </a:extLst>
            </p:cNvPr>
            <p:cNvSpPr txBox="1"/>
            <p:nvPr/>
          </p:nvSpPr>
          <p:spPr>
            <a:xfrm>
              <a:off x="1409824" y="892553"/>
              <a:ext cx="29640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3C76060E-7756-C382-8830-D083FD21E4EA}"/>
              </a:ext>
            </a:extLst>
          </p:cNvPr>
          <p:cNvSpPr txBox="1"/>
          <p:nvPr/>
        </p:nvSpPr>
        <p:spPr>
          <a:xfrm>
            <a:off x="1999330" y="166658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A8993ED-8A4E-E286-9BBD-26849BF3E495}"/>
              </a:ext>
            </a:extLst>
          </p:cNvPr>
          <p:cNvSpPr/>
          <p:nvPr/>
        </p:nvSpPr>
        <p:spPr>
          <a:xfrm>
            <a:off x="1702996" y="1299668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8285F63-1A3A-BBC2-CAD9-F52B2A05AA64}"/>
              </a:ext>
            </a:extLst>
          </p:cNvPr>
          <p:cNvSpPr/>
          <p:nvPr/>
        </p:nvSpPr>
        <p:spPr>
          <a:xfrm>
            <a:off x="1708843" y="2233371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016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54D14492-B4A4-5A4B-603F-135639A2257E}"/>
              </a:ext>
            </a:extLst>
          </p:cNvPr>
          <p:cNvSpPr txBox="1"/>
          <p:nvPr/>
        </p:nvSpPr>
        <p:spPr>
          <a:xfrm>
            <a:off x="607997" y="102230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537B0ED-ED3B-DC1F-FDDB-C33EEA4FF809}"/>
              </a:ext>
            </a:extLst>
          </p:cNvPr>
          <p:cNvSpPr txBox="1"/>
          <p:nvPr/>
        </p:nvSpPr>
        <p:spPr>
          <a:xfrm>
            <a:off x="2728969" y="23305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B7C09BCB-C923-45C0-6A80-2C938E976D72}"/>
              </a:ext>
            </a:extLst>
          </p:cNvPr>
          <p:cNvCxnSpPr/>
          <p:nvPr/>
        </p:nvCxnSpPr>
        <p:spPr>
          <a:xfrm>
            <a:off x="791358" y="1537570"/>
            <a:ext cx="1804661" cy="588723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B61E464-DCC3-A9C2-FC97-CDFF4AC3195D}"/>
              </a:ext>
            </a:extLst>
          </p:cNvPr>
          <p:cNvCxnSpPr>
            <a:cxnSpLocks/>
          </p:cNvCxnSpPr>
          <p:nvPr/>
        </p:nvCxnSpPr>
        <p:spPr>
          <a:xfrm>
            <a:off x="791357" y="1753644"/>
            <a:ext cx="65226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C26E879-DBF6-DC78-9B8B-B34832728B8A}"/>
              </a:ext>
            </a:extLst>
          </p:cNvPr>
          <p:cNvCxnSpPr>
            <a:cxnSpLocks/>
          </p:cNvCxnSpPr>
          <p:nvPr/>
        </p:nvCxnSpPr>
        <p:spPr>
          <a:xfrm>
            <a:off x="1443625" y="1753644"/>
            <a:ext cx="0" cy="689094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40B8E3C-616A-E5FF-0E77-EDA8F68C321A}"/>
              </a:ext>
            </a:extLst>
          </p:cNvPr>
          <p:cNvCxnSpPr>
            <a:cxnSpLocks/>
          </p:cNvCxnSpPr>
          <p:nvPr/>
        </p:nvCxnSpPr>
        <p:spPr>
          <a:xfrm>
            <a:off x="791357" y="1943622"/>
            <a:ext cx="124307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13821C7-55F0-6703-5395-B45B5C9CD9CE}"/>
              </a:ext>
            </a:extLst>
          </p:cNvPr>
          <p:cNvCxnSpPr>
            <a:cxnSpLocks/>
          </p:cNvCxnSpPr>
          <p:nvPr/>
        </p:nvCxnSpPr>
        <p:spPr>
          <a:xfrm>
            <a:off x="2034435" y="1943622"/>
            <a:ext cx="0" cy="499116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75DD5C48-0405-14A9-8D40-8FDBDACBD3E2}"/>
              </a:ext>
            </a:extLst>
          </p:cNvPr>
          <p:cNvCxnSpPr>
            <a:cxnSpLocks/>
          </p:cNvCxnSpPr>
          <p:nvPr/>
        </p:nvCxnSpPr>
        <p:spPr>
          <a:xfrm>
            <a:off x="791358" y="2445706"/>
            <a:ext cx="201773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F592E18-B6C0-8E5A-6976-E6743223D547}"/>
              </a:ext>
            </a:extLst>
          </p:cNvPr>
          <p:cNvCxnSpPr>
            <a:cxnSpLocks/>
          </p:cNvCxnSpPr>
          <p:nvPr/>
        </p:nvCxnSpPr>
        <p:spPr>
          <a:xfrm flipV="1">
            <a:off x="791358" y="1255734"/>
            <a:ext cx="0" cy="1189972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390C687C-6039-5B13-09AE-8E44C9FD5BB5}"/>
              </a:ext>
            </a:extLst>
          </p:cNvPr>
          <p:cNvCxnSpPr>
            <a:cxnSpLocks/>
          </p:cNvCxnSpPr>
          <p:nvPr/>
        </p:nvCxnSpPr>
        <p:spPr>
          <a:xfrm>
            <a:off x="742609" y="1754688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4B9C134-CED5-2CEA-428F-4EEFE4ED15D4}"/>
              </a:ext>
            </a:extLst>
          </p:cNvPr>
          <p:cNvCxnSpPr>
            <a:cxnSpLocks/>
          </p:cNvCxnSpPr>
          <p:nvPr/>
        </p:nvCxnSpPr>
        <p:spPr>
          <a:xfrm>
            <a:off x="742609" y="1943622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0D15C5A-589B-1B2B-CF34-C7A3839C4593}"/>
              </a:ext>
            </a:extLst>
          </p:cNvPr>
          <p:cNvCxnSpPr>
            <a:cxnSpLocks/>
          </p:cNvCxnSpPr>
          <p:nvPr/>
        </p:nvCxnSpPr>
        <p:spPr>
          <a:xfrm>
            <a:off x="1443625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88F8931-66F9-6966-7F4C-253F8D217118}"/>
              </a:ext>
            </a:extLst>
          </p:cNvPr>
          <p:cNvCxnSpPr>
            <a:cxnSpLocks/>
          </p:cNvCxnSpPr>
          <p:nvPr/>
        </p:nvCxnSpPr>
        <p:spPr>
          <a:xfrm>
            <a:off x="2036340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31E0415-1ACA-D8DF-A50D-556FC1ECC0D6}"/>
              </a:ext>
            </a:extLst>
          </p:cNvPr>
          <p:cNvCxnSpPr>
            <a:cxnSpLocks/>
          </p:cNvCxnSpPr>
          <p:nvPr/>
        </p:nvCxnSpPr>
        <p:spPr>
          <a:xfrm>
            <a:off x="913487" y="1753644"/>
            <a:ext cx="0" cy="189978"/>
          </a:xfrm>
          <a:prstGeom prst="straightConnector1">
            <a:avLst/>
          </a:prstGeom>
          <a:ln cap="rnd">
            <a:solidFill>
              <a:schemeClr val="accent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8C98017-91AE-9C51-3E4B-0156F03572DD}"/>
              </a:ext>
            </a:extLst>
          </p:cNvPr>
          <p:cNvCxnSpPr>
            <a:cxnSpLocks/>
          </p:cNvCxnSpPr>
          <p:nvPr/>
        </p:nvCxnSpPr>
        <p:spPr>
          <a:xfrm flipH="1">
            <a:off x="1443625" y="2288427"/>
            <a:ext cx="590810" cy="0"/>
          </a:xfrm>
          <a:prstGeom prst="straightConnector1">
            <a:avLst/>
          </a:prstGeom>
          <a:ln cap="rnd">
            <a:solidFill>
              <a:schemeClr val="accent3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F1A3DF90-6DD6-3759-78DD-29BD42DA6CD7}"/>
              </a:ext>
            </a:extLst>
          </p:cNvPr>
          <p:cNvSpPr txBox="1"/>
          <p:nvPr/>
        </p:nvSpPr>
        <p:spPr>
          <a:xfrm>
            <a:off x="885826" y="1735355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solidFill>
                <a:schemeClr val="accent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A4C4F449-532E-6800-A65A-208143FA1935}"/>
              </a:ext>
            </a:extLst>
          </p:cNvPr>
          <p:cNvSpPr txBox="1"/>
          <p:nvPr/>
        </p:nvSpPr>
        <p:spPr>
          <a:xfrm>
            <a:off x="1538973" y="2071626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chemeClr val="accent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E188949-443C-26AD-1478-F2EE9CE21A07}"/>
              </a:ext>
            </a:extLst>
          </p:cNvPr>
          <p:cNvSpPr txBox="1"/>
          <p:nvPr/>
        </p:nvSpPr>
        <p:spPr>
          <a:xfrm>
            <a:off x="885826" y="1369687"/>
            <a:ext cx="804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F5960734-B793-02B5-B017-35AF583D8707}"/>
              </a:ext>
            </a:extLst>
          </p:cNvPr>
          <p:cNvSpPr txBox="1"/>
          <p:nvPr/>
        </p:nvSpPr>
        <p:spPr>
          <a:xfrm>
            <a:off x="1889787" y="1116254"/>
            <a:ext cx="1061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x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EA027674-C725-EFF8-5F78-D7D675B5124A}"/>
              </a:ext>
            </a:extLst>
          </p:cNvPr>
          <p:cNvSpPr txBox="1"/>
          <p:nvPr/>
        </p:nvSpPr>
        <p:spPr>
          <a:xfrm>
            <a:off x="2026920" y="1452906"/>
            <a:ext cx="483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EBBA1E4-227D-C9CB-6AE9-1F49A64B5D67}"/>
              </a:ext>
            </a:extLst>
          </p:cNvPr>
          <p:cNvSpPr txBox="1"/>
          <p:nvPr/>
        </p:nvSpPr>
        <p:spPr>
          <a:xfrm>
            <a:off x="2343105" y="1378908"/>
            <a:ext cx="4746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</a:p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A08DEB1F-2DBD-75B6-6C31-1B4C2629DBC5}"/>
              </a:ext>
            </a:extLst>
          </p:cNvPr>
          <p:cNvCxnSpPr>
            <a:cxnSpLocks/>
          </p:cNvCxnSpPr>
          <p:nvPr/>
        </p:nvCxnSpPr>
        <p:spPr>
          <a:xfrm>
            <a:off x="2456356" y="1580426"/>
            <a:ext cx="254459" cy="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398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ogen 18">
            <a:extLst>
              <a:ext uri="{FF2B5EF4-FFF2-40B4-BE49-F238E27FC236}">
                <a16:creationId xmlns:a16="http://schemas.microsoft.com/office/drawing/2014/main" id="{32D897D1-A58C-9EA1-8E24-A0499319FD91}"/>
              </a:ext>
            </a:extLst>
          </p:cNvPr>
          <p:cNvSpPr/>
          <p:nvPr/>
        </p:nvSpPr>
        <p:spPr>
          <a:xfrm>
            <a:off x="886221" y="1509386"/>
            <a:ext cx="1220493" cy="1220493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54BD36-1AE9-A686-89F3-921009DE2088}"/>
              </a:ext>
            </a:extLst>
          </p:cNvPr>
          <p:cNvCxnSpPr>
            <a:cxnSpLocks/>
          </p:cNvCxnSpPr>
          <p:nvPr/>
        </p:nvCxnSpPr>
        <p:spPr>
          <a:xfrm flipV="1">
            <a:off x="1496469" y="1512518"/>
            <a:ext cx="799680" cy="60712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46A8EAF-64B5-B741-9CB0-99EB813D60FD}"/>
              </a:ext>
            </a:extLst>
          </p:cNvPr>
          <p:cNvCxnSpPr>
            <a:cxnSpLocks/>
          </p:cNvCxnSpPr>
          <p:nvPr/>
        </p:nvCxnSpPr>
        <p:spPr>
          <a:xfrm flipV="1">
            <a:off x="1496468" y="1675356"/>
            <a:ext cx="585195" cy="44428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8E931C8-5F1B-74D5-918C-5E1A1E4AEC60}"/>
              </a:ext>
            </a:extLst>
          </p:cNvPr>
          <p:cNvCxnSpPr>
            <a:cxnSpLocks/>
          </p:cNvCxnSpPr>
          <p:nvPr/>
        </p:nvCxnSpPr>
        <p:spPr>
          <a:xfrm flipV="1">
            <a:off x="1496469" y="1090939"/>
            <a:ext cx="0" cy="137355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9186656-9B14-D2F3-0DB3-5EDAC43EDE6A}"/>
              </a:ext>
            </a:extLst>
          </p:cNvPr>
          <p:cNvCxnSpPr>
            <a:cxnSpLocks/>
          </p:cNvCxnSpPr>
          <p:nvPr/>
        </p:nvCxnSpPr>
        <p:spPr>
          <a:xfrm>
            <a:off x="1030266" y="2119639"/>
            <a:ext cx="1500513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BE36C7D-7650-11A7-ABA8-37BEB6591F8D}"/>
              </a:ext>
            </a:extLst>
          </p:cNvPr>
          <p:cNvSpPr txBox="1"/>
          <p:nvPr/>
        </p:nvSpPr>
        <p:spPr>
          <a:xfrm>
            <a:off x="1962673" y="112841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E8F30B2-0BF5-9F8A-7F88-CC7A067FB614}"/>
              </a:ext>
            </a:extLst>
          </p:cNvPr>
          <p:cNvSpPr txBox="1"/>
          <p:nvPr/>
        </p:nvSpPr>
        <p:spPr>
          <a:xfrm>
            <a:off x="1496467" y="1365291"/>
            <a:ext cx="5519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FA8239C-2EDA-C327-70FE-9A4493D6D5A4}"/>
              </a:ext>
            </a:extLst>
          </p:cNvPr>
          <p:cNvSpPr txBox="1"/>
          <p:nvPr/>
        </p:nvSpPr>
        <p:spPr>
          <a:xfrm>
            <a:off x="2070746" y="176754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6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4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4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033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51416CF-1FBE-948E-361C-CBFB4791216C}"/>
              </a:ext>
            </a:extLst>
          </p:cNvPr>
          <p:cNvSpPr/>
          <p:nvPr/>
        </p:nvSpPr>
        <p:spPr>
          <a:xfrm>
            <a:off x="607080" y="1759516"/>
            <a:ext cx="2386290" cy="961764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25C4AEB-8AEA-37C7-B806-4532C83E32AF}"/>
              </a:ext>
            </a:extLst>
          </p:cNvPr>
          <p:cNvSpPr/>
          <p:nvPr/>
        </p:nvSpPr>
        <p:spPr>
          <a:xfrm>
            <a:off x="1800224" y="1283164"/>
            <a:ext cx="1193146" cy="476352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1EDCD6F-8B83-AAE8-702F-C154756A9B12}"/>
              </a:ext>
            </a:extLst>
          </p:cNvPr>
          <p:cNvSpPr/>
          <p:nvPr/>
        </p:nvSpPr>
        <p:spPr>
          <a:xfrm>
            <a:off x="2251182" y="1137549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8AFD021-0B35-2FA1-F772-E72FAEBFC55B}"/>
              </a:ext>
            </a:extLst>
          </p:cNvPr>
          <p:cNvSpPr/>
          <p:nvPr/>
        </p:nvSpPr>
        <p:spPr>
          <a:xfrm>
            <a:off x="1058037" y="1613901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0BC18B-C13C-3FDC-48EF-EE01146FB196}"/>
              </a:ext>
            </a:extLst>
          </p:cNvPr>
          <p:cNvSpPr/>
          <p:nvPr/>
        </p:nvSpPr>
        <p:spPr>
          <a:xfrm>
            <a:off x="1699052" y="2594454"/>
            <a:ext cx="20234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E105BC4-0FF5-4C73-25D0-33685C38776F}"/>
              </a:ext>
            </a:extLst>
          </p:cNvPr>
          <p:cNvSpPr/>
          <p:nvPr/>
        </p:nvSpPr>
        <p:spPr>
          <a:xfrm>
            <a:off x="1628703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5FE19A6-6812-11D6-EB98-1DD3CE82FC07}"/>
              </a:ext>
            </a:extLst>
          </p:cNvPr>
          <p:cNvSpPr/>
          <p:nvPr/>
        </p:nvSpPr>
        <p:spPr>
          <a:xfrm>
            <a:off x="1901396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70C4F5-D9B6-4777-54DF-FB57D1C55546}"/>
              </a:ext>
            </a:extLst>
          </p:cNvPr>
          <p:cNvSpPr txBox="1"/>
          <p:nvPr/>
        </p:nvSpPr>
        <p:spPr>
          <a:xfrm>
            <a:off x="1032819" y="161390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582DF5-2E06-843C-015B-A83418C9741D}"/>
              </a:ext>
            </a:extLst>
          </p:cNvPr>
          <p:cNvSpPr txBox="1"/>
          <p:nvPr/>
        </p:nvSpPr>
        <p:spPr>
          <a:xfrm>
            <a:off x="2225964" y="115924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4DBAC26-BE8A-E26E-380A-B2DC7110AD73}"/>
              </a:ext>
            </a:extLst>
          </p:cNvPr>
          <p:cNvSpPr txBox="1"/>
          <p:nvPr/>
        </p:nvSpPr>
        <p:spPr>
          <a:xfrm>
            <a:off x="1630079" y="2629628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~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17879248-9E5E-9540-3305-D7DB7E621D50}"/>
              </a:ext>
            </a:extLst>
          </p:cNvPr>
          <p:cNvSpPr/>
          <p:nvPr/>
        </p:nvSpPr>
        <p:spPr>
          <a:xfrm>
            <a:off x="1765049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FDB46DEF-7601-2053-4A91-22C90B95523C}"/>
              </a:ext>
            </a:extLst>
          </p:cNvPr>
          <p:cNvSpPr/>
          <p:nvPr/>
        </p:nvSpPr>
        <p:spPr>
          <a:xfrm>
            <a:off x="2958195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A958FD-91E2-80A0-E979-96AE6A1E74CA}"/>
              </a:ext>
            </a:extLst>
          </p:cNvPr>
          <p:cNvSpPr/>
          <p:nvPr/>
        </p:nvSpPr>
        <p:spPr>
          <a:xfrm>
            <a:off x="2095500" y="1632690"/>
            <a:ext cx="60259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8EFE8CB-704E-5102-E7E6-5B07A079F72E}"/>
              </a:ext>
            </a:extLst>
          </p:cNvPr>
          <p:cNvSpPr txBox="1"/>
          <p:nvPr/>
        </p:nvSpPr>
        <p:spPr>
          <a:xfrm>
            <a:off x="2037238" y="1621774"/>
            <a:ext cx="719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 / C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67DFA3-6013-E383-1619-6CB95683A2AB}"/>
              </a:ext>
            </a:extLst>
          </p:cNvPr>
          <p:cNvCxnSpPr>
            <a:cxnSpLocks/>
          </p:cNvCxnSpPr>
          <p:nvPr/>
        </p:nvCxnSpPr>
        <p:spPr>
          <a:xfrm flipH="1">
            <a:off x="2037238" y="1055483"/>
            <a:ext cx="682772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F837B461-6CA9-6D96-A62F-178FFB54B4A5}"/>
              </a:ext>
            </a:extLst>
          </p:cNvPr>
          <p:cNvSpPr txBox="1"/>
          <p:nvPr/>
        </p:nvSpPr>
        <p:spPr>
          <a:xfrm>
            <a:off x="1113865" y="922105"/>
            <a:ext cx="953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A7D2943-C89B-CC0F-E1FD-D83D9D74D6A3}"/>
              </a:ext>
            </a:extLst>
          </p:cNvPr>
          <p:cNvCxnSpPr>
            <a:cxnSpLocks/>
          </p:cNvCxnSpPr>
          <p:nvPr/>
        </p:nvCxnSpPr>
        <p:spPr>
          <a:xfrm flipH="1">
            <a:off x="1470660" y="1759515"/>
            <a:ext cx="193217" cy="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324443C5-2C64-4659-D26A-DAFD0631BDD3}"/>
              </a:ext>
            </a:extLst>
          </p:cNvPr>
          <p:cNvSpPr txBox="1"/>
          <p:nvPr/>
        </p:nvSpPr>
        <p:spPr>
          <a:xfrm>
            <a:off x="1132069" y="1914272"/>
            <a:ext cx="905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72471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F6BB8-6D1D-C6EF-674D-CF2A11B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331D549-A5F1-4714-CAB6-935C09DB250A}"/>
              </a:ext>
            </a:extLst>
          </p:cNvPr>
          <p:cNvCxnSpPr>
            <a:cxnSpLocks/>
          </p:cNvCxnSpPr>
          <p:nvPr/>
        </p:nvCxnSpPr>
        <p:spPr>
          <a:xfrm flipH="1">
            <a:off x="603128" y="1512786"/>
            <a:ext cx="1888299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08B87E38-B585-D9F4-2D28-0DDF968FD2CB}"/>
              </a:ext>
            </a:extLst>
          </p:cNvPr>
          <p:cNvSpPr/>
          <p:nvPr/>
        </p:nvSpPr>
        <p:spPr>
          <a:xfrm>
            <a:off x="1501085" y="1398403"/>
            <a:ext cx="990342" cy="990340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67ECA1-FAB2-D0BD-2641-FE47C133A964}"/>
              </a:ext>
            </a:extLst>
          </p:cNvPr>
          <p:cNvSpPr txBox="1"/>
          <p:nvPr/>
        </p:nvSpPr>
        <p:spPr>
          <a:xfrm>
            <a:off x="2418612" y="126137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BBA25C8-E09A-BD18-E42B-2B5C98856BD4}"/>
              </a:ext>
            </a:extLst>
          </p:cNvPr>
          <p:cNvSpPr txBox="1"/>
          <p:nvPr/>
        </p:nvSpPr>
        <p:spPr>
          <a:xfrm>
            <a:off x="2438844" y="1594521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Bogen 14">
            <a:extLst>
              <a:ext uri="{FF2B5EF4-FFF2-40B4-BE49-F238E27FC236}">
                <a16:creationId xmlns:a16="http://schemas.microsoft.com/office/drawing/2014/main" id="{3698FBF0-B274-B584-4B72-9461002767CF}"/>
              </a:ext>
            </a:extLst>
          </p:cNvPr>
          <p:cNvSpPr/>
          <p:nvPr/>
        </p:nvSpPr>
        <p:spPr>
          <a:xfrm>
            <a:off x="1672227" y="1569540"/>
            <a:ext cx="648068" cy="648066"/>
          </a:xfrm>
          <a:prstGeom prst="arc">
            <a:avLst>
              <a:gd name="adj1" fmla="val 14000263"/>
              <a:gd name="adj2" fmla="val 19362158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8FA873B-332F-2A4F-5031-351A55B64ECE}"/>
              </a:ext>
            </a:extLst>
          </p:cNvPr>
          <p:cNvCxnSpPr>
            <a:cxnSpLocks/>
          </p:cNvCxnSpPr>
          <p:nvPr/>
        </p:nvCxnSpPr>
        <p:spPr>
          <a:xfrm flipV="1">
            <a:off x="1996256" y="1512786"/>
            <a:ext cx="501568" cy="38079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C88241A-EB7B-07A8-F278-E5DA0AAFA51F}"/>
              </a:ext>
            </a:extLst>
          </p:cNvPr>
          <p:cNvCxnSpPr>
            <a:cxnSpLocks/>
          </p:cNvCxnSpPr>
          <p:nvPr/>
        </p:nvCxnSpPr>
        <p:spPr>
          <a:xfrm>
            <a:off x="1260744" y="1893579"/>
            <a:ext cx="149686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FB7147EA-B332-CD3D-C129-CE2FDD9F4BF9}"/>
              </a:ext>
            </a:extLst>
          </p:cNvPr>
          <p:cNvCxnSpPr/>
          <p:nvPr/>
        </p:nvCxnSpPr>
        <p:spPr>
          <a:xfrm flipH="1">
            <a:off x="603128" y="1245153"/>
            <a:ext cx="897956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0444581-34A9-6C9F-1461-BEA3B7AA5AB4}"/>
              </a:ext>
            </a:extLst>
          </p:cNvPr>
          <p:cNvSpPr txBox="1"/>
          <p:nvPr/>
        </p:nvSpPr>
        <p:spPr>
          <a:xfrm>
            <a:off x="1045593" y="1232460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6D859C4-57B0-3229-5BC1-6CC0864E22E7}"/>
              </a:ext>
            </a:extLst>
          </p:cNvPr>
          <p:cNvSpPr txBox="1"/>
          <p:nvPr/>
        </p:nvSpPr>
        <p:spPr>
          <a:xfrm>
            <a:off x="1866757" y="129473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E75ACD0-3173-B128-E10A-64345A897445}"/>
              </a:ext>
            </a:extLst>
          </p:cNvPr>
          <p:cNvSpPr/>
          <p:nvPr/>
        </p:nvSpPr>
        <p:spPr>
          <a:xfrm>
            <a:off x="1963188" y="12785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F4CAB231-1972-25BB-D11C-0014B56F43F2}"/>
              </a:ext>
            </a:extLst>
          </p:cNvPr>
          <p:cNvCxnSpPr>
            <a:cxnSpLocks/>
          </p:cNvCxnSpPr>
          <p:nvPr/>
        </p:nvCxnSpPr>
        <p:spPr>
          <a:xfrm flipV="1">
            <a:off x="1996257" y="1095436"/>
            <a:ext cx="0" cy="15720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19148B0E-00B8-E808-DFD2-B564AC4944E1}"/>
              </a:ext>
            </a:extLst>
          </p:cNvPr>
          <p:cNvSpPr/>
          <p:nvPr/>
        </p:nvSpPr>
        <p:spPr>
          <a:xfrm rot="19343824">
            <a:off x="1674332" y="13781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4BA143-2EE3-B62E-3811-EC5C2C16CD3F}"/>
              </a:ext>
            </a:extLst>
          </p:cNvPr>
          <p:cNvCxnSpPr>
            <a:cxnSpLocks/>
          </p:cNvCxnSpPr>
          <p:nvPr/>
        </p:nvCxnSpPr>
        <p:spPr>
          <a:xfrm rot="-5400000" flipV="1">
            <a:off x="1422557" y="1319870"/>
            <a:ext cx="652230" cy="49517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A26ED6E1-28F5-D389-6136-F55A0BD3591E}"/>
              </a:ext>
            </a:extLst>
          </p:cNvPr>
          <p:cNvCxnSpPr>
            <a:cxnSpLocks/>
          </p:cNvCxnSpPr>
          <p:nvPr/>
        </p:nvCxnSpPr>
        <p:spPr>
          <a:xfrm flipH="1">
            <a:off x="603127" y="1893573"/>
            <a:ext cx="657617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6414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DAD25-EA92-8CAF-46D6-76EE2B32B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feld 19">
            <a:extLst>
              <a:ext uri="{FF2B5EF4-FFF2-40B4-BE49-F238E27FC236}">
                <a16:creationId xmlns:a16="http://schemas.microsoft.com/office/drawing/2014/main" id="{3989049B-8F26-844B-5C02-C833F9C0E02B}"/>
              </a:ext>
            </a:extLst>
          </p:cNvPr>
          <p:cNvSpPr txBox="1"/>
          <p:nvPr/>
        </p:nvSpPr>
        <p:spPr>
          <a:xfrm>
            <a:off x="221101" y="197268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AE2F42A-6EAA-2ADA-A703-FC964E108801}"/>
              </a:ext>
            </a:extLst>
          </p:cNvPr>
          <p:cNvCxnSpPr>
            <a:cxnSpLocks/>
          </p:cNvCxnSpPr>
          <p:nvPr/>
        </p:nvCxnSpPr>
        <p:spPr>
          <a:xfrm flipH="1">
            <a:off x="466725" y="1245153"/>
            <a:ext cx="2904759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CC9CFAE-9D32-C8D9-BB6A-40C1CC9DF7C2}"/>
              </a:ext>
            </a:extLst>
          </p:cNvPr>
          <p:cNvSpPr txBox="1"/>
          <p:nvPr/>
        </p:nvSpPr>
        <p:spPr>
          <a:xfrm>
            <a:off x="1280341" y="257146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1B6FB268-0E1D-77EA-283C-D631D44C005B}"/>
              </a:ext>
            </a:extLst>
          </p:cNvPr>
          <p:cNvSpPr/>
          <p:nvPr/>
        </p:nvSpPr>
        <p:spPr>
          <a:xfrm>
            <a:off x="-47899" y="1068714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A2095D34-1C94-DCE7-066D-D24FF65750E6}"/>
              </a:ext>
            </a:extLst>
          </p:cNvPr>
          <p:cNvSpPr/>
          <p:nvPr/>
        </p:nvSpPr>
        <p:spPr>
          <a:xfrm>
            <a:off x="1361617" y="1068714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A6589D86-79E9-7C93-0D4D-004EADF076C9}"/>
              </a:ext>
            </a:extLst>
          </p:cNvPr>
          <p:cNvSpPr/>
          <p:nvPr/>
        </p:nvSpPr>
        <p:spPr>
          <a:xfrm>
            <a:off x="308152" y="1341502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F2F6A8C3-9DA1-091D-B2DB-6D6A30F90A4B}"/>
              </a:ext>
            </a:extLst>
          </p:cNvPr>
          <p:cNvSpPr/>
          <p:nvPr/>
        </p:nvSpPr>
        <p:spPr>
          <a:xfrm>
            <a:off x="1717852" y="1343028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0E62703-7A6C-1BD5-337E-C45AF126AFFC}"/>
              </a:ext>
            </a:extLst>
          </p:cNvPr>
          <p:cNvSpPr/>
          <p:nvPr/>
        </p:nvSpPr>
        <p:spPr>
          <a:xfrm>
            <a:off x="-60775" y="992505"/>
            <a:ext cx="361602" cy="10439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E0118C2F-D9E3-83E1-4A0F-E923C8F84AB9}"/>
              </a:ext>
            </a:extLst>
          </p:cNvPr>
          <p:cNvCxnSpPr>
            <a:cxnSpLocks/>
          </p:cNvCxnSpPr>
          <p:nvPr/>
        </p:nvCxnSpPr>
        <p:spPr>
          <a:xfrm flipV="1">
            <a:off x="304617" y="889635"/>
            <a:ext cx="0" cy="199453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148F55B-8416-ACF7-B39F-E3C2ED759893}"/>
              </a:ext>
            </a:extLst>
          </p:cNvPr>
          <p:cNvSpPr/>
          <p:nvPr/>
        </p:nvSpPr>
        <p:spPr>
          <a:xfrm>
            <a:off x="2073931" y="1285565"/>
            <a:ext cx="361602" cy="9813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DFD4F93-9EA0-B39B-D46F-88F677C2EA5F}"/>
              </a:ext>
            </a:extLst>
          </p:cNvPr>
          <p:cNvCxnSpPr>
            <a:cxnSpLocks/>
          </p:cNvCxnSpPr>
          <p:nvPr/>
        </p:nvCxnSpPr>
        <p:spPr>
          <a:xfrm flipH="1">
            <a:off x="466725" y="1512786"/>
            <a:ext cx="2904759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93641830-54BA-45AA-0A7B-FDE5064551FD}"/>
              </a:ext>
            </a:extLst>
          </p:cNvPr>
          <p:cNvSpPr/>
          <p:nvPr/>
        </p:nvSpPr>
        <p:spPr>
          <a:xfrm rot="10800000">
            <a:off x="656924" y="1894387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Freihandform: Form 42">
            <a:extLst>
              <a:ext uri="{FF2B5EF4-FFF2-40B4-BE49-F238E27FC236}">
                <a16:creationId xmlns:a16="http://schemas.microsoft.com/office/drawing/2014/main" id="{2DAA0780-DB64-B40D-E30C-2CDC5874E751}"/>
              </a:ext>
            </a:extLst>
          </p:cNvPr>
          <p:cNvSpPr/>
          <p:nvPr/>
        </p:nvSpPr>
        <p:spPr>
          <a:xfrm rot="10800000">
            <a:off x="1013048" y="1894387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53011E3-E7C4-9787-C9D2-8AF727EC97F7}"/>
              </a:ext>
            </a:extLst>
          </p:cNvPr>
          <p:cNvCxnSpPr>
            <a:cxnSpLocks/>
          </p:cNvCxnSpPr>
          <p:nvPr/>
        </p:nvCxnSpPr>
        <p:spPr>
          <a:xfrm>
            <a:off x="308244" y="1893579"/>
            <a:ext cx="2027286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51731B84-72A5-BD0B-1289-B9D060386DDD}"/>
              </a:ext>
            </a:extLst>
          </p:cNvPr>
          <p:cNvCxnSpPr>
            <a:cxnSpLocks/>
          </p:cNvCxnSpPr>
          <p:nvPr/>
        </p:nvCxnSpPr>
        <p:spPr>
          <a:xfrm flipH="1">
            <a:off x="2297430" y="1893573"/>
            <a:ext cx="1074054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58C4E78-4B1A-C63A-9C3A-F216FE1F29FE}"/>
              </a:ext>
            </a:extLst>
          </p:cNvPr>
          <p:cNvCxnSpPr>
            <a:cxnSpLocks/>
          </p:cNvCxnSpPr>
          <p:nvPr/>
        </p:nvCxnSpPr>
        <p:spPr>
          <a:xfrm flipV="1">
            <a:off x="466725" y="1813560"/>
            <a:ext cx="0" cy="160020"/>
          </a:xfrm>
          <a:prstGeom prst="straightConnector1">
            <a:avLst/>
          </a:prstGeom>
          <a:ln cap="rnd">
            <a:solidFill>
              <a:schemeClr val="accent5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FC5465C-510E-B982-B757-04281E081D62}"/>
              </a:ext>
            </a:extLst>
          </p:cNvPr>
          <p:cNvCxnSpPr>
            <a:cxnSpLocks/>
          </p:cNvCxnSpPr>
          <p:nvPr/>
        </p:nvCxnSpPr>
        <p:spPr>
          <a:xfrm flipV="1">
            <a:off x="1361617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98E442E-5F87-3B07-8150-74BCC44F83B8}"/>
              </a:ext>
            </a:extLst>
          </p:cNvPr>
          <p:cNvCxnSpPr>
            <a:cxnSpLocks/>
          </p:cNvCxnSpPr>
          <p:nvPr/>
        </p:nvCxnSpPr>
        <p:spPr>
          <a:xfrm flipV="1">
            <a:off x="17178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02DA36F-DF01-C892-EEE2-33694E39A18C}"/>
              </a:ext>
            </a:extLst>
          </p:cNvPr>
          <p:cNvCxnSpPr>
            <a:cxnSpLocks/>
          </p:cNvCxnSpPr>
          <p:nvPr/>
        </p:nvCxnSpPr>
        <p:spPr>
          <a:xfrm flipV="1">
            <a:off x="1361617" y="1956435"/>
            <a:ext cx="0" cy="661035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AF26E85-E154-D88B-30DB-C69FC5192D9A}"/>
              </a:ext>
            </a:extLst>
          </p:cNvPr>
          <p:cNvCxnSpPr>
            <a:cxnSpLocks/>
          </p:cNvCxnSpPr>
          <p:nvPr/>
        </p:nvCxnSpPr>
        <p:spPr>
          <a:xfrm flipV="1">
            <a:off x="1717852" y="1956435"/>
            <a:ext cx="0" cy="661035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CBD2992-62C5-4BF3-763A-7E52405BFDCB}"/>
              </a:ext>
            </a:extLst>
          </p:cNvPr>
          <p:cNvCxnSpPr>
            <a:cxnSpLocks/>
          </p:cNvCxnSpPr>
          <p:nvPr/>
        </p:nvCxnSpPr>
        <p:spPr>
          <a:xfrm>
            <a:off x="1361617" y="2570156"/>
            <a:ext cx="356235" cy="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A6116AC3-D03C-F1B2-1762-6E5EB06AF015}"/>
              </a:ext>
            </a:extLst>
          </p:cNvPr>
          <p:cNvCxnSpPr>
            <a:cxnSpLocks/>
          </p:cNvCxnSpPr>
          <p:nvPr/>
        </p:nvCxnSpPr>
        <p:spPr>
          <a:xfrm flipV="1">
            <a:off x="466725" y="1245153"/>
            <a:ext cx="0" cy="585552"/>
          </a:xfrm>
          <a:prstGeom prst="line">
            <a:avLst/>
          </a:prstGeom>
          <a:ln w="9525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4BDBF56C-0E50-30A1-133F-99F501D860FA}"/>
              </a:ext>
            </a:extLst>
          </p:cNvPr>
          <p:cNvSpPr txBox="1"/>
          <p:nvPr/>
        </p:nvSpPr>
        <p:spPr>
          <a:xfrm>
            <a:off x="2022380" y="1245153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5CB53E3-3102-DD01-2AC0-5C20BB777B99}"/>
              </a:ext>
            </a:extLst>
          </p:cNvPr>
          <p:cNvSpPr txBox="1"/>
          <p:nvPr/>
        </p:nvSpPr>
        <p:spPr>
          <a:xfrm>
            <a:off x="1714042" y="920495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5CCD6CA5-A637-EF8F-1F6C-A8600159B9AE}"/>
              </a:ext>
            </a:extLst>
          </p:cNvPr>
          <p:cNvSpPr txBox="1"/>
          <p:nvPr/>
        </p:nvSpPr>
        <p:spPr>
          <a:xfrm>
            <a:off x="2076137" y="19056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E58C5D5-89B7-2D02-CDA6-695F0EDBA392}"/>
              </a:ext>
            </a:extLst>
          </p:cNvPr>
          <p:cNvSpPr txBox="1"/>
          <p:nvPr/>
        </p:nvSpPr>
        <p:spPr>
          <a:xfrm>
            <a:off x="265340" y="849727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4228281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6150-F854-FF64-8C03-66566837A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FCC077E-DB3B-4EAA-5C1F-F71C6E87A30F}"/>
              </a:ext>
            </a:extLst>
          </p:cNvPr>
          <p:cNvCxnSpPr>
            <a:cxnSpLocks/>
          </p:cNvCxnSpPr>
          <p:nvPr/>
        </p:nvCxnSpPr>
        <p:spPr>
          <a:xfrm flipH="1">
            <a:off x="603128" y="1449921"/>
            <a:ext cx="933453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B1F1316B-0B34-2422-48E9-34EF5D014926}"/>
              </a:ext>
            </a:extLst>
          </p:cNvPr>
          <p:cNvSpPr/>
          <p:nvPr/>
        </p:nvSpPr>
        <p:spPr>
          <a:xfrm>
            <a:off x="1501085" y="1398403"/>
            <a:ext cx="990342" cy="990340"/>
          </a:xfrm>
          <a:prstGeom prst="arc">
            <a:avLst>
              <a:gd name="adj1" fmla="val 18886943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EB3604B-3433-5B34-0B27-0D271007E1C0}"/>
              </a:ext>
            </a:extLst>
          </p:cNvPr>
          <p:cNvSpPr txBox="1"/>
          <p:nvPr/>
        </p:nvSpPr>
        <p:spPr>
          <a:xfrm>
            <a:off x="1095212" y="148405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8C7A24D-C214-0990-8D0E-56606EF81076}"/>
              </a:ext>
            </a:extLst>
          </p:cNvPr>
          <p:cNvSpPr txBox="1"/>
          <p:nvPr/>
        </p:nvSpPr>
        <p:spPr>
          <a:xfrm>
            <a:off x="2403176" y="157545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Bogen 14">
            <a:extLst>
              <a:ext uri="{FF2B5EF4-FFF2-40B4-BE49-F238E27FC236}">
                <a16:creationId xmlns:a16="http://schemas.microsoft.com/office/drawing/2014/main" id="{D35C587C-D28B-3BB9-33CF-A6EF501953E8}"/>
              </a:ext>
            </a:extLst>
          </p:cNvPr>
          <p:cNvSpPr/>
          <p:nvPr/>
        </p:nvSpPr>
        <p:spPr>
          <a:xfrm>
            <a:off x="1672227" y="1569540"/>
            <a:ext cx="648068" cy="648066"/>
          </a:xfrm>
          <a:prstGeom prst="arc">
            <a:avLst>
              <a:gd name="adj1" fmla="val 13498408"/>
              <a:gd name="adj2" fmla="val 18751310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81B4045-746E-02B5-5CE8-480E5B58E55C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3128" y="1268013"/>
            <a:ext cx="1989577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5473665-F389-5590-FF86-88F2300407D3}"/>
              </a:ext>
            </a:extLst>
          </p:cNvPr>
          <p:cNvSpPr txBox="1"/>
          <p:nvPr/>
        </p:nvSpPr>
        <p:spPr>
          <a:xfrm>
            <a:off x="2316459" y="988889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6232F1-EC16-1DCD-CD49-6F03A4978EE9}"/>
              </a:ext>
            </a:extLst>
          </p:cNvPr>
          <p:cNvSpPr txBox="1"/>
          <p:nvPr/>
        </p:nvSpPr>
        <p:spPr>
          <a:xfrm>
            <a:off x="1887075" y="132452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97D555-5834-F653-BB3A-A19448857F86}"/>
              </a:ext>
            </a:extLst>
          </p:cNvPr>
          <p:cNvSpPr/>
          <p:nvPr/>
        </p:nvSpPr>
        <p:spPr>
          <a:xfrm>
            <a:off x="1963188" y="12785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58A7DFA-445B-C518-E088-9418AF595E6C}"/>
              </a:ext>
            </a:extLst>
          </p:cNvPr>
          <p:cNvCxnSpPr>
            <a:cxnSpLocks/>
          </p:cNvCxnSpPr>
          <p:nvPr/>
        </p:nvCxnSpPr>
        <p:spPr>
          <a:xfrm flipV="1">
            <a:off x="1997297" y="1266825"/>
            <a:ext cx="603028" cy="623969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3D872DF9-3E86-DE63-972F-00E2D511C539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3127" y="1893573"/>
            <a:ext cx="657617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29CF6322-DBF2-17AB-0B5C-02FE70715BF7}"/>
              </a:ext>
            </a:extLst>
          </p:cNvPr>
          <p:cNvCxnSpPr>
            <a:cxnSpLocks/>
          </p:cNvCxnSpPr>
          <p:nvPr/>
        </p:nvCxnSpPr>
        <p:spPr>
          <a:xfrm rot="-5400000" flipV="1">
            <a:off x="1544168" y="1439224"/>
            <a:ext cx="443983" cy="459156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6CBD107-7EEB-3161-7B83-8636B9191BB0}"/>
              </a:ext>
            </a:extLst>
          </p:cNvPr>
          <p:cNvCxnSpPr>
            <a:cxnSpLocks/>
          </p:cNvCxnSpPr>
          <p:nvPr/>
        </p:nvCxnSpPr>
        <p:spPr>
          <a:xfrm>
            <a:off x="1260744" y="1893579"/>
            <a:ext cx="149686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0EED522-9044-EA98-BD43-003DC03D1412}"/>
              </a:ext>
            </a:extLst>
          </p:cNvPr>
          <p:cNvCxnSpPr>
            <a:cxnSpLocks/>
          </p:cNvCxnSpPr>
          <p:nvPr/>
        </p:nvCxnSpPr>
        <p:spPr>
          <a:xfrm flipV="1">
            <a:off x="1996257" y="1095436"/>
            <a:ext cx="0" cy="15720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1276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370E9-43A2-8B5F-F9F5-B244EFEBB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feld 19">
            <a:extLst>
              <a:ext uri="{FF2B5EF4-FFF2-40B4-BE49-F238E27FC236}">
                <a16:creationId xmlns:a16="http://schemas.microsoft.com/office/drawing/2014/main" id="{813253FE-401C-9438-FEA2-2A1985D6C924}"/>
              </a:ext>
            </a:extLst>
          </p:cNvPr>
          <p:cNvSpPr txBox="1"/>
          <p:nvPr/>
        </p:nvSpPr>
        <p:spPr>
          <a:xfrm>
            <a:off x="221101" y="197268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9074440D-910A-C8C2-E051-F12F66349C99}"/>
              </a:ext>
            </a:extLst>
          </p:cNvPr>
          <p:cNvSpPr/>
          <p:nvPr/>
        </p:nvSpPr>
        <p:spPr>
          <a:xfrm>
            <a:off x="308152" y="1065882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39709E4D-6FC7-E514-A720-C1D46715D3AC}"/>
              </a:ext>
            </a:extLst>
          </p:cNvPr>
          <p:cNvSpPr/>
          <p:nvPr/>
        </p:nvSpPr>
        <p:spPr>
          <a:xfrm>
            <a:off x="1717852" y="1067408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6FC56F2-01B9-E780-5DE3-3C624D2014CC}"/>
              </a:ext>
            </a:extLst>
          </p:cNvPr>
          <p:cNvSpPr/>
          <p:nvPr/>
        </p:nvSpPr>
        <p:spPr>
          <a:xfrm>
            <a:off x="2073931" y="992505"/>
            <a:ext cx="361602" cy="1274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C4A2523-D9A7-0991-FCDD-2434C9D9642C}"/>
              </a:ext>
            </a:extLst>
          </p:cNvPr>
          <p:cNvCxnSpPr>
            <a:cxnSpLocks/>
          </p:cNvCxnSpPr>
          <p:nvPr/>
        </p:nvCxnSpPr>
        <p:spPr>
          <a:xfrm flipV="1">
            <a:off x="1374952" y="1956435"/>
            <a:ext cx="0" cy="86868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636FBA8B-6AD5-CBF8-4856-3BF838FEBB7C}"/>
              </a:ext>
            </a:extLst>
          </p:cNvPr>
          <p:cNvCxnSpPr>
            <a:cxnSpLocks/>
          </p:cNvCxnSpPr>
          <p:nvPr/>
        </p:nvCxnSpPr>
        <p:spPr>
          <a:xfrm flipV="1">
            <a:off x="1717852" y="1956435"/>
            <a:ext cx="0" cy="86868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9D6B427D-7103-C8D9-9B61-2EC15C4F0F66}"/>
              </a:ext>
            </a:extLst>
          </p:cNvPr>
          <p:cNvSpPr txBox="1"/>
          <p:nvPr/>
        </p:nvSpPr>
        <p:spPr>
          <a:xfrm>
            <a:off x="1971154" y="150914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D110753-944D-7F52-1F70-E7BADFA17F06}"/>
              </a:ext>
            </a:extLst>
          </p:cNvPr>
          <p:cNvSpPr txBox="1"/>
          <p:nvPr/>
        </p:nvSpPr>
        <p:spPr>
          <a:xfrm>
            <a:off x="1437641" y="924972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842880C7-4AEA-2257-D92F-CADBD5522BDF}"/>
              </a:ext>
            </a:extLst>
          </p:cNvPr>
          <p:cNvSpPr txBox="1"/>
          <p:nvPr/>
        </p:nvSpPr>
        <p:spPr>
          <a:xfrm>
            <a:off x="2076137" y="19056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5BFA32F6-A92A-403C-9E4F-CF016E2D3BE9}"/>
              </a:ext>
            </a:extLst>
          </p:cNvPr>
          <p:cNvSpPr txBox="1"/>
          <p:nvPr/>
        </p:nvSpPr>
        <p:spPr>
          <a:xfrm>
            <a:off x="265340" y="849727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66B4D4AD-92DD-D676-1D93-D7817E0D36C9}"/>
              </a:ext>
            </a:extLst>
          </p:cNvPr>
          <p:cNvSpPr/>
          <p:nvPr/>
        </p:nvSpPr>
        <p:spPr>
          <a:xfrm>
            <a:off x="-35657" y="1307737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62DE6A45-B863-666D-8620-45438762F58C}"/>
              </a:ext>
            </a:extLst>
          </p:cNvPr>
          <p:cNvSpPr/>
          <p:nvPr/>
        </p:nvSpPr>
        <p:spPr>
          <a:xfrm>
            <a:off x="1373094" y="1307374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80ED771D-C827-4F32-5C03-41BEC2BBFC71}"/>
              </a:ext>
            </a:extLst>
          </p:cNvPr>
          <p:cNvSpPr/>
          <p:nvPr/>
        </p:nvSpPr>
        <p:spPr>
          <a:xfrm rot="10800000">
            <a:off x="1012799" y="1893289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F9FC455-9CBF-5C5E-AF89-5764605D26FF}"/>
              </a:ext>
            </a:extLst>
          </p:cNvPr>
          <p:cNvSpPr/>
          <p:nvPr/>
        </p:nvSpPr>
        <p:spPr>
          <a:xfrm>
            <a:off x="-60775" y="992505"/>
            <a:ext cx="361602" cy="10439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9B7022F-36B7-1D82-A941-7EF7B34DFE21}"/>
              </a:ext>
            </a:extLst>
          </p:cNvPr>
          <p:cNvCxnSpPr>
            <a:cxnSpLocks/>
          </p:cNvCxnSpPr>
          <p:nvPr/>
        </p:nvCxnSpPr>
        <p:spPr>
          <a:xfrm flipV="1">
            <a:off x="304617" y="889635"/>
            <a:ext cx="0" cy="199453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312DBD7-37F1-A4DA-40B2-50513FAA6E87}"/>
              </a:ext>
            </a:extLst>
          </p:cNvPr>
          <p:cNvSpPr txBox="1"/>
          <p:nvPr/>
        </p:nvSpPr>
        <p:spPr>
          <a:xfrm>
            <a:off x="1613640" y="264699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B4BD1CB-557A-4763-62D6-4B197A97327C}"/>
              </a:ext>
            </a:extLst>
          </p:cNvPr>
          <p:cNvCxnSpPr>
            <a:cxnSpLocks/>
          </p:cNvCxnSpPr>
          <p:nvPr/>
        </p:nvCxnSpPr>
        <p:spPr>
          <a:xfrm>
            <a:off x="1373094" y="2777801"/>
            <a:ext cx="344758" cy="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FA8B025-8B42-9096-9DEE-2860398371EB}"/>
              </a:ext>
            </a:extLst>
          </p:cNvPr>
          <p:cNvCxnSpPr>
            <a:cxnSpLocks/>
          </p:cNvCxnSpPr>
          <p:nvPr/>
        </p:nvCxnSpPr>
        <p:spPr>
          <a:xfrm flipH="1">
            <a:off x="487680" y="1449921"/>
            <a:ext cx="2592705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EB8D3DE-581A-BCCA-9DA4-8069DB0CBCCD}"/>
              </a:ext>
            </a:extLst>
          </p:cNvPr>
          <p:cNvCxnSpPr>
            <a:cxnSpLocks/>
          </p:cNvCxnSpPr>
          <p:nvPr/>
        </p:nvCxnSpPr>
        <p:spPr>
          <a:xfrm rot="10800000">
            <a:off x="497205" y="1268013"/>
            <a:ext cx="2583180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1AB6164-5A2B-BF54-1BA0-4D4697E35907}"/>
              </a:ext>
            </a:extLst>
          </p:cNvPr>
          <p:cNvCxnSpPr>
            <a:cxnSpLocks/>
          </p:cNvCxnSpPr>
          <p:nvPr/>
        </p:nvCxnSpPr>
        <p:spPr>
          <a:xfrm rot="10800000">
            <a:off x="2284172" y="1893573"/>
            <a:ext cx="796213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9BBF460B-DB4E-B461-773B-5CC4FE721470}"/>
              </a:ext>
            </a:extLst>
          </p:cNvPr>
          <p:cNvSpPr/>
          <p:nvPr/>
        </p:nvSpPr>
        <p:spPr>
          <a:xfrm rot="10800000">
            <a:off x="669240" y="1894387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FCF1787E-C645-07CB-FBA0-0C7CE0A9BEEB}"/>
              </a:ext>
            </a:extLst>
          </p:cNvPr>
          <p:cNvCxnSpPr>
            <a:cxnSpLocks/>
          </p:cNvCxnSpPr>
          <p:nvPr/>
        </p:nvCxnSpPr>
        <p:spPr>
          <a:xfrm>
            <a:off x="308244" y="1893579"/>
            <a:ext cx="2027286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0E7054A-6348-66B9-6419-073411225399}"/>
              </a:ext>
            </a:extLst>
          </p:cNvPr>
          <p:cNvCxnSpPr>
            <a:cxnSpLocks/>
          </p:cNvCxnSpPr>
          <p:nvPr/>
        </p:nvCxnSpPr>
        <p:spPr>
          <a:xfrm flipV="1">
            <a:off x="13749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DCA295-5024-2D9B-35BD-38C702A1F417}"/>
              </a:ext>
            </a:extLst>
          </p:cNvPr>
          <p:cNvCxnSpPr>
            <a:cxnSpLocks/>
          </p:cNvCxnSpPr>
          <p:nvPr/>
        </p:nvCxnSpPr>
        <p:spPr>
          <a:xfrm flipV="1">
            <a:off x="17178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F610A06-9BB1-530B-1566-F2BE2FE78AD4}"/>
              </a:ext>
            </a:extLst>
          </p:cNvPr>
          <p:cNvCxnSpPr>
            <a:cxnSpLocks/>
          </p:cNvCxnSpPr>
          <p:nvPr/>
        </p:nvCxnSpPr>
        <p:spPr>
          <a:xfrm flipV="1">
            <a:off x="485775" y="1813560"/>
            <a:ext cx="0" cy="160020"/>
          </a:xfrm>
          <a:prstGeom prst="straightConnector1">
            <a:avLst/>
          </a:prstGeom>
          <a:ln cap="rnd">
            <a:solidFill>
              <a:schemeClr val="accent5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F1944A4-A1BF-2FE9-707A-119D943D347F}"/>
              </a:ext>
            </a:extLst>
          </p:cNvPr>
          <p:cNvCxnSpPr>
            <a:cxnSpLocks/>
          </p:cNvCxnSpPr>
          <p:nvPr/>
        </p:nvCxnSpPr>
        <p:spPr>
          <a:xfrm flipV="1">
            <a:off x="486209" y="1268013"/>
            <a:ext cx="0" cy="585552"/>
          </a:xfrm>
          <a:prstGeom prst="line">
            <a:avLst/>
          </a:prstGeom>
          <a:ln w="9525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16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8136F-134C-1A41-BD3E-B97D1AAF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CDBD989A-00D4-F885-F924-E955AFA090A9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B0E7EBC6-5730-197F-3E0C-D6E0028124D1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11AB1D3-6D2F-224C-123F-5EE3521D6742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99FCC4A-66C3-42A0-EE20-AB0BEB691E6C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49A9B38B-24DB-4896-2F62-3E62F420A94E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F19BD97-A8E3-98E8-3401-5C1082790CBD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E4BEF63-4BEA-C7AE-132D-A317F35619D1}"/>
              </a:ext>
            </a:extLst>
          </p:cNvPr>
          <p:cNvCxnSpPr>
            <a:cxnSpLocks/>
          </p:cNvCxnSpPr>
          <p:nvPr/>
        </p:nvCxnSpPr>
        <p:spPr>
          <a:xfrm flipV="1">
            <a:off x="1333629" y="2048789"/>
            <a:ext cx="409941" cy="15307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F94690B-27EC-D23B-4C51-7952C16380CC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86F9958-6E25-EF7B-3250-170BACD384F4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C6D55FFB-BC7D-3536-0B5D-2A59B15D07F2}"/>
              </a:ext>
            </a:extLst>
          </p:cNvPr>
          <p:cNvSpPr txBox="1"/>
          <p:nvPr/>
        </p:nvSpPr>
        <p:spPr>
          <a:xfrm>
            <a:off x="2070145" y="1659455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230391F-D58B-EE6D-89C9-412D1BA2E76D}"/>
              </a:ext>
            </a:extLst>
          </p:cNvPr>
          <p:cNvSpPr txBox="1"/>
          <p:nvPr/>
        </p:nvSpPr>
        <p:spPr>
          <a:xfrm>
            <a:off x="1450218" y="2169108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97BCEFD-A3B1-60FB-0941-DB8E08937D91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FC1B81-AA81-263E-B0BD-7B5BA7A1DD17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00D66590-6205-4819-C480-253A785789EC}"/>
              </a:ext>
            </a:extLst>
          </p:cNvPr>
          <p:cNvSpPr txBox="1"/>
          <p:nvPr/>
        </p:nvSpPr>
        <p:spPr>
          <a:xfrm>
            <a:off x="841075" y="136474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2395EA0-6B69-475C-D2EC-47791B2F53BB}"/>
              </a:ext>
            </a:extLst>
          </p:cNvPr>
          <p:cNvSpPr txBox="1"/>
          <p:nvPr/>
        </p:nvSpPr>
        <p:spPr>
          <a:xfrm>
            <a:off x="1890840" y="112217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A4E999D9-78EE-4268-8605-29BE1CA7C911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A3C6D5DA-DC41-2530-6E78-1511426D900B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DC89604-DAC1-E239-476D-1FEA9B25E15A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5806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41362-31AF-946A-9D15-F2FEF637B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3E1019A3-42E1-3F3C-FFCB-921F36C4811E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68A3AC0E-DEC8-A973-AC12-FE045B3B7FD1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89D3A23-B44A-C9AE-9A1C-2E60B162027D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5FF085A-FB17-1535-A256-0337B62E7C33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7EBFE475-B7AE-6A04-01F8-6EE17B0C43F5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16C6F51-B798-9DE4-F389-B9F69426868D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6401A9DB-CC69-341F-A49E-3DF1347B2ADE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2BBF7C-26DC-37AD-E40B-D5C52711697E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8D9122-C044-4129-C27D-5D45CF9A3643}"/>
              </a:ext>
            </a:extLst>
          </p:cNvPr>
          <p:cNvSpPr txBox="1"/>
          <p:nvPr/>
        </p:nvSpPr>
        <p:spPr>
          <a:xfrm>
            <a:off x="2070145" y="1659455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4D43E4E-F361-1E90-E57D-2B5C4808A672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F07552C-E7C8-92FA-E47D-477B6170C19C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BA274F4F-4411-5608-4738-02E5CFF47798}"/>
              </a:ext>
            </a:extLst>
          </p:cNvPr>
          <p:cNvSpPr txBox="1"/>
          <p:nvPr/>
        </p:nvSpPr>
        <p:spPr>
          <a:xfrm>
            <a:off x="801130" y="1383372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3691C1F-149C-2650-FCEA-66323A85007A}"/>
              </a:ext>
            </a:extLst>
          </p:cNvPr>
          <p:cNvSpPr txBox="1"/>
          <p:nvPr/>
        </p:nvSpPr>
        <p:spPr>
          <a:xfrm>
            <a:off x="1881229" y="114670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8A5648-501C-A3A0-7C1B-D721981F53FF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3968DC5-8915-C40E-D236-939007BC3F11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D8154C49-2C27-4FE2-1915-FC8398530ED6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832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1D1BF-65D5-9323-317A-3D29E7B05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C898436D-092B-6887-770A-2E9214543D3C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8A39F823-4EC6-1598-05ED-E0939FCA092B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4255DB4-0C33-D644-6BDF-3A9A916670DA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51E64000-EC6E-79F3-C5F2-6ADB3E323DE7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E379DC9-32D2-1456-342D-E41F1842687A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EFA8261-CF7E-EBF2-557C-32990D3121C7}"/>
              </a:ext>
            </a:extLst>
          </p:cNvPr>
          <p:cNvCxnSpPr>
            <a:cxnSpLocks/>
          </p:cNvCxnSpPr>
          <p:nvPr/>
        </p:nvCxnSpPr>
        <p:spPr>
          <a:xfrm flipH="1" flipV="1">
            <a:off x="1190820" y="1647825"/>
            <a:ext cx="142809" cy="554042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84C988F-DA04-8C7B-EECC-E9C88D76291C}"/>
              </a:ext>
            </a:extLst>
          </p:cNvPr>
          <p:cNvSpPr txBox="1"/>
          <p:nvPr/>
        </p:nvSpPr>
        <p:spPr>
          <a:xfrm>
            <a:off x="1773475" y="185291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3FA82CE-E141-4ACC-3F54-7E87CB36E500}"/>
              </a:ext>
            </a:extLst>
          </p:cNvPr>
          <p:cNvSpPr txBox="1"/>
          <p:nvPr/>
        </p:nvSpPr>
        <p:spPr>
          <a:xfrm>
            <a:off x="814841" y="1816139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88FD392-71AF-233E-0DF1-D632C540F5CB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059BCA6-11DE-B890-9410-0BF75271D61F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BB807887-D57B-4C7B-3F03-FCA44FA4C96B}"/>
              </a:ext>
            </a:extLst>
          </p:cNvPr>
          <p:cNvSpPr txBox="1"/>
          <p:nvPr/>
        </p:nvSpPr>
        <p:spPr>
          <a:xfrm>
            <a:off x="653416" y="1129724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i="1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34D633F-1DE3-03C4-7906-D647C2555D02}"/>
              </a:ext>
            </a:extLst>
          </p:cNvPr>
          <p:cNvSpPr txBox="1"/>
          <p:nvPr/>
        </p:nvSpPr>
        <p:spPr>
          <a:xfrm>
            <a:off x="1650209" y="1125863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AA6773A-02B6-EC40-31DA-6CB365B01329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55C17400-6265-D2A4-C17E-5BFE18177C79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C636344-985D-FA48-7372-90AF752BA095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8AE7485-A643-49FF-DB4B-CBF45E1B7A28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9A136CD-BD11-3FBB-95F7-1806C08F3CF2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802F077-8BE6-4A76-4FF1-A15030C26E45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841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008F-68E4-70B6-1C0A-20D79F67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702EDC1A-2873-C3FA-949D-31F6F814F71B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618CE5B3-D766-D77C-1C2B-8A11FB4475E6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E32BBF8-6B0B-3477-F101-E7E9DEF0714A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5F82A971-AB20-CF36-1C85-D84C953879FB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69B98A5-94BC-D989-B951-26D2EDAB0CDB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BED0AA5-2A9D-B0B8-0A0A-2C33CEB03DD6}"/>
              </a:ext>
            </a:extLst>
          </p:cNvPr>
          <p:cNvSpPr txBox="1"/>
          <p:nvPr/>
        </p:nvSpPr>
        <p:spPr>
          <a:xfrm>
            <a:off x="1755448" y="1963055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0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2B1AEE58-BB24-4676-80F4-0DAF33CB509C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6337F0D-65C9-52B5-35E7-C472D9483CF1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8C19FD1F-82D4-1136-C2CF-29F34C9FE882}"/>
              </a:ext>
            </a:extLst>
          </p:cNvPr>
          <p:cNvSpPr txBox="1"/>
          <p:nvPr/>
        </p:nvSpPr>
        <p:spPr>
          <a:xfrm>
            <a:off x="699391" y="129564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4D4D271-BD3D-6F09-8AB0-D6754B3D18AA}"/>
              </a:ext>
            </a:extLst>
          </p:cNvPr>
          <p:cNvSpPr txBox="1"/>
          <p:nvPr/>
        </p:nvSpPr>
        <p:spPr>
          <a:xfrm>
            <a:off x="1557741" y="1266280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ED82A6D-1701-8934-E707-4AD6675347FF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E205B4EE-ACFD-A5B2-7E9C-DF917F8B567E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E16EBB1A-38EF-D773-BBC0-3B73EF261BD0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FCAA144-654C-C117-6853-65EC22E22931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732636D-46C8-AAF1-C162-6D1831F52D51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90D3F26-B1FD-01A8-CEF4-B259C8597E12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63014C64-623E-6D2D-103A-805BB5E72B9B}"/>
              </a:ext>
            </a:extLst>
          </p:cNvPr>
          <p:cNvSpPr txBox="1"/>
          <p:nvPr/>
        </p:nvSpPr>
        <p:spPr>
          <a:xfrm>
            <a:off x="1760161" y="1812485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E2A84DA-8B31-514D-498E-B67D4A50256D}"/>
              </a:ext>
            </a:extLst>
          </p:cNvPr>
          <p:cNvSpPr txBox="1"/>
          <p:nvPr/>
        </p:nvSpPr>
        <p:spPr>
          <a:xfrm>
            <a:off x="709819" y="114507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D43D44-CB25-1B48-F973-8D111B2CC036}"/>
              </a:ext>
            </a:extLst>
          </p:cNvPr>
          <p:cNvSpPr txBox="1"/>
          <p:nvPr/>
        </p:nvSpPr>
        <p:spPr>
          <a:xfrm>
            <a:off x="1568169" y="1115710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6601A21-9688-B262-A325-40AD529F9A4F}"/>
              </a:ext>
            </a:extLst>
          </p:cNvPr>
          <p:cNvCxnSpPr>
            <a:cxnSpLocks/>
          </p:cNvCxnSpPr>
          <p:nvPr/>
        </p:nvCxnSpPr>
        <p:spPr>
          <a:xfrm>
            <a:off x="928827" y="1331595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8BA2ED3-F08E-4CC3-3EE0-E059C768EACF}"/>
              </a:ext>
            </a:extLst>
          </p:cNvPr>
          <p:cNvCxnSpPr>
            <a:cxnSpLocks/>
          </p:cNvCxnSpPr>
          <p:nvPr/>
        </p:nvCxnSpPr>
        <p:spPr>
          <a:xfrm>
            <a:off x="1790987" y="1301118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01A93AA-5CA3-5FDA-D12D-6C174E21D298}"/>
              </a:ext>
            </a:extLst>
          </p:cNvPr>
          <p:cNvCxnSpPr>
            <a:cxnSpLocks/>
          </p:cNvCxnSpPr>
          <p:nvPr/>
        </p:nvCxnSpPr>
        <p:spPr>
          <a:xfrm>
            <a:off x="1966019" y="2001882"/>
            <a:ext cx="153364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786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21D99-6160-1563-1EEA-1A5B07111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0B8EE819-9388-6A83-DD0F-D790CE9DA3ED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785EE370-5DF3-8EE2-ECEA-AC30783C4E66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811FC28-A9BE-54FD-3417-4FB51E1E2458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F828FDE6-575E-59C3-EFE8-F53578E0AB14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58D793E-FBB1-BC0F-8A4C-64FAF7915906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7748AF6-CEA4-4173-8BD1-EA5077762D39}"/>
              </a:ext>
            </a:extLst>
          </p:cNvPr>
          <p:cNvCxnSpPr>
            <a:cxnSpLocks/>
          </p:cNvCxnSpPr>
          <p:nvPr/>
        </p:nvCxnSpPr>
        <p:spPr>
          <a:xfrm flipH="1" flipV="1">
            <a:off x="1190820" y="1647825"/>
            <a:ext cx="142809" cy="554042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4786C6C6-20AF-EEC7-C196-260D284BE69A}"/>
              </a:ext>
            </a:extLst>
          </p:cNvPr>
          <p:cNvSpPr txBox="1"/>
          <p:nvPr/>
        </p:nvSpPr>
        <p:spPr>
          <a:xfrm>
            <a:off x="1773475" y="185291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ADC5430-0855-EC51-65D2-FB149E3720A6}"/>
              </a:ext>
            </a:extLst>
          </p:cNvPr>
          <p:cNvSpPr txBox="1"/>
          <p:nvPr/>
        </p:nvSpPr>
        <p:spPr>
          <a:xfrm>
            <a:off x="814841" y="1816139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263A085-1518-2F0D-408F-887A339EC5F5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3071F4E-0E82-F75B-BCB9-991E605EFB90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8EB8F12-7FB9-107D-4548-20DDDD7CE9B9}"/>
              </a:ext>
            </a:extLst>
          </p:cNvPr>
          <p:cNvSpPr txBox="1"/>
          <p:nvPr/>
        </p:nvSpPr>
        <p:spPr>
          <a:xfrm>
            <a:off x="653416" y="1129724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i="1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7BC7F3B-F4EF-64A6-8CF1-A33C5797B9EE}"/>
              </a:ext>
            </a:extLst>
          </p:cNvPr>
          <p:cNvSpPr txBox="1"/>
          <p:nvPr/>
        </p:nvSpPr>
        <p:spPr>
          <a:xfrm>
            <a:off x="1650209" y="1125863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CC5D568-E1E0-B249-B023-DFBAF6DDFEA8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EE6B9B4E-BA73-2340-8929-7B85D9F8595A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7E438CF-8302-D781-1B87-E495FE1EB239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D8BDC76-9120-8DE9-B64D-3BFCD2C1776B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A40F2B8C-E138-A876-7DEE-025820290DA8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1460347-5A0C-2FB1-6DE4-36543FA94271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553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5F1F-40C5-26A2-F3CA-48EF5A680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4B8EE8B6-CB9E-B530-3441-49AE274C82DB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B78F6BE0-60D3-9D90-E499-E93BA3489858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9F02440-35FD-1B50-4BDA-B63ADD91A9EE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D195302D-C3FD-10F1-82CB-753A6ED51B48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55CE313-9AB3-15F5-16FD-7A86D229A453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F85066F8-B03E-0145-A5CC-CA36FCF200CC}"/>
              </a:ext>
            </a:extLst>
          </p:cNvPr>
          <p:cNvSpPr txBox="1"/>
          <p:nvPr/>
        </p:nvSpPr>
        <p:spPr>
          <a:xfrm>
            <a:off x="1773475" y="185291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28F9DF99-4CF3-E032-08EC-C7EB466F2035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464F4A8-969B-47FF-BF65-D421E28CF736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196F563C-21D9-C972-2A4C-A4878E64E0F8}"/>
              </a:ext>
            </a:extLst>
          </p:cNvPr>
          <p:cNvSpPr txBox="1"/>
          <p:nvPr/>
        </p:nvSpPr>
        <p:spPr>
          <a:xfrm>
            <a:off x="703201" y="1135694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C154BAE-1F3F-3F10-D4C5-EF69DF26A03F}"/>
              </a:ext>
            </a:extLst>
          </p:cNvPr>
          <p:cNvSpPr txBox="1"/>
          <p:nvPr/>
        </p:nvSpPr>
        <p:spPr>
          <a:xfrm>
            <a:off x="1542317" y="1119906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B51B853-B1D3-1769-E086-448BEFD64F20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870D773E-4D4D-19A5-AFF4-F19196983DC0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035BFAF9-3CBF-FA3D-B9C0-B7A2F10CD3A7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70E8374-4850-B467-BF1E-35A341D4A161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45A89D4-9A82-1EDD-5C36-1209F3F1A65C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50FA914-8933-4BC7-D9E7-23860076FF33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220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611E-7525-B20B-66C4-C817FE30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A8ACBFC0-F7E3-1095-90D5-0C8E0D570DDC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CA47CA2A-BB74-E796-9393-4007F46ACAEB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D400844-18AF-ECDE-9693-BE896915B567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CB5A77A-2EC6-700F-E5F1-053E97985D05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7D9CEEFC-C592-E8FC-6E53-34F3F61F7421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CA4E30-3F5C-8515-9FD9-591439097759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2A1E47E-C0A1-ED50-456E-6F565D7D4EEC}"/>
              </a:ext>
            </a:extLst>
          </p:cNvPr>
          <p:cNvCxnSpPr>
            <a:cxnSpLocks/>
          </p:cNvCxnSpPr>
          <p:nvPr/>
        </p:nvCxnSpPr>
        <p:spPr>
          <a:xfrm flipV="1">
            <a:off x="1333629" y="2048789"/>
            <a:ext cx="409941" cy="153078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A6AC442-F81F-A9C3-DCA8-49AD6E4736D2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50C9854A-AD4C-E9D5-6BD6-63451A78BEB0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E34CB65-737D-DEC9-2881-A38F8F0463D1}"/>
              </a:ext>
            </a:extLst>
          </p:cNvPr>
          <p:cNvSpPr txBox="1"/>
          <p:nvPr/>
        </p:nvSpPr>
        <p:spPr>
          <a:xfrm>
            <a:off x="2070145" y="1659455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887355-9F44-773C-268E-3FEFFAAD9A8D}"/>
              </a:ext>
            </a:extLst>
          </p:cNvPr>
          <p:cNvSpPr txBox="1"/>
          <p:nvPr/>
        </p:nvSpPr>
        <p:spPr>
          <a:xfrm>
            <a:off x="1450218" y="2169108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41ECF74-E588-6CE4-4564-F12DD863BAF5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F1642E6-6680-776B-1103-8CF4B40993E1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68682C5-43C1-72D9-39F8-5B3C0C125E7B}"/>
              </a:ext>
            </a:extLst>
          </p:cNvPr>
          <p:cNvSpPr txBox="1"/>
          <p:nvPr/>
        </p:nvSpPr>
        <p:spPr>
          <a:xfrm>
            <a:off x="841075" y="136474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FE5A1705-7075-2B20-1CE1-25EF977C7397}"/>
              </a:ext>
            </a:extLst>
          </p:cNvPr>
          <p:cNvSpPr txBox="1"/>
          <p:nvPr/>
        </p:nvSpPr>
        <p:spPr>
          <a:xfrm>
            <a:off x="1890840" y="112217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E969BBC6-1ECC-24BA-7A13-BB715CEBC333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FD389EB-58B8-4244-AFAB-0D4462BD4B29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D19E2B06-BFAF-8D5A-F8EA-034E4A71C056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965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0C545-1A5A-B84A-3A2F-456CD8213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A2B95901-55CA-9E5D-21D9-15851FBDCBCD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BB032B6D-C0E9-5B9B-9830-7895A821F14B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E63C1AD5-5C00-B438-CF56-2EFDE4316207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3665983-AA18-7C73-D2D3-E5D5408256AA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BB2FD627-752C-E9EA-ABA2-DD8A5798407D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1891283-B51A-A4CA-1B4C-9B65CB1365D8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670D5B2-1F95-5F4B-808F-2B1B6384D3A5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FCD147A6-2344-8FC6-3F3C-831E3F8DC3FB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2D09EC9-CD5D-8E56-3EEB-DA00856BBCD5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1A6B914-1B8E-4A2D-816D-A76788B6B7FD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D99F27B2-2A5F-7007-E84A-B3227A9B54A7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7B95098-D08C-5C99-7171-3E9052F272CA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4E8C824-A8F1-4BAE-4EAC-A29D24D9F991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23B199B-DC7E-F244-8E47-0FD73EB358D5}"/>
              </a:ext>
            </a:extLst>
          </p:cNvPr>
          <p:cNvSpPr txBox="1"/>
          <p:nvPr/>
        </p:nvSpPr>
        <p:spPr>
          <a:xfrm>
            <a:off x="714461" y="1605457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0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CE384DD-F75E-D7F5-6DD9-2A68F310E5B7}"/>
              </a:ext>
            </a:extLst>
          </p:cNvPr>
          <p:cNvSpPr txBox="1"/>
          <p:nvPr/>
        </p:nvSpPr>
        <p:spPr>
          <a:xfrm>
            <a:off x="2065808" y="1794273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14B1F69-4874-37A8-6C6F-C3A94C32624E}"/>
              </a:ext>
            </a:extLst>
          </p:cNvPr>
          <p:cNvSpPr txBox="1"/>
          <p:nvPr/>
        </p:nvSpPr>
        <p:spPr>
          <a:xfrm>
            <a:off x="1890840" y="128837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4275DB9-0F03-828D-4449-AC15E4A65DAC}"/>
              </a:ext>
            </a:extLst>
          </p:cNvPr>
          <p:cNvSpPr txBox="1"/>
          <p:nvPr/>
        </p:nvSpPr>
        <p:spPr>
          <a:xfrm>
            <a:off x="719174" y="1454887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AEC86E8-C842-8741-20CA-ECC9E5C343FD}"/>
              </a:ext>
            </a:extLst>
          </p:cNvPr>
          <p:cNvSpPr txBox="1"/>
          <p:nvPr/>
        </p:nvSpPr>
        <p:spPr>
          <a:xfrm>
            <a:off x="2076236" y="1643703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F576917-36E2-420E-C580-114C717C3435}"/>
              </a:ext>
            </a:extLst>
          </p:cNvPr>
          <p:cNvSpPr txBox="1"/>
          <p:nvPr/>
        </p:nvSpPr>
        <p:spPr>
          <a:xfrm>
            <a:off x="1901268" y="113780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145EB7A-A285-F483-74A4-DFAD77466C11}"/>
              </a:ext>
            </a:extLst>
          </p:cNvPr>
          <p:cNvCxnSpPr>
            <a:cxnSpLocks/>
          </p:cNvCxnSpPr>
          <p:nvPr/>
        </p:nvCxnSpPr>
        <p:spPr>
          <a:xfrm>
            <a:off x="2295244" y="1830226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86B782C-48CE-2375-4A4E-2311230A52AB}"/>
              </a:ext>
            </a:extLst>
          </p:cNvPr>
          <p:cNvCxnSpPr>
            <a:cxnSpLocks/>
          </p:cNvCxnSpPr>
          <p:nvPr/>
        </p:nvCxnSpPr>
        <p:spPr>
          <a:xfrm>
            <a:off x="2124086" y="1323210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30BE5FB-9C58-22EB-FE91-B9B5E33F7089}"/>
              </a:ext>
            </a:extLst>
          </p:cNvPr>
          <p:cNvCxnSpPr>
            <a:cxnSpLocks/>
          </p:cNvCxnSpPr>
          <p:nvPr/>
        </p:nvCxnSpPr>
        <p:spPr>
          <a:xfrm>
            <a:off x="925032" y="1644284"/>
            <a:ext cx="153364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9761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4DB1F-DBF9-4E7C-A43E-BD3D96EB5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77ED293-AE6C-DE94-CCE8-19B09B548329}"/>
              </a:ext>
            </a:extLst>
          </p:cNvPr>
          <p:cNvSpPr/>
          <p:nvPr/>
        </p:nvSpPr>
        <p:spPr>
          <a:xfrm>
            <a:off x="1252602" y="886216"/>
            <a:ext cx="1094135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80DB097-6DF0-0CA0-696E-9CE228280A0E}"/>
              </a:ext>
            </a:extLst>
          </p:cNvPr>
          <p:cNvSpPr/>
          <p:nvPr/>
        </p:nvSpPr>
        <p:spPr>
          <a:xfrm rot="16200000">
            <a:off x="2180600" y="1262538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4653D95-9E25-F74A-C28C-11F58FF558D3}"/>
              </a:ext>
            </a:extLst>
          </p:cNvPr>
          <p:cNvSpPr/>
          <p:nvPr/>
        </p:nvSpPr>
        <p:spPr>
          <a:xfrm rot="16200000" flipH="1">
            <a:off x="2315749" y="2128772"/>
            <a:ext cx="64982" cy="229902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FEA5FA4-C1D0-C3D4-A296-E205F649D531}"/>
              </a:ext>
            </a:extLst>
          </p:cNvPr>
          <p:cNvSpPr/>
          <p:nvPr/>
        </p:nvSpPr>
        <p:spPr>
          <a:xfrm>
            <a:off x="1138303" y="1946073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4460B7A-CEF3-0E26-00B3-72EE77A6F20F}"/>
              </a:ext>
            </a:extLst>
          </p:cNvPr>
          <p:cNvCxnSpPr>
            <a:cxnSpLocks/>
          </p:cNvCxnSpPr>
          <p:nvPr/>
        </p:nvCxnSpPr>
        <p:spPr>
          <a:xfrm>
            <a:off x="1425958" y="1799479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412374B-2035-3EB3-1D14-F51E3F4FC5E0}"/>
              </a:ext>
            </a:extLst>
          </p:cNvPr>
          <p:cNvSpPr txBox="1"/>
          <p:nvPr/>
        </p:nvSpPr>
        <p:spPr>
          <a:xfrm>
            <a:off x="1372931" y="193273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û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179DA026-5186-1E81-EF9F-1246B5E7B89F}"/>
              </a:ext>
            </a:extLst>
          </p:cNvPr>
          <p:cNvCxnSpPr/>
          <p:nvPr/>
        </p:nvCxnSpPr>
        <p:spPr>
          <a:xfrm>
            <a:off x="1720730" y="886454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C7FFED1E-1CCE-F62F-7261-31F4E84288AF}"/>
              </a:ext>
            </a:extLst>
          </p:cNvPr>
          <p:cNvSpPr txBox="1"/>
          <p:nvPr/>
        </p:nvSpPr>
        <p:spPr>
          <a:xfrm>
            <a:off x="1609825" y="914738"/>
            <a:ext cx="4148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C4206880-4613-5DA0-59F9-9EA479070CCD}"/>
              </a:ext>
            </a:extLst>
          </p:cNvPr>
          <p:cNvSpPr txBox="1"/>
          <p:nvPr/>
        </p:nvSpPr>
        <p:spPr>
          <a:xfrm>
            <a:off x="2348239" y="119955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F9A8D64-0000-F750-686E-FCC69287EC25}"/>
              </a:ext>
            </a:extLst>
          </p:cNvPr>
          <p:cNvSpPr txBox="1"/>
          <p:nvPr/>
        </p:nvSpPr>
        <p:spPr>
          <a:xfrm>
            <a:off x="2409512" y="212367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3FBD5434-61CF-3629-8B56-A06F1B4EC280}"/>
              </a:ext>
            </a:extLst>
          </p:cNvPr>
          <p:cNvCxnSpPr>
            <a:cxnSpLocks/>
          </p:cNvCxnSpPr>
          <p:nvPr/>
        </p:nvCxnSpPr>
        <p:spPr>
          <a:xfrm>
            <a:off x="2233289" y="2211232"/>
            <a:ext cx="236026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F48FDFCA-4949-79FC-7540-3D0A7F144798}"/>
              </a:ext>
            </a:extLst>
          </p:cNvPr>
          <p:cNvCxnSpPr>
            <a:cxnSpLocks/>
          </p:cNvCxnSpPr>
          <p:nvPr/>
        </p:nvCxnSpPr>
        <p:spPr>
          <a:xfrm>
            <a:off x="2233289" y="2276214"/>
            <a:ext cx="236026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14557E65-3FF6-FED8-FF1A-EC7FB7866E7B}"/>
              </a:ext>
            </a:extLst>
          </p:cNvPr>
          <p:cNvCxnSpPr>
            <a:cxnSpLocks/>
          </p:cNvCxnSpPr>
          <p:nvPr/>
        </p:nvCxnSpPr>
        <p:spPr>
          <a:xfrm>
            <a:off x="2160764" y="2028760"/>
            <a:ext cx="0" cy="45143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F24BFF88-ABFE-F018-0E65-4A254EC38916}"/>
              </a:ext>
            </a:extLst>
          </p:cNvPr>
          <p:cNvCxnSpPr>
            <a:cxnSpLocks/>
          </p:cNvCxnSpPr>
          <p:nvPr/>
        </p:nvCxnSpPr>
        <p:spPr>
          <a:xfrm>
            <a:off x="2160764" y="1130719"/>
            <a:ext cx="0" cy="45143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3AF7A77F-3E18-32FD-5EB2-ED6440F68840}"/>
              </a:ext>
            </a:extLst>
          </p:cNvPr>
          <p:cNvSpPr txBox="1"/>
          <p:nvPr/>
        </p:nvSpPr>
        <p:spPr>
          <a:xfrm>
            <a:off x="1687550" y="1204631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4CACA53-2F4F-C915-5017-EADE3D5389AD}"/>
              </a:ext>
            </a:extLst>
          </p:cNvPr>
          <p:cNvSpPr/>
          <p:nvPr/>
        </p:nvSpPr>
        <p:spPr>
          <a:xfrm rot="16200000" flipH="1">
            <a:off x="1093728" y="1262646"/>
            <a:ext cx="317750" cy="135424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CD23F8BF-5411-63E1-080A-BE675C24B9E9}"/>
              </a:ext>
            </a:extLst>
          </p:cNvPr>
          <p:cNvSpPr/>
          <p:nvPr/>
        </p:nvSpPr>
        <p:spPr>
          <a:xfrm flipH="1">
            <a:off x="1229743" y="146116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C1018D1-1A1D-5AEE-B186-557D52EDDC91}"/>
              </a:ext>
            </a:extLst>
          </p:cNvPr>
          <p:cNvCxnSpPr>
            <a:cxnSpLocks/>
          </p:cNvCxnSpPr>
          <p:nvPr/>
        </p:nvCxnSpPr>
        <p:spPr>
          <a:xfrm>
            <a:off x="1129691" y="1211319"/>
            <a:ext cx="123825" cy="27051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55DD7C48-4228-1D5C-6FBC-6DD5411ADA5F}"/>
              </a:ext>
            </a:extLst>
          </p:cNvPr>
          <p:cNvSpPr/>
          <p:nvPr/>
        </p:nvSpPr>
        <p:spPr>
          <a:xfrm flipH="1">
            <a:off x="1229743" y="115180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7359C294-67CF-974B-2656-507AEEBECAFB}"/>
              </a:ext>
            </a:extLst>
          </p:cNvPr>
          <p:cNvSpPr/>
          <p:nvPr/>
        </p:nvSpPr>
        <p:spPr>
          <a:xfrm>
            <a:off x="1089725" y="1336016"/>
            <a:ext cx="325755" cy="325755"/>
          </a:xfrm>
          <a:prstGeom prst="arc">
            <a:avLst>
              <a:gd name="adj1" fmla="val 13359495"/>
              <a:gd name="adj2" fmla="val 17793908"/>
            </a:avLst>
          </a:prstGeom>
          <a:ln w="9525" cap="rnd">
            <a:solidFill>
              <a:schemeClr val="accent2"/>
            </a:solidFill>
            <a:round/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A372958A-A398-5308-2B88-2A1CB896E61D}"/>
              </a:ext>
            </a:extLst>
          </p:cNvPr>
          <p:cNvSpPr txBox="1"/>
          <p:nvPr/>
        </p:nvSpPr>
        <p:spPr>
          <a:xfrm rot="16200000">
            <a:off x="992308" y="1141522"/>
            <a:ext cx="8720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bei </a:t>
            </a:r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 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  <a:endParaRPr lang="de-DE" sz="11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A6A4815-A4C8-88C7-8578-7D9CD43384AA}"/>
              </a:ext>
            </a:extLst>
          </p:cNvPr>
          <p:cNvSpPr txBox="1"/>
          <p:nvPr/>
        </p:nvSpPr>
        <p:spPr>
          <a:xfrm>
            <a:off x="1687550" y="2112917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67512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EC46-E549-62F1-E01E-1A6C3718F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36B4FBAA-E7ED-53BD-CD05-EDCB9B12DE34}"/>
              </a:ext>
            </a:extLst>
          </p:cNvPr>
          <p:cNvSpPr/>
          <p:nvPr/>
        </p:nvSpPr>
        <p:spPr>
          <a:xfrm>
            <a:off x="1252602" y="886216"/>
            <a:ext cx="1094135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FA2232-6AC3-A29B-73BF-B34717A7DA09}"/>
              </a:ext>
            </a:extLst>
          </p:cNvPr>
          <p:cNvSpPr/>
          <p:nvPr/>
        </p:nvSpPr>
        <p:spPr>
          <a:xfrm rot="16200000">
            <a:off x="2180600" y="1262538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99866BC-F5EE-D779-6F11-AAD519100FC0}"/>
              </a:ext>
            </a:extLst>
          </p:cNvPr>
          <p:cNvSpPr/>
          <p:nvPr/>
        </p:nvSpPr>
        <p:spPr>
          <a:xfrm rot="16200000" flipH="1">
            <a:off x="2315749" y="2128772"/>
            <a:ext cx="64982" cy="229902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154C551A-15C2-8219-52A3-618555E8F9EE}"/>
              </a:ext>
            </a:extLst>
          </p:cNvPr>
          <p:cNvCxnSpPr>
            <a:cxnSpLocks/>
          </p:cNvCxnSpPr>
          <p:nvPr/>
        </p:nvCxnSpPr>
        <p:spPr>
          <a:xfrm>
            <a:off x="1720730" y="886454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3E415C9F-46E7-5EF4-3797-FA7C5266221B}"/>
              </a:ext>
            </a:extLst>
          </p:cNvPr>
          <p:cNvSpPr txBox="1"/>
          <p:nvPr/>
        </p:nvSpPr>
        <p:spPr>
          <a:xfrm>
            <a:off x="1609825" y="914738"/>
            <a:ext cx="4148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76D1723-99B5-1849-B8A9-482E0349C6BF}"/>
              </a:ext>
            </a:extLst>
          </p:cNvPr>
          <p:cNvSpPr txBox="1"/>
          <p:nvPr/>
        </p:nvSpPr>
        <p:spPr>
          <a:xfrm>
            <a:off x="2348239" y="119955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774AA57-AE8B-5C8A-4F5C-46EC53CFA147}"/>
              </a:ext>
            </a:extLst>
          </p:cNvPr>
          <p:cNvSpPr txBox="1"/>
          <p:nvPr/>
        </p:nvSpPr>
        <p:spPr>
          <a:xfrm>
            <a:off x="2409512" y="212367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EEF27B67-D92C-5B99-8D45-16AC336CC7E7}"/>
              </a:ext>
            </a:extLst>
          </p:cNvPr>
          <p:cNvCxnSpPr>
            <a:cxnSpLocks/>
          </p:cNvCxnSpPr>
          <p:nvPr/>
        </p:nvCxnSpPr>
        <p:spPr>
          <a:xfrm>
            <a:off x="2233289" y="2211232"/>
            <a:ext cx="236026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C1F3179C-60F4-79C6-6FFD-1EC10627E5FA}"/>
              </a:ext>
            </a:extLst>
          </p:cNvPr>
          <p:cNvCxnSpPr>
            <a:cxnSpLocks/>
          </p:cNvCxnSpPr>
          <p:nvPr/>
        </p:nvCxnSpPr>
        <p:spPr>
          <a:xfrm>
            <a:off x="2233289" y="2276214"/>
            <a:ext cx="236026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CF1392F2-E070-93D2-B398-BBDD53FD14B3}"/>
              </a:ext>
            </a:extLst>
          </p:cNvPr>
          <p:cNvCxnSpPr>
            <a:cxnSpLocks/>
          </p:cNvCxnSpPr>
          <p:nvPr/>
        </p:nvCxnSpPr>
        <p:spPr>
          <a:xfrm>
            <a:off x="2160764" y="2028760"/>
            <a:ext cx="0" cy="45143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219B351-F736-C2FE-26B6-46E4C17792A7}"/>
              </a:ext>
            </a:extLst>
          </p:cNvPr>
          <p:cNvCxnSpPr>
            <a:cxnSpLocks/>
          </p:cNvCxnSpPr>
          <p:nvPr/>
        </p:nvCxnSpPr>
        <p:spPr>
          <a:xfrm>
            <a:off x="2160764" y="1130719"/>
            <a:ext cx="0" cy="45143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BA7F7DA6-39D2-03C7-377D-56647E6F2C1C}"/>
              </a:ext>
            </a:extLst>
          </p:cNvPr>
          <p:cNvSpPr txBox="1"/>
          <p:nvPr/>
        </p:nvSpPr>
        <p:spPr>
          <a:xfrm>
            <a:off x="1687550" y="1204631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F8CEDEF-B602-B968-8BCB-A15A046CBC36}"/>
              </a:ext>
            </a:extLst>
          </p:cNvPr>
          <p:cNvSpPr/>
          <p:nvPr/>
        </p:nvSpPr>
        <p:spPr>
          <a:xfrm rot="16200000" flipH="1">
            <a:off x="1093728" y="1262646"/>
            <a:ext cx="317750" cy="135424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BC6C92FA-462A-3811-AC44-F2B70097D345}"/>
              </a:ext>
            </a:extLst>
          </p:cNvPr>
          <p:cNvSpPr/>
          <p:nvPr/>
        </p:nvSpPr>
        <p:spPr>
          <a:xfrm flipH="1">
            <a:off x="1229743" y="146116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AEABC36-89FB-70B1-FF99-A3BEB596926F}"/>
              </a:ext>
            </a:extLst>
          </p:cNvPr>
          <p:cNvCxnSpPr>
            <a:cxnSpLocks/>
          </p:cNvCxnSpPr>
          <p:nvPr/>
        </p:nvCxnSpPr>
        <p:spPr>
          <a:xfrm>
            <a:off x="1129691" y="1211319"/>
            <a:ext cx="123825" cy="27051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526EA1B-2D58-9164-6B01-00D126747FF2}"/>
              </a:ext>
            </a:extLst>
          </p:cNvPr>
          <p:cNvSpPr/>
          <p:nvPr/>
        </p:nvSpPr>
        <p:spPr>
          <a:xfrm flipH="1">
            <a:off x="1229743" y="115180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51CEE164-100D-266E-8656-F62791344E43}"/>
              </a:ext>
            </a:extLst>
          </p:cNvPr>
          <p:cNvSpPr/>
          <p:nvPr/>
        </p:nvSpPr>
        <p:spPr>
          <a:xfrm>
            <a:off x="1089725" y="1336016"/>
            <a:ext cx="325755" cy="325755"/>
          </a:xfrm>
          <a:prstGeom prst="arc">
            <a:avLst>
              <a:gd name="adj1" fmla="val 13359495"/>
              <a:gd name="adj2" fmla="val 17793908"/>
            </a:avLst>
          </a:prstGeom>
          <a:ln w="9525" cap="rnd">
            <a:solidFill>
              <a:schemeClr val="accent2"/>
            </a:solidFill>
            <a:round/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7A5CDD4-2032-1014-25D4-8E8BFCB602CE}"/>
              </a:ext>
            </a:extLst>
          </p:cNvPr>
          <p:cNvSpPr txBox="1"/>
          <p:nvPr/>
        </p:nvSpPr>
        <p:spPr>
          <a:xfrm rot="16200000">
            <a:off x="992308" y="1141522"/>
            <a:ext cx="8720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bei </a:t>
            </a:r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 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  <a:endParaRPr lang="de-DE" sz="11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FBAEF234-F625-D439-E0F6-443788CC9680}"/>
              </a:ext>
            </a:extLst>
          </p:cNvPr>
          <p:cNvSpPr txBox="1"/>
          <p:nvPr/>
        </p:nvSpPr>
        <p:spPr>
          <a:xfrm>
            <a:off x="1687550" y="2112917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737195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03BC1-55B5-4C75-89B6-91D5F0DB9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48ABDE44-56E9-C9AF-BB19-86E973D0B90B}"/>
              </a:ext>
            </a:extLst>
          </p:cNvPr>
          <p:cNvSpPr txBox="1"/>
          <p:nvPr/>
        </p:nvSpPr>
        <p:spPr>
          <a:xfrm>
            <a:off x="2117146" y="1921724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û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3AFD381-A7B5-EC3D-77A5-3DB00A614131}"/>
              </a:ext>
            </a:extLst>
          </p:cNvPr>
          <p:cNvSpPr txBox="1"/>
          <p:nvPr/>
        </p:nvSpPr>
        <p:spPr>
          <a:xfrm>
            <a:off x="1152264" y="93765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6B350E4-4A4D-80AB-5B39-DAA86B287878}"/>
              </a:ext>
            </a:extLst>
          </p:cNvPr>
          <p:cNvCxnSpPr>
            <a:cxnSpLocks/>
          </p:cNvCxnSpPr>
          <p:nvPr/>
        </p:nvCxnSpPr>
        <p:spPr>
          <a:xfrm>
            <a:off x="2009361" y="2163555"/>
            <a:ext cx="497064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BFF9F74F-84C3-D7BB-06AD-C391F3B82C36}"/>
              </a:ext>
            </a:extLst>
          </p:cNvPr>
          <p:cNvSpPr txBox="1"/>
          <p:nvPr/>
        </p:nvSpPr>
        <p:spPr>
          <a:xfrm>
            <a:off x="1095511" y="1423503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9B7C51C-8166-A0DE-45A3-63ED40657704}"/>
              </a:ext>
            </a:extLst>
          </p:cNvPr>
          <p:cNvSpPr/>
          <p:nvPr/>
        </p:nvSpPr>
        <p:spPr>
          <a:xfrm rot="16200000">
            <a:off x="1253123" y="898184"/>
            <a:ext cx="1094135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BD0432-6998-9C0C-83E9-B7579863E547}"/>
              </a:ext>
            </a:extLst>
          </p:cNvPr>
          <p:cNvSpPr/>
          <p:nvPr/>
        </p:nvSpPr>
        <p:spPr>
          <a:xfrm rot="10800000">
            <a:off x="1166053" y="1192433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FD9D439-D2B3-B2B7-A287-7D4179F7F6A6}"/>
              </a:ext>
            </a:extLst>
          </p:cNvPr>
          <p:cNvSpPr/>
          <p:nvPr/>
        </p:nvSpPr>
        <p:spPr>
          <a:xfrm rot="16200000">
            <a:off x="2141053" y="2232825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8BC20C97-372E-CF0E-B764-FCE7D24EF0F9}"/>
              </a:ext>
            </a:extLst>
          </p:cNvPr>
          <p:cNvSpPr txBox="1"/>
          <p:nvPr/>
        </p:nvSpPr>
        <p:spPr>
          <a:xfrm>
            <a:off x="1032621" y="1956844"/>
            <a:ext cx="7557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bei </a:t>
            </a:r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 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  <a:endParaRPr lang="de-DE" sz="11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E94DF0A1-B5DB-D9C0-2570-DAE5E2252169}"/>
              </a:ext>
            </a:extLst>
          </p:cNvPr>
          <p:cNvSpPr txBox="1"/>
          <p:nvPr/>
        </p:nvSpPr>
        <p:spPr>
          <a:xfrm>
            <a:off x="2004950" y="1429934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2ECBF1E-DDD3-48F0-561D-A4C720B1E0A9}"/>
              </a:ext>
            </a:extLst>
          </p:cNvPr>
          <p:cNvSpPr/>
          <p:nvPr/>
        </p:nvSpPr>
        <p:spPr>
          <a:xfrm flipH="1">
            <a:off x="1181235" y="2278524"/>
            <a:ext cx="317750" cy="135424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3300E2B8-2028-881F-F8AA-C96D29506390}"/>
              </a:ext>
            </a:extLst>
          </p:cNvPr>
          <p:cNvSpPr/>
          <p:nvPr/>
        </p:nvSpPr>
        <p:spPr>
          <a:xfrm rot="16200000" flipH="1">
            <a:off x="1473265" y="232426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9C440D5-C6CF-A2D9-AF3A-98135C7AAD0A}"/>
              </a:ext>
            </a:extLst>
          </p:cNvPr>
          <p:cNvCxnSpPr>
            <a:cxnSpLocks/>
          </p:cNvCxnSpPr>
          <p:nvPr/>
        </p:nvCxnSpPr>
        <p:spPr>
          <a:xfrm flipV="1">
            <a:off x="1205868" y="2346213"/>
            <a:ext cx="288062" cy="35037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3AF360B-A0C3-56BB-1AAA-EBF48C75AEB0}"/>
              </a:ext>
            </a:extLst>
          </p:cNvPr>
          <p:cNvSpPr/>
          <p:nvPr/>
        </p:nvSpPr>
        <p:spPr>
          <a:xfrm rot="16200000" flipH="1">
            <a:off x="1163907" y="232426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620A917F-1021-8E7D-680C-1C900F61E34A}"/>
              </a:ext>
            </a:extLst>
          </p:cNvPr>
          <p:cNvSpPr/>
          <p:nvPr/>
        </p:nvSpPr>
        <p:spPr>
          <a:xfrm>
            <a:off x="1331407" y="2183334"/>
            <a:ext cx="325755" cy="325755"/>
          </a:xfrm>
          <a:prstGeom prst="arc">
            <a:avLst>
              <a:gd name="adj1" fmla="val 8292870"/>
              <a:gd name="adj2" fmla="val 12277374"/>
            </a:avLst>
          </a:prstGeom>
          <a:ln w="9525" cap="rnd">
            <a:solidFill>
              <a:schemeClr val="accent2"/>
            </a:solidFill>
            <a:round/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96E48-D70F-D7ED-2A4F-B51F6F36D469}"/>
              </a:ext>
            </a:extLst>
          </p:cNvPr>
          <p:cNvSpPr/>
          <p:nvPr/>
        </p:nvSpPr>
        <p:spPr>
          <a:xfrm rot="10800000">
            <a:off x="2072732" y="1192434"/>
            <a:ext cx="335280" cy="118110"/>
          </a:xfrm>
          <a:prstGeom prst="rect">
            <a:avLst/>
          </a:prstGeom>
          <a:solidFill>
            <a:schemeClr val="tx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F760A7B-CFCD-4C5C-825C-3BAB5C65D066}"/>
              </a:ext>
            </a:extLst>
          </p:cNvPr>
          <p:cNvCxnSpPr>
            <a:cxnSpLocks/>
          </p:cNvCxnSpPr>
          <p:nvPr/>
        </p:nvCxnSpPr>
        <p:spPr>
          <a:xfrm>
            <a:off x="2046024" y="1401555"/>
            <a:ext cx="409015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94374818-597E-2EDD-D7B3-F72BBD3465E2}"/>
              </a:ext>
            </a:extLst>
          </p:cNvPr>
          <p:cNvSpPr txBox="1"/>
          <p:nvPr/>
        </p:nvSpPr>
        <p:spPr>
          <a:xfrm>
            <a:off x="2056169" y="93231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5C8D99BA-2F6B-7E96-4E50-16E6E12B7CD3}"/>
              </a:ext>
            </a:extLst>
          </p:cNvPr>
          <p:cNvCxnSpPr>
            <a:cxnSpLocks/>
          </p:cNvCxnSpPr>
          <p:nvPr/>
        </p:nvCxnSpPr>
        <p:spPr>
          <a:xfrm>
            <a:off x="1135602" y="1401555"/>
            <a:ext cx="409015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lipse 23">
            <a:extLst>
              <a:ext uri="{FF2B5EF4-FFF2-40B4-BE49-F238E27FC236}">
                <a16:creationId xmlns:a16="http://schemas.microsoft.com/office/drawing/2014/main" id="{E8144928-E12B-5873-4768-1A480E483DD5}"/>
              </a:ext>
            </a:extLst>
          </p:cNvPr>
          <p:cNvSpPr/>
          <p:nvPr/>
        </p:nvSpPr>
        <p:spPr>
          <a:xfrm rot="16200000" flipH="1">
            <a:off x="1777037" y="232335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4158193-68E2-F192-7A83-D1911B10C46E}"/>
              </a:ext>
            </a:extLst>
          </p:cNvPr>
          <p:cNvSpPr/>
          <p:nvPr/>
        </p:nvSpPr>
        <p:spPr>
          <a:xfrm rot="16200000" flipH="1">
            <a:off x="1777037" y="1231379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0A6B60B-78C9-55B1-7D96-E48F41A73BFB}"/>
              </a:ext>
            </a:extLst>
          </p:cNvPr>
          <p:cNvCxnSpPr>
            <a:cxnSpLocks/>
          </p:cNvCxnSpPr>
          <p:nvPr/>
        </p:nvCxnSpPr>
        <p:spPr>
          <a:xfrm>
            <a:off x="1799701" y="1946910"/>
            <a:ext cx="0" cy="382156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23AB872C-9EA0-92DF-EDCE-05A1E236532B}"/>
              </a:ext>
            </a:extLst>
          </p:cNvPr>
          <p:cNvCxnSpPr>
            <a:cxnSpLocks/>
          </p:cNvCxnSpPr>
          <p:nvPr/>
        </p:nvCxnSpPr>
        <p:spPr>
          <a:xfrm>
            <a:off x="1799897" y="1270110"/>
            <a:ext cx="0" cy="37200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CC48418-3562-AF94-AD53-0C88A0C813B5}"/>
              </a:ext>
            </a:extLst>
          </p:cNvPr>
          <p:cNvGrpSpPr/>
          <p:nvPr/>
        </p:nvGrpSpPr>
        <p:grpSpPr>
          <a:xfrm rot="5400000">
            <a:off x="1559700" y="1712058"/>
            <a:ext cx="355078" cy="171207"/>
            <a:chOff x="1200803" y="2710131"/>
            <a:chExt cx="355078" cy="171207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8C48B4D8-DAFA-35D7-2362-3E69201CD970}"/>
                </a:ext>
              </a:extLst>
            </p:cNvPr>
            <p:cNvSpPr/>
            <p:nvPr/>
          </p:nvSpPr>
          <p:spPr>
            <a:xfrm rot="16200000" flipH="1">
              <a:off x="1510161" y="2710131"/>
              <a:ext cx="45720" cy="4572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4608C6C-09BF-DAE5-1B10-4185C84D4A6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325991" y="2676503"/>
              <a:ext cx="149260" cy="260410"/>
            </a:xfrm>
            <a:prstGeom prst="straightConnector1">
              <a:avLst/>
            </a:prstGeom>
            <a:ln w="15875" cap="rnd">
              <a:solidFill>
                <a:schemeClr val="tx1"/>
              </a:solidFill>
              <a:round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93B481E0-8C3E-E472-D901-518F79D1C714}"/>
                </a:ext>
              </a:extLst>
            </p:cNvPr>
            <p:cNvSpPr/>
            <p:nvPr/>
          </p:nvSpPr>
          <p:spPr>
            <a:xfrm rot="16200000" flipH="1">
              <a:off x="1200803" y="2710131"/>
              <a:ext cx="45720" cy="4572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47" name="Bogen 46">
            <a:extLst>
              <a:ext uri="{FF2B5EF4-FFF2-40B4-BE49-F238E27FC236}">
                <a16:creationId xmlns:a16="http://schemas.microsoft.com/office/drawing/2014/main" id="{0A81164E-5B87-1028-857A-2D404959285C}"/>
              </a:ext>
            </a:extLst>
          </p:cNvPr>
          <p:cNvSpPr/>
          <p:nvPr/>
        </p:nvSpPr>
        <p:spPr>
          <a:xfrm>
            <a:off x="1632669" y="1790757"/>
            <a:ext cx="325755" cy="325755"/>
          </a:xfrm>
          <a:prstGeom prst="arc">
            <a:avLst>
              <a:gd name="adj1" fmla="val 12099626"/>
              <a:gd name="adj2" fmla="val 16577799"/>
            </a:avLst>
          </a:prstGeom>
          <a:ln w="9525" cap="rnd">
            <a:solidFill>
              <a:schemeClr val="accent2"/>
            </a:solidFill>
            <a:round/>
            <a:headEnd type="triangl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496D8AA2-A1DA-8EB2-F4F4-D0D90470CDF5}"/>
              </a:ext>
            </a:extLst>
          </p:cNvPr>
          <p:cNvSpPr txBox="1"/>
          <p:nvPr/>
        </p:nvSpPr>
        <p:spPr>
          <a:xfrm>
            <a:off x="2270280" y="1678365"/>
            <a:ext cx="4722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B728796A-BA0D-31A3-CD64-A35D9FFF6B95}"/>
              </a:ext>
            </a:extLst>
          </p:cNvPr>
          <p:cNvCxnSpPr>
            <a:cxnSpLocks/>
          </p:cNvCxnSpPr>
          <p:nvPr/>
        </p:nvCxnSpPr>
        <p:spPr>
          <a:xfrm>
            <a:off x="2702065" y="1726556"/>
            <a:ext cx="0" cy="181294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5691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603F6-C6C5-B47E-3FD1-03034BA7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141743F-E639-F3FD-40EE-8381803433C9}"/>
              </a:ext>
            </a:extLst>
          </p:cNvPr>
          <p:cNvSpPr txBox="1"/>
          <p:nvPr/>
        </p:nvSpPr>
        <p:spPr>
          <a:xfrm>
            <a:off x="2117146" y="1921724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û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A04DDEA-52FB-9FC6-B683-AE081413CA9B}"/>
              </a:ext>
            </a:extLst>
          </p:cNvPr>
          <p:cNvSpPr txBox="1"/>
          <p:nvPr/>
        </p:nvSpPr>
        <p:spPr>
          <a:xfrm>
            <a:off x="2270280" y="1678365"/>
            <a:ext cx="4722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4598F50-A949-EF18-BAAD-08FBEE70A139}"/>
              </a:ext>
            </a:extLst>
          </p:cNvPr>
          <p:cNvSpPr txBox="1"/>
          <p:nvPr/>
        </p:nvSpPr>
        <p:spPr>
          <a:xfrm>
            <a:off x="1152264" y="93765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A819432-A647-6031-DCB5-371737839CDC}"/>
              </a:ext>
            </a:extLst>
          </p:cNvPr>
          <p:cNvCxnSpPr>
            <a:cxnSpLocks/>
          </p:cNvCxnSpPr>
          <p:nvPr/>
        </p:nvCxnSpPr>
        <p:spPr>
          <a:xfrm>
            <a:off x="2009361" y="2163555"/>
            <a:ext cx="497064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3D89649C-44FD-43D5-35DF-7FA356FAB835}"/>
              </a:ext>
            </a:extLst>
          </p:cNvPr>
          <p:cNvSpPr txBox="1"/>
          <p:nvPr/>
        </p:nvSpPr>
        <p:spPr>
          <a:xfrm>
            <a:off x="1095511" y="1423503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1E3E778-B94A-63FF-24C6-0A41ED3B9D16}"/>
              </a:ext>
            </a:extLst>
          </p:cNvPr>
          <p:cNvSpPr/>
          <p:nvPr/>
        </p:nvSpPr>
        <p:spPr>
          <a:xfrm rot="16200000">
            <a:off x="1253123" y="898184"/>
            <a:ext cx="1094135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F2CE997-F465-43DB-E70D-840C1779B970}"/>
              </a:ext>
            </a:extLst>
          </p:cNvPr>
          <p:cNvSpPr/>
          <p:nvPr/>
        </p:nvSpPr>
        <p:spPr>
          <a:xfrm rot="10800000">
            <a:off x="1166053" y="1192433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E868680-1CF2-FBAE-3C09-4BDA7D8D3AD5}"/>
              </a:ext>
            </a:extLst>
          </p:cNvPr>
          <p:cNvSpPr/>
          <p:nvPr/>
        </p:nvSpPr>
        <p:spPr>
          <a:xfrm rot="16200000">
            <a:off x="2141053" y="2232825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FF67F6B-EFBE-58EE-C890-56849EBB9F97}"/>
              </a:ext>
            </a:extLst>
          </p:cNvPr>
          <p:cNvSpPr txBox="1"/>
          <p:nvPr/>
        </p:nvSpPr>
        <p:spPr>
          <a:xfrm>
            <a:off x="1032621" y="1956844"/>
            <a:ext cx="7557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bei </a:t>
            </a:r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 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  <a:endParaRPr lang="de-DE" sz="11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C3E1E94-667E-E120-441F-F02A9165FBED}"/>
              </a:ext>
            </a:extLst>
          </p:cNvPr>
          <p:cNvSpPr txBox="1"/>
          <p:nvPr/>
        </p:nvSpPr>
        <p:spPr>
          <a:xfrm>
            <a:off x="2004950" y="1429934"/>
            <a:ext cx="5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2C25B99-95B9-8F8B-2B4A-F888C02609FA}"/>
              </a:ext>
            </a:extLst>
          </p:cNvPr>
          <p:cNvSpPr/>
          <p:nvPr/>
        </p:nvSpPr>
        <p:spPr>
          <a:xfrm flipH="1">
            <a:off x="1181235" y="2278524"/>
            <a:ext cx="317750" cy="135424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B602784-DA17-EA8A-DA74-E21BC9AC02C3}"/>
              </a:ext>
            </a:extLst>
          </p:cNvPr>
          <p:cNvSpPr/>
          <p:nvPr/>
        </p:nvSpPr>
        <p:spPr>
          <a:xfrm rot="16200000" flipH="1">
            <a:off x="1473265" y="232426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0CD917A2-8DEC-BF0A-92E9-8863C3364094}"/>
              </a:ext>
            </a:extLst>
          </p:cNvPr>
          <p:cNvCxnSpPr>
            <a:cxnSpLocks/>
          </p:cNvCxnSpPr>
          <p:nvPr/>
        </p:nvCxnSpPr>
        <p:spPr>
          <a:xfrm flipV="1">
            <a:off x="1238253" y="2346213"/>
            <a:ext cx="255677" cy="147432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CA3446F-3352-1E84-8EE1-D666F26C8F9F}"/>
              </a:ext>
            </a:extLst>
          </p:cNvPr>
          <p:cNvSpPr/>
          <p:nvPr/>
        </p:nvSpPr>
        <p:spPr>
          <a:xfrm rot="16200000" flipH="1">
            <a:off x="1163907" y="232426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A562628A-000A-6FA1-E6F0-45939F3A4ED4}"/>
              </a:ext>
            </a:extLst>
          </p:cNvPr>
          <p:cNvSpPr/>
          <p:nvPr/>
        </p:nvSpPr>
        <p:spPr>
          <a:xfrm>
            <a:off x="1331407" y="2183334"/>
            <a:ext cx="325755" cy="325755"/>
          </a:xfrm>
          <a:prstGeom prst="arc">
            <a:avLst>
              <a:gd name="adj1" fmla="val 6809369"/>
              <a:gd name="adj2" fmla="val 11440298"/>
            </a:avLst>
          </a:prstGeom>
          <a:ln w="9525" cap="rnd">
            <a:solidFill>
              <a:schemeClr val="accent2"/>
            </a:solidFill>
            <a:round/>
            <a:headEnd type="triangl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416C13-7943-B9FF-4571-760EE30E69B1}"/>
              </a:ext>
            </a:extLst>
          </p:cNvPr>
          <p:cNvSpPr/>
          <p:nvPr/>
        </p:nvSpPr>
        <p:spPr>
          <a:xfrm rot="10800000">
            <a:off x="2072732" y="1192434"/>
            <a:ext cx="335280" cy="118110"/>
          </a:xfrm>
          <a:prstGeom prst="rect">
            <a:avLst/>
          </a:prstGeom>
          <a:solidFill>
            <a:schemeClr val="tx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46D86B9-933F-C035-E682-685DC2C0CC9F}"/>
              </a:ext>
            </a:extLst>
          </p:cNvPr>
          <p:cNvCxnSpPr>
            <a:cxnSpLocks/>
          </p:cNvCxnSpPr>
          <p:nvPr/>
        </p:nvCxnSpPr>
        <p:spPr>
          <a:xfrm>
            <a:off x="2046024" y="1401555"/>
            <a:ext cx="409015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8BF8A66-352B-6B2F-60F0-09DC4E6AE51C}"/>
              </a:ext>
            </a:extLst>
          </p:cNvPr>
          <p:cNvCxnSpPr>
            <a:cxnSpLocks/>
          </p:cNvCxnSpPr>
          <p:nvPr/>
        </p:nvCxnSpPr>
        <p:spPr>
          <a:xfrm>
            <a:off x="2702065" y="1726556"/>
            <a:ext cx="0" cy="181294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FEC0E150-D99D-05FF-5C74-83AF09C7F666}"/>
              </a:ext>
            </a:extLst>
          </p:cNvPr>
          <p:cNvSpPr txBox="1"/>
          <p:nvPr/>
        </p:nvSpPr>
        <p:spPr>
          <a:xfrm>
            <a:off x="2056169" y="93231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380CEA6-ACD7-E0D9-AB94-D3151ADCBEA0}"/>
              </a:ext>
            </a:extLst>
          </p:cNvPr>
          <p:cNvCxnSpPr>
            <a:cxnSpLocks/>
          </p:cNvCxnSpPr>
          <p:nvPr/>
        </p:nvCxnSpPr>
        <p:spPr>
          <a:xfrm>
            <a:off x="1135602" y="1401555"/>
            <a:ext cx="409015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lipse 23">
            <a:extLst>
              <a:ext uri="{FF2B5EF4-FFF2-40B4-BE49-F238E27FC236}">
                <a16:creationId xmlns:a16="http://schemas.microsoft.com/office/drawing/2014/main" id="{8D4CDD87-CF4E-B49F-7AD6-25DFE1C9041F}"/>
              </a:ext>
            </a:extLst>
          </p:cNvPr>
          <p:cNvSpPr/>
          <p:nvPr/>
        </p:nvSpPr>
        <p:spPr>
          <a:xfrm rot="16200000" flipH="1">
            <a:off x="1777037" y="232335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C45E3C58-9B03-F4FB-CBDC-2E0CC0E10E1C}"/>
              </a:ext>
            </a:extLst>
          </p:cNvPr>
          <p:cNvSpPr/>
          <p:nvPr/>
        </p:nvSpPr>
        <p:spPr>
          <a:xfrm rot="16200000" flipH="1">
            <a:off x="1777037" y="1231379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4A4456F-3B16-F020-79EF-2DD9B152CE96}"/>
              </a:ext>
            </a:extLst>
          </p:cNvPr>
          <p:cNvCxnSpPr>
            <a:cxnSpLocks/>
          </p:cNvCxnSpPr>
          <p:nvPr/>
        </p:nvCxnSpPr>
        <p:spPr>
          <a:xfrm>
            <a:off x="1799701" y="1946910"/>
            <a:ext cx="0" cy="382156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A739CD9-CA70-24BA-7F37-40EDE057E600}"/>
              </a:ext>
            </a:extLst>
          </p:cNvPr>
          <p:cNvCxnSpPr>
            <a:cxnSpLocks/>
          </p:cNvCxnSpPr>
          <p:nvPr/>
        </p:nvCxnSpPr>
        <p:spPr>
          <a:xfrm>
            <a:off x="1799897" y="1270110"/>
            <a:ext cx="0" cy="37200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A8F73D0B-2DDE-6B00-7DCB-351B64A8F224}"/>
              </a:ext>
            </a:extLst>
          </p:cNvPr>
          <p:cNvGrpSpPr/>
          <p:nvPr/>
        </p:nvGrpSpPr>
        <p:grpSpPr>
          <a:xfrm rot="5400000">
            <a:off x="1613040" y="1765398"/>
            <a:ext cx="355078" cy="64527"/>
            <a:chOff x="1200803" y="2710131"/>
            <a:chExt cx="355078" cy="64527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E5E9CD99-DAEC-50C3-E8F5-2DD2B13AC827}"/>
                </a:ext>
              </a:extLst>
            </p:cNvPr>
            <p:cNvSpPr/>
            <p:nvPr/>
          </p:nvSpPr>
          <p:spPr>
            <a:xfrm rot="16200000" flipH="1">
              <a:off x="1510161" y="2710131"/>
              <a:ext cx="45720" cy="4572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FB020F76-DA9C-728A-BDF7-55C26FAB92D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365996" y="2609828"/>
              <a:ext cx="42580" cy="287080"/>
            </a:xfrm>
            <a:prstGeom prst="straightConnector1">
              <a:avLst/>
            </a:prstGeom>
            <a:ln w="15875" cap="rnd">
              <a:solidFill>
                <a:schemeClr val="tx1"/>
              </a:solidFill>
              <a:round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E9464EB0-35F3-AAAF-3B5E-4266F920CA55}"/>
                </a:ext>
              </a:extLst>
            </p:cNvPr>
            <p:cNvSpPr/>
            <p:nvPr/>
          </p:nvSpPr>
          <p:spPr>
            <a:xfrm rot="16200000" flipH="1">
              <a:off x="1200803" y="2710131"/>
              <a:ext cx="45720" cy="4572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47" name="Bogen 46">
            <a:extLst>
              <a:ext uri="{FF2B5EF4-FFF2-40B4-BE49-F238E27FC236}">
                <a16:creationId xmlns:a16="http://schemas.microsoft.com/office/drawing/2014/main" id="{9B9335DF-18B2-AAD3-8EC9-111097C9573E}"/>
              </a:ext>
            </a:extLst>
          </p:cNvPr>
          <p:cNvSpPr/>
          <p:nvPr/>
        </p:nvSpPr>
        <p:spPr>
          <a:xfrm>
            <a:off x="1636479" y="1790757"/>
            <a:ext cx="325755" cy="325755"/>
          </a:xfrm>
          <a:prstGeom prst="arc">
            <a:avLst>
              <a:gd name="adj1" fmla="val 13452731"/>
              <a:gd name="adj2" fmla="val 18203437"/>
            </a:avLst>
          </a:prstGeom>
          <a:ln w="9525" cap="rnd">
            <a:solidFill>
              <a:schemeClr val="accent2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3672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293</Words>
  <Application>Microsoft Office PowerPoint</Application>
  <PresentationFormat>Benutzerdefiniert</PresentationFormat>
  <Paragraphs>159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111</cp:revision>
  <dcterms:created xsi:type="dcterms:W3CDTF">2025-08-17T20:55:38Z</dcterms:created>
  <dcterms:modified xsi:type="dcterms:W3CDTF">2026-02-17T19:21:47Z</dcterms:modified>
</cp:coreProperties>
</file>