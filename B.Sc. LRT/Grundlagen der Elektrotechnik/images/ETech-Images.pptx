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930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11.02.2026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9F2079B-A1C9-123D-DBAE-EE3D4E4EF505}"/>
              </a:ext>
            </a:extLst>
          </p:cNvPr>
          <p:cNvSpPr/>
          <p:nvPr/>
        </p:nvSpPr>
        <p:spPr>
          <a:xfrm>
            <a:off x="1759711" y="175971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Verbinder: gewinkelt 3">
            <a:extLst>
              <a:ext uri="{FF2B5EF4-FFF2-40B4-BE49-F238E27FC236}">
                <a16:creationId xmlns:a16="http://schemas.microsoft.com/office/drawing/2014/main" id="{68B26E16-D36F-6F26-AEF0-BC19A04C7D7F}"/>
              </a:ext>
            </a:extLst>
          </p:cNvPr>
          <p:cNvCxnSpPr>
            <a:endCxn id="2" idx="0"/>
          </p:cNvCxnSpPr>
          <p:nvPr/>
        </p:nvCxnSpPr>
        <p:spPr>
          <a:xfrm>
            <a:off x="1249471" y="1321496"/>
            <a:ext cx="550754" cy="438215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erbinder: gewinkelt 4">
            <a:extLst>
              <a:ext uri="{FF2B5EF4-FFF2-40B4-BE49-F238E27FC236}">
                <a16:creationId xmlns:a16="http://schemas.microsoft.com/office/drawing/2014/main" id="{ED67982E-0B0E-702D-35B3-D8650A1693E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1376644" y="1540603"/>
            <a:ext cx="383067" cy="259622"/>
          </a:xfrm>
          <a:prstGeom prst="bentConnector3">
            <a:avLst>
              <a:gd name="adj1" fmla="val 33589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4F13B83A-2651-AB41-8723-6EB31D3F7F7E}"/>
              </a:ext>
            </a:extLst>
          </p:cNvPr>
          <p:cNvCxnSpPr>
            <a:cxnSpLocks/>
            <a:endCxn id="2" idx="6"/>
          </p:cNvCxnSpPr>
          <p:nvPr/>
        </p:nvCxnSpPr>
        <p:spPr>
          <a:xfrm rot="10800000">
            <a:off x="1840740" y="1800226"/>
            <a:ext cx="353821" cy="139065"/>
          </a:xfrm>
          <a:prstGeom prst="bentConnector3">
            <a:avLst>
              <a:gd name="adj1" fmla="val 26310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589906D-A31F-94F7-74ED-BA3F46F5CB20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1800225" y="1840739"/>
            <a:ext cx="0" cy="308101"/>
          </a:xfrm>
          <a:prstGeom prst="line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072F789-439C-8383-0CA7-A03F5001E85D}"/>
              </a:ext>
            </a:extLst>
          </p:cNvPr>
          <p:cNvCxnSpPr/>
          <p:nvPr/>
        </p:nvCxnSpPr>
        <p:spPr>
          <a:xfrm>
            <a:off x="1504591" y="1321496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706ADEE-DC9F-2D7D-3725-CD5E009C3C87}"/>
              </a:ext>
            </a:extLst>
          </p:cNvPr>
          <p:cNvCxnSpPr>
            <a:cxnSpLocks/>
          </p:cNvCxnSpPr>
          <p:nvPr/>
        </p:nvCxnSpPr>
        <p:spPr>
          <a:xfrm>
            <a:off x="1588590" y="1800225"/>
            <a:ext cx="139245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936780C-6041-2DE6-50FD-025B119A5356}"/>
              </a:ext>
            </a:extLst>
          </p:cNvPr>
          <p:cNvCxnSpPr>
            <a:cxnSpLocks/>
          </p:cNvCxnSpPr>
          <p:nvPr/>
        </p:nvCxnSpPr>
        <p:spPr>
          <a:xfrm flipV="1">
            <a:off x="1800225" y="1889760"/>
            <a:ext cx="0" cy="18040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90BEBFE-E750-D4E8-9330-469AF8A8FBF5}"/>
              </a:ext>
            </a:extLst>
          </p:cNvPr>
          <p:cNvCxnSpPr>
            <a:cxnSpLocks/>
          </p:cNvCxnSpPr>
          <p:nvPr/>
        </p:nvCxnSpPr>
        <p:spPr>
          <a:xfrm flipH="1">
            <a:off x="1902736" y="1800225"/>
            <a:ext cx="15240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E0F651B-4858-543C-3AB7-08F2E9674853}"/>
              </a:ext>
            </a:extLst>
          </p:cNvPr>
          <p:cNvSpPr txBox="1"/>
          <p:nvPr/>
        </p:nvSpPr>
        <p:spPr>
          <a:xfrm>
            <a:off x="1440386" y="101937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6901695-544D-1747-93BE-78E1693B29BD}"/>
              </a:ext>
            </a:extLst>
          </p:cNvPr>
          <p:cNvSpPr txBox="1"/>
          <p:nvPr/>
        </p:nvSpPr>
        <p:spPr>
          <a:xfrm>
            <a:off x="1376644" y="1808487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1882E639-70FF-8AF8-232F-BF99A25F126D}"/>
              </a:ext>
            </a:extLst>
          </p:cNvPr>
          <p:cNvSpPr txBox="1"/>
          <p:nvPr/>
        </p:nvSpPr>
        <p:spPr>
          <a:xfrm>
            <a:off x="1779197" y="194704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088ACA1-7E7F-ABDF-0676-4969F9DA6281}"/>
              </a:ext>
            </a:extLst>
          </p:cNvPr>
          <p:cNvSpPr txBox="1"/>
          <p:nvPr/>
        </p:nvSpPr>
        <p:spPr>
          <a:xfrm>
            <a:off x="1869446" y="1501369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FAD3082-5240-091C-31ED-BCD3AA17F310}"/>
              </a:ext>
            </a:extLst>
          </p:cNvPr>
          <p:cNvCxnSpPr>
            <a:cxnSpLocks/>
          </p:cNvCxnSpPr>
          <p:nvPr/>
        </p:nvCxnSpPr>
        <p:spPr>
          <a:xfrm flipH="1">
            <a:off x="1051560" y="1320922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A47792D-116B-75F3-531E-2134E1E498CD}"/>
              </a:ext>
            </a:extLst>
          </p:cNvPr>
          <p:cNvCxnSpPr>
            <a:cxnSpLocks/>
          </p:cNvCxnSpPr>
          <p:nvPr/>
        </p:nvCxnSpPr>
        <p:spPr>
          <a:xfrm flipH="1">
            <a:off x="1181100" y="1540603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4F1BF2-8B2F-F01D-D31A-8AC0017E3401}"/>
              </a:ext>
            </a:extLst>
          </p:cNvPr>
          <p:cNvCxnSpPr>
            <a:cxnSpLocks/>
          </p:cNvCxnSpPr>
          <p:nvPr/>
        </p:nvCxnSpPr>
        <p:spPr>
          <a:xfrm>
            <a:off x="2253615" y="1939292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131478F4-7814-1E0D-17CE-E782BC927FC9}"/>
              </a:ext>
            </a:extLst>
          </p:cNvPr>
          <p:cNvCxnSpPr>
            <a:cxnSpLocks/>
          </p:cNvCxnSpPr>
          <p:nvPr/>
        </p:nvCxnSpPr>
        <p:spPr>
          <a:xfrm>
            <a:off x="1800225" y="2208652"/>
            <a:ext cx="0" cy="130688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E7CED-4949-CAC9-AECA-36EDB0FC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14AF103-603F-C5CC-6C0E-CD55045268C0}"/>
              </a:ext>
            </a:extLst>
          </p:cNvPr>
          <p:cNvSpPr/>
          <p:nvPr/>
        </p:nvSpPr>
        <p:spPr>
          <a:xfrm>
            <a:off x="1070976" y="1308970"/>
            <a:ext cx="1276872" cy="982510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C8585C7-7458-B0C5-2036-AAE35322DB3F}"/>
              </a:ext>
            </a:extLst>
          </p:cNvPr>
          <p:cNvSpPr/>
          <p:nvPr/>
        </p:nvSpPr>
        <p:spPr>
          <a:xfrm>
            <a:off x="2306438" y="1268455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8BD76B5-F103-51A3-781B-2CA27B68A603}"/>
              </a:ext>
            </a:extLst>
          </p:cNvPr>
          <p:cNvCxnSpPr>
            <a:cxnSpLocks/>
          </p:cNvCxnSpPr>
          <p:nvPr/>
        </p:nvCxnSpPr>
        <p:spPr>
          <a:xfrm>
            <a:off x="2569837" y="1308970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72B3620-E0C9-E206-D004-5E5D7ED42FA9}"/>
              </a:ext>
            </a:extLst>
          </p:cNvPr>
          <p:cNvCxnSpPr>
            <a:cxnSpLocks/>
          </p:cNvCxnSpPr>
          <p:nvPr/>
        </p:nvCxnSpPr>
        <p:spPr>
          <a:xfrm>
            <a:off x="2387466" y="1309205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BA6BB636-757B-28CC-2ED3-F3F60E6FB8DB}"/>
              </a:ext>
            </a:extLst>
          </p:cNvPr>
          <p:cNvSpPr/>
          <p:nvPr/>
        </p:nvSpPr>
        <p:spPr>
          <a:xfrm>
            <a:off x="956676" y="1685925"/>
            <a:ext cx="228600" cy="2286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1B6A387-89D5-2E34-8BE6-9223A5DDECDD}"/>
              </a:ext>
            </a:extLst>
          </p:cNvPr>
          <p:cNvSpPr/>
          <p:nvPr/>
        </p:nvSpPr>
        <p:spPr>
          <a:xfrm>
            <a:off x="1543677" y="2234565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BA1DEC5-C302-E7D5-ED95-29755BAF4A70}"/>
              </a:ext>
            </a:extLst>
          </p:cNvPr>
          <p:cNvSpPr txBox="1"/>
          <p:nvPr/>
        </p:nvSpPr>
        <p:spPr>
          <a:xfrm>
            <a:off x="926457" y="1685925"/>
            <a:ext cx="373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9ED5B-876E-BA46-E7CE-32F2A3957647}"/>
              </a:ext>
            </a:extLst>
          </p:cNvPr>
          <p:cNvSpPr/>
          <p:nvPr/>
        </p:nvSpPr>
        <p:spPr>
          <a:xfrm>
            <a:off x="2307334" y="2250966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C75F2258-BD10-B38C-894B-B28FDECDBCB0}"/>
              </a:ext>
            </a:extLst>
          </p:cNvPr>
          <p:cNvCxnSpPr>
            <a:cxnSpLocks/>
          </p:cNvCxnSpPr>
          <p:nvPr/>
        </p:nvCxnSpPr>
        <p:spPr>
          <a:xfrm>
            <a:off x="2551048" y="2426737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62832434-8A10-A9EB-5A2F-8F41F0D3BEEA}"/>
              </a:ext>
            </a:extLst>
          </p:cNvPr>
          <p:cNvCxnSpPr>
            <a:cxnSpLocks/>
            <a:endCxn id="19" idx="4"/>
          </p:cNvCxnSpPr>
          <p:nvPr/>
        </p:nvCxnSpPr>
        <p:spPr>
          <a:xfrm rot="10800000">
            <a:off x="2347848" y="2331994"/>
            <a:ext cx="146424" cy="94976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7D8730B-7F7F-D875-956E-18FD7F947EA7}"/>
              </a:ext>
            </a:extLst>
          </p:cNvPr>
          <p:cNvSpPr/>
          <p:nvPr/>
        </p:nvSpPr>
        <p:spPr>
          <a:xfrm rot="5400000">
            <a:off x="1541772" y="1280160"/>
            <a:ext cx="335280" cy="53340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0EE89A8-C203-5A62-5DC1-40D189869342}"/>
              </a:ext>
            </a:extLst>
          </p:cNvPr>
          <p:cNvCxnSpPr>
            <a:cxnSpLocks/>
          </p:cNvCxnSpPr>
          <p:nvPr/>
        </p:nvCxnSpPr>
        <p:spPr>
          <a:xfrm>
            <a:off x="1680711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E0D0B9C-017F-44E8-E067-D9677AC7AEED}"/>
              </a:ext>
            </a:extLst>
          </p:cNvPr>
          <p:cNvCxnSpPr>
            <a:cxnSpLocks/>
          </p:cNvCxnSpPr>
          <p:nvPr/>
        </p:nvCxnSpPr>
        <p:spPr>
          <a:xfrm>
            <a:off x="1737862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70E6AC5-5521-412F-9EDE-5603864D64C6}"/>
              </a:ext>
            </a:extLst>
          </p:cNvPr>
          <p:cNvCxnSpPr>
            <a:cxnSpLocks/>
          </p:cNvCxnSpPr>
          <p:nvPr/>
        </p:nvCxnSpPr>
        <p:spPr>
          <a:xfrm>
            <a:off x="1229172" y="1545593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D0874DE-584C-7576-A37A-3CC41C66A079}"/>
              </a:ext>
            </a:extLst>
          </p:cNvPr>
          <p:cNvSpPr txBox="1"/>
          <p:nvPr/>
        </p:nvSpPr>
        <p:spPr>
          <a:xfrm>
            <a:off x="1185276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56E1706-1F39-FA56-87BE-451F9F4A2B47}"/>
              </a:ext>
            </a:extLst>
          </p:cNvPr>
          <p:cNvCxnSpPr>
            <a:cxnSpLocks/>
          </p:cNvCxnSpPr>
          <p:nvPr/>
        </p:nvCxnSpPr>
        <p:spPr>
          <a:xfrm>
            <a:off x="1503583" y="1496063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739D8DB-4187-BDBC-DA16-433293533098}"/>
              </a:ext>
            </a:extLst>
          </p:cNvPr>
          <p:cNvSpPr txBox="1"/>
          <p:nvPr/>
        </p:nvSpPr>
        <p:spPr>
          <a:xfrm>
            <a:off x="1539457" y="148399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ABD6DBC-62E3-375B-9279-6278F0CF0F3B}"/>
              </a:ext>
            </a:extLst>
          </p:cNvPr>
          <p:cNvSpPr txBox="1"/>
          <p:nvPr/>
        </p:nvSpPr>
        <p:spPr>
          <a:xfrm>
            <a:off x="1537291" y="1908176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BBF9332-E02F-B36B-BE6A-E5F0BAF891A5}"/>
              </a:ext>
            </a:extLst>
          </p:cNvPr>
          <p:cNvCxnSpPr>
            <a:cxnSpLocks/>
          </p:cNvCxnSpPr>
          <p:nvPr/>
        </p:nvCxnSpPr>
        <p:spPr>
          <a:xfrm>
            <a:off x="1503583" y="2169786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7E775A1-5319-43D1-0344-7A79775E365F}"/>
              </a:ext>
            </a:extLst>
          </p:cNvPr>
          <p:cNvCxnSpPr>
            <a:cxnSpLocks/>
          </p:cNvCxnSpPr>
          <p:nvPr/>
        </p:nvCxnSpPr>
        <p:spPr>
          <a:xfrm>
            <a:off x="2261773" y="1631159"/>
            <a:ext cx="0" cy="394013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5CF80F3A-20C9-5EDE-4D8F-765ABC483993}"/>
              </a:ext>
            </a:extLst>
          </p:cNvPr>
          <p:cNvSpPr txBox="1"/>
          <p:nvPr/>
        </p:nvSpPr>
        <p:spPr>
          <a:xfrm>
            <a:off x="1945578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33156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3E057EA1-E5CF-3541-265D-084B3BC6B0C2}"/>
              </a:ext>
            </a:extLst>
          </p:cNvPr>
          <p:cNvSpPr/>
          <p:nvPr/>
        </p:nvSpPr>
        <p:spPr>
          <a:xfrm>
            <a:off x="980162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8928DA-7BDC-B1B9-54F8-86CB5DFFD5DC}"/>
              </a:ext>
            </a:extLst>
          </p:cNvPr>
          <p:cNvSpPr/>
          <p:nvPr/>
        </p:nvSpPr>
        <p:spPr>
          <a:xfrm>
            <a:off x="1875774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686A7B4-1A15-6A66-B176-584F0D18DE91}"/>
              </a:ext>
            </a:extLst>
          </p:cNvPr>
          <p:cNvSpPr/>
          <p:nvPr/>
        </p:nvSpPr>
        <p:spPr>
          <a:xfrm>
            <a:off x="1835260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1C8E0FC-93A2-0376-96F4-52D43EB98E22}"/>
              </a:ext>
            </a:extLst>
          </p:cNvPr>
          <p:cNvSpPr/>
          <p:nvPr/>
        </p:nvSpPr>
        <p:spPr>
          <a:xfrm>
            <a:off x="1835260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04A22D-F753-DAD2-0AB0-3DE6001403B6}"/>
              </a:ext>
            </a:extLst>
          </p:cNvPr>
          <p:cNvSpPr/>
          <p:nvPr/>
        </p:nvSpPr>
        <p:spPr>
          <a:xfrm>
            <a:off x="2225207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B6A399D-038D-AE45-0E58-CE504D6EEFE1}"/>
              </a:ext>
            </a:extLst>
          </p:cNvPr>
          <p:cNvSpPr/>
          <p:nvPr/>
        </p:nvSpPr>
        <p:spPr>
          <a:xfrm>
            <a:off x="2225207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C1F46EB-8CF0-2B19-DC2A-218401FEB93A}"/>
              </a:ext>
            </a:extLst>
          </p:cNvPr>
          <p:cNvSpPr/>
          <p:nvPr/>
        </p:nvSpPr>
        <p:spPr>
          <a:xfrm rot="16200000">
            <a:off x="1708134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2972A03-99EE-88DD-B6C7-E772D9EBF4CD}"/>
              </a:ext>
            </a:extLst>
          </p:cNvPr>
          <p:cNvSpPr/>
          <p:nvPr/>
        </p:nvSpPr>
        <p:spPr>
          <a:xfrm rot="16200000">
            <a:off x="1708134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7F5359C-0992-EE4F-03EF-45806CC8D5FA}"/>
              </a:ext>
            </a:extLst>
          </p:cNvPr>
          <p:cNvSpPr/>
          <p:nvPr/>
        </p:nvSpPr>
        <p:spPr>
          <a:xfrm rot="16200000">
            <a:off x="244403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3F8E24-4192-92D7-F463-FFE9D7573B77}"/>
              </a:ext>
            </a:extLst>
          </p:cNvPr>
          <p:cNvSpPr/>
          <p:nvPr/>
        </p:nvSpPr>
        <p:spPr>
          <a:xfrm>
            <a:off x="865862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68E458-758E-9B4B-9AE3-914A5A14B5A6}"/>
              </a:ext>
            </a:extLst>
          </p:cNvPr>
          <p:cNvCxnSpPr>
            <a:cxnSpLocks/>
          </p:cNvCxnSpPr>
          <p:nvPr/>
        </p:nvCxnSpPr>
        <p:spPr>
          <a:xfrm>
            <a:off x="1153517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9FABC065-D538-9CA7-8C79-8A0F19E4A9DB}"/>
              </a:ext>
            </a:extLst>
          </p:cNvPr>
          <p:cNvSpPr txBox="1"/>
          <p:nvPr/>
        </p:nvSpPr>
        <p:spPr>
          <a:xfrm>
            <a:off x="1100490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D4FB6DF-2525-4FC9-BC05-B1D3572E27ED}"/>
              </a:ext>
            </a:extLst>
          </p:cNvPr>
          <p:cNvCxnSpPr/>
          <p:nvPr/>
        </p:nvCxnSpPr>
        <p:spPr>
          <a:xfrm>
            <a:off x="1358156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48A7EB98-7A72-4A16-2EDD-3217024027DA}"/>
              </a:ext>
            </a:extLst>
          </p:cNvPr>
          <p:cNvSpPr txBox="1"/>
          <p:nvPr/>
        </p:nvSpPr>
        <p:spPr>
          <a:xfrm>
            <a:off x="1293951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C0B39A7-A019-20A1-8634-17B91DF2738E}"/>
              </a:ext>
            </a:extLst>
          </p:cNvPr>
          <p:cNvSpPr txBox="1"/>
          <p:nvPr/>
        </p:nvSpPr>
        <p:spPr>
          <a:xfrm>
            <a:off x="1517465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4C2A2C33-4C59-70DB-B219-56133EE8514E}"/>
              </a:ext>
            </a:extLst>
          </p:cNvPr>
          <p:cNvCxnSpPr/>
          <p:nvPr/>
        </p:nvCxnSpPr>
        <p:spPr>
          <a:xfrm>
            <a:off x="2384623" y="1778695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3589E243-4267-B551-6152-74220A838544}"/>
              </a:ext>
            </a:extLst>
          </p:cNvPr>
          <p:cNvSpPr txBox="1"/>
          <p:nvPr/>
        </p:nvSpPr>
        <p:spPr>
          <a:xfrm>
            <a:off x="2315270" y="1479344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3766466-525F-2C31-259F-30B77BE5EB3C}"/>
              </a:ext>
            </a:extLst>
          </p:cNvPr>
          <p:cNvCxnSpPr>
            <a:cxnSpLocks/>
          </p:cNvCxnSpPr>
          <p:nvPr/>
        </p:nvCxnSpPr>
        <p:spPr>
          <a:xfrm>
            <a:off x="1876276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90CEF2F2-91E1-90D2-5E73-DFDBFD33CFD7}"/>
              </a:ext>
            </a:extLst>
          </p:cNvPr>
          <p:cNvSpPr txBox="1"/>
          <p:nvPr/>
        </p:nvSpPr>
        <p:spPr>
          <a:xfrm>
            <a:off x="1579116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6527C2F-70F0-A612-918C-B3D53D89BB9D}"/>
              </a:ext>
            </a:extLst>
          </p:cNvPr>
          <p:cNvSpPr txBox="1"/>
          <p:nvPr/>
        </p:nvSpPr>
        <p:spPr>
          <a:xfrm>
            <a:off x="1517465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1FD6ACF-6D45-4261-82A4-C38A2595DF3A}"/>
              </a:ext>
            </a:extLst>
          </p:cNvPr>
          <p:cNvSpPr txBox="1"/>
          <p:nvPr/>
        </p:nvSpPr>
        <p:spPr>
          <a:xfrm>
            <a:off x="2254771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E9AE8096-AD6F-F4CC-0A21-D6ECBFAA1D37}"/>
              </a:ext>
            </a:extLst>
          </p:cNvPr>
          <p:cNvSpPr txBox="1"/>
          <p:nvPr/>
        </p:nvSpPr>
        <p:spPr>
          <a:xfrm>
            <a:off x="2089339" y="153358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0FF0D137-E45A-B99D-7745-A0D5252075D9}"/>
              </a:ext>
            </a:extLst>
          </p:cNvPr>
          <p:cNvSpPr txBox="1"/>
          <p:nvPr/>
        </p:nvSpPr>
        <p:spPr>
          <a:xfrm>
            <a:off x="2089339" y="242707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989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180-0DE8-2D3F-85B0-2B3E5D661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C26DCF5-6F09-ACCD-47C5-0B0C2894F5CD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CCAFFB4-D097-C21D-ABAF-5956BBC8DFF7}"/>
              </a:ext>
            </a:extLst>
          </p:cNvPr>
          <p:cNvSpPr/>
          <p:nvPr/>
        </p:nvSpPr>
        <p:spPr>
          <a:xfrm>
            <a:off x="1991647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15007E6-3C24-9B92-99FF-A3E333D07E24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E9FE3FC-7002-70D2-BBBB-DED824DA0E89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8602033-4A6D-A3FA-4390-73F7E19C3E5B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3887E9A-A9B3-E710-8EB2-39D739F725DC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99670D9-3C38-8A83-D639-16F028C0782C}"/>
              </a:ext>
            </a:extLst>
          </p:cNvPr>
          <p:cNvSpPr/>
          <p:nvPr/>
        </p:nvSpPr>
        <p:spPr>
          <a:xfrm rot="16200000">
            <a:off x="2112555" y="2036733"/>
            <a:ext cx="968008" cy="370899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2D47FA6-0C95-47D8-CDCF-052FB93DACAA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243993-4FED-2C24-6D02-31E23C2B6DE4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2F861A83-F8C5-9CCC-75D3-A27446323AB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BE8BC9B-2E5A-88D1-D072-90BCED54D6A0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10A75A5E-6306-CF12-9D41-ECCBA9C22C9B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48A2ACD-F1EA-5E7F-4AED-095EEF08B587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39339-76E0-F373-7E0E-ADD9A72AD9CE}"/>
              </a:ext>
            </a:extLst>
          </p:cNvPr>
          <p:cNvCxnSpPr>
            <a:cxnSpLocks/>
          </p:cNvCxnSpPr>
          <p:nvPr/>
        </p:nvCxnSpPr>
        <p:spPr>
          <a:xfrm>
            <a:off x="1992149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F1CE6E0-30F2-2FAC-2885-3803B8C3A3DB}"/>
              </a:ext>
            </a:extLst>
          </p:cNvPr>
          <p:cNvSpPr txBox="1"/>
          <p:nvPr/>
        </p:nvSpPr>
        <p:spPr>
          <a:xfrm>
            <a:off x="1694989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2160195-DDB8-6ECF-0B2A-EDC98E802C09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3C91E694-EBC2-1B3F-C1EB-08211EE00B50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460DA54-2300-4766-5270-1A2CD5D53C55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6FFA2C0-46D1-E466-D123-EF9B8F92B9A7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A11FC0B-2738-EF53-D0C0-CAF8D6B82200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A215222-9CAB-DB87-BD22-413E4E657E3D}"/>
              </a:ext>
            </a:extLst>
          </p:cNvPr>
          <p:cNvCxnSpPr>
            <a:cxnSpLocks/>
          </p:cNvCxnSpPr>
          <p:nvPr/>
        </p:nvCxnSpPr>
        <p:spPr>
          <a:xfrm>
            <a:off x="2376568" y="1859384"/>
            <a:ext cx="0" cy="73522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2ECAFED-1A1D-6661-7179-952083BDFF28}"/>
              </a:ext>
            </a:extLst>
          </p:cNvPr>
          <p:cNvSpPr txBox="1"/>
          <p:nvPr/>
        </p:nvSpPr>
        <p:spPr>
          <a:xfrm>
            <a:off x="2331554" y="2082947"/>
            <a:ext cx="4414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</p:spTree>
    <p:extLst>
      <p:ext uri="{BB962C8B-B14F-4D97-AF65-F5344CB8AC3E}">
        <p14:creationId xmlns:p14="http://schemas.microsoft.com/office/powerpoint/2010/main" val="86645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EDE7-E3FE-84E4-319D-31CDE830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C8C22B4-8526-CB29-88CD-051EB7508B1B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FD89CC3-97A7-80CB-0DA3-68278E4FC0E3}"/>
              </a:ext>
            </a:extLst>
          </p:cNvPr>
          <p:cNvSpPr/>
          <p:nvPr/>
        </p:nvSpPr>
        <p:spPr>
          <a:xfrm>
            <a:off x="1991648" y="1778695"/>
            <a:ext cx="386136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78204AC-684F-5034-6679-ABEC4ADFBF2C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E75F33-A70E-26DB-A5AC-B11C41FEC07A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70FA5A3-5027-B1C0-3679-7F76C7CC9DDF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2CD5A6B-512D-FD37-3C41-D0E4C54CC797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D7B4E630-7FAE-6F32-E538-DAD790677C58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3E8230A-15E9-5B6D-155E-38439D10BF5F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3D14D721-9D21-10AB-3B2A-9B05ADA13E4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AAB494C-ABF9-9256-0B17-8BFC9AA6F06D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9FB38A0-E99A-5F9A-2393-04B62DB3A73A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CC36C0E-20BA-4473-BE56-1D6DBEF968A6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BF2893D-2C46-0A6B-D96B-AF79C07FECCC}"/>
              </a:ext>
            </a:extLst>
          </p:cNvPr>
          <p:cNvCxnSpPr>
            <a:cxnSpLocks/>
          </p:cNvCxnSpPr>
          <p:nvPr/>
        </p:nvCxnSpPr>
        <p:spPr>
          <a:xfrm>
            <a:off x="2378052" y="2146853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FE0C67E2-D3EE-AD12-9B90-3F85FD258E61}"/>
              </a:ext>
            </a:extLst>
          </p:cNvPr>
          <p:cNvSpPr txBox="1"/>
          <p:nvPr/>
        </p:nvSpPr>
        <p:spPr>
          <a:xfrm>
            <a:off x="2358441" y="208753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EF0AFA-885E-9E2C-74D3-3A7A9DD5FFAB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3FDE67E-B328-51BB-1C5E-354072379244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85FFBC7-038C-9FC4-7699-E855256F5B4F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33A2C89-A0CF-4C28-7E55-D04C05E8388D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2EF8E7A-29F9-1B0D-AD5D-F0A2A4950141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423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B4BAF-30C9-5C5F-C34F-D84674834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1917DFD-AADF-BA70-1DD3-2BAA2CF2D614}"/>
              </a:ext>
            </a:extLst>
          </p:cNvPr>
          <p:cNvSpPr/>
          <p:nvPr/>
        </p:nvSpPr>
        <p:spPr>
          <a:xfrm>
            <a:off x="1296051" y="1333727"/>
            <a:ext cx="1065157" cy="932995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4135EEA-034C-4B43-AD2D-8BA21C09EDA1}"/>
              </a:ext>
            </a:extLst>
          </p:cNvPr>
          <p:cNvSpPr/>
          <p:nvPr/>
        </p:nvSpPr>
        <p:spPr>
          <a:xfrm rot="16200000">
            <a:off x="2193568" y="1738332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018DC303-1E49-2C8E-4742-9A173F961AA2}"/>
              </a:ext>
            </a:extLst>
          </p:cNvPr>
          <p:cNvSpPr/>
          <p:nvPr/>
        </p:nvSpPr>
        <p:spPr>
          <a:xfrm>
            <a:off x="1181618" y="1683087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36532079-356C-B354-E0AA-7B3B750CC57F}"/>
              </a:ext>
            </a:extLst>
          </p:cNvPr>
          <p:cNvGrpSpPr/>
          <p:nvPr/>
        </p:nvGrpSpPr>
        <p:grpSpPr>
          <a:xfrm>
            <a:off x="1691063" y="1437341"/>
            <a:ext cx="341666" cy="739056"/>
            <a:chOff x="1225835" y="1517800"/>
            <a:chExt cx="341666" cy="739056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11B46CC-D453-9537-29B5-C0C7ADF5F2AC}"/>
                </a:ext>
              </a:extLst>
            </p:cNvPr>
            <p:cNvCxnSpPr>
              <a:cxnSpLocks/>
            </p:cNvCxnSpPr>
            <p:nvPr/>
          </p:nvCxnSpPr>
          <p:spPr>
            <a:xfrm>
              <a:off x="1269390" y="1517800"/>
              <a:ext cx="3393" cy="739056"/>
            </a:xfrm>
            <a:prstGeom prst="straightConnector1">
              <a:avLst/>
            </a:prstGeom>
            <a:ln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9F13CD75-9AB9-8AC8-23F4-4A2B6C4D8C90}"/>
                </a:ext>
              </a:extLst>
            </p:cNvPr>
            <p:cNvSpPr txBox="1"/>
            <p:nvPr/>
          </p:nvSpPr>
          <p:spPr>
            <a:xfrm>
              <a:off x="1225835" y="1747041"/>
              <a:ext cx="34166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1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q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F99F630-38D4-3F18-FF8B-AB3C505F09B6}"/>
              </a:ext>
            </a:extLst>
          </p:cNvPr>
          <p:cNvGrpSpPr/>
          <p:nvPr/>
        </p:nvGrpSpPr>
        <p:grpSpPr>
          <a:xfrm>
            <a:off x="1357943" y="1332778"/>
            <a:ext cx="296407" cy="286736"/>
            <a:chOff x="1409824" y="867427"/>
            <a:chExt cx="296407" cy="286736"/>
          </a:xfrm>
        </p:grpSpPr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6B8A65DD-B4F8-2779-8F4F-63FBF9E81E99}"/>
                </a:ext>
              </a:extLst>
            </p:cNvPr>
            <p:cNvCxnSpPr/>
            <p:nvPr/>
          </p:nvCxnSpPr>
          <p:spPr>
            <a:xfrm>
              <a:off x="1474029" y="867427"/>
              <a:ext cx="167999" cy="0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1F05C65-34C4-5B44-38E5-63DF2A883136}"/>
                </a:ext>
              </a:extLst>
            </p:cNvPr>
            <p:cNvSpPr txBox="1"/>
            <p:nvPr/>
          </p:nvSpPr>
          <p:spPr>
            <a:xfrm>
              <a:off x="1409824" y="892553"/>
              <a:ext cx="29640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26" name="Textfeld 25">
            <a:extLst>
              <a:ext uri="{FF2B5EF4-FFF2-40B4-BE49-F238E27FC236}">
                <a16:creationId xmlns:a16="http://schemas.microsoft.com/office/drawing/2014/main" id="{3C76060E-7756-C382-8830-D083FD21E4EA}"/>
              </a:ext>
            </a:extLst>
          </p:cNvPr>
          <p:cNvSpPr txBox="1"/>
          <p:nvPr/>
        </p:nvSpPr>
        <p:spPr>
          <a:xfrm>
            <a:off x="1999330" y="166658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A8993ED-8A4E-E286-9BBD-26849BF3E495}"/>
              </a:ext>
            </a:extLst>
          </p:cNvPr>
          <p:cNvSpPr/>
          <p:nvPr/>
        </p:nvSpPr>
        <p:spPr>
          <a:xfrm>
            <a:off x="1702996" y="1299668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8285F63-1A3A-BBC2-CAD9-F52B2A05AA64}"/>
              </a:ext>
            </a:extLst>
          </p:cNvPr>
          <p:cNvSpPr/>
          <p:nvPr/>
        </p:nvSpPr>
        <p:spPr>
          <a:xfrm>
            <a:off x="1708843" y="2233371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2016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54D14492-B4A4-5A4B-603F-135639A2257E}"/>
              </a:ext>
            </a:extLst>
          </p:cNvPr>
          <p:cNvSpPr txBox="1"/>
          <p:nvPr/>
        </p:nvSpPr>
        <p:spPr>
          <a:xfrm>
            <a:off x="607997" y="102230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537B0ED-ED3B-DC1F-FDDB-C33EEA4FF809}"/>
              </a:ext>
            </a:extLst>
          </p:cNvPr>
          <p:cNvSpPr txBox="1"/>
          <p:nvPr/>
        </p:nvSpPr>
        <p:spPr>
          <a:xfrm>
            <a:off x="2728969" y="23305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B7C09BCB-C923-45C0-6A80-2C938E976D72}"/>
              </a:ext>
            </a:extLst>
          </p:cNvPr>
          <p:cNvCxnSpPr/>
          <p:nvPr/>
        </p:nvCxnSpPr>
        <p:spPr>
          <a:xfrm>
            <a:off x="791358" y="1537570"/>
            <a:ext cx="1804661" cy="588723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B61E464-DCC3-A9C2-FC97-CDFF4AC3195D}"/>
              </a:ext>
            </a:extLst>
          </p:cNvPr>
          <p:cNvCxnSpPr>
            <a:cxnSpLocks/>
          </p:cNvCxnSpPr>
          <p:nvPr/>
        </p:nvCxnSpPr>
        <p:spPr>
          <a:xfrm>
            <a:off x="791357" y="1753644"/>
            <a:ext cx="65226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C26E879-DBF6-DC78-9B8B-B34832728B8A}"/>
              </a:ext>
            </a:extLst>
          </p:cNvPr>
          <p:cNvCxnSpPr>
            <a:cxnSpLocks/>
          </p:cNvCxnSpPr>
          <p:nvPr/>
        </p:nvCxnSpPr>
        <p:spPr>
          <a:xfrm>
            <a:off x="1443625" y="1753644"/>
            <a:ext cx="0" cy="689094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40B8E3C-616A-E5FF-0E77-EDA8F68C321A}"/>
              </a:ext>
            </a:extLst>
          </p:cNvPr>
          <p:cNvCxnSpPr>
            <a:cxnSpLocks/>
          </p:cNvCxnSpPr>
          <p:nvPr/>
        </p:nvCxnSpPr>
        <p:spPr>
          <a:xfrm>
            <a:off x="791357" y="1943622"/>
            <a:ext cx="124307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13821C7-55F0-6703-5395-B45B5C9CD9CE}"/>
              </a:ext>
            </a:extLst>
          </p:cNvPr>
          <p:cNvCxnSpPr>
            <a:cxnSpLocks/>
          </p:cNvCxnSpPr>
          <p:nvPr/>
        </p:nvCxnSpPr>
        <p:spPr>
          <a:xfrm>
            <a:off x="2034435" y="1943622"/>
            <a:ext cx="0" cy="499116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75DD5C48-0405-14A9-8D40-8FDBDACBD3E2}"/>
              </a:ext>
            </a:extLst>
          </p:cNvPr>
          <p:cNvCxnSpPr>
            <a:cxnSpLocks/>
          </p:cNvCxnSpPr>
          <p:nvPr/>
        </p:nvCxnSpPr>
        <p:spPr>
          <a:xfrm>
            <a:off x="791358" y="2445706"/>
            <a:ext cx="201773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F592E18-B6C0-8E5A-6976-E6743223D547}"/>
              </a:ext>
            </a:extLst>
          </p:cNvPr>
          <p:cNvCxnSpPr>
            <a:cxnSpLocks/>
          </p:cNvCxnSpPr>
          <p:nvPr/>
        </p:nvCxnSpPr>
        <p:spPr>
          <a:xfrm flipV="1">
            <a:off x="791358" y="1255734"/>
            <a:ext cx="0" cy="1189972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390C687C-6039-5B13-09AE-8E44C9FD5BB5}"/>
              </a:ext>
            </a:extLst>
          </p:cNvPr>
          <p:cNvCxnSpPr>
            <a:cxnSpLocks/>
          </p:cNvCxnSpPr>
          <p:nvPr/>
        </p:nvCxnSpPr>
        <p:spPr>
          <a:xfrm>
            <a:off x="742609" y="1754688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4B9C134-CED5-2CEA-428F-4EEFE4ED15D4}"/>
              </a:ext>
            </a:extLst>
          </p:cNvPr>
          <p:cNvCxnSpPr>
            <a:cxnSpLocks/>
          </p:cNvCxnSpPr>
          <p:nvPr/>
        </p:nvCxnSpPr>
        <p:spPr>
          <a:xfrm>
            <a:off x="742609" y="1943622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0D15C5A-589B-1B2B-CF34-C7A3839C4593}"/>
              </a:ext>
            </a:extLst>
          </p:cNvPr>
          <p:cNvCxnSpPr>
            <a:cxnSpLocks/>
          </p:cNvCxnSpPr>
          <p:nvPr/>
        </p:nvCxnSpPr>
        <p:spPr>
          <a:xfrm>
            <a:off x="1443625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88F8931-66F9-6966-7F4C-253F8D217118}"/>
              </a:ext>
            </a:extLst>
          </p:cNvPr>
          <p:cNvCxnSpPr>
            <a:cxnSpLocks/>
          </p:cNvCxnSpPr>
          <p:nvPr/>
        </p:nvCxnSpPr>
        <p:spPr>
          <a:xfrm>
            <a:off x="2036340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31E0415-1ACA-D8DF-A50D-556FC1ECC0D6}"/>
              </a:ext>
            </a:extLst>
          </p:cNvPr>
          <p:cNvCxnSpPr>
            <a:cxnSpLocks/>
          </p:cNvCxnSpPr>
          <p:nvPr/>
        </p:nvCxnSpPr>
        <p:spPr>
          <a:xfrm>
            <a:off x="913487" y="1753644"/>
            <a:ext cx="0" cy="189978"/>
          </a:xfrm>
          <a:prstGeom prst="straightConnector1">
            <a:avLst/>
          </a:prstGeom>
          <a:ln cap="rnd">
            <a:solidFill>
              <a:schemeClr val="accent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8C98017-91AE-9C51-3E4B-0156F03572DD}"/>
              </a:ext>
            </a:extLst>
          </p:cNvPr>
          <p:cNvCxnSpPr>
            <a:cxnSpLocks/>
          </p:cNvCxnSpPr>
          <p:nvPr/>
        </p:nvCxnSpPr>
        <p:spPr>
          <a:xfrm flipH="1">
            <a:off x="1443625" y="2288427"/>
            <a:ext cx="590810" cy="0"/>
          </a:xfrm>
          <a:prstGeom prst="straightConnector1">
            <a:avLst/>
          </a:prstGeom>
          <a:ln cap="rnd">
            <a:solidFill>
              <a:schemeClr val="accent3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F1A3DF90-6DD6-3759-78DD-29BD42DA6CD7}"/>
              </a:ext>
            </a:extLst>
          </p:cNvPr>
          <p:cNvSpPr txBox="1"/>
          <p:nvPr/>
        </p:nvSpPr>
        <p:spPr>
          <a:xfrm>
            <a:off x="885826" y="1735355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solidFill>
                <a:schemeClr val="accent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A4C4F449-532E-6800-A65A-208143FA1935}"/>
              </a:ext>
            </a:extLst>
          </p:cNvPr>
          <p:cNvSpPr txBox="1"/>
          <p:nvPr/>
        </p:nvSpPr>
        <p:spPr>
          <a:xfrm>
            <a:off x="1538973" y="2071626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chemeClr val="accent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8E188949-443C-26AD-1478-F2EE9CE21A07}"/>
              </a:ext>
            </a:extLst>
          </p:cNvPr>
          <p:cNvSpPr txBox="1"/>
          <p:nvPr/>
        </p:nvSpPr>
        <p:spPr>
          <a:xfrm>
            <a:off x="885826" y="1369687"/>
            <a:ext cx="804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F5960734-B793-02B5-B017-35AF583D8707}"/>
              </a:ext>
            </a:extLst>
          </p:cNvPr>
          <p:cNvSpPr txBox="1"/>
          <p:nvPr/>
        </p:nvSpPr>
        <p:spPr>
          <a:xfrm>
            <a:off x="1889787" y="1116254"/>
            <a:ext cx="1061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x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EA027674-C725-EFF8-5F78-D7D675B5124A}"/>
              </a:ext>
            </a:extLst>
          </p:cNvPr>
          <p:cNvSpPr txBox="1"/>
          <p:nvPr/>
        </p:nvSpPr>
        <p:spPr>
          <a:xfrm>
            <a:off x="2026920" y="1452906"/>
            <a:ext cx="483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EBBA1E4-227D-C9CB-6AE9-1F49A64B5D67}"/>
              </a:ext>
            </a:extLst>
          </p:cNvPr>
          <p:cNvSpPr txBox="1"/>
          <p:nvPr/>
        </p:nvSpPr>
        <p:spPr>
          <a:xfrm>
            <a:off x="2343105" y="1378908"/>
            <a:ext cx="4746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</a:p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A08DEB1F-2DBD-75B6-6C31-1B4C2629DBC5}"/>
              </a:ext>
            </a:extLst>
          </p:cNvPr>
          <p:cNvCxnSpPr>
            <a:cxnSpLocks/>
          </p:cNvCxnSpPr>
          <p:nvPr/>
        </p:nvCxnSpPr>
        <p:spPr>
          <a:xfrm>
            <a:off x="2456356" y="1580426"/>
            <a:ext cx="254459" cy="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398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Bogen 18">
            <a:extLst>
              <a:ext uri="{FF2B5EF4-FFF2-40B4-BE49-F238E27FC236}">
                <a16:creationId xmlns:a16="http://schemas.microsoft.com/office/drawing/2014/main" id="{32D897D1-A58C-9EA1-8E24-A0499319FD91}"/>
              </a:ext>
            </a:extLst>
          </p:cNvPr>
          <p:cNvSpPr/>
          <p:nvPr/>
        </p:nvSpPr>
        <p:spPr>
          <a:xfrm>
            <a:off x="886221" y="1509386"/>
            <a:ext cx="1220493" cy="1220493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54BD36-1AE9-A686-89F3-921009DE2088}"/>
              </a:ext>
            </a:extLst>
          </p:cNvPr>
          <p:cNvCxnSpPr>
            <a:cxnSpLocks/>
          </p:cNvCxnSpPr>
          <p:nvPr/>
        </p:nvCxnSpPr>
        <p:spPr>
          <a:xfrm flipV="1">
            <a:off x="1496469" y="1512518"/>
            <a:ext cx="799680" cy="607121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46A8EAF-64B5-B741-9CB0-99EB813D60FD}"/>
              </a:ext>
            </a:extLst>
          </p:cNvPr>
          <p:cNvCxnSpPr>
            <a:cxnSpLocks/>
          </p:cNvCxnSpPr>
          <p:nvPr/>
        </p:nvCxnSpPr>
        <p:spPr>
          <a:xfrm flipV="1">
            <a:off x="1496468" y="1675356"/>
            <a:ext cx="585195" cy="44428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8E931C8-5F1B-74D5-918C-5E1A1E4AEC60}"/>
              </a:ext>
            </a:extLst>
          </p:cNvPr>
          <p:cNvCxnSpPr>
            <a:cxnSpLocks/>
          </p:cNvCxnSpPr>
          <p:nvPr/>
        </p:nvCxnSpPr>
        <p:spPr>
          <a:xfrm flipV="1">
            <a:off x="1496469" y="1090939"/>
            <a:ext cx="0" cy="137355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9186656-9B14-D2F3-0DB3-5EDAC43EDE6A}"/>
              </a:ext>
            </a:extLst>
          </p:cNvPr>
          <p:cNvCxnSpPr>
            <a:cxnSpLocks/>
          </p:cNvCxnSpPr>
          <p:nvPr/>
        </p:nvCxnSpPr>
        <p:spPr>
          <a:xfrm>
            <a:off x="1030266" y="2119639"/>
            <a:ext cx="1500513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BE36C7D-7650-11A7-ABA8-37BEB6591F8D}"/>
              </a:ext>
            </a:extLst>
          </p:cNvPr>
          <p:cNvSpPr txBox="1"/>
          <p:nvPr/>
        </p:nvSpPr>
        <p:spPr>
          <a:xfrm>
            <a:off x="1962673" y="1128418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i="1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E8F30B2-0BF5-9F8A-7F88-CC7A067FB614}"/>
              </a:ext>
            </a:extLst>
          </p:cNvPr>
          <p:cNvSpPr txBox="1"/>
          <p:nvPr/>
        </p:nvSpPr>
        <p:spPr>
          <a:xfrm>
            <a:off x="1529673" y="136529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i="1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FA8239C-2EDA-C327-70FE-9A4493D6D5A4}"/>
              </a:ext>
            </a:extLst>
          </p:cNvPr>
          <p:cNvSpPr txBox="1"/>
          <p:nvPr/>
        </p:nvSpPr>
        <p:spPr>
          <a:xfrm>
            <a:off x="2070746" y="176754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6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4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4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033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51416CF-1FBE-948E-361C-CBFB4791216C}"/>
              </a:ext>
            </a:extLst>
          </p:cNvPr>
          <p:cNvSpPr/>
          <p:nvPr/>
        </p:nvSpPr>
        <p:spPr>
          <a:xfrm>
            <a:off x="607080" y="1759516"/>
            <a:ext cx="2386290" cy="961764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25C4AEB-8AEA-37C7-B806-4532C83E32AF}"/>
              </a:ext>
            </a:extLst>
          </p:cNvPr>
          <p:cNvSpPr/>
          <p:nvPr/>
        </p:nvSpPr>
        <p:spPr>
          <a:xfrm>
            <a:off x="1800224" y="1283164"/>
            <a:ext cx="1193146" cy="476352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1EDCD6F-8B83-AAE8-702F-C154756A9B12}"/>
              </a:ext>
            </a:extLst>
          </p:cNvPr>
          <p:cNvSpPr/>
          <p:nvPr/>
        </p:nvSpPr>
        <p:spPr>
          <a:xfrm>
            <a:off x="2251182" y="1137549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8AFD021-0B35-2FA1-F772-E72FAEBFC55B}"/>
              </a:ext>
            </a:extLst>
          </p:cNvPr>
          <p:cNvSpPr/>
          <p:nvPr/>
        </p:nvSpPr>
        <p:spPr>
          <a:xfrm>
            <a:off x="1058037" y="1613901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0BC18B-C13C-3FDC-48EF-EE01146FB196}"/>
              </a:ext>
            </a:extLst>
          </p:cNvPr>
          <p:cNvSpPr/>
          <p:nvPr/>
        </p:nvSpPr>
        <p:spPr>
          <a:xfrm>
            <a:off x="1699052" y="2594454"/>
            <a:ext cx="20234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E105BC4-0FF5-4C73-25D0-33685C38776F}"/>
              </a:ext>
            </a:extLst>
          </p:cNvPr>
          <p:cNvSpPr/>
          <p:nvPr/>
        </p:nvSpPr>
        <p:spPr>
          <a:xfrm>
            <a:off x="1628703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5FE19A6-6812-11D6-EB98-1DD3CE82FC07}"/>
              </a:ext>
            </a:extLst>
          </p:cNvPr>
          <p:cNvSpPr/>
          <p:nvPr/>
        </p:nvSpPr>
        <p:spPr>
          <a:xfrm>
            <a:off x="1901396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70C4F5-D9B6-4777-54DF-FB57D1C55546}"/>
              </a:ext>
            </a:extLst>
          </p:cNvPr>
          <p:cNvSpPr txBox="1"/>
          <p:nvPr/>
        </p:nvSpPr>
        <p:spPr>
          <a:xfrm>
            <a:off x="1032819" y="161390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582DF5-2E06-843C-015B-A83418C9741D}"/>
              </a:ext>
            </a:extLst>
          </p:cNvPr>
          <p:cNvSpPr txBox="1"/>
          <p:nvPr/>
        </p:nvSpPr>
        <p:spPr>
          <a:xfrm>
            <a:off x="2225964" y="115924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4DBAC26-BE8A-E26E-380A-B2DC7110AD73}"/>
              </a:ext>
            </a:extLst>
          </p:cNvPr>
          <p:cNvSpPr txBox="1"/>
          <p:nvPr/>
        </p:nvSpPr>
        <p:spPr>
          <a:xfrm>
            <a:off x="1630079" y="2629628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~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17879248-9E5E-9540-3305-D7DB7E621D50}"/>
              </a:ext>
            </a:extLst>
          </p:cNvPr>
          <p:cNvSpPr/>
          <p:nvPr/>
        </p:nvSpPr>
        <p:spPr>
          <a:xfrm>
            <a:off x="1765049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FDB46DEF-7601-2053-4A91-22C90B95523C}"/>
              </a:ext>
            </a:extLst>
          </p:cNvPr>
          <p:cNvSpPr/>
          <p:nvPr/>
        </p:nvSpPr>
        <p:spPr>
          <a:xfrm>
            <a:off x="2958195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3A958FD-91E2-80A0-E979-96AE6A1E74CA}"/>
              </a:ext>
            </a:extLst>
          </p:cNvPr>
          <p:cNvSpPr/>
          <p:nvPr/>
        </p:nvSpPr>
        <p:spPr>
          <a:xfrm>
            <a:off x="2095500" y="1632690"/>
            <a:ext cx="60259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8EFE8CB-704E-5102-E7E6-5B07A079F72E}"/>
              </a:ext>
            </a:extLst>
          </p:cNvPr>
          <p:cNvSpPr txBox="1"/>
          <p:nvPr/>
        </p:nvSpPr>
        <p:spPr>
          <a:xfrm>
            <a:off x="2037238" y="1621774"/>
            <a:ext cx="719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 / C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67DFA3-6013-E383-1619-6CB95683A2AB}"/>
              </a:ext>
            </a:extLst>
          </p:cNvPr>
          <p:cNvCxnSpPr>
            <a:cxnSpLocks/>
          </p:cNvCxnSpPr>
          <p:nvPr/>
        </p:nvCxnSpPr>
        <p:spPr>
          <a:xfrm flipH="1">
            <a:off x="2037238" y="1055483"/>
            <a:ext cx="682772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F837B461-6CA9-6D96-A62F-178FFB54B4A5}"/>
              </a:ext>
            </a:extLst>
          </p:cNvPr>
          <p:cNvSpPr txBox="1"/>
          <p:nvPr/>
        </p:nvSpPr>
        <p:spPr>
          <a:xfrm>
            <a:off x="1113865" y="922105"/>
            <a:ext cx="953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A7D2943-C89B-CC0F-E1FD-D83D9D74D6A3}"/>
              </a:ext>
            </a:extLst>
          </p:cNvPr>
          <p:cNvCxnSpPr>
            <a:cxnSpLocks/>
          </p:cNvCxnSpPr>
          <p:nvPr/>
        </p:nvCxnSpPr>
        <p:spPr>
          <a:xfrm flipH="1">
            <a:off x="1470660" y="1759515"/>
            <a:ext cx="193217" cy="0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324443C5-2C64-4659-D26A-DAFD0631BDD3}"/>
              </a:ext>
            </a:extLst>
          </p:cNvPr>
          <p:cNvSpPr txBox="1"/>
          <p:nvPr/>
        </p:nvSpPr>
        <p:spPr>
          <a:xfrm>
            <a:off x="1132069" y="1914272"/>
            <a:ext cx="9051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72471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F6BB8-6D1D-C6EF-674D-CF2A11B7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331D549-A5F1-4714-CAB6-935C09DB250A}"/>
              </a:ext>
            </a:extLst>
          </p:cNvPr>
          <p:cNvCxnSpPr>
            <a:cxnSpLocks/>
          </p:cNvCxnSpPr>
          <p:nvPr/>
        </p:nvCxnSpPr>
        <p:spPr>
          <a:xfrm flipH="1">
            <a:off x="603128" y="1512786"/>
            <a:ext cx="1888299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08B87E38-B585-D9F4-2D28-0DDF968FD2CB}"/>
              </a:ext>
            </a:extLst>
          </p:cNvPr>
          <p:cNvSpPr/>
          <p:nvPr/>
        </p:nvSpPr>
        <p:spPr>
          <a:xfrm>
            <a:off x="1501085" y="1398403"/>
            <a:ext cx="990342" cy="990340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67ECA1-FAB2-D0BD-2641-FE47C133A964}"/>
              </a:ext>
            </a:extLst>
          </p:cNvPr>
          <p:cNvSpPr txBox="1"/>
          <p:nvPr/>
        </p:nvSpPr>
        <p:spPr>
          <a:xfrm>
            <a:off x="2418612" y="126137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BBA25C8-E09A-BD18-E42B-2B5C98856BD4}"/>
              </a:ext>
            </a:extLst>
          </p:cNvPr>
          <p:cNvSpPr txBox="1"/>
          <p:nvPr/>
        </p:nvSpPr>
        <p:spPr>
          <a:xfrm>
            <a:off x="2438844" y="1594521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5" name="Bogen 14">
            <a:extLst>
              <a:ext uri="{FF2B5EF4-FFF2-40B4-BE49-F238E27FC236}">
                <a16:creationId xmlns:a16="http://schemas.microsoft.com/office/drawing/2014/main" id="{3698FBF0-B274-B584-4B72-9461002767CF}"/>
              </a:ext>
            </a:extLst>
          </p:cNvPr>
          <p:cNvSpPr/>
          <p:nvPr/>
        </p:nvSpPr>
        <p:spPr>
          <a:xfrm>
            <a:off x="1672227" y="1569540"/>
            <a:ext cx="648068" cy="648066"/>
          </a:xfrm>
          <a:prstGeom prst="arc">
            <a:avLst>
              <a:gd name="adj1" fmla="val 14000263"/>
              <a:gd name="adj2" fmla="val 19362158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8FA873B-332F-2A4F-5031-351A55B64ECE}"/>
              </a:ext>
            </a:extLst>
          </p:cNvPr>
          <p:cNvCxnSpPr>
            <a:cxnSpLocks/>
          </p:cNvCxnSpPr>
          <p:nvPr/>
        </p:nvCxnSpPr>
        <p:spPr>
          <a:xfrm flipV="1">
            <a:off x="1996256" y="1512786"/>
            <a:ext cx="501568" cy="38079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8C88241A-EB7B-07A8-F278-E5DA0AAFA51F}"/>
              </a:ext>
            </a:extLst>
          </p:cNvPr>
          <p:cNvCxnSpPr>
            <a:cxnSpLocks/>
          </p:cNvCxnSpPr>
          <p:nvPr/>
        </p:nvCxnSpPr>
        <p:spPr>
          <a:xfrm>
            <a:off x="1260744" y="1893579"/>
            <a:ext cx="149686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FB7147EA-B332-CD3D-C129-CE2FDD9F4BF9}"/>
              </a:ext>
            </a:extLst>
          </p:cNvPr>
          <p:cNvCxnSpPr/>
          <p:nvPr/>
        </p:nvCxnSpPr>
        <p:spPr>
          <a:xfrm flipH="1">
            <a:off x="603128" y="1245153"/>
            <a:ext cx="897956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0444581-34A9-6C9F-1461-BEA3B7AA5AB4}"/>
              </a:ext>
            </a:extLst>
          </p:cNvPr>
          <p:cNvSpPr txBox="1"/>
          <p:nvPr/>
        </p:nvSpPr>
        <p:spPr>
          <a:xfrm>
            <a:off x="1045593" y="1232460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6D859C4-57B0-3229-5BC1-6CC0864E22E7}"/>
              </a:ext>
            </a:extLst>
          </p:cNvPr>
          <p:cNvSpPr txBox="1"/>
          <p:nvPr/>
        </p:nvSpPr>
        <p:spPr>
          <a:xfrm>
            <a:off x="1866757" y="129473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E75ACD0-3173-B128-E10A-64345A897445}"/>
              </a:ext>
            </a:extLst>
          </p:cNvPr>
          <p:cNvSpPr/>
          <p:nvPr/>
        </p:nvSpPr>
        <p:spPr>
          <a:xfrm>
            <a:off x="1963188" y="12785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F4CAB231-1972-25BB-D11C-0014B56F43F2}"/>
              </a:ext>
            </a:extLst>
          </p:cNvPr>
          <p:cNvCxnSpPr>
            <a:cxnSpLocks/>
          </p:cNvCxnSpPr>
          <p:nvPr/>
        </p:nvCxnSpPr>
        <p:spPr>
          <a:xfrm flipV="1">
            <a:off x="1996257" y="1095436"/>
            <a:ext cx="0" cy="15720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19148B0E-00B8-E808-DFD2-B564AC4944E1}"/>
              </a:ext>
            </a:extLst>
          </p:cNvPr>
          <p:cNvSpPr/>
          <p:nvPr/>
        </p:nvSpPr>
        <p:spPr>
          <a:xfrm rot="19343824">
            <a:off x="1674332" y="13781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4BA143-2EE3-B62E-3811-EC5C2C16CD3F}"/>
              </a:ext>
            </a:extLst>
          </p:cNvPr>
          <p:cNvCxnSpPr>
            <a:cxnSpLocks/>
          </p:cNvCxnSpPr>
          <p:nvPr/>
        </p:nvCxnSpPr>
        <p:spPr>
          <a:xfrm rot="-5400000" flipV="1">
            <a:off x="1422557" y="1319870"/>
            <a:ext cx="652230" cy="49517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A26ED6E1-28F5-D389-6136-F55A0BD3591E}"/>
              </a:ext>
            </a:extLst>
          </p:cNvPr>
          <p:cNvCxnSpPr>
            <a:cxnSpLocks/>
          </p:cNvCxnSpPr>
          <p:nvPr/>
        </p:nvCxnSpPr>
        <p:spPr>
          <a:xfrm flipH="1">
            <a:off x="603127" y="1893573"/>
            <a:ext cx="657617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6414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DAD25-EA92-8CAF-46D6-76EE2B32B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feld 19">
            <a:extLst>
              <a:ext uri="{FF2B5EF4-FFF2-40B4-BE49-F238E27FC236}">
                <a16:creationId xmlns:a16="http://schemas.microsoft.com/office/drawing/2014/main" id="{3989049B-8F26-844B-5C02-C833F9C0E02B}"/>
              </a:ext>
            </a:extLst>
          </p:cNvPr>
          <p:cNvSpPr txBox="1"/>
          <p:nvPr/>
        </p:nvSpPr>
        <p:spPr>
          <a:xfrm>
            <a:off x="221101" y="197268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AE2F42A-6EAA-2ADA-A703-FC964E108801}"/>
              </a:ext>
            </a:extLst>
          </p:cNvPr>
          <p:cNvCxnSpPr>
            <a:cxnSpLocks/>
          </p:cNvCxnSpPr>
          <p:nvPr/>
        </p:nvCxnSpPr>
        <p:spPr>
          <a:xfrm flipH="1">
            <a:off x="466725" y="1245153"/>
            <a:ext cx="2904759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6CC9CFAE-9D32-C8D9-BB6A-40C1CC9DF7C2}"/>
              </a:ext>
            </a:extLst>
          </p:cNvPr>
          <p:cNvSpPr txBox="1"/>
          <p:nvPr/>
        </p:nvSpPr>
        <p:spPr>
          <a:xfrm>
            <a:off x="1280341" y="257146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1B6FB268-0E1D-77EA-283C-D631D44C005B}"/>
              </a:ext>
            </a:extLst>
          </p:cNvPr>
          <p:cNvSpPr/>
          <p:nvPr/>
        </p:nvSpPr>
        <p:spPr>
          <a:xfrm>
            <a:off x="-47899" y="1068714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A2095D34-1C94-DCE7-066D-D24FF65750E6}"/>
              </a:ext>
            </a:extLst>
          </p:cNvPr>
          <p:cNvSpPr/>
          <p:nvPr/>
        </p:nvSpPr>
        <p:spPr>
          <a:xfrm>
            <a:off x="1361617" y="1068714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A6589D86-79E9-7C93-0D4D-004EADF076C9}"/>
              </a:ext>
            </a:extLst>
          </p:cNvPr>
          <p:cNvSpPr/>
          <p:nvPr/>
        </p:nvSpPr>
        <p:spPr>
          <a:xfrm>
            <a:off x="308152" y="1341502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F2F6A8C3-9DA1-091D-B2DB-6D6A30F90A4B}"/>
              </a:ext>
            </a:extLst>
          </p:cNvPr>
          <p:cNvSpPr/>
          <p:nvPr/>
        </p:nvSpPr>
        <p:spPr>
          <a:xfrm>
            <a:off x="1717852" y="1343028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0E62703-7A6C-1BD5-337E-C45AF126AFFC}"/>
              </a:ext>
            </a:extLst>
          </p:cNvPr>
          <p:cNvSpPr/>
          <p:nvPr/>
        </p:nvSpPr>
        <p:spPr>
          <a:xfrm>
            <a:off x="-60775" y="992505"/>
            <a:ext cx="361602" cy="10439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E0118C2F-D9E3-83E1-4A0F-E923C8F84AB9}"/>
              </a:ext>
            </a:extLst>
          </p:cNvPr>
          <p:cNvCxnSpPr>
            <a:cxnSpLocks/>
          </p:cNvCxnSpPr>
          <p:nvPr/>
        </p:nvCxnSpPr>
        <p:spPr>
          <a:xfrm flipV="1">
            <a:off x="304617" y="889635"/>
            <a:ext cx="0" cy="199453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148F55B-8416-ACF7-B39F-E3C2ED759893}"/>
              </a:ext>
            </a:extLst>
          </p:cNvPr>
          <p:cNvSpPr/>
          <p:nvPr/>
        </p:nvSpPr>
        <p:spPr>
          <a:xfrm>
            <a:off x="2073931" y="1285565"/>
            <a:ext cx="361602" cy="9813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DFD4F93-9EA0-B39B-D46F-88F677C2EA5F}"/>
              </a:ext>
            </a:extLst>
          </p:cNvPr>
          <p:cNvCxnSpPr>
            <a:cxnSpLocks/>
          </p:cNvCxnSpPr>
          <p:nvPr/>
        </p:nvCxnSpPr>
        <p:spPr>
          <a:xfrm flipH="1">
            <a:off x="466725" y="1512786"/>
            <a:ext cx="2904759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93641830-54BA-45AA-0A7B-FDE5064551FD}"/>
              </a:ext>
            </a:extLst>
          </p:cNvPr>
          <p:cNvSpPr/>
          <p:nvPr/>
        </p:nvSpPr>
        <p:spPr>
          <a:xfrm rot="10800000">
            <a:off x="656924" y="1894387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Freihandform: Form 42">
            <a:extLst>
              <a:ext uri="{FF2B5EF4-FFF2-40B4-BE49-F238E27FC236}">
                <a16:creationId xmlns:a16="http://schemas.microsoft.com/office/drawing/2014/main" id="{2DAA0780-DB64-B40D-E30C-2CDC5874E751}"/>
              </a:ext>
            </a:extLst>
          </p:cNvPr>
          <p:cNvSpPr/>
          <p:nvPr/>
        </p:nvSpPr>
        <p:spPr>
          <a:xfrm rot="10800000">
            <a:off x="1013048" y="1894387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53011E3-E7C4-9787-C9D2-8AF727EC97F7}"/>
              </a:ext>
            </a:extLst>
          </p:cNvPr>
          <p:cNvCxnSpPr>
            <a:cxnSpLocks/>
          </p:cNvCxnSpPr>
          <p:nvPr/>
        </p:nvCxnSpPr>
        <p:spPr>
          <a:xfrm>
            <a:off x="308244" y="1893579"/>
            <a:ext cx="2027286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51731B84-72A5-BD0B-1289-B9D060386DDD}"/>
              </a:ext>
            </a:extLst>
          </p:cNvPr>
          <p:cNvCxnSpPr>
            <a:cxnSpLocks/>
          </p:cNvCxnSpPr>
          <p:nvPr/>
        </p:nvCxnSpPr>
        <p:spPr>
          <a:xfrm flipH="1">
            <a:off x="2297430" y="1893573"/>
            <a:ext cx="1074054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58C4E78-4B1A-C63A-9C3A-F216FE1F29FE}"/>
              </a:ext>
            </a:extLst>
          </p:cNvPr>
          <p:cNvCxnSpPr>
            <a:cxnSpLocks/>
          </p:cNvCxnSpPr>
          <p:nvPr/>
        </p:nvCxnSpPr>
        <p:spPr>
          <a:xfrm flipV="1">
            <a:off x="466725" y="1813560"/>
            <a:ext cx="0" cy="160020"/>
          </a:xfrm>
          <a:prstGeom prst="straightConnector1">
            <a:avLst/>
          </a:prstGeom>
          <a:ln cap="rnd">
            <a:solidFill>
              <a:schemeClr val="accent5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FC5465C-510E-B982-B757-04281E081D62}"/>
              </a:ext>
            </a:extLst>
          </p:cNvPr>
          <p:cNvCxnSpPr>
            <a:cxnSpLocks/>
          </p:cNvCxnSpPr>
          <p:nvPr/>
        </p:nvCxnSpPr>
        <p:spPr>
          <a:xfrm flipV="1">
            <a:off x="1361617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98E442E-5F87-3B07-8150-74BCC44F83B8}"/>
              </a:ext>
            </a:extLst>
          </p:cNvPr>
          <p:cNvCxnSpPr>
            <a:cxnSpLocks/>
          </p:cNvCxnSpPr>
          <p:nvPr/>
        </p:nvCxnSpPr>
        <p:spPr>
          <a:xfrm flipV="1">
            <a:off x="17178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02DA36F-DF01-C892-EEE2-33694E39A18C}"/>
              </a:ext>
            </a:extLst>
          </p:cNvPr>
          <p:cNvCxnSpPr>
            <a:cxnSpLocks/>
          </p:cNvCxnSpPr>
          <p:nvPr/>
        </p:nvCxnSpPr>
        <p:spPr>
          <a:xfrm flipV="1">
            <a:off x="1361617" y="1956435"/>
            <a:ext cx="0" cy="661035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AF26E85-E154-D88B-30DB-C69FC5192D9A}"/>
              </a:ext>
            </a:extLst>
          </p:cNvPr>
          <p:cNvCxnSpPr>
            <a:cxnSpLocks/>
          </p:cNvCxnSpPr>
          <p:nvPr/>
        </p:nvCxnSpPr>
        <p:spPr>
          <a:xfrm flipV="1">
            <a:off x="1717852" y="1956435"/>
            <a:ext cx="0" cy="661035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2CBD2992-62C5-4BF3-763A-7E52405BFDCB}"/>
              </a:ext>
            </a:extLst>
          </p:cNvPr>
          <p:cNvCxnSpPr>
            <a:cxnSpLocks/>
          </p:cNvCxnSpPr>
          <p:nvPr/>
        </p:nvCxnSpPr>
        <p:spPr>
          <a:xfrm>
            <a:off x="1361617" y="2570156"/>
            <a:ext cx="356235" cy="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A6116AC3-D03C-F1B2-1762-6E5EB06AF015}"/>
              </a:ext>
            </a:extLst>
          </p:cNvPr>
          <p:cNvCxnSpPr>
            <a:cxnSpLocks/>
          </p:cNvCxnSpPr>
          <p:nvPr/>
        </p:nvCxnSpPr>
        <p:spPr>
          <a:xfrm flipV="1">
            <a:off x="466725" y="1245153"/>
            <a:ext cx="0" cy="585552"/>
          </a:xfrm>
          <a:prstGeom prst="line">
            <a:avLst/>
          </a:prstGeom>
          <a:ln w="9525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4BDBF56C-0E50-30A1-133F-99F501D860FA}"/>
              </a:ext>
            </a:extLst>
          </p:cNvPr>
          <p:cNvSpPr txBox="1"/>
          <p:nvPr/>
        </p:nvSpPr>
        <p:spPr>
          <a:xfrm>
            <a:off x="2022380" y="1245153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5CB53E3-3102-DD01-2AC0-5C20BB777B99}"/>
              </a:ext>
            </a:extLst>
          </p:cNvPr>
          <p:cNvSpPr txBox="1"/>
          <p:nvPr/>
        </p:nvSpPr>
        <p:spPr>
          <a:xfrm>
            <a:off x="1714042" y="920495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5CCD6CA5-A637-EF8F-1F6C-A8600159B9AE}"/>
              </a:ext>
            </a:extLst>
          </p:cNvPr>
          <p:cNvSpPr txBox="1"/>
          <p:nvPr/>
        </p:nvSpPr>
        <p:spPr>
          <a:xfrm>
            <a:off x="2076137" y="19056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E58C5D5-89B7-2D02-CDA6-695F0EDBA392}"/>
              </a:ext>
            </a:extLst>
          </p:cNvPr>
          <p:cNvSpPr txBox="1"/>
          <p:nvPr/>
        </p:nvSpPr>
        <p:spPr>
          <a:xfrm>
            <a:off x="265340" y="849727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4228281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6150-F854-FF64-8C03-66566837A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6FCC077E-DB3B-4EAA-5C1F-F71C6E87A30F}"/>
              </a:ext>
            </a:extLst>
          </p:cNvPr>
          <p:cNvCxnSpPr>
            <a:cxnSpLocks/>
          </p:cNvCxnSpPr>
          <p:nvPr/>
        </p:nvCxnSpPr>
        <p:spPr>
          <a:xfrm flipH="1">
            <a:off x="603128" y="1449921"/>
            <a:ext cx="933453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B1F1316B-0B34-2422-48E9-34EF5D014926}"/>
              </a:ext>
            </a:extLst>
          </p:cNvPr>
          <p:cNvSpPr/>
          <p:nvPr/>
        </p:nvSpPr>
        <p:spPr>
          <a:xfrm>
            <a:off x="1501085" y="1398403"/>
            <a:ext cx="990342" cy="990340"/>
          </a:xfrm>
          <a:prstGeom prst="arc">
            <a:avLst>
              <a:gd name="adj1" fmla="val 18886943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EB3604B-3433-5B34-0B27-0D271007E1C0}"/>
              </a:ext>
            </a:extLst>
          </p:cNvPr>
          <p:cNvSpPr txBox="1"/>
          <p:nvPr/>
        </p:nvSpPr>
        <p:spPr>
          <a:xfrm>
            <a:off x="1095212" y="148405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8C7A24D-C214-0990-8D0E-56606EF81076}"/>
              </a:ext>
            </a:extLst>
          </p:cNvPr>
          <p:cNvSpPr txBox="1"/>
          <p:nvPr/>
        </p:nvSpPr>
        <p:spPr>
          <a:xfrm>
            <a:off x="2403176" y="157545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5" name="Bogen 14">
            <a:extLst>
              <a:ext uri="{FF2B5EF4-FFF2-40B4-BE49-F238E27FC236}">
                <a16:creationId xmlns:a16="http://schemas.microsoft.com/office/drawing/2014/main" id="{D35C587C-D28B-3BB9-33CF-A6EF501953E8}"/>
              </a:ext>
            </a:extLst>
          </p:cNvPr>
          <p:cNvSpPr/>
          <p:nvPr/>
        </p:nvSpPr>
        <p:spPr>
          <a:xfrm>
            <a:off x="1672227" y="1569540"/>
            <a:ext cx="648068" cy="648066"/>
          </a:xfrm>
          <a:prstGeom prst="arc">
            <a:avLst>
              <a:gd name="adj1" fmla="val 13498408"/>
              <a:gd name="adj2" fmla="val 18751310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81B4045-746E-02B5-5CE8-480E5B58E55C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3128" y="1268013"/>
            <a:ext cx="1989577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5473665-F389-5590-FF86-88F2300407D3}"/>
              </a:ext>
            </a:extLst>
          </p:cNvPr>
          <p:cNvSpPr txBox="1"/>
          <p:nvPr/>
        </p:nvSpPr>
        <p:spPr>
          <a:xfrm>
            <a:off x="2316459" y="988889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6232F1-EC16-1DCD-CD49-6F03A4978EE9}"/>
              </a:ext>
            </a:extLst>
          </p:cNvPr>
          <p:cNvSpPr txBox="1"/>
          <p:nvPr/>
        </p:nvSpPr>
        <p:spPr>
          <a:xfrm>
            <a:off x="1887075" y="132452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E97D555-5834-F653-BB3A-A19448857F86}"/>
              </a:ext>
            </a:extLst>
          </p:cNvPr>
          <p:cNvSpPr/>
          <p:nvPr/>
        </p:nvSpPr>
        <p:spPr>
          <a:xfrm>
            <a:off x="1963188" y="12785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58A7DFA-445B-C518-E088-9418AF595E6C}"/>
              </a:ext>
            </a:extLst>
          </p:cNvPr>
          <p:cNvCxnSpPr>
            <a:cxnSpLocks/>
          </p:cNvCxnSpPr>
          <p:nvPr/>
        </p:nvCxnSpPr>
        <p:spPr>
          <a:xfrm flipV="1">
            <a:off x="1997297" y="1266825"/>
            <a:ext cx="603028" cy="623969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3D872DF9-3E86-DE63-972F-00E2D511C539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3127" y="1893573"/>
            <a:ext cx="657617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29CF6322-DBF2-17AB-0B5C-02FE70715BF7}"/>
              </a:ext>
            </a:extLst>
          </p:cNvPr>
          <p:cNvCxnSpPr>
            <a:cxnSpLocks/>
          </p:cNvCxnSpPr>
          <p:nvPr/>
        </p:nvCxnSpPr>
        <p:spPr>
          <a:xfrm rot="-5400000" flipV="1">
            <a:off x="1544168" y="1439224"/>
            <a:ext cx="443983" cy="459156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6CBD107-7EEB-3161-7B83-8636B9191BB0}"/>
              </a:ext>
            </a:extLst>
          </p:cNvPr>
          <p:cNvCxnSpPr>
            <a:cxnSpLocks/>
          </p:cNvCxnSpPr>
          <p:nvPr/>
        </p:nvCxnSpPr>
        <p:spPr>
          <a:xfrm>
            <a:off x="1260744" y="1893579"/>
            <a:ext cx="149686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0EED522-9044-EA98-BD43-003DC03D1412}"/>
              </a:ext>
            </a:extLst>
          </p:cNvPr>
          <p:cNvCxnSpPr>
            <a:cxnSpLocks/>
          </p:cNvCxnSpPr>
          <p:nvPr/>
        </p:nvCxnSpPr>
        <p:spPr>
          <a:xfrm flipV="1">
            <a:off x="1996257" y="1095436"/>
            <a:ext cx="0" cy="15720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1276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370E9-43A2-8B5F-F9F5-B244EFEBB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feld 19">
            <a:extLst>
              <a:ext uri="{FF2B5EF4-FFF2-40B4-BE49-F238E27FC236}">
                <a16:creationId xmlns:a16="http://schemas.microsoft.com/office/drawing/2014/main" id="{813253FE-401C-9438-FEA2-2A1985D6C924}"/>
              </a:ext>
            </a:extLst>
          </p:cNvPr>
          <p:cNvSpPr txBox="1"/>
          <p:nvPr/>
        </p:nvSpPr>
        <p:spPr>
          <a:xfrm>
            <a:off x="221101" y="197268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9074440D-910A-C8C2-E051-F12F66349C99}"/>
              </a:ext>
            </a:extLst>
          </p:cNvPr>
          <p:cNvSpPr/>
          <p:nvPr/>
        </p:nvSpPr>
        <p:spPr>
          <a:xfrm>
            <a:off x="308152" y="1065882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39709E4D-6FC7-E514-A720-C1D46715D3AC}"/>
              </a:ext>
            </a:extLst>
          </p:cNvPr>
          <p:cNvSpPr/>
          <p:nvPr/>
        </p:nvSpPr>
        <p:spPr>
          <a:xfrm>
            <a:off x="1717852" y="1067408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6FC56F2-01B9-E780-5DE3-3C624D2014CC}"/>
              </a:ext>
            </a:extLst>
          </p:cNvPr>
          <p:cNvSpPr/>
          <p:nvPr/>
        </p:nvSpPr>
        <p:spPr>
          <a:xfrm>
            <a:off x="2073931" y="992505"/>
            <a:ext cx="361602" cy="1274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C4A2523-D9A7-0991-FCDD-2434C9D9642C}"/>
              </a:ext>
            </a:extLst>
          </p:cNvPr>
          <p:cNvCxnSpPr>
            <a:cxnSpLocks/>
          </p:cNvCxnSpPr>
          <p:nvPr/>
        </p:nvCxnSpPr>
        <p:spPr>
          <a:xfrm flipV="1">
            <a:off x="1374952" y="1956435"/>
            <a:ext cx="0" cy="86868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636FBA8B-6AD5-CBF8-4856-3BF838FEBB7C}"/>
              </a:ext>
            </a:extLst>
          </p:cNvPr>
          <p:cNvCxnSpPr>
            <a:cxnSpLocks/>
          </p:cNvCxnSpPr>
          <p:nvPr/>
        </p:nvCxnSpPr>
        <p:spPr>
          <a:xfrm flipV="1">
            <a:off x="1717852" y="1956435"/>
            <a:ext cx="0" cy="86868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9D6B427D-7103-C8D9-9B61-2EC15C4F0F66}"/>
              </a:ext>
            </a:extLst>
          </p:cNvPr>
          <p:cNvSpPr txBox="1"/>
          <p:nvPr/>
        </p:nvSpPr>
        <p:spPr>
          <a:xfrm>
            <a:off x="1971154" y="150914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D110753-944D-7F52-1F70-E7BADFA17F06}"/>
              </a:ext>
            </a:extLst>
          </p:cNvPr>
          <p:cNvSpPr txBox="1"/>
          <p:nvPr/>
        </p:nvSpPr>
        <p:spPr>
          <a:xfrm>
            <a:off x="1437641" y="924972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842880C7-4AEA-2257-D92F-CADBD5522BDF}"/>
              </a:ext>
            </a:extLst>
          </p:cNvPr>
          <p:cNvSpPr txBox="1"/>
          <p:nvPr/>
        </p:nvSpPr>
        <p:spPr>
          <a:xfrm>
            <a:off x="2076137" y="19056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5BFA32F6-A92A-403C-9E4F-CF016E2D3BE9}"/>
              </a:ext>
            </a:extLst>
          </p:cNvPr>
          <p:cNvSpPr txBox="1"/>
          <p:nvPr/>
        </p:nvSpPr>
        <p:spPr>
          <a:xfrm>
            <a:off x="265340" y="849727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66B4D4AD-92DD-D676-1D93-D7817E0D36C9}"/>
              </a:ext>
            </a:extLst>
          </p:cNvPr>
          <p:cNvSpPr/>
          <p:nvPr/>
        </p:nvSpPr>
        <p:spPr>
          <a:xfrm>
            <a:off x="-35657" y="1307737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62DE6A45-B863-666D-8620-45438762F58C}"/>
              </a:ext>
            </a:extLst>
          </p:cNvPr>
          <p:cNvSpPr/>
          <p:nvPr/>
        </p:nvSpPr>
        <p:spPr>
          <a:xfrm>
            <a:off x="1373094" y="1307374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80ED771D-C827-4F32-5C03-41BEC2BBFC71}"/>
              </a:ext>
            </a:extLst>
          </p:cNvPr>
          <p:cNvSpPr/>
          <p:nvPr/>
        </p:nvSpPr>
        <p:spPr>
          <a:xfrm rot="10800000">
            <a:off x="1012799" y="1893289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F9FC455-9CBF-5C5E-AF89-5764605D26FF}"/>
              </a:ext>
            </a:extLst>
          </p:cNvPr>
          <p:cNvSpPr/>
          <p:nvPr/>
        </p:nvSpPr>
        <p:spPr>
          <a:xfrm>
            <a:off x="-60775" y="992505"/>
            <a:ext cx="361602" cy="10439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9B7022F-36B7-1D82-A941-7EF7B34DFE21}"/>
              </a:ext>
            </a:extLst>
          </p:cNvPr>
          <p:cNvCxnSpPr>
            <a:cxnSpLocks/>
          </p:cNvCxnSpPr>
          <p:nvPr/>
        </p:nvCxnSpPr>
        <p:spPr>
          <a:xfrm flipV="1">
            <a:off x="304617" y="889635"/>
            <a:ext cx="0" cy="199453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312DBD7-37F1-A4DA-40B2-50513FAA6E87}"/>
              </a:ext>
            </a:extLst>
          </p:cNvPr>
          <p:cNvSpPr txBox="1"/>
          <p:nvPr/>
        </p:nvSpPr>
        <p:spPr>
          <a:xfrm>
            <a:off x="1613640" y="264699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B4BD1CB-557A-4763-62D6-4B197A97327C}"/>
              </a:ext>
            </a:extLst>
          </p:cNvPr>
          <p:cNvCxnSpPr>
            <a:cxnSpLocks/>
          </p:cNvCxnSpPr>
          <p:nvPr/>
        </p:nvCxnSpPr>
        <p:spPr>
          <a:xfrm>
            <a:off x="1373094" y="2777801"/>
            <a:ext cx="344758" cy="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FA8B025-8B42-9096-9DEE-2860398371EB}"/>
              </a:ext>
            </a:extLst>
          </p:cNvPr>
          <p:cNvCxnSpPr>
            <a:cxnSpLocks/>
          </p:cNvCxnSpPr>
          <p:nvPr/>
        </p:nvCxnSpPr>
        <p:spPr>
          <a:xfrm flipH="1">
            <a:off x="487680" y="1449921"/>
            <a:ext cx="2592705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EB8D3DE-581A-BCCA-9DA4-8069DB0CBCCD}"/>
              </a:ext>
            </a:extLst>
          </p:cNvPr>
          <p:cNvCxnSpPr>
            <a:cxnSpLocks/>
          </p:cNvCxnSpPr>
          <p:nvPr/>
        </p:nvCxnSpPr>
        <p:spPr>
          <a:xfrm rot="10800000">
            <a:off x="497205" y="1268013"/>
            <a:ext cx="2583180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1AB6164-5A2B-BF54-1BA0-4D4697E35907}"/>
              </a:ext>
            </a:extLst>
          </p:cNvPr>
          <p:cNvCxnSpPr>
            <a:cxnSpLocks/>
          </p:cNvCxnSpPr>
          <p:nvPr/>
        </p:nvCxnSpPr>
        <p:spPr>
          <a:xfrm rot="10800000">
            <a:off x="2284172" y="1893573"/>
            <a:ext cx="796213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9BBF460B-DB4E-B461-773B-5CC4FE721470}"/>
              </a:ext>
            </a:extLst>
          </p:cNvPr>
          <p:cNvSpPr/>
          <p:nvPr/>
        </p:nvSpPr>
        <p:spPr>
          <a:xfrm rot="10800000">
            <a:off x="669240" y="1894387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FCF1787E-C645-07CB-FBA0-0C7CE0A9BEEB}"/>
              </a:ext>
            </a:extLst>
          </p:cNvPr>
          <p:cNvCxnSpPr>
            <a:cxnSpLocks/>
          </p:cNvCxnSpPr>
          <p:nvPr/>
        </p:nvCxnSpPr>
        <p:spPr>
          <a:xfrm>
            <a:off x="308244" y="1893579"/>
            <a:ext cx="2027286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0E7054A-6348-66B9-6419-073411225399}"/>
              </a:ext>
            </a:extLst>
          </p:cNvPr>
          <p:cNvCxnSpPr>
            <a:cxnSpLocks/>
          </p:cNvCxnSpPr>
          <p:nvPr/>
        </p:nvCxnSpPr>
        <p:spPr>
          <a:xfrm flipV="1">
            <a:off x="13749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DCA295-5024-2D9B-35BD-38C702A1F417}"/>
              </a:ext>
            </a:extLst>
          </p:cNvPr>
          <p:cNvCxnSpPr>
            <a:cxnSpLocks/>
          </p:cNvCxnSpPr>
          <p:nvPr/>
        </p:nvCxnSpPr>
        <p:spPr>
          <a:xfrm flipV="1">
            <a:off x="17178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F610A06-9BB1-530B-1566-F2BE2FE78AD4}"/>
              </a:ext>
            </a:extLst>
          </p:cNvPr>
          <p:cNvCxnSpPr>
            <a:cxnSpLocks/>
          </p:cNvCxnSpPr>
          <p:nvPr/>
        </p:nvCxnSpPr>
        <p:spPr>
          <a:xfrm flipV="1">
            <a:off x="485775" y="1813560"/>
            <a:ext cx="0" cy="160020"/>
          </a:xfrm>
          <a:prstGeom prst="straightConnector1">
            <a:avLst/>
          </a:prstGeom>
          <a:ln cap="rnd">
            <a:solidFill>
              <a:schemeClr val="accent5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F1944A4-A1BF-2FE9-707A-119D943D347F}"/>
              </a:ext>
            </a:extLst>
          </p:cNvPr>
          <p:cNvCxnSpPr>
            <a:cxnSpLocks/>
          </p:cNvCxnSpPr>
          <p:nvPr/>
        </p:nvCxnSpPr>
        <p:spPr>
          <a:xfrm flipV="1">
            <a:off x="486209" y="1268013"/>
            <a:ext cx="0" cy="585552"/>
          </a:xfrm>
          <a:prstGeom prst="line">
            <a:avLst/>
          </a:prstGeom>
          <a:ln w="9525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416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144</Words>
  <Application>Microsoft Office PowerPoint</Application>
  <PresentationFormat>Benutzerdefiniert</PresentationFormat>
  <Paragraphs>74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94</cp:revision>
  <dcterms:created xsi:type="dcterms:W3CDTF">2025-08-17T20:55:38Z</dcterms:created>
  <dcterms:modified xsi:type="dcterms:W3CDTF">2026-02-11T20:40:19Z</dcterms:modified>
</cp:coreProperties>
</file>