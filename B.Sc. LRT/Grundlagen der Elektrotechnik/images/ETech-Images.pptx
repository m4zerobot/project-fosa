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6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92" autoAdjust="0"/>
    <p:restoredTop sz="94660"/>
  </p:normalViewPr>
  <p:slideViewPr>
    <p:cSldViewPr snapToGrid="0">
      <p:cViewPr varScale="1">
        <p:scale>
          <a:sx n="244" d="100"/>
          <a:sy n="244" d="100"/>
        </p:scale>
        <p:origin x="4930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96C2D-C72C-406E-B79E-9BAC142DD20E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FB0C1-D602-4320-B0C3-F0F0C4F5EA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89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03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994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82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60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12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75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68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4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74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62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4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E28AA-0912-4DA0-8B30-7F3CA3FE6671}" type="datetimeFigureOut">
              <a:rPr lang="de-DE" smtClean="0"/>
              <a:t>31.01.2026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F9F2079B-A1C9-123D-DBAE-EE3D4E4EF505}"/>
              </a:ext>
            </a:extLst>
          </p:cNvPr>
          <p:cNvSpPr/>
          <p:nvPr/>
        </p:nvSpPr>
        <p:spPr>
          <a:xfrm>
            <a:off x="1759711" y="1759711"/>
            <a:ext cx="81028" cy="81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68B26E16-D36F-6F26-AEF0-BC19A04C7D7F}"/>
              </a:ext>
            </a:extLst>
          </p:cNvPr>
          <p:cNvCxnSpPr>
            <a:endCxn id="2" idx="0"/>
          </p:cNvCxnSpPr>
          <p:nvPr/>
        </p:nvCxnSpPr>
        <p:spPr>
          <a:xfrm>
            <a:off x="1249471" y="1321496"/>
            <a:ext cx="550754" cy="438215"/>
          </a:xfrm>
          <a:prstGeom prst="bentConnector2">
            <a:avLst/>
          </a:prstGeom>
          <a:ln w="1587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Verbinder: gewinkelt 4">
            <a:extLst>
              <a:ext uri="{FF2B5EF4-FFF2-40B4-BE49-F238E27FC236}">
                <a16:creationId xmlns:a16="http://schemas.microsoft.com/office/drawing/2014/main" id="{ED67982E-0B0E-702D-35B3-D8650A1693E1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1376644" y="1540603"/>
            <a:ext cx="383067" cy="259622"/>
          </a:xfrm>
          <a:prstGeom prst="bentConnector3">
            <a:avLst>
              <a:gd name="adj1" fmla="val 33589"/>
            </a:avLst>
          </a:prstGeom>
          <a:ln w="1587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erbinder: gewinkelt 7">
            <a:extLst>
              <a:ext uri="{FF2B5EF4-FFF2-40B4-BE49-F238E27FC236}">
                <a16:creationId xmlns:a16="http://schemas.microsoft.com/office/drawing/2014/main" id="{4F13B83A-2651-AB41-8723-6EB31D3F7F7E}"/>
              </a:ext>
            </a:extLst>
          </p:cNvPr>
          <p:cNvCxnSpPr>
            <a:cxnSpLocks/>
            <a:endCxn id="2" idx="6"/>
          </p:cNvCxnSpPr>
          <p:nvPr/>
        </p:nvCxnSpPr>
        <p:spPr>
          <a:xfrm rot="10800000">
            <a:off x="1840740" y="1800226"/>
            <a:ext cx="353821" cy="139065"/>
          </a:xfrm>
          <a:prstGeom prst="bentConnector3">
            <a:avLst>
              <a:gd name="adj1" fmla="val 26310"/>
            </a:avLst>
          </a:prstGeom>
          <a:ln w="1587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7589906D-A31F-94F7-74ED-BA3F46F5CB20}"/>
              </a:ext>
            </a:extLst>
          </p:cNvPr>
          <p:cNvCxnSpPr>
            <a:cxnSpLocks/>
            <a:stCxn id="2" idx="4"/>
          </p:cNvCxnSpPr>
          <p:nvPr/>
        </p:nvCxnSpPr>
        <p:spPr>
          <a:xfrm>
            <a:off x="1800225" y="1840739"/>
            <a:ext cx="0" cy="308101"/>
          </a:xfrm>
          <a:prstGeom prst="line">
            <a:avLst/>
          </a:prstGeom>
          <a:ln w="1587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A072F789-439C-8383-0CA7-A03F5001E85D}"/>
              </a:ext>
            </a:extLst>
          </p:cNvPr>
          <p:cNvCxnSpPr/>
          <p:nvPr/>
        </p:nvCxnSpPr>
        <p:spPr>
          <a:xfrm>
            <a:off x="1504591" y="1321496"/>
            <a:ext cx="167999" cy="0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1706ADEE-DC9F-2D7D-3725-CD5E009C3C87}"/>
              </a:ext>
            </a:extLst>
          </p:cNvPr>
          <p:cNvCxnSpPr>
            <a:cxnSpLocks/>
          </p:cNvCxnSpPr>
          <p:nvPr/>
        </p:nvCxnSpPr>
        <p:spPr>
          <a:xfrm>
            <a:off x="1588590" y="1800225"/>
            <a:ext cx="139245" cy="0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4936780C-6041-2DE6-50FD-025B119A5356}"/>
              </a:ext>
            </a:extLst>
          </p:cNvPr>
          <p:cNvCxnSpPr>
            <a:cxnSpLocks/>
          </p:cNvCxnSpPr>
          <p:nvPr/>
        </p:nvCxnSpPr>
        <p:spPr>
          <a:xfrm flipV="1">
            <a:off x="1800225" y="1889760"/>
            <a:ext cx="0" cy="180401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890BEBFE-E750-D4E8-9330-469AF8A8FBF5}"/>
              </a:ext>
            </a:extLst>
          </p:cNvPr>
          <p:cNvCxnSpPr>
            <a:cxnSpLocks/>
          </p:cNvCxnSpPr>
          <p:nvPr/>
        </p:nvCxnSpPr>
        <p:spPr>
          <a:xfrm flipH="1">
            <a:off x="1902736" y="1800225"/>
            <a:ext cx="152400" cy="0"/>
          </a:xfrm>
          <a:prstGeom prst="straightConnector1">
            <a:avLst/>
          </a:prstGeom>
          <a:ln cap="rnd">
            <a:solidFill>
              <a:srgbClr val="FF0000"/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9E0F651B-4858-543C-3AB7-08F2E9674853}"/>
              </a:ext>
            </a:extLst>
          </p:cNvPr>
          <p:cNvSpPr txBox="1"/>
          <p:nvPr/>
        </p:nvSpPr>
        <p:spPr>
          <a:xfrm>
            <a:off x="1440386" y="1019372"/>
            <a:ext cx="296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de-DE" sz="11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06901695-544D-1747-93BE-78E1693B29BD}"/>
              </a:ext>
            </a:extLst>
          </p:cNvPr>
          <p:cNvSpPr txBox="1"/>
          <p:nvPr/>
        </p:nvSpPr>
        <p:spPr>
          <a:xfrm>
            <a:off x="1376644" y="1808487"/>
            <a:ext cx="296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de-DE" sz="11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1882E639-70FF-8AF8-232F-BF99A25F126D}"/>
              </a:ext>
            </a:extLst>
          </p:cNvPr>
          <p:cNvSpPr txBox="1"/>
          <p:nvPr/>
        </p:nvSpPr>
        <p:spPr>
          <a:xfrm>
            <a:off x="1779197" y="1947042"/>
            <a:ext cx="296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de-DE" sz="11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5088ACA1-7E7F-ABDF-0676-4969F9DA6281}"/>
              </a:ext>
            </a:extLst>
          </p:cNvPr>
          <p:cNvSpPr txBox="1"/>
          <p:nvPr/>
        </p:nvSpPr>
        <p:spPr>
          <a:xfrm>
            <a:off x="1869446" y="1501369"/>
            <a:ext cx="296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de-DE" sz="11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4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6FAD3082-5240-091C-31ED-BCD3AA17F310}"/>
              </a:ext>
            </a:extLst>
          </p:cNvPr>
          <p:cNvCxnSpPr>
            <a:cxnSpLocks/>
          </p:cNvCxnSpPr>
          <p:nvPr/>
        </p:nvCxnSpPr>
        <p:spPr>
          <a:xfrm flipH="1">
            <a:off x="1051560" y="1320922"/>
            <a:ext cx="129540" cy="0"/>
          </a:xfrm>
          <a:prstGeom prst="line">
            <a:avLst/>
          </a:prstGeom>
          <a:ln w="15875" cap="rnd">
            <a:solidFill>
              <a:schemeClr val="tx1"/>
            </a:solidFill>
            <a:prstDash val="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4A47792D-116B-75F3-531E-2134E1E498CD}"/>
              </a:ext>
            </a:extLst>
          </p:cNvPr>
          <p:cNvCxnSpPr>
            <a:cxnSpLocks/>
          </p:cNvCxnSpPr>
          <p:nvPr/>
        </p:nvCxnSpPr>
        <p:spPr>
          <a:xfrm flipH="1">
            <a:off x="1181100" y="1540603"/>
            <a:ext cx="129540" cy="0"/>
          </a:xfrm>
          <a:prstGeom prst="line">
            <a:avLst/>
          </a:prstGeom>
          <a:ln w="15875" cap="rnd">
            <a:solidFill>
              <a:schemeClr val="tx1"/>
            </a:solidFill>
            <a:prstDash val="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BE4F1BF2-8B2F-F01D-D31A-8AC0017E3401}"/>
              </a:ext>
            </a:extLst>
          </p:cNvPr>
          <p:cNvCxnSpPr>
            <a:cxnSpLocks/>
          </p:cNvCxnSpPr>
          <p:nvPr/>
        </p:nvCxnSpPr>
        <p:spPr>
          <a:xfrm>
            <a:off x="2253615" y="1939292"/>
            <a:ext cx="127635" cy="0"/>
          </a:xfrm>
          <a:prstGeom prst="line">
            <a:avLst/>
          </a:prstGeom>
          <a:ln w="15875" cap="rnd">
            <a:solidFill>
              <a:schemeClr val="tx1"/>
            </a:solidFill>
            <a:prstDash val="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131478F4-7814-1E0D-17CE-E782BC927FC9}"/>
              </a:ext>
            </a:extLst>
          </p:cNvPr>
          <p:cNvCxnSpPr>
            <a:cxnSpLocks/>
          </p:cNvCxnSpPr>
          <p:nvPr/>
        </p:nvCxnSpPr>
        <p:spPr>
          <a:xfrm>
            <a:off x="1800225" y="2208652"/>
            <a:ext cx="0" cy="130688"/>
          </a:xfrm>
          <a:prstGeom prst="line">
            <a:avLst/>
          </a:prstGeom>
          <a:ln w="15875" cap="rnd">
            <a:solidFill>
              <a:schemeClr val="tx1"/>
            </a:solidFill>
            <a:prstDash val="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367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E7CED-4949-CAC9-AECA-36EDB0FC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814AF103-603F-C5CC-6C0E-CD55045268C0}"/>
              </a:ext>
            </a:extLst>
          </p:cNvPr>
          <p:cNvSpPr/>
          <p:nvPr/>
        </p:nvSpPr>
        <p:spPr>
          <a:xfrm>
            <a:off x="1070976" y="1308970"/>
            <a:ext cx="1276872" cy="982510"/>
          </a:xfrm>
          <a:prstGeom prst="rect">
            <a:avLst/>
          </a:prstGeom>
          <a:noFill/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C8585C7-7458-B0C5-2036-AAE35322DB3F}"/>
              </a:ext>
            </a:extLst>
          </p:cNvPr>
          <p:cNvSpPr/>
          <p:nvPr/>
        </p:nvSpPr>
        <p:spPr>
          <a:xfrm>
            <a:off x="2306438" y="1268455"/>
            <a:ext cx="81028" cy="81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78BD76B5-F103-51A3-781B-2CA27B68A603}"/>
              </a:ext>
            </a:extLst>
          </p:cNvPr>
          <p:cNvCxnSpPr>
            <a:cxnSpLocks/>
          </p:cNvCxnSpPr>
          <p:nvPr/>
        </p:nvCxnSpPr>
        <p:spPr>
          <a:xfrm>
            <a:off x="2569837" y="1308970"/>
            <a:ext cx="127635" cy="0"/>
          </a:xfrm>
          <a:prstGeom prst="line">
            <a:avLst/>
          </a:prstGeom>
          <a:ln w="15875" cap="rnd">
            <a:solidFill>
              <a:schemeClr val="tx1"/>
            </a:solidFill>
            <a:prstDash val="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72B3620-E0C9-E206-D004-5E5D7ED42FA9}"/>
              </a:ext>
            </a:extLst>
          </p:cNvPr>
          <p:cNvCxnSpPr>
            <a:cxnSpLocks/>
          </p:cNvCxnSpPr>
          <p:nvPr/>
        </p:nvCxnSpPr>
        <p:spPr>
          <a:xfrm>
            <a:off x="2387466" y="1309205"/>
            <a:ext cx="127635" cy="0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lipse 15">
            <a:extLst>
              <a:ext uri="{FF2B5EF4-FFF2-40B4-BE49-F238E27FC236}">
                <a16:creationId xmlns:a16="http://schemas.microsoft.com/office/drawing/2014/main" id="{BA6BB636-757B-28CC-2ED3-F3F60E6FB8DB}"/>
              </a:ext>
            </a:extLst>
          </p:cNvPr>
          <p:cNvSpPr/>
          <p:nvPr/>
        </p:nvSpPr>
        <p:spPr>
          <a:xfrm>
            <a:off x="956676" y="1685925"/>
            <a:ext cx="228600" cy="2286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1B6A387-89D5-2E34-8BE6-9223A5DDECDD}"/>
              </a:ext>
            </a:extLst>
          </p:cNvPr>
          <p:cNvSpPr/>
          <p:nvPr/>
        </p:nvSpPr>
        <p:spPr>
          <a:xfrm>
            <a:off x="1543677" y="2234565"/>
            <a:ext cx="335280" cy="118110"/>
          </a:xfrm>
          <a:prstGeom prst="rect">
            <a:avLst/>
          </a:prstGeom>
          <a:solidFill>
            <a:schemeClr val="bg1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BA1DEC5-C302-E7D5-ED95-29755BAF4A70}"/>
              </a:ext>
            </a:extLst>
          </p:cNvPr>
          <p:cNvSpPr txBox="1"/>
          <p:nvPr/>
        </p:nvSpPr>
        <p:spPr>
          <a:xfrm>
            <a:off x="926457" y="1685925"/>
            <a:ext cx="373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0E9ED5B-876E-BA46-E7CE-32F2A3957647}"/>
              </a:ext>
            </a:extLst>
          </p:cNvPr>
          <p:cNvSpPr/>
          <p:nvPr/>
        </p:nvSpPr>
        <p:spPr>
          <a:xfrm>
            <a:off x="2307334" y="2250966"/>
            <a:ext cx="81028" cy="81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75F2258-BD10-B38C-894B-B28FDECDBCB0}"/>
              </a:ext>
            </a:extLst>
          </p:cNvPr>
          <p:cNvCxnSpPr>
            <a:cxnSpLocks/>
          </p:cNvCxnSpPr>
          <p:nvPr/>
        </p:nvCxnSpPr>
        <p:spPr>
          <a:xfrm>
            <a:off x="2551048" y="2426737"/>
            <a:ext cx="127635" cy="0"/>
          </a:xfrm>
          <a:prstGeom prst="line">
            <a:avLst/>
          </a:prstGeom>
          <a:ln w="15875" cap="rnd">
            <a:solidFill>
              <a:schemeClr val="tx1"/>
            </a:solidFill>
            <a:prstDash val="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62832434-8A10-A9EB-5A2F-8F41F0D3BEEA}"/>
              </a:ext>
            </a:extLst>
          </p:cNvPr>
          <p:cNvCxnSpPr>
            <a:cxnSpLocks/>
            <a:endCxn id="19" idx="4"/>
          </p:cNvCxnSpPr>
          <p:nvPr/>
        </p:nvCxnSpPr>
        <p:spPr>
          <a:xfrm rot="10800000">
            <a:off x="2347848" y="2331994"/>
            <a:ext cx="146424" cy="94976"/>
          </a:xfrm>
          <a:prstGeom prst="bentConnector2">
            <a:avLst/>
          </a:prstGeom>
          <a:ln w="1587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C7D8730B-7F7F-D875-956E-18FD7F947EA7}"/>
              </a:ext>
            </a:extLst>
          </p:cNvPr>
          <p:cNvSpPr/>
          <p:nvPr/>
        </p:nvSpPr>
        <p:spPr>
          <a:xfrm rot="5400000">
            <a:off x="1541772" y="1280160"/>
            <a:ext cx="335280" cy="53340"/>
          </a:xfrm>
          <a:prstGeom prst="rect">
            <a:avLst/>
          </a:prstGeom>
          <a:solidFill>
            <a:schemeClr val="bg1"/>
          </a:solidFill>
          <a:ln w="15875"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20EE89A8-C203-5A62-5DC1-40D189869342}"/>
              </a:ext>
            </a:extLst>
          </p:cNvPr>
          <p:cNvCxnSpPr>
            <a:cxnSpLocks/>
          </p:cNvCxnSpPr>
          <p:nvPr/>
        </p:nvCxnSpPr>
        <p:spPr>
          <a:xfrm>
            <a:off x="1680711" y="1180865"/>
            <a:ext cx="0" cy="251930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E0D0B9C-017F-44E8-E067-D9677AC7AEED}"/>
              </a:ext>
            </a:extLst>
          </p:cNvPr>
          <p:cNvCxnSpPr>
            <a:cxnSpLocks/>
          </p:cNvCxnSpPr>
          <p:nvPr/>
        </p:nvCxnSpPr>
        <p:spPr>
          <a:xfrm>
            <a:off x="1737862" y="1180865"/>
            <a:ext cx="0" cy="251930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370E6AC5-5521-412F-9EDE-5603864D64C6}"/>
              </a:ext>
            </a:extLst>
          </p:cNvPr>
          <p:cNvCxnSpPr>
            <a:cxnSpLocks/>
          </p:cNvCxnSpPr>
          <p:nvPr/>
        </p:nvCxnSpPr>
        <p:spPr>
          <a:xfrm>
            <a:off x="1229172" y="1545593"/>
            <a:ext cx="0" cy="565147"/>
          </a:xfrm>
          <a:prstGeom prst="straightConnector1">
            <a:avLst/>
          </a:prstGeom>
          <a:ln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9D0874DE-584C-7576-A37A-3CC41C66A079}"/>
              </a:ext>
            </a:extLst>
          </p:cNvPr>
          <p:cNvSpPr txBox="1"/>
          <p:nvPr/>
        </p:nvSpPr>
        <p:spPr>
          <a:xfrm>
            <a:off x="1185276" y="1685925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956E1706-1F39-FA56-87BE-451F9F4A2B47}"/>
              </a:ext>
            </a:extLst>
          </p:cNvPr>
          <p:cNvCxnSpPr>
            <a:cxnSpLocks/>
          </p:cNvCxnSpPr>
          <p:nvPr/>
        </p:nvCxnSpPr>
        <p:spPr>
          <a:xfrm>
            <a:off x="1503583" y="1496063"/>
            <a:ext cx="465000" cy="0"/>
          </a:xfrm>
          <a:prstGeom prst="straightConnector1">
            <a:avLst/>
          </a:prstGeom>
          <a:ln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0739D8DB-4187-BDBC-DA16-433293533098}"/>
              </a:ext>
            </a:extLst>
          </p:cNvPr>
          <p:cNvSpPr txBox="1"/>
          <p:nvPr/>
        </p:nvSpPr>
        <p:spPr>
          <a:xfrm>
            <a:off x="1539457" y="1483999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ABD6DBC-62E3-375B-9279-6278F0CF0F3B}"/>
              </a:ext>
            </a:extLst>
          </p:cNvPr>
          <p:cNvSpPr txBox="1"/>
          <p:nvPr/>
        </p:nvSpPr>
        <p:spPr>
          <a:xfrm>
            <a:off x="1537291" y="1908176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4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7BBF9332-E02F-B36B-BE6A-E5F0BAF891A5}"/>
              </a:ext>
            </a:extLst>
          </p:cNvPr>
          <p:cNvCxnSpPr>
            <a:cxnSpLocks/>
          </p:cNvCxnSpPr>
          <p:nvPr/>
        </p:nvCxnSpPr>
        <p:spPr>
          <a:xfrm>
            <a:off x="1503583" y="2169786"/>
            <a:ext cx="465000" cy="0"/>
          </a:xfrm>
          <a:prstGeom prst="straightConnector1">
            <a:avLst/>
          </a:prstGeom>
          <a:ln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7E775A1-5319-43D1-0344-7A79775E365F}"/>
              </a:ext>
            </a:extLst>
          </p:cNvPr>
          <p:cNvCxnSpPr>
            <a:cxnSpLocks/>
          </p:cNvCxnSpPr>
          <p:nvPr/>
        </p:nvCxnSpPr>
        <p:spPr>
          <a:xfrm>
            <a:off x="2261773" y="1631159"/>
            <a:ext cx="0" cy="394013"/>
          </a:xfrm>
          <a:prstGeom prst="straightConnector1">
            <a:avLst/>
          </a:prstGeom>
          <a:ln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5CF80F3A-20C9-5EDE-4D8F-765ABC483993}"/>
              </a:ext>
            </a:extLst>
          </p:cNvPr>
          <p:cNvSpPr txBox="1"/>
          <p:nvPr/>
        </p:nvSpPr>
        <p:spPr>
          <a:xfrm>
            <a:off x="1945578" y="1685925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3315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E057EA1-E5CF-3541-265D-084B3BC6B0C2}"/>
              </a:ext>
            </a:extLst>
          </p:cNvPr>
          <p:cNvSpPr/>
          <p:nvPr/>
        </p:nvSpPr>
        <p:spPr>
          <a:xfrm>
            <a:off x="980162" y="867427"/>
            <a:ext cx="895612" cy="1803748"/>
          </a:xfrm>
          <a:prstGeom prst="rect">
            <a:avLst/>
          </a:prstGeom>
          <a:noFill/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78928DA-7BDC-B1B9-54F8-86CB5DFFD5DC}"/>
              </a:ext>
            </a:extLst>
          </p:cNvPr>
          <p:cNvSpPr/>
          <p:nvPr/>
        </p:nvSpPr>
        <p:spPr>
          <a:xfrm>
            <a:off x="1875774" y="1778695"/>
            <a:ext cx="735903" cy="892479"/>
          </a:xfrm>
          <a:prstGeom prst="rect">
            <a:avLst/>
          </a:prstGeom>
          <a:noFill/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686A7B4-1A15-6A66-B176-584F0D18DE91}"/>
              </a:ext>
            </a:extLst>
          </p:cNvPr>
          <p:cNvSpPr/>
          <p:nvPr/>
        </p:nvSpPr>
        <p:spPr>
          <a:xfrm>
            <a:off x="1835260" y="1738180"/>
            <a:ext cx="81028" cy="81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1C8E0FC-93A2-0376-96F4-52D43EB98E22}"/>
              </a:ext>
            </a:extLst>
          </p:cNvPr>
          <p:cNvSpPr/>
          <p:nvPr/>
        </p:nvSpPr>
        <p:spPr>
          <a:xfrm>
            <a:off x="1835260" y="2630661"/>
            <a:ext cx="81028" cy="81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04A22D-F753-DAD2-0AB0-3DE6001403B6}"/>
              </a:ext>
            </a:extLst>
          </p:cNvPr>
          <p:cNvSpPr/>
          <p:nvPr/>
        </p:nvSpPr>
        <p:spPr>
          <a:xfrm>
            <a:off x="2225207" y="1743679"/>
            <a:ext cx="70030" cy="7003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B6A399D-038D-AE45-0E58-CE504D6EEFE1}"/>
              </a:ext>
            </a:extLst>
          </p:cNvPr>
          <p:cNvSpPr/>
          <p:nvPr/>
        </p:nvSpPr>
        <p:spPr>
          <a:xfrm>
            <a:off x="2225207" y="2636159"/>
            <a:ext cx="70030" cy="7003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C1F46EB-8CF0-2B19-DC2A-218401FEB93A}"/>
              </a:ext>
            </a:extLst>
          </p:cNvPr>
          <p:cNvSpPr/>
          <p:nvPr/>
        </p:nvSpPr>
        <p:spPr>
          <a:xfrm rot="16200000">
            <a:off x="1708134" y="1243749"/>
            <a:ext cx="335280" cy="118110"/>
          </a:xfrm>
          <a:prstGeom prst="rect">
            <a:avLst/>
          </a:prstGeom>
          <a:solidFill>
            <a:schemeClr val="bg1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2972A03-99EE-88DD-B6C7-E772D9EBF4CD}"/>
              </a:ext>
            </a:extLst>
          </p:cNvPr>
          <p:cNvSpPr/>
          <p:nvPr/>
        </p:nvSpPr>
        <p:spPr>
          <a:xfrm rot="16200000">
            <a:off x="1708134" y="2165879"/>
            <a:ext cx="335280" cy="118110"/>
          </a:xfrm>
          <a:prstGeom prst="rect">
            <a:avLst/>
          </a:prstGeom>
          <a:solidFill>
            <a:schemeClr val="bg1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7F5359C-0992-EE4F-03EF-45806CC8D5FA}"/>
              </a:ext>
            </a:extLst>
          </p:cNvPr>
          <p:cNvSpPr/>
          <p:nvPr/>
        </p:nvSpPr>
        <p:spPr>
          <a:xfrm rot="16200000">
            <a:off x="2444037" y="2165879"/>
            <a:ext cx="335280" cy="118110"/>
          </a:xfrm>
          <a:prstGeom prst="rect">
            <a:avLst/>
          </a:prstGeom>
          <a:solidFill>
            <a:schemeClr val="bg1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63F8E24-4192-92D7-F463-FFE9D7573B77}"/>
              </a:ext>
            </a:extLst>
          </p:cNvPr>
          <p:cNvSpPr/>
          <p:nvPr/>
        </p:nvSpPr>
        <p:spPr>
          <a:xfrm>
            <a:off x="865862" y="1664394"/>
            <a:ext cx="228600" cy="22860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868E458-758E-9B4B-9AE3-914A5A14B5A6}"/>
              </a:ext>
            </a:extLst>
          </p:cNvPr>
          <p:cNvCxnSpPr>
            <a:cxnSpLocks/>
          </p:cNvCxnSpPr>
          <p:nvPr/>
        </p:nvCxnSpPr>
        <p:spPr>
          <a:xfrm>
            <a:off x="1153517" y="1517800"/>
            <a:ext cx="0" cy="565147"/>
          </a:xfrm>
          <a:prstGeom prst="straightConnector1">
            <a:avLst/>
          </a:prstGeom>
          <a:ln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9FABC065-D538-9CA7-8C79-8A0F19E4A9DB}"/>
              </a:ext>
            </a:extLst>
          </p:cNvPr>
          <p:cNvSpPr txBox="1"/>
          <p:nvPr/>
        </p:nvSpPr>
        <p:spPr>
          <a:xfrm>
            <a:off x="1100490" y="1651059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  <a:endParaRPr lang="de-DE" sz="110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D4FB6DF-2525-4FC9-BC05-B1D3572E27ED}"/>
              </a:ext>
            </a:extLst>
          </p:cNvPr>
          <p:cNvCxnSpPr/>
          <p:nvPr/>
        </p:nvCxnSpPr>
        <p:spPr>
          <a:xfrm>
            <a:off x="1358156" y="867427"/>
            <a:ext cx="167999" cy="0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48A7EB98-7A72-4A16-2EDD-3217024027DA}"/>
              </a:ext>
            </a:extLst>
          </p:cNvPr>
          <p:cNvSpPr txBox="1"/>
          <p:nvPr/>
        </p:nvSpPr>
        <p:spPr>
          <a:xfrm>
            <a:off x="1293951" y="892553"/>
            <a:ext cx="296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endParaRPr lang="de-DE" sz="11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C0B39A7-A019-20A1-8634-17B91DF2738E}"/>
              </a:ext>
            </a:extLst>
          </p:cNvPr>
          <p:cNvSpPr txBox="1"/>
          <p:nvPr/>
        </p:nvSpPr>
        <p:spPr>
          <a:xfrm>
            <a:off x="1517465" y="1177483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C2A2C33-4C59-70DB-B219-56133EE8514E}"/>
              </a:ext>
            </a:extLst>
          </p:cNvPr>
          <p:cNvCxnSpPr/>
          <p:nvPr/>
        </p:nvCxnSpPr>
        <p:spPr>
          <a:xfrm>
            <a:off x="2384623" y="1778695"/>
            <a:ext cx="167999" cy="0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3589E243-4267-B551-6152-74220A838544}"/>
              </a:ext>
            </a:extLst>
          </p:cNvPr>
          <p:cNvSpPr txBox="1"/>
          <p:nvPr/>
        </p:nvSpPr>
        <p:spPr>
          <a:xfrm>
            <a:off x="2315270" y="1479344"/>
            <a:ext cx="296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de-DE" sz="11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3766466-525F-2C31-259F-30B77BE5EB3C}"/>
              </a:ext>
            </a:extLst>
          </p:cNvPr>
          <p:cNvCxnSpPr>
            <a:cxnSpLocks/>
          </p:cNvCxnSpPr>
          <p:nvPr/>
        </p:nvCxnSpPr>
        <p:spPr>
          <a:xfrm>
            <a:off x="1876276" y="1859589"/>
            <a:ext cx="0" cy="157855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90CEF2F2-91E1-90D2-5E73-DFDBFD33CFD7}"/>
              </a:ext>
            </a:extLst>
          </p:cNvPr>
          <p:cNvSpPr txBox="1"/>
          <p:nvPr/>
        </p:nvSpPr>
        <p:spPr>
          <a:xfrm>
            <a:off x="1579116" y="1795683"/>
            <a:ext cx="296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de-DE" sz="11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6527C2F-70F0-A612-918C-B3D53D89BB9D}"/>
              </a:ext>
            </a:extLst>
          </p:cNvPr>
          <p:cNvSpPr txBox="1"/>
          <p:nvPr/>
        </p:nvSpPr>
        <p:spPr>
          <a:xfrm>
            <a:off x="1517465" y="2094128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1FD6ACF-6D45-4261-82A4-C38A2595DF3A}"/>
              </a:ext>
            </a:extLst>
          </p:cNvPr>
          <p:cNvSpPr txBox="1"/>
          <p:nvPr/>
        </p:nvSpPr>
        <p:spPr>
          <a:xfrm>
            <a:off x="2254771" y="2094128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E9AE8096-AD6F-F4CC-0A21-D6ECBFAA1D37}"/>
              </a:ext>
            </a:extLst>
          </p:cNvPr>
          <p:cNvSpPr txBox="1"/>
          <p:nvPr/>
        </p:nvSpPr>
        <p:spPr>
          <a:xfrm>
            <a:off x="2089339" y="1533589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FF0D137-E45A-B99D-7745-A0D5252075D9}"/>
              </a:ext>
            </a:extLst>
          </p:cNvPr>
          <p:cNvSpPr txBox="1"/>
          <p:nvPr/>
        </p:nvSpPr>
        <p:spPr>
          <a:xfrm>
            <a:off x="2089339" y="2427072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989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93180-0DE8-2D3F-85B0-2B3E5D66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C26DCF5-6F09-ACCD-47C5-0B0C2894F5CD}"/>
              </a:ext>
            </a:extLst>
          </p:cNvPr>
          <p:cNvSpPr/>
          <p:nvPr/>
        </p:nvSpPr>
        <p:spPr>
          <a:xfrm>
            <a:off x="1096035" y="867427"/>
            <a:ext cx="895612" cy="1803748"/>
          </a:xfrm>
          <a:prstGeom prst="rect">
            <a:avLst/>
          </a:prstGeom>
          <a:noFill/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CCAFFB4-D097-C21D-ABAF-5956BBC8DFF7}"/>
              </a:ext>
            </a:extLst>
          </p:cNvPr>
          <p:cNvSpPr/>
          <p:nvPr/>
        </p:nvSpPr>
        <p:spPr>
          <a:xfrm>
            <a:off x="1991647" y="1778695"/>
            <a:ext cx="735903" cy="892479"/>
          </a:xfrm>
          <a:prstGeom prst="rect">
            <a:avLst/>
          </a:prstGeom>
          <a:noFill/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215007E6-3C24-9B92-99FF-A3E333D07E24}"/>
              </a:ext>
            </a:extLst>
          </p:cNvPr>
          <p:cNvSpPr/>
          <p:nvPr/>
        </p:nvSpPr>
        <p:spPr>
          <a:xfrm>
            <a:off x="1951133" y="1738180"/>
            <a:ext cx="81028" cy="81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E9FE3FC-7002-70D2-BBBB-DED824DA0E89}"/>
              </a:ext>
            </a:extLst>
          </p:cNvPr>
          <p:cNvSpPr/>
          <p:nvPr/>
        </p:nvSpPr>
        <p:spPr>
          <a:xfrm>
            <a:off x="1951133" y="2630661"/>
            <a:ext cx="81028" cy="81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8602033-4A6D-A3FA-4390-73F7E19C3E5B}"/>
              </a:ext>
            </a:extLst>
          </p:cNvPr>
          <p:cNvSpPr/>
          <p:nvPr/>
        </p:nvSpPr>
        <p:spPr>
          <a:xfrm rot="16200000">
            <a:off x="1824007" y="1243749"/>
            <a:ext cx="335280" cy="118110"/>
          </a:xfrm>
          <a:prstGeom prst="rect">
            <a:avLst/>
          </a:prstGeom>
          <a:solidFill>
            <a:schemeClr val="bg1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3887E9A-A9B3-E710-8EB2-39D739F725DC}"/>
              </a:ext>
            </a:extLst>
          </p:cNvPr>
          <p:cNvSpPr/>
          <p:nvPr/>
        </p:nvSpPr>
        <p:spPr>
          <a:xfrm rot="16200000">
            <a:off x="1824007" y="2165879"/>
            <a:ext cx="335280" cy="118110"/>
          </a:xfrm>
          <a:prstGeom prst="rect">
            <a:avLst/>
          </a:prstGeom>
          <a:solidFill>
            <a:schemeClr val="bg1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99670D9-3C38-8A83-D639-16F028C0782C}"/>
              </a:ext>
            </a:extLst>
          </p:cNvPr>
          <p:cNvSpPr/>
          <p:nvPr/>
        </p:nvSpPr>
        <p:spPr>
          <a:xfrm rot="16200000">
            <a:off x="2112555" y="2036733"/>
            <a:ext cx="968008" cy="370899"/>
          </a:xfrm>
          <a:prstGeom prst="rect">
            <a:avLst/>
          </a:prstGeom>
          <a:solidFill>
            <a:schemeClr val="bg1"/>
          </a:solidFill>
          <a:ln w="15875"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2D47FA6-0C95-47D8-CDCF-052FB93DACAA}"/>
              </a:ext>
            </a:extLst>
          </p:cNvPr>
          <p:cNvSpPr/>
          <p:nvPr/>
        </p:nvSpPr>
        <p:spPr>
          <a:xfrm>
            <a:off x="981735" y="1664394"/>
            <a:ext cx="228600" cy="22860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5F243993-4FED-2C24-6D02-31E23C2B6DE4}"/>
              </a:ext>
            </a:extLst>
          </p:cNvPr>
          <p:cNvCxnSpPr>
            <a:cxnSpLocks/>
          </p:cNvCxnSpPr>
          <p:nvPr/>
        </p:nvCxnSpPr>
        <p:spPr>
          <a:xfrm>
            <a:off x="1269390" y="1517800"/>
            <a:ext cx="0" cy="565147"/>
          </a:xfrm>
          <a:prstGeom prst="straightConnector1">
            <a:avLst/>
          </a:prstGeom>
          <a:ln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2F861A83-F8C5-9CCC-75D3-A27446323ABA}"/>
              </a:ext>
            </a:extLst>
          </p:cNvPr>
          <p:cNvSpPr txBox="1"/>
          <p:nvPr/>
        </p:nvSpPr>
        <p:spPr>
          <a:xfrm>
            <a:off x="1216363" y="1651059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  <a:endParaRPr lang="de-DE" sz="110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BE8BC9B-2E5A-88D1-D072-90BCED54D6A0}"/>
              </a:ext>
            </a:extLst>
          </p:cNvPr>
          <p:cNvCxnSpPr/>
          <p:nvPr/>
        </p:nvCxnSpPr>
        <p:spPr>
          <a:xfrm>
            <a:off x="1474029" y="867427"/>
            <a:ext cx="167999" cy="0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10A75A5E-6306-CF12-9D41-ECCBA9C22C9B}"/>
              </a:ext>
            </a:extLst>
          </p:cNvPr>
          <p:cNvSpPr txBox="1"/>
          <p:nvPr/>
        </p:nvSpPr>
        <p:spPr>
          <a:xfrm>
            <a:off x="1409824" y="892553"/>
            <a:ext cx="296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endParaRPr lang="de-DE" sz="11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48A2ACD-F1EA-5E7F-4AED-095EEF08B587}"/>
              </a:ext>
            </a:extLst>
          </p:cNvPr>
          <p:cNvSpPr txBox="1"/>
          <p:nvPr/>
        </p:nvSpPr>
        <p:spPr>
          <a:xfrm>
            <a:off x="1633338" y="1177483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0F39339-76E0-F373-7E0E-ADD9A72AD9CE}"/>
              </a:ext>
            </a:extLst>
          </p:cNvPr>
          <p:cNvCxnSpPr>
            <a:cxnSpLocks/>
          </p:cNvCxnSpPr>
          <p:nvPr/>
        </p:nvCxnSpPr>
        <p:spPr>
          <a:xfrm>
            <a:off x="1992149" y="1859589"/>
            <a:ext cx="0" cy="157855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0F1CE6E0-30F2-2FAC-2885-3803B8C3A3DB}"/>
              </a:ext>
            </a:extLst>
          </p:cNvPr>
          <p:cNvSpPr txBox="1"/>
          <p:nvPr/>
        </p:nvSpPr>
        <p:spPr>
          <a:xfrm>
            <a:off x="1694989" y="1795683"/>
            <a:ext cx="296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de-DE" sz="11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2160195-DDB8-6ECF-0B2A-EDC98E802C09}"/>
              </a:ext>
            </a:extLst>
          </p:cNvPr>
          <p:cNvSpPr txBox="1"/>
          <p:nvPr/>
        </p:nvSpPr>
        <p:spPr>
          <a:xfrm>
            <a:off x="1633338" y="2094128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C91E694-EBC2-1B3F-C1EB-08211EE00B50}"/>
              </a:ext>
            </a:extLst>
          </p:cNvPr>
          <p:cNvSpPr txBox="1"/>
          <p:nvPr/>
        </p:nvSpPr>
        <p:spPr>
          <a:xfrm>
            <a:off x="2331554" y="1658229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460DA54-2300-4766-5270-1A2CD5D53C55}"/>
              </a:ext>
            </a:extLst>
          </p:cNvPr>
          <p:cNvSpPr txBox="1"/>
          <p:nvPr/>
        </p:nvSpPr>
        <p:spPr>
          <a:xfrm>
            <a:off x="2337269" y="2550985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6FFA2C0-46D1-E466-D123-EF9B8F92B9A7}"/>
              </a:ext>
            </a:extLst>
          </p:cNvPr>
          <p:cNvSpPr/>
          <p:nvPr/>
        </p:nvSpPr>
        <p:spPr>
          <a:xfrm>
            <a:off x="2341080" y="1743679"/>
            <a:ext cx="70030" cy="7003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A11FC0B-2738-EF53-D0C0-CAF8D6B82200}"/>
              </a:ext>
            </a:extLst>
          </p:cNvPr>
          <p:cNvSpPr/>
          <p:nvPr/>
        </p:nvSpPr>
        <p:spPr>
          <a:xfrm>
            <a:off x="2341080" y="2636159"/>
            <a:ext cx="70030" cy="7003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5A215222-9CAB-DB87-BD22-413E4E657E3D}"/>
              </a:ext>
            </a:extLst>
          </p:cNvPr>
          <p:cNvCxnSpPr>
            <a:cxnSpLocks/>
          </p:cNvCxnSpPr>
          <p:nvPr/>
        </p:nvCxnSpPr>
        <p:spPr>
          <a:xfrm>
            <a:off x="2376568" y="1859384"/>
            <a:ext cx="0" cy="735226"/>
          </a:xfrm>
          <a:prstGeom prst="straightConnector1">
            <a:avLst/>
          </a:prstGeom>
          <a:ln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02ECAFED-1A1D-6661-7179-952083BDFF28}"/>
              </a:ext>
            </a:extLst>
          </p:cNvPr>
          <p:cNvSpPr txBox="1"/>
          <p:nvPr/>
        </p:nvSpPr>
        <p:spPr>
          <a:xfrm>
            <a:off x="2331554" y="2082947"/>
            <a:ext cx="4414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  <a:r>
              <a:rPr lang="de-DE" sz="11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′</a:t>
            </a:r>
          </a:p>
        </p:txBody>
      </p:sp>
    </p:spTree>
    <p:extLst>
      <p:ext uri="{BB962C8B-B14F-4D97-AF65-F5344CB8AC3E}">
        <p14:creationId xmlns:p14="http://schemas.microsoft.com/office/powerpoint/2010/main" val="866456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5EDE7-E3FE-84E4-319D-31CDE8308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C8C22B4-8526-CB29-88CD-051EB7508B1B}"/>
              </a:ext>
            </a:extLst>
          </p:cNvPr>
          <p:cNvSpPr/>
          <p:nvPr/>
        </p:nvSpPr>
        <p:spPr>
          <a:xfrm>
            <a:off x="1096035" y="867427"/>
            <a:ext cx="895612" cy="1803748"/>
          </a:xfrm>
          <a:prstGeom prst="rect">
            <a:avLst/>
          </a:prstGeom>
          <a:noFill/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FD89CC3-97A7-80CB-0DA3-68278E4FC0E3}"/>
              </a:ext>
            </a:extLst>
          </p:cNvPr>
          <p:cNvSpPr/>
          <p:nvPr/>
        </p:nvSpPr>
        <p:spPr>
          <a:xfrm>
            <a:off x="1991648" y="1778695"/>
            <a:ext cx="386136" cy="892479"/>
          </a:xfrm>
          <a:prstGeom prst="rect">
            <a:avLst/>
          </a:prstGeom>
          <a:noFill/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78204AC-684F-5034-6679-ABEC4ADFBF2C}"/>
              </a:ext>
            </a:extLst>
          </p:cNvPr>
          <p:cNvSpPr/>
          <p:nvPr/>
        </p:nvSpPr>
        <p:spPr>
          <a:xfrm>
            <a:off x="1951133" y="1738180"/>
            <a:ext cx="81028" cy="81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EE75F33-A70E-26DB-A5AC-B11C41FEC07A}"/>
              </a:ext>
            </a:extLst>
          </p:cNvPr>
          <p:cNvSpPr/>
          <p:nvPr/>
        </p:nvSpPr>
        <p:spPr>
          <a:xfrm>
            <a:off x="1951133" y="2630661"/>
            <a:ext cx="81028" cy="81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70FA5A3-5027-B1C0-3679-7F76C7CC9DDF}"/>
              </a:ext>
            </a:extLst>
          </p:cNvPr>
          <p:cNvSpPr/>
          <p:nvPr/>
        </p:nvSpPr>
        <p:spPr>
          <a:xfrm rot="16200000">
            <a:off x="1824007" y="1243749"/>
            <a:ext cx="335280" cy="118110"/>
          </a:xfrm>
          <a:prstGeom prst="rect">
            <a:avLst/>
          </a:prstGeom>
          <a:solidFill>
            <a:schemeClr val="bg1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2CD5A6B-512D-FD37-3C41-D0E4C54CC797}"/>
              </a:ext>
            </a:extLst>
          </p:cNvPr>
          <p:cNvSpPr/>
          <p:nvPr/>
        </p:nvSpPr>
        <p:spPr>
          <a:xfrm rot="16200000">
            <a:off x="1824007" y="2165879"/>
            <a:ext cx="335280" cy="118110"/>
          </a:xfrm>
          <a:prstGeom prst="rect">
            <a:avLst/>
          </a:prstGeom>
          <a:solidFill>
            <a:schemeClr val="bg1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7B4E630-7FAE-6F32-E538-DAD790677C58}"/>
              </a:ext>
            </a:extLst>
          </p:cNvPr>
          <p:cNvSpPr/>
          <p:nvPr/>
        </p:nvSpPr>
        <p:spPr>
          <a:xfrm>
            <a:off x="981735" y="1664394"/>
            <a:ext cx="228600" cy="22860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B3E8230A-15E9-5B6D-155E-38439D10BF5F}"/>
              </a:ext>
            </a:extLst>
          </p:cNvPr>
          <p:cNvCxnSpPr>
            <a:cxnSpLocks/>
          </p:cNvCxnSpPr>
          <p:nvPr/>
        </p:nvCxnSpPr>
        <p:spPr>
          <a:xfrm>
            <a:off x="1269390" y="1517800"/>
            <a:ext cx="0" cy="565147"/>
          </a:xfrm>
          <a:prstGeom prst="straightConnector1">
            <a:avLst/>
          </a:prstGeom>
          <a:ln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3D14D721-9D21-10AB-3B2A-9B05ADA13E4A}"/>
              </a:ext>
            </a:extLst>
          </p:cNvPr>
          <p:cNvSpPr txBox="1"/>
          <p:nvPr/>
        </p:nvSpPr>
        <p:spPr>
          <a:xfrm>
            <a:off x="1216363" y="1651059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  <a:endParaRPr lang="de-DE" sz="110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AAB494C-ABF9-9256-0B17-8BFC9AA6F06D}"/>
              </a:ext>
            </a:extLst>
          </p:cNvPr>
          <p:cNvCxnSpPr/>
          <p:nvPr/>
        </p:nvCxnSpPr>
        <p:spPr>
          <a:xfrm>
            <a:off x="1474029" y="867427"/>
            <a:ext cx="167999" cy="0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59FB38A0-E99A-5F9A-2393-04B62DB3A73A}"/>
              </a:ext>
            </a:extLst>
          </p:cNvPr>
          <p:cNvSpPr txBox="1"/>
          <p:nvPr/>
        </p:nvSpPr>
        <p:spPr>
          <a:xfrm>
            <a:off x="1409824" y="892553"/>
            <a:ext cx="2964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endParaRPr lang="de-DE" sz="11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CC36C0E-20BA-4473-BE56-1D6DBEF968A6}"/>
              </a:ext>
            </a:extLst>
          </p:cNvPr>
          <p:cNvSpPr txBox="1"/>
          <p:nvPr/>
        </p:nvSpPr>
        <p:spPr>
          <a:xfrm>
            <a:off x="1633338" y="1177483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6BF2893D-2C46-0A6B-D96B-AF79C07FECCC}"/>
              </a:ext>
            </a:extLst>
          </p:cNvPr>
          <p:cNvCxnSpPr>
            <a:cxnSpLocks/>
          </p:cNvCxnSpPr>
          <p:nvPr/>
        </p:nvCxnSpPr>
        <p:spPr>
          <a:xfrm>
            <a:off x="2378052" y="2146853"/>
            <a:ext cx="0" cy="157855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FE0C67E2-D3EE-AD12-9B90-3F85FD258E61}"/>
              </a:ext>
            </a:extLst>
          </p:cNvPr>
          <p:cNvSpPr txBox="1"/>
          <p:nvPr/>
        </p:nvSpPr>
        <p:spPr>
          <a:xfrm>
            <a:off x="2358441" y="2087539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de-DE" sz="11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</a:t>
            </a:r>
            <a:r>
              <a:rPr lang="de-DE" sz="11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′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FEF0AFA-885E-9E2C-74D3-3A7A9DD5FFAB}"/>
              </a:ext>
            </a:extLst>
          </p:cNvPr>
          <p:cNvSpPr txBox="1"/>
          <p:nvPr/>
        </p:nvSpPr>
        <p:spPr>
          <a:xfrm>
            <a:off x="1633338" y="2094128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3FDE67E-B328-51BB-1C5E-354072379244}"/>
              </a:ext>
            </a:extLst>
          </p:cNvPr>
          <p:cNvSpPr txBox="1"/>
          <p:nvPr/>
        </p:nvSpPr>
        <p:spPr>
          <a:xfrm>
            <a:off x="2331554" y="1658229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85FFBC7-038C-9FC4-7699-E855256F5B4F}"/>
              </a:ext>
            </a:extLst>
          </p:cNvPr>
          <p:cNvSpPr txBox="1"/>
          <p:nvPr/>
        </p:nvSpPr>
        <p:spPr>
          <a:xfrm>
            <a:off x="2337269" y="2550985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33A2C89-A0CF-4C28-7E55-D04C05E8388D}"/>
              </a:ext>
            </a:extLst>
          </p:cNvPr>
          <p:cNvSpPr/>
          <p:nvPr/>
        </p:nvSpPr>
        <p:spPr>
          <a:xfrm>
            <a:off x="2341080" y="1743679"/>
            <a:ext cx="70030" cy="7003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2EF8E7A-29F9-1B0D-AD5D-F0A2A4950141}"/>
              </a:ext>
            </a:extLst>
          </p:cNvPr>
          <p:cNvSpPr/>
          <p:nvPr/>
        </p:nvSpPr>
        <p:spPr>
          <a:xfrm>
            <a:off x="2341080" y="2636159"/>
            <a:ext cx="70030" cy="7003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423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B4BAF-30C9-5C5F-C34F-D8467483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1917DFD-AADF-BA70-1DD3-2BAA2CF2D614}"/>
              </a:ext>
            </a:extLst>
          </p:cNvPr>
          <p:cNvSpPr/>
          <p:nvPr/>
        </p:nvSpPr>
        <p:spPr>
          <a:xfrm>
            <a:off x="1296051" y="1333727"/>
            <a:ext cx="1065157" cy="932995"/>
          </a:xfrm>
          <a:prstGeom prst="rect">
            <a:avLst/>
          </a:prstGeom>
          <a:noFill/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4135EEA-034C-4B43-AD2D-8BA21C09EDA1}"/>
              </a:ext>
            </a:extLst>
          </p:cNvPr>
          <p:cNvSpPr/>
          <p:nvPr/>
        </p:nvSpPr>
        <p:spPr>
          <a:xfrm rot="16200000">
            <a:off x="2193568" y="1738332"/>
            <a:ext cx="335280" cy="118110"/>
          </a:xfrm>
          <a:prstGeom prst="rect">
            <a:avLst/>
          </a:prstGeom>
          <a:solidFill>
            <a:schemeClr val="bg1"/>
          </a:solidFill>
          <a:ln w="15875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18DC303-1E49-2C8E-4742-9A173F961AA2}"/>
              </a:ext>
            </a:extLst>
          </p:cNvPr>
          <p:cNvSpPr/>
          <p:nvPr/>
        </p:nvSpPr>
        <p:spPr>
          <a:xfrm>
            <a:off x="1181618" y="1683087"/>
            <a:ext cx="228600" cy="22860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6532079-356C-B354-E0AA-7B3B750CC57F}"/>
              </a:ext>
            </a:extLst>
          </p:cNvPr>
          <p:cNvGrpSpPr/>
          <p:nvPr/>
        </p:nvGrpSpPr>
        <p:grpSpPr>
          <a:xfrm>
            <a:off x="1691063" y="1437341"/>
            <a:ext cx="341666" cy="739056"/>
            <a:chOff x="1225835" y="1517800"/>
            <a:chExt cx="341666" cy="739056"/>
          </a:xfrm>
        </p:grpSpPr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D11B46CC-D453-9537-29B5-C0C7ADF5F2AC}"/>
                </a:ext>
              </a:extLst>
            </p:cNvPr>
            <p:cNvCxnSpPr>
              <a:cxnSpLocks/>
            </p:cNvCxnSpPr>
            <p:nvPr/>
          </p:nvCxnSpPr>
          <p:spPr>
            <a:xfrm>
              <a:off x="1269390" y="1517800"/>
              <a:ext cx="3393" cy="739056"/>
            </a:xfrm>
            <a:prstGeom prst="straightConnector1">
              <a:avLst/>
            </a:prstGeom>
            <a:ln cap="rnd">
              <a:solidFill>
                <a:srgbClr val="086FBD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9F13CD75-9AB9-8AC8-23F4-4A2B6C4D8C90}"/>
                </a:ext>
              </a:extLst>
            </p:cNvPr>
            <p:cNvSpPr txBox="1"/>
            <p:nvPr/>
          </p:nvSpPr>
          <p:spPr>
            <a:xfrm>
              <a:off x="1225835" y="1747041"/>
              <a:ext cx="3416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i="1" dirty="0" err="1">
                  <a:solidFill>
                    <a:srgbClr val="086FBD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U</a:t>
              </a:r>
              <a:r>
                <a:rPr lang="de-DE" sz="1100" baseline="-25000" dirty="0" err="1">
                  <a:solidFill>
                    <a:srgbClr val="086FBD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q</a:t>
              </a:r>
              <a:endParaRPr lang="de-DE" sz="11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F99F630-38D4-3F18-FF8B-AB3C505F09B6}"/>
              </a:ext>
            </a:extLst>
          </p:cNvPr>
          <p:cNvGrpSpPr/>
          <p:nvPr/>
        </p:nvGrpSpPr>
        <p:grpSpPr>
          <a:xfrm>
            <a:off x="1357943" y="1332778"/>
            <a:ext cx="296407" cy="286736"/>
            <a:chOff x="1409824" y="867427"/>
            <a:chExt cx="296407" cy="286736"/>
          </a:xfrm>
        </p:grpSpPr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6B8A65DD-B4F8-2779-8F4F-63FBF9E81E99}"/>
                </a:ext>
              </a:extLst>
            </p:cNvPr>
            <p:cNvCxnSpPr/>
            <p:nvPr/>
          </p:nvCxnSpPr>
          <p:spPr>
            <a:xfrm>
              <a:off x="1474029" y="867427"/>
              <a:ext cx="167999" cy="0"/>
            </a:xfrm>
            <a:prstGeom prst="straightConnector1">
              <a:avLst/>
            </a:prstGeom>
            <a:ln cap="rnd">
              <a:solidFill>
                <a:srgbClr val="FF0000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B1F05C65-34C4-5B44-38E5-63DF2A883136}"/>
                </a:ext>
              </a:extLst>
            </p:cNvPr>
            <p:cNvSpPr txBox="1"/>
            <p:nvPr/>
          </p:nvSpPr>
          <p:spPr>
            <a:xfrm>
              <a:off x="1409824" y="892553"/>
              <a:ext cx="29640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i="1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I</a:t>
              </a:r>
              <a:endParaRPr lang="de-DE" sz="11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3C76060E-7756-C382-8830-D083FD21E4EA}"/>
              </a:ext>
            </a:extLst>
          </p:cNvPr>
          <p:cNvSpPr txBox="1"/>
          <p:nvPr/>
        </p:nvSpPr>
        <p:spPr>
          <a:xfrm>
            <a:off x="1999330" y="1666582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A8993ED-8A4E-E286-9BBD-26849BF3E495}"/>
              </a:ext>
            </a:extLst>
          </p:cNvPr>
          <p:cNvSpPr/>
          <p:nvPr/>
        </p:nvSpPr>
        <p:spPr>
          <a:xfrm>
            <a:off x="1702996" y="1299668"/>
            <a:ext cx="70030" cy="7003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8285F63-1A3A-BBC2-CAD9-F52B2A05AA64}"/>
              </a:ext>
            </a:extLst>
          </p:cNvPr>
          <p:cNvSpPr/>
          <p:nvPr/>
        </p:nvSpPr>
        <p:spPr>
          <a:xfrm>
            <a:off x="1708843" y="2233371"/>
            <a:ext cx="70030" cy="7003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01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54D14492-B4A4-5A4B-603F-135639A2257E}"/>
              </a:ext>
            </a:extLst>
          </p:cNvPr>
          <p:cNvSpPr txBox="1"/>
          <p:nvPr/>
        </p:nvSpPr>
        <p:spPr>
          <a:xfrm>
            <a:off x="607997" y="1022308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537B0ED-ED3B-DC1F-FDDB-C33EEA4FF809}"/>
              </a:ext>
            </a:extLst>
          </p:cNvPr>
          <p:cNvSpPr txBox="1"/>
          <p:nvPr/>
        </p:nvSpPr>
        <p:spPr>
          <a:xfrm>
            <a:off x="2728969" y="2330559"/>
            <a:ext cx="341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C09BCB-C923-45C0-6A80-2C938E976D72}"/>
              </a:ext>
            </a:extLst>
          </p:cNvPr>
          <p:cNvCxnSpPr/>
          <p:nvPr/>
        </p:nvCxnSpPr>
        <p:spPr>
          <a:xfrm>
            <a:off x="791358" y="1537570"/>
            <a:ext cx="1804661" cy="588723"/>
          </a:xfrm>
          <a:prstGeom prst="line">
            <a:avLst/>
          </a:prstGeom>
          <a:ln w="15875" cap="rnd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B61E464-DCC3-A9C2-FC97-CDFF4AC3195D}"/>
              </a:ext>
            </a:extLst>
          </p:cNvPr>
          <p:cNvCxnSpPr>
            <a:cxnSpLocks/>
          </p:cNvCxnSpPr>
          <p:nvPr/>
        </p:nvCxnSpPr>
        <p:spPr>
          <a:xfrm>
            <a:off x="791357" y="1753644"/>
            <a:ext cx="652268" cy="0"/>
          </a:xfrm>
          <a:prstGeom prst="line">
            <a:avLst/>
          </a:prstGeom>
          <a:ln w="9525" cap="rnd">
            <a:solidFill>
              <a:schemeClr val="accent2">
                <a:lumMod val="75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9C26E879-DBF6-DC78-9B8B-B34832728B8A}"/>
              </a:ext>
            </a:extLst>
          </p:cNvPr>
          <p:cNvCxnSpPr>
            <a:cxnSpLocks/>
          </p:cNvCxnSpPr>
          <p:nvPr/>
        </p:nvCxnSpPr>
        <p:spPr>
          <a:xfrm>
            <a:off x="1443625" y="1753644"/>
            <a:ext cx="0" cy="689094"/>
          </a:xfrm>
          <a:prstGeom prst="line">
            <a:avLst/>
          </a:prstGeom>
          <a:ln w="9525" cap="rnd">
            <a:solidFill>
              <a:schemeClr val="accent2">
                <a:lumMod val="75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F40B8E3C-616A-E5FF-0E77-EDA8F68C321A}"/>
              </a:ext>
            </a:extLst>
          </p:cNvPr>
          <p:cNvCxnSpPr>
            <a:cxnSpLocks/>
          </p:cNvCxnSpPr>
          <p:nvPr/>
        </p:nvCxnSpPr>
        <p:spPr>
          <a:xfrm>
            <a:off x="791357" y="1943622"/>
            <a:ext cx="1243078" cy="0"/>
          </a:xfrm>
          <a:prstGeom prst="line">
            <a:avLst/>
          </a:prstGeom>
          <a:ln w="9525" cap="rnd">
            <a:solidFill>
              <a:schemeClr val="accent2">
                <a:lumMod val="75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13821C7-55F0-6703-5395-B45B5C9CD9CE}"/>
              </a:ext>
            </a:extLst>
          </p:cNvPr>
          <p:cNvCxnSpPr>
            <a:cxnSpLocks/>
          </p:cNvCxnSpPr>
          <p:nvPr/>
        </p:nvCxnSpPr>
        <p:spPr>
          <a:xfrm>
            <a:off x="2034435" y="1943622"/>
            <a:ext cx="0" cy="499116"/>
          </a:xfrm>
          <a:prstGeom prst="line">
            <a:avLst/>
          </a:prstGeom>
          <a:ln w="9525" cap="rnd">
            <a:solidFill>
              <a:schemeClr val="accent2">
                <a:lumMod val="75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75DD5C48-0405-14A9-8D40-8FDBDACBD3E2}"/>
              </a:ext>
            </a:extLst>
          </p:cNvPr>
          <p:cNvCxnSpPr>
            <a:cxnSpLocks/>
          </p:cNvCxnSpPr>
          <p:nvPr/>
        </p:nvCxnSpPr>
        <p:spPr>
          <a:xfrm>
            <a:off x="791358" y="2445706"/>
            <a:ext cx="2017734" cy="0"/>
          </a:xfrm>
          <a:prstGeom prst="straightConnector1">
            <a:avLst/>
          </a:prstGeom>
          <a:ln w="15875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5F592E18-B6C0-8E5A-6976-E6743223D547}"/>
              </a:ext>
            </a:extLst>
          </p:cNvPr>
          <p:cNvCxnSpPr>
            <a:cxnSpLocks/>
          </p:cNvCxnSpPr>
          <p:nvPr/>
        </p:nvCxnSpPr>
        <p:spPr>
          <a:xfrm flipV="1">
            <a:off x="791358" y="1255734"/>
            <a:ext cx="0" cy="1189972"/>
          </a:xfrm>
          <a:prstGeom prst="straightConnector1">
            <a:avLst/>
          </a:prstGeom>
          <a:ln w="15875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390C687C-6039-5B13-09AE-8E44C9FD5BB5}"/>
              </a:ext>
            </a:extLst>
          </p:cNvPr>
          <p:cNvCxnSpPr>
            <a:cxnSpLocks/>
          </p:cNvCxnSpPr>
          <p:nvPr/>
        </p:nvCxnSpPr>
        <p:spPr>
          <a:xfrm>
            <a:off x="742609" y="1754688"/>
            <a:ext cx="94468" cy="0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4B9C134-CED5-2CEA-428F-4EEFE4ED15D4}"/>
              </a:ext>
            </a:extLst>
          </p:cNvPr>
          <p:cNvCxnSpPr>
            <a:cxnSpLocks/>
          </p:cNvCxnSpPr>
          <p:nvPr/>
        </p:nvCxnSpPr>
        <p:spPr>
          <a:xfrm>
            <a:off x="742609" y="1943622"/>
            <a:ext cx="94468" cy="0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0D15C5A-589B-1B2B-CF34-C7A3839C4593}"/>
              </a:ext>
            </a:extLst>
          </p:cNvPr>
          <p:cNvCxnSpPr>
            <a:cxnSpLocks/>
          </p:cNvCxnSpPr>
          <p:nvPr/>
        </p:nvCxnSpPr>
        <p:spPr>
          <a:xfrm>
            <a:off x="1443625" y="2400247"/>
            <a:ext cx="0" cy="84981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88F8931-66F9-6966-7F4C-253F8D217118}"/>
              </a:ext>
            </a:extLst>
          </p:cNvPr>
          <p:cNvCxnSpPr>
            <a:cxnSpLocks/>
          </p:cNvCxnSpPr>
          <p:nvPr/>
        </p:nvCxnSpPr>
        <p:spPr>
          <a:xfrm>
            <a:off x="2036340" y="2400247"/>
            <a:ext cx="0" cy="84981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031E0415-1ACA-D8DF-A50D-556FC1ECC0D6}"/>
              </a:ext>
            </a:extLst>
          </p:cNvPr>
          <p:cNvCxnSpPr>
            <a:cxnSpLocks/>
          </p:cNvCxnSpPr>
          <p:nvPr/>
        </p:nvCxnSpPr>
        <p:spPr>
          <a:xfrm>
            <a:off x="913487" y="1753644"/>
            <a:ext cx="0" cy="189978"/>
          </a:xfrm>
          <a:prstGeom prst="straightConnector1">
            <a:avLst/>
          </a:prstGeom>
          <a:ln cap="rnd">
            <a:solidFill>
              <a:schemeClr val="accent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38C98017-91AE-9C51-3E4B-0156F03572DD}"/>
              </a:ext>
            </a:extLst>
          </p:cNvPr>
          <p:cNvCxnSpPr>
            <a:cxnSpLocks/>
          </p:cNvCxnSpPr>
          <p:nvPr/>
        </p:nvCxnSpPr>
        <p:spPr>
          <a:xfrm flipH="1">
            <a:off x="1443625" y="2288427"/>
            <a:ext cx="590810" cy="0"/>
          </a:xfrm>
          <a:prstGeom prst="straightConnector1">
            <a:avLst/>
          </a:prstGeom>
          <a:ln cap="rnd">
            <a:solidFill>
              <a:schemeClr val="accent3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F1A3DF90-6DD6-3759-78DD-29BD42DA6CD7}"/>
              </a:ext>
            </a:extLst>
          </p:cNvPr>
          <p:cNvSpPr txBox="1"/>
          <p:nvPr/>
        </p:nvSpPr>
        <p:spPr>
          <a:xfrm>
            <a:off x="885826" y="1735355"/>
            <a:ext cx="4808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Δ</a:t>
            </a:r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endParaRPr lang="de-DE" sz="1100" baseline="-25000" dirty="0">
              <a:solidFill>
                <a:schemeClr val="accent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A4C4F449-532E-6800-A65A-208143FA1935}"/>
              </a:ext>
            </a:extLst>
          </p:cNvPr>
          <p:cNvSpPr txBox="1"/>
          <p:nvPr/>
        </p:nvSpPr>
        <p:spPr>
          <a:xfrm>
            <a:off x="1538973" y="2071626"/>
            <a:ext cx="4808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Δ</a:t>
            </a:r>
            <a:r>
              <a:rPr lang="de-DE" sz="1100" i="1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endParaRPr lang="de-DE" sz="1100" baseline="-25000" dirty="0">
              <a:solidFill>
                <a:schemeClr val="accent3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8E188949-443C-26AD-1478-F2EE9CE21A07}"/>
              </a:ext>
            </a:extLst>
          </p:cNvPr>
          <p:cNvSpPr txBox="1"/>
          <p:nvPr/>
        </p:nvSpPr>
        <p:spPr>
          <a:xfrm>
            <a:off x="885826" y="1369687"/>
            <a:ext cx="804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Kennlinie</a:t>
            </a:r>
            <a:endParaRPr lang="de-DE" sz="1100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5960734-B793-02B5-B017-35AF583D8707}"/>
              </a:ext>
            </a:extLst>
          </p:cNvPr>
          <p:cNvSpPr txBox="1"/>
          <p:nvPr/>
        </p:nvSpPr>
        <p:spPr>
          <a:xfrm>
            <a:off x="1889787" y="1116254"/>
            <a:ext cx="1061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  <a:r>
              <a:rPr lang="de-DE" sz="11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de-DE" sz="11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 x</a:t>
            </a:r>
            <a:r>
              <a:rPr lang="de-DE" sz="11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+ </a:t>
            </a:r>
            <a:r>
              <a:rPr lang="de-DE" sz="11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  <a:endParaRPr lang="de-DE" sz="1100" i="1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EA027674-C725-EFF8-5F78-D7D675B5124A}"/>
              </a:ext>
            </a:extLst>
          </p:cNvPr>
          <p:cNvSpPr txBox="1"/>
          <p:nvPr/>
        </p:nvSpPr>
        <p:spPr>
          <a:xfrm>
            <a:off x="2026920" y="1452906"/>
            <a:ext cx="483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 </a:t>
            </a:r>
            <a:r>
              <a:rPr lang="de-DE" sz="11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 </a:t>
            </a:r>
            <a:r>
              <a:rPr lang="de-DE" sz="11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de-DE" sz="1100" i="1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EEBBA1E4-227D-C9CB-6AE9-1F49A64B5D67}"/>
              </a:ext>
            </a:extLst>
          </p:cNvPr>
          <p:cNvSpPr txBox="1"/>
          <p:nvPr/>
        </p:nvSpPr>
        <p:spPr>
          <a:xfrm>
            <a:off x="2343105" y="1378908"/>
            <a:ext cx="4746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Δ</a:t>
            </a:r>
            <a:r>
              <a:rPr lang="de-DE" sz="11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</a:p>
          <a:p>
            <a:pPr algn="ctr"/>
            <a:r>
              <a:rPr lang="de-DE" sz="11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Δ</a:t>
            </a:r>
            <a:r>
              <a:rPr lang="de-DE" sz="11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</a:t>
            </a:r>
            <a:r>
              <a:rPr lang="de-DE" sz="11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de-DE" sz="1100" i="1" baseline="-25000" dirty="0">
              <a:solidFill>
                <a:schemeClr val="accent2">
                  <a:lumMod val="7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A08DEB1F-2DBD-75B6-6C31-1B4C2629DBC5}"/>
              </a:ext>
            </a:extLst>
          </p:cNvPr>
          <p:cNvCxnSpPr>
            <a:cxnSpLocks/>
          </p:cNvCxnSpPr>
          <p:nvPr/>
        </p:nvCxnSpPr>
        <p:spPr>
          <a:xfrm>
            <a:off x="2456356" y="1580426"/>
            <a:ext cx="254459" cy="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398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53</Words>
  <Application>Microsoft Office PowerPoint</Application>
  <PresentationFormat>Benutzerdefiniert</PresentationFormat>
  <Paragraphs>45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CMU Serif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Wolff</dc:creator>
  <cp:lastModifiedBy>Phillip Wolff</cp:lastModifiedBy>
  <cp:revision>79</cp:revision>
  <dcterms:created xsi:type="dcterms:W3CDTF">2025-08-17T20:55:38Z</dcterms:created>
  <dcterms:modified xsi:type="dcterms:W3CDTF">2026-01-31T10:47:12Z</dcterms:modified>
</cp:coreProperties>
</file>