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4944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Ellipse 63">
            <a:extLst>
              <a:ext uri="{FF2B5EF4-FFF2-40B4-BE49-F238E27FC236}">
                <a16:creationId xmlns:a16="http://schemas.microsoft.com/office/drawing/2014/main" id="{EF3BA19C-0DAE-02CE-006A-A7463D31BEA0}"/>
              </a:ext>
            </a:extLst>
          </p:cNvPr>
          <p:cNvSpPr>
            <a:spLocks/>
          </p:cNvSpPr>
          <p:nvPr/>
        </p:nvSpPr>
        <p:spPr>
          <a:xfrm>
            <a:off x="539915" y="1207940"/>
            <a:ext cx="2517468" cy="1183710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37922B6-61C0-CEA6-21E9-E1EDA0C1D70C}"/>
              </a:ext>
            </a:extLst>
          </p:cNvPr>
          <p:cNvSpPr/>
          <p:nvPr/>
        </p:nvSpPr>
        <p:spPr>
          <a:xfrm>
            <a:off x="538226" y="538227"/>
            <a:ext cx="2523995" cy="25239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3433047-C116-3B9C-C5E9-D3DE277176B0}"/>
              </a:ext>
            </a:extLst>
          </p:cNvPr>
          <p:cNvSpPr/>
          <p:nvPr/>
        </p:nvSpPr>
        <p:spPr>
          <a:xfrm rot="1785497">
            <a:off x="677743" y="820450"/>
            <a:ext cx="469726" cy="95197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741E401-5A7B-4D5F-7F8E-2920FE1263E6}"/>
              </a:ext>
            </a:extLst>
          </p:cNvPr>
          <p:cNvSpPr txBox="1"/>
          <p:nvPr/>
        </p:nvSpPr>
        <p:spPr>
          <a:xfrm>
            <a:off x="1102259" y="1344356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02A85D2-1C9B-6607-96C0-4A5E99C1A4EA}"/>
              </a:ext>
            </a:extLst>
          </p:cNvPr>
          <p:cNvSpPr txBox="1"/>
          <p:nvPr/>
        </p:nvSpPr>
        <p:spPr>
          <a:xfrm>
            <a:off x="654738" y="1140776"/>
            <a:ext cx="44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600" baseline="30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2A01CA8-5D71-2C8A-0526-076CD8EF8C20}"/>
              </a:ext>
            </a:extLst>
          </p:cNvPr>
          <p:cNvCxnSpPr>
            <a:cxnSpLocks/>
          </p:cNvCxnSpPr>
          <p:nvPr/>
        </p:nvCxnSpPr>
        <p:spPr>
          <a:xfrm>
            <a:off x="1798373" y="1806955"/>
            <a:ext cx="764621" cy="441454"/>
          </a:xfrm>
          <a:prstGeom prst="straightConnector1">
            <a:avLst/>
          </a:prstGeom>
          <a:ln cap="rnd">
            <a:solidFill>
              <a:schemeClr val="accent6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2187044-015D-CD95-1BDA-D91CAD2D720C}"/>
              </a:ext>
            </a:extLst>
          </p:cNvPr>
          <p:cNvCxnSpPr>
            <a:cxnSpLocks/>
          </p:cNvCxnSpPr>
          <p:nvPr/>
        </p:nvCxnSpPr>
        <p:spPr>
          <a:xfrm flipH="1">
            <a:off x="648029" y="1804823"/>
            <a:ext cx="1151808" cy="203094"/>
          </a:xfrm>
          <a:prstGeom prst="straightConnector1">
            <a:avLst/>
          </a:prstGeom>
          <a:ln cap="rnd">
            <a:solidFill>
              <a:srgbClr val="FF0000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A8A585F6-E113-28D4-FFD6-360A1AB393D9}"/>
              </a:ext>
            </a:extLst>
          </p:cNvPr>
          <p:cNvSpPr txBox="1"/>
          <p:nvPr/>
        </p:nvSpPr>
        <p:spPr>
          <a:xfrm>
            <a:off x="266340" y="2063185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57D4DD9-FE25-D81B-9CC0-19458A77D6F7}"/>
              </a:ext>
            </a:extLst>
          </p:cNvPr>
          <p:cNvCxnSpPr>
            <a:cxnSpLocks/>
          </p:cNvCxnSpPr>
          <p:nvPr/>
        </p:nvCxnSpPr>
        <p:spPr>
          <a:xfrm flipV="1">
            <a:off x="1800223" y="666750"/>
            <a:ext cx="0" cy="1141095"/>
          </a:xfrm>
          <a:prstGeom prst="straightConnector1">
            <a:avLst/>
          </a:prstGeom>
          <a:ln cap="rnd">
            <a:solidFill>
              <a:srgbClr val="0070C0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54FBB333-ABD7-62E8-2CF7-4E237BF3389F}"/>
              </a:ext>
            </a:extLst>
          </p:cNvPr>
          <p:cNvSpPr/>
          <p:nvPr/>
        </p:nvSpPr>
        <p:spPr>
          <a:xfrm>
            <a:off x="1751690" y="638046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9F7B4EB-4B1F-E0C1-4133-68137B1D7351}"/>
              </a:ext>
            </a:extLst>
          </p:cNvPr>
          <p:cNvCxnSpPr>
            <a:cxnSpLocks/>
          </p:cNvCxnSpPr>
          <p:nvPr/>
        </p:nvCxnSpPr>
        <p:spPr>
          <a:xfrm flipV="1">
            <a:off x="1800223" y="354330"/>
            <a:ext cx="0" cy="300990"/>
          </a:xfrm>
          <a:prstGeom prst="straightConnector1">
            <a:avLst/>
          </a:prstGeom>
          <a:ln cap="rnd">
            <a:solidFill>
              <a:srgbClr val="0070C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1B75D84B-E7D6-76D4-CB0E-98624616C422}"/>
              </a:ext>
            </a:extLst>
          </p:cNvPr>
          <p:cNvSpPr/>
          <p:nvPr/>
        </p:nvSpPr>
        <p:spPr>
          <a:xfrm rot="7200000">
            <a:off x="2537417" y="2240039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BA5408C-E665-5AA4-EFFA-EB107B530537}"/>
              </a:ext>
            </a:extLst>
          </p:cNvPr>
          <p:cNvCxnSpPr>
            <a:cxnSpLocks/>
          </p:cNvCxnSpPr>
          <p:nvPr/>
        </p:nvCxnSpPr>
        <p:spPr>
          <a:xfrm>
            <a:off x="2587776" y="2263070"/>
            <a:ext cx="452161" cy="261055"/>
          </a:xfrm>
          <a:prstGeom prst="straightConnector1">
            <a:avLst/>
          </a:prstGeom>
          <a:ln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llipse 58">
            <a:extLst>
              <a:ext uri="{FF2B5EF4-FFF2-40B4-BE49-F238E27FC236}">
                <a16:creationId xmlns:a16="http://schemas.microsoft.com/office/drawing/2014/main" id="{9454871C-52AD-8F91-18AA-BD4E92EF7F5C}"/>
              </a:ext>
            </a:extLst>
          </p:cNvPr>
          <p:cNvSpPr/>
          <p:nvPr/>
        </p:nvSpPr>
        <p:spPr>
          <a:xfrm rot="-6000000">
            <a:off x="575605" y="1989453"/>
            <a:ext cx="9525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285AB4A1-BA54-2E40-E3EE-B23F599BC4DF}"/>
              </a:ext>
            </a:extLst>
          </p:cNvPr>
          <p:cNvCxnSpPr>
            <a:cxnSpLocks/>
          </p:cNvCxnSpPr>
          <p:nvPr/>
        </p:nvCxnSpPr>
        <p:spPr>
          <a:xfrm flipH="1">
            <a:off x="399473" y="2012411"/>
            <a:ext cx="223758" cy="39454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3DDE818E-549C-BC62-416A-53D7839795C1}"/>
              </a:ext>
            </a:extLst>
          </p:cNvPr>
          <p:cNvSpPr txBox="1"/>
          <p:nvPr/>
        </p:nvSpPr>
        <p:spPr>
          <a:xfrm>
            <a:off x="2806299" y="2491378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6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72781AD-A368-A4EF-7B78-D0B0EC05511B}"/>
              </a:ext>
            </a:extLst>
          </p:cNvPr>
          <p:cNvSpPr txBox="1"/>
          <p:nvPr/>
        </p:nvSpPr>
        <p:spPr>
          <a:xfrm>
            <a:off x="1796413" y="232420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C3F4F55-D3EE-DEE0-5E2B-00868F592A81}"/>
              </a:ext>
            </a:extLst>
          </p:cNvPr>
          <p:cNvCxnSpPr>
            <a:cxnSpLocks/>
          </p:cNvCxnSpPr>
          <p:nvPr/>
        </p:nvCxnSpPr>
        <p:spPr>
          <a:xfrm>
            <a:off x="1188720" y="920115"/>
            <a:ext cx="611504" cy="887325"/>
          </a:xfrm>
          <a:prstGeom prst="line">
            <a:avLst/>
          </a:prstGeom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4F430D3-4D06-F2A1-97D2-B34AD5D57694}"/>
              </a:ext>
            </a:extLst>
          </p:cNvPr>
          <p:cNvCxnSpPr>
            <a:cxnSpLocks/>
          </p:cNvCxnSpPr>
          <p:nvPr/>
        </p:nvCxnSpPr>
        <p:spPr>
          <a:xfrm>
            <a:off x="735330" y="1725930"/>
            <a:ext cx="1064894" cy="81510"/>
          </a:xfrm>
          <a:prstGeom prst="line">
            <a:avLst/>
          </a:prstGeom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4F39510D-4DFE-DF36-1F9D-2CFE1BC29FE3}"/>
              </a:ext>
            </a:extLst>
          </p:cNvPr>
          <p:cNvCxnSpPr>
            <a:cxnSpLocks/>
          </p:cNvCxnSpPr>
          <p:nvPr/>
        </p:nvCxnSpPr>
        <p:spPr>
          <a:xfrm>
            <a:off x="1013768" y="1565892"/>
            <a:ext cx="0" cy="626137"/>
          </a:xfrm>
          <a:prstGeom prst="line">
            <a:avLst/>
          </a:prstGeom>
          <a:ln w="9525" cap="rnd">
            <a:solidFill>
              <a:schemeClr val="accent5"/>
            </a:solidFill>
            <a:prstDash val="sysDash"/>
            <a:round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D1E73E4-D6CB-8D93-CA16-B60727C3BDA4}"/>
              </a:ext>
            </a:extLst>
          </p:cNvPr>
          <p:cNvCxnSpPr>
            <a:cxnSpLocks/>
          </p:cNvCxnSpPr>
          <p:nvPr/>
        </p:nvCxnSpPr>
        <p:spPr>
          <a:xfrm flipV="1">
            <a:off x="1019752" y="1805911"/>
            <a:ext cx="778178" cy="383417"/>
          </a:xfrm>
          <a:prstGeom prst="line">
            <a:avLst/>
          </a:prstGeom>
          <a:ln w="9525" cap="rnd">
            <a:solidFill>
              <a:schemeClr val="accent5"/>
            </a:solidFill>
            <a:round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Bogen 85">
            <a:extLst>
              <a:ext uri="{FF2B5EF4-FFF2-40B4-BE49-F238E27FC236}">
                <a16:creationId xmlns:a16="http://schemas.microsoft.com/office/drawing/2014/main" id="{176901BA-4DF6-C6E0-2545-02D139C6F604}"/>
              </a:ext>
            </a:extLst>
          </p:cNvPr>
          <p:cNvSpPr/>
          <p:nvPr/>
        </p:nvSpPr>
        <p:spPr>
          <a:xfrm>
            <a:off x="602222" y="1266075"/>
            <a:ext cx="2380886" cy="1056168"/>
          </a:xfrm>
          <a:prstGeom prst="arc">
            <a:avLst>
              <a:gd name="adj1" fmla="val 9170168"/>
              <a:gd name="adj2" fmla="val 10154892"/>
            </a:avLst>
          </a:prstGeom>
          <a:ln w="19050" cap="rnd">
            <a:solidFill>
              <a:schemeClr val="accent5"/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Bogen 95">
            <a:extLst>
              <a:ext uri="{FF2B5EF4-FFF2-40B4-BE49-F238E27FC236}">
                <a16:creationId xmlns:a16="http://schemas.microsoft.com/office/drawing/2014/main" id="{D26C2DFA-FDAC-715D-732E-54E24B9EA753}"/>
              </a:ext>
            </a:extLst>
          </p:cNvPr>
          <p:cNvSpPr/>
          <p:nvPr/>
        </p:nvSpPr>
        <p:spPr>
          <a:xfrm rot="5400000">
            <a:off x="1377320" y="1439183"/>
            <a:ext cx="842120" cy="709952"/>
          </a:xfrm>
          <a:prstGeom prst="arc">
            <a:avLst>
              <a:gd name="adj1" fmla="val 6367961"/>
              <a:gd name="adj2" fmla="val 10777240"/>
            </a:avLst>
          </a:prstGeom>
          <a:ln w="19050" cap="rnd">
            <a:solidFill>
              <a:schemeClr val="accent5"/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35E238C0-D290-A1DF-09B2-C9480EBC9842}"/>
              </a:ext>
            </a:extLst>
          </p:cNvPr>
          <p:cNvSpPr txBox="1"/>
          <p:nvPr/>
        </p:nvSpPr>
        <p:spPr>
          <a:xfrm>
            <a:off x="1729568" y="1286872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solidFill>
                <a:schemeClr val="accent5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F5EB7FA-6804-8139-27FA-E6E46FE4D0B1}"/>
              </a:ext>
            </a:extLst>
          </p:cNvPr>
          <p:cNvSpPr txBox="1"/>
          <p:nvPr/>
        </p:nvSpPr>
        <p:spPr>
          <a:xfrm>
            <a:off x="689992" y="2208111"/>
            <a:ext cx="35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</a:p>
        </p:txBody>
      </p: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20C3E331-0782-613E-306B-BFB226998581}"/>
              </a:ext>
            </a:extLst>
          </p:cNvPr>
          <p:cNvCxnSpPr>
            <a:cxnSpLocks/>
          </p:cNvCxnSpPr>
          <p:nvPr/>
        </p:nvCxnSpPr>
        <p:spPr>
          <a:xfrm>
            <a:off x="1011863" y="1560177"/>
            <a:ext cx="788753" cy="243571"/>
          </a:xfrm>
          <a:prstGeom prst="line">
            <a:avLst/>
          </a:prstGeom>
          <a:ln cap="rnd">
            <a:solidFill>
              <a:schemeClr val="accent2">
                <a:lumMod val="75000"/>
              </a:schemeClr>
            </a:solidFill>
            <a:round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</Words>
  <Application>Microsoft Office PowerPoint</Application>
  <PresentationFormat>Benutzerdefiniert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68</cp:revision>
  <dcterms:created xsi:type="dcterms:W3CDTF">2025-08-17T20:55:38Z</dcterms:created>
  <dcterms:modified xsi:type="dcterms:W3CDTF">2026-03-08T15:05:36Z</dcterms:modified>
</cp:coreProperties>
</file>