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86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4944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erader Verbinder 232">
            <a:extLst>
              <a:ext uri="{FF2B5EF4-FFF2-40B4-BE49-F238E27FC236}">
                <a16:creationId xmlns:a16="http://schemas.microsoft.com/office/drawing/2014/main" id="{3DB0AEF5-D159-E01C-EF52-90725CDDB93A}"/>
              </a:ext>
            </a:extLst>
          </p:cNvPr>
          <p:cNvCxnSpPr>
            <a:cxnSpLocks/>
          </p:cNvCxnSpPr>
          <p:nvPr/>
        </p:nvCxnSpPr>
        <p:spPr>
          <a:xfrm>
            <a:off x="1044632" y="308453"/>
            <a:ext cx="0" cy="233540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chteck 234">
            <a:extLst>
              <a:ext uri="{FF2B5EF4-FFF2-40B4-BE49-F238E27FC236}">
                <a16:creationId xmlns:a16="http://schemas.microsoft.com/office/drawing/2014/main" id="{FC2960B8-F96A-7F40-EA2B-46E1CF76A729}"/>
              </a:ext>
            </a:extLst>
          </p:cNvPr>
          <p:cNvSpPr/>
          <p:nvPr/>
        </p:nvSpPr>
        <p:spPr>
          <a:xfrm>
            <a:off x="1007744" y="1123116"/>
            <a:ext cx="74085" cy="639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6" name="Gerader Verbinder 195">
            <a:extLst>
              <a:ext uri="{FF2B5EF4-FFF2-40B4-BE49-F238E27FC236}">
                <a16:creationId xmlns:a16="http://schemas.microsoft.com/office/drawing/2014/main" id="{13931DE4-81F8-D59B-7CD9-43B5EA477955}"/>
              </a:ext>
            </a:extLst>
          </p:cNvPr>
          <p:cNvCxnSpPr>
            <a:cxnSpLocks/>
          </p:cNvCxnSpPr>
          <p:nvPr/>
        </p:nvCxnSpPr>
        <p:spPr>
          <a:xfrm>
            <a:off x="1800485" y="1138587"/>
            <a:ext cx="0" cy="1505270"/>
          </a:xfrm>
          <a:prstGeom prst="line">
            <a:avLst/>
          </a:prstGeom>
          <a:ln w="9525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14947FE9-CF5A-3AC2-A80A-321BD0896238}"/>
              </a:ext>
            </a:extLst>
          </p:cNvPr>
          <p:cNvGrpSpPr/>
          <p:nvPr/>
        </p:nvGrpSpPr>
        <p:grpSpPr>
          <a:xfrm>
            <a:off x="1744596" y="23404"/>
            <a:ext cx="1235390" cy="1206993"/>
            <a:chOff x="1744295" y="78490"/>
            <a:chExt cx="1235390" cy="1206993"/>
          </a:xfrm>
        </p:grpSpPr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A16EA0DD-CEF0-114C-3089-775A77EA9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99257" y="1165530"/>
              <a:ext cx="994245" cy="0"/>
            </a:xfrm>
            <a:prstGeom prst="straightConnector1">
              <a:avLst/>
            </a:prstGeom>
            <a:ln cap="rnd">
              <a:solidFill>
                <a:schemeClr val="accent6">
                  <a:lumMod val="75000"/>
                </a:schemeClr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 Verbindung mit Pfeil 148">
              <a:extLst>
                <a:ext uri="{FF2B5EF4-FFF2-40B4-BE49-F238E27FC236}">
                  <a16:creationId xmlns:a16="http://schemas.microsoft.com/office/drawing/2014/main" id="{3FAC5893-211D-90D3-27F6-6B55FCDC6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9287" y="143255"/>
              <a:ext cx="0" cy="1022605"/>
            </a:xfrm>
            <a:prstGeom prst="straightConnector1">
              <a:avLst/>
            </a:prstGeom>
            <a:ln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Gruppieren 137">
              <a:extLst>
                <a:ext uri="{FF2B5EF4-FFF2-40B4-BE49-F238E27FC236}">
                  <a16:creationId xmlns:a16="http://schemas.microsoft.com/office/drawing/2014/main" id="{73932575-8BA1-CBF2-6947-BE2C8BD7F704}"/>
                </a:ext>
              </a:extLst>
            </p:cNvPr>
            <p:cNvGrpSpPr/>
            <p:nvPr/>
          </p:nvGrpSpPr>
          <p:grpSpPr>
            <a:xfrm>
              <a:off x="1744295" y="1106551"/>
              <a:ext cx="113333" cy="113199"/>
              <a:chOff x="2864153" y="492915"/>
              <a:chExt cx="113333" cy="113199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60A689A3-42E9-C877-7E64-C517152DC8F1}"/>
                  </a:ext>
                </a:extLst>
              </p:cNvPr>
              <p:cNvSpPr/>
              <p:nvPr/>
            </p:nvSpPr>
            <p:spPr>
              <a:xfrm>
                <a:off x="2867025" y="495304"/>
                <a:ext cx="106650" cy="10665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sp>
            <p:nvSpPr>
              <p:cNvPr id="136" name="Bogen 135">
                <a:extLst>
                  <a:ext uri="{FF2B5EF4-FFF2-40B4-BE49-F238E27FC236}">
                    <a16:creationId xmlns:a16="http://schemas.microsoft.com/office/drawing/2014/main" id="{7911D55A-DAB9-D818-4A28-DD09CFE54E7A}"/>
                  </a:ext>
                </a:extLst>
              </p:cNvPr>
              <p:cNvSpPr/>
              <p:nvPr/>
            </p:nvSpPr>
            <p:spPr>
              <a:xfrm>
                <a:off x="2864153" y="494686"/>
                <a:ext cx="111428" cy="111428"/>
              </a:xfrm>
              <a:prstGeom prst="arc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sp>
            <p:nvSpPr>
              <p:cNvPr id="137" name="Bogen 136">
                <a:extLst>
                  <a:ext uri="{FF2B5EF4-FFF2-40B4-BE49-F238E27FC236}">
                    <a16:creationId xmlns:a16="http://schemas.microsoft.com/office/drawing/2014/main" id="{7087ED3E-FE4A-A807-7C56-4175F073E6FD}"/>
                  </a:ext>
                </a:extLst>
              </p:cNvPr>
              <p:cNvSpPr/>
              <p:nvPr/>
            </p:nvSpPr>
            <p:spPr>
              <a:xfrm rot="10800000">
                <a:off x="2866058" y="492915"/>
                <a:ext cx="111428" cy="111428"/>
              </a:xfrm>
              <a:prstGeom prst="arc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</p:grpSp>
        <p:sp>
          <p:nvSpPr>
            <p:cNvPr id="155" name="Textfeld 154">
              <a:extLst>
                <a:ext uri="{FF2B5EF4-FFF2-40B4-BE49-F238E27FC236}">
                  <a16:creationId xmlns:a16="http://schemas.microsoft.com/office/drawing/2014/main" id="{94D4F988-BF9E-2D08-BAD5-4AE03672DE7F}"/>
                </a:ext>
              </a:extLst>
            </p:cNvPr>
            <p:cNvSpPr txBox="1"/>
            <p:nvPr/>
          </p:nvSpPr>
          <p:spPr>
            <a:xfrm>
              <a:off x="1822782" y="78490"/>
              <a:ext cx="215265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  <p:sp>
          <p:nvSpPr>
            <p:cNvPr id="156" name="Textfeld 155">
              <a:extLst>
                <a:ext uri="{FF2B5EF4-FFF2-40B4-BE49-F238E27FC236}">
                  <a16:creationId xmlns:a16="http://schemas.microsoft.com/office/drawing/2014/main" id="{3C9650AB-4BBF-F967-AB7E-FA7498041E96}"/>
                </a:ext>
              </a:extLst>
            </p:cNvPr>
            <p:cNvSpPr txBox="1"/>
            <p:nvPr/>
          </p:nvSpPr>
          <p:spPr>
            <a:xfrm>
              <a:off x="2764420" y="1023873"/>
              <a:ext cx="215265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7193EE74-CD01-E4C7-F8BD-0A4DFF2E74FB}"/>
              </a:ext>
            </a:extLst>
          </p:cNvPr>
          <p:cNvGrpSpPr/>
          <p:nvPr/>
        </p:nvGrpSpPr>
        <p:grpSpPr>
          <a:xfrm>
            <a:off x="426155" y="314133"/>
            <a:ext cx="2748140" cy="2537935"/>
            <a:chOff x="234001" y="312753"/>
            <a:chExt cx="3132447" cy="2892846"/>
          </a:xfrm>
        </p:grpSpPr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68807D5C-2254-C3EF-F8BB-6205B79D42D0}"/>
                </a:ext>
              </a:extLst>
            </p:cNvPr>
            <p:cNvGrpSpPr/>
            <p:nvPr/>
          </p:nvGrpSpPr>
          <p:grpSpPr>
            <a:xfrm>
              <a:off x="234001" y="312753"/>
              <a:ext cx="3132447" cy="2892846"/>
              <a:chOff x="217824" y="281438"/>
              <a:chExt cx="3132447" cy="2892846"/>
            </a:xfrm>
          </p:grpSpPr>
          <p:grpSp>
            <p:nvGrpSpPr>
              <p:cNvPr id="107" name="Gruppieren 106">
                <a:extLst>
                  <a:ext uri="{FF2B5EF4-FFF2-40B4-BE49-F238E27FC236}">
                    <a16:creationId xmlns:a16="http://schemas.microsoft.com/office/drawing/2014/main" id="{C0368744-29E7-08D7-2A2A-816927FAA1FE}"/>
                  </a:ext>
                </a:extLst>
              </p:cNvPr>
              <p:cNvGrpSpPr/>
              <p:nvPr/>
            </p:nvGrpSpPr>
            <p:grpSpPr>
              <a:xfrm>
                <a:off x="217824" y="281438"/>
                <a:ext cx="1565256" cy="2892846"/>
                <a:chOff x="217824" y="281438"/>
                <a:chExt cx="1565256" cy="2892846"/>
              </a:xfrm>
            </p:grpSpPr>
            <p:sp>
              <p:nvSpPr>
                <p:cNvPr id="3" name="Freihandform: Form 2">
                  <a:extLst>
                    <a:ext uri="{FF2B5EF4-FFF2-40B4-BE49-F238E27FC236}">
                      <a16:creationId xmlns:a16="http://schemas.microsoft.com/office/drawing/2014/main" id="{926299B9-693A-ADA1-6805-78016F8B58D9}"/>
                    </a:ext>
                  </a:extLst>
                </p:cNvPr>
                <p:cNvSpPr/>
                <p:nvPr/>
              </p:nvSpPr>
              <p:spPr>
                <a:xfrm>
                  <a:off x="1612697" y="281438"/>
                  <a:ext cx="169131" cy="2655518"/>
                </a:xfrm>
                <a:custGeom>
                  <a:avLst/>
                  <a:gdLst>
                    <a:gd name="csX0" fmla="*/ 169131 w 169131"/>
                    <a:gd name="csY0" fmla="*/ 0 h 2655518"/>
                    <a:gd name="csX1" fmla="*/ 21950 w 169131"/>
                    <a:gd name="csY1" fmla="*/ 313151 h 2655518"/>
                    <a:gd name="csX2" fmla="*/ 15687 w 169131"/>
                    <a:gd name="csY2" fmla="*/ 1813142 h 2655518"/>
                    <a:gd name="csX3" fmla="*/ 166000 w 169131"/>
                    <a:gd name="csY3" fmla="*/ 2655518 h 26555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69131" h="2655518">
                      <a:moveTo>
                        <a:pt x="169131" y="0"/>
                      </a:moveTo>
                      <a:cubicBezTo>
                        <a:pt x="108327" y="5480"/>
                        <a:pt x="47524" y="10961"/>
                        <a:pt x="21950" y="313151"/>
                      </a:cubicBezTo>
                      <a:cubicBezTo>
                        <a:pt x="-3624" y="615341"/>
                        <a:pt x="-8321" y="1422748"/>
                        <a:pt x="15687" y="1813142"/>
                      </a:cubicBezTo>
                      <a:cubicBezTo>
                        <a:pt x="39695" y="2203536"/>
                        <a:pt x="102847" y="2429527"/>
                        <a:pt x="166000" y="2655518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7" name="Gerader Verbinder 6">
                  <a:extLst>
                    <a:ext uri="{FF2B5EF4-FFF2-40B4-BE49-F238E27FC236}">
                      <a16:creationId xmlns:a16="http://schemas.microsoft.com/office/drawing/2014/main" id="{A3F90E0A-715A-A678-8A85-8D2B975B61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0518" y="944639"/>
                  <a:ext cx="1315989" cy="99084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Gerader Verbinder 11">
                  <a:extLst>
                    <a:ext uri="{FF2B5EF4-FFF2-40B4-BE49-F238E27FC236}">
                      <a16:creationId xmlns:a16="http://schemas.microsoft.com/office/drawing/2014/main" id="{1F01F4A6-359A-8EB6-6515-3C614020D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6235" y="1579004"/>
                  <a:ext cx="1256462" cy="55269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Gerader Verbinder 15">
                  <a:extLst>
                    <a:ext uri="{FF2B5EF4-FFF2-40B4-BE49-F238E27FC236}">
                      <a16:creationId xmlns:a16="http://schemas.microsoft.com/office/drawing/2014/main" id="{A1B3CCD4-9708-9119-5A94-C1B70D3E9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0874" y="1935480"/>
                  <a:ext cx="0" cy="15811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r Verbinder 19">
                  <a:extLst>
                    <a:ext uri="{FF2B5EF4-FFF2-40B4-BE49-F238E27FC236}">
                      <a16:creationId xmlns:a16="http://schemas.microsoft.com/office/drawing/2014/main" id="{9BA1ACD2-55CD-508A-DD52-4C01653E24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0478" y="1333500"/>
                  <a:ext cx="0" cy="10655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Gerader Verbinder 21">
                  <a:extLst>
                    <a:ext uri="{FF2B5EF4-FFF2-40B4-BE49-F238E27FC236}">
                      <a16:creationId xmlns:a16="http://schemas.microsoft.com/office/drawing/2014/main" id="{0CFF1954-E057-220D-76DC-A7B77FFDC9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0009" y="1333500"/>
                  <a:ext cx="0" cy="7620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Gerader Verbinder 25">
                  <a:extLst>
                    <a:ext uri="{FF2B5EF4-FFF2-40B4-BE49-F238E27FC236}">
                      <a16:creationId xmlns:a16="http://schemas.microsoft.com/office/drawing/2014/main" id="{86E1CC4E-D4E5-88A5-23A2-B63153957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0478" y="1333500"/>
                  <a:ext cx="4953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Gerader Verbinder 29">
                  <a:extLst>
                    <a:ext uri="{FF2B5EF4-FFF2-40B4-BE49-F238E27FC236}">
                      <a16:creationId xmlns:a16="http://schemas.microsoft.com/office/drawing/2014/main" id="{D1BD9EF4-6C39-714E-A9C4-75A624B970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2854" y="1266825"/>
                  <a:ext cx="0" cy="20764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16DDF715-6AB7-30B9-6071-F894A646E7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729" y="1266825"/>
                  <a:ext cx="0" cy="10477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Gerader Verbinder 34">
                  <a:extLst>
                    <a:ext uri="{FF2B5EF4-FFF2-40B4-BE49-F238E27FC236}">
                      <a16:creationId xmlns:a16="http://schemas.microsoft.com/office/drawing/2014/main" id="{A1CCB693-8B57-33FC-3044-D86C88847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0360" y="1235152"/>
                  <a:ext cx="88699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Bogen 50">
                  <a:extLst>
                    <a:ext uri="{FF2B5EF4-FFF2-40B4-BE49-F238E27FC236}">
                      <a16:creationId xmlns:a16="http://schemas.microsoft.com/office/drawing/2014/main" id="{5471F87C-6BBC-EFA4-AA73-2DE9132EA100}"/>
                    </a:ext>
                  </a:extLst>
                </p:cNvPr>
                <p:cNvSpPr/>
                <p:nvPr/>
              </p:nvSpPr>
              <p:spPr>
                <a:xfrm>
                  <a:off x="992389" y="1235152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sp>
              <p:nvSpPr>
                <p:cNvPr id="53" name="Bogen 52">
                  <a:extLst>
                    <a:ext uri="{FF2B5EF4-FFF2-40B4-BE49-F238E27FC236}">
                      <a16:creationId xmlns:a16="http://schemas.microsoft.com/office/drawing/2014/main" id="{97A80CE1-DD1B-6EEC-963D-F78A71EBBE62}"/>
                    </a:ext>
                  </a:extLst>
                </p:cNvPr>
                <p:cNvSpPr/>
                <p:nvPr/>
              </p:nvSpPr>
              <p:spPr>
                <a:xfrm rot="16200000">
                  <a:off x="901541" y="1235453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sp>
              <p:nvSpPr>
                <p:cNvPr id="54" name="Bogen 53">
                  <a:extLst>
                    <a:ext uri="{FF2B5EF4-FFF2-40B4-BE49-F238E27FC236}">
                      <a16:creationId xmlns:a16="http://schemas.microsoft.com/office/drawing/2014/main" id="{DB859863-8271-B647-42C1-8BF0B79FEB2C}"/>
                    </a:ext>
                  </a:extLst>
                </p:cNvPr>
                <p:cNvSpPr/>
                <p:nvPr/>
              </p:nvSpPr>
              <p:spPr>
                <a:xfrm flipH="1" flipV="1">
                  <a:off x="300518" y="2052641"/>
                  <a:ext cx="80723" cy="80723"/>
                </a:xfrm>
                <a:prstGeom prst="arc">
                  <a:avLst>
                    <a:gd name="adj1" fmla="val 14677203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63" name="Gerader Verbinder 62">
                  <a:extLst>
                    <a:ext uri="{FF2B5EF4-FFF2-40B4-BE49-F238E27FC236}">
                      <a16:creationId xmlns:a16="http://schemas.microsoft.com/office/drawing/2014/main" id="{FD21F753-F13C-0D4A-6293-E4F1A62BD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9210" y="2687926"/>
                  <a:ext cx="413292" cy="172816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r Verbinder 65">
                  <a:extLst>
                    <a:ext uri="{FF2B5EF4-FFF2-40B4-BE49-F238E27FC236}">
                      <a16:creationId xmlns:a16="http://schemas.microsoft.com/office/drawing/2014/main" id="{21F05631-D2BC-5665-EB95-F2C826F3CA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2" y="2936956"/>
                  <a:ext cx="520026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Bogen 69">
                  <a:extLst>
                    <a:ext uri="{FF2B5EF4-FFF2-40B4-BE49-F238E27FC236}">
                      <a16:creationId xmlns:a16="http://schemas.microsoft.com/office/drawing/2014/main" id="{923AB6BF-CA31-749A-E07C-545100BB8E0E}"/>
                    </a:ext>
                  </a:extLst>
                </p:cNvPr>
                <p:cNvSpPr/>
                <p:nvPr/>
              </p:nvSpPr>
              <p:spPr>
                <a:xfrm flipH="1">
                  <a:off x="1261803" y="2856932"/>
                  <a:ext cx="115771" cy="115771"/>
                </a:xfrm>
                <a:prstGeom prst="arc">
                  <a:avLst>
                    <a:gd name="adj1" fmla="val 17609614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71" name="Gerader Verbinder 70">
                  <a:extLst>
                    <a:ext uri="{FF2B5EF4-FFF2-40B4-BE49-F238E27FC236}">
                      <a16:creationId xmlns:a16="http://schemas.microsoft.com/office/drawing/2014/main" id="{3F4E6D31-7CB4-8283-A95E-B855E5E25A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3" y="2922796"/>
                  <a:ext cx="0" cy="13282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r Verbinder 74">
                  <a:extLst>
                    <a:ext uri="{FF2B5EF4-FFF2-40B4-BE49-F238E27FC236}">
                      <a16:creationId xmlns:a16="http://schemas.microsoft.com/office/drawing/2014/main" id="{4E4548B5-D830-CC7D-840A-3A8B12D60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69" y="3064085"/>
                  <a:ext cx="466066" cy="11019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Gerader Verbinder 76">
                  <a:extLst>
                    <a:ext uri="{FF2B5EF4-FFF2-40B4-BE49-F238E27FC236}">
                      <a16:creationId xmlns:a16="http://schemas.microsoft.com/office/drawing/2014/main" id="{D09C9BA6-E1AD-3BCE-DBE4-B3A9424956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70" y="3055620"/>
                  <a:ext cx="0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Gerader Verbinder 80">
                  <a:extLst>
                    <a:ext uri="{FF2B5EF4-FFF2-40B4-BE49-F238E27FC236}">
                      <a16:creationId xmlns:a16="http://schemas.microsoft.com/office/drawing/2014/main" id="{54F4BA96-D88B-2560-F516-8EDCDA275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27835" y="2936956"/>
                  <a:ext cx="53993" cy="12712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Freihandform: Form 90">
                  <a:extLst>
                    <a:ext uri="{FF2B5EF4-FFF2-40B4-BE49-F238E27FC236}">
                      <a16:creationId xmlns:a16="http://schemas.microsoft.com/office/drawing/2014/main" id="{E4BCBED0-3BD7-9612-2677-40AADFAB11F6}"/>
                    </a:ext>
                  </a:extLst>
                </p:cNvPr>
                <p:cNvSpPr/>
                <p:nvPr/>
              </p:nvSpPr>
              <p:spPr>
                <a:xfrm>
                  <a:off x="1744980" y="2586990"/>
                  <a:ext cx="38100" cy="356235"/>
                </a:xfrm>
                <a:custGeom>
                  <a:avLst/>
                  <a:gdLst>
                    <a:gd name="csX0" fmla="*/ 38100 w 38100"/>
                    <a:gd name="csY0" fmla="*/ 0 h 356235"/>
                    <a:gd name="csX1" fmla="*/ 0 w 38100"/>
                    <a:gd name="csY1" fmla="*/ 72390 h 356235"/>
                    <a:gd name="csX2" fmla="*/ 38100 w 38100"/>
                    <a:gd name="csY2" fmla="*/ 356235 h 356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" h="356235">
                      <a:moveTo>
                        <a:pt x="38100" y="0"/>
                      </a:moveTo>
                      <a:cubicBezTo>
                        <a:pt x="19050" y="6509"/>
                        <a:pt x="0" y="13018"/>
                        <a:pt x="0" y="72390"/>
                      </a:cubicBezTo>
                      <a:cubicBezTo>
                        <a:pt x="0" y="131762"/>
                        <a:pt x="19050" y="243998"/>
                        <a:pt x="38100" y="356235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92" name="Gerader Verbinder 91">
                  <a:extLst>
                    <a:ext uri="{FF2B5EF4-FFF2-40B4-BE49-F238E27FC236}">
                      <a16:creationId xmlns:a16="http://schemas.microsoft.com/office/drawing/2014/main" id="{8523F548-6609-505C-4F2A-B6B29F3DC9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" y="1003090"/>
                  <a:ext cx="1561502" cy="1035260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Gerader Verbinder 97">
                  <a:extLst>
                    <a:ext uri="{FF2B5EF4-FFF2-40B4-BE49-F238E27FC236}">
                      <a16:creationId xmlns:a16="http://schemas.microsoft.com/office/drawing/2014/main" id="{F8CEA970-9192-7B1E-EBFB-2136B82C91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12696" y="822220"/>
                  <a:ext cx="167881" cy="126402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Gerader Verbinder 101">
                  <a:extLst>
                    <a:ext uri="{FF2B5EF4-FFF2-40B4-BE49-F238E27FC236}">
                      <a16:creationId xmlns:a16="http://schemas.microsoft.com/office/drawing/2014/main" id="{1038A1EF-D3D7-5702-0469-DC2449FE8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824" y="1348740"/>
                  <a:ext cx="1560194" cy="803925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Gerader Verbinder 104">
                  <a:extLst>
                    <a:ext uri="{FF2B5EF4-FFF2-40B4-BE49-F238E27FC236}">
                      <a16:creationId xmlns:a16="http://schemas.microsoft.com/office/drawing/2014/main" id="{208ED2A9-C712-B91B-BBAA-1F4C95A76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06390" y="1506855"/>
                  <a:ext cx="175669" cy="7727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A8973A00-0B64-C3E6-8966-6513D65CCAF4}"/>
                  </a:ext>
                </a:extLst>
              </p:cNvPr>
              <p:cNvGrpSpPr/>
              <p:nvPr/>
            </p:nvGrpSpPr>
            <p:grpSpPr>
              <a:xfrm flipH="1">
                <a:off x="1785015" y="281438"/>
                <a:ext cx="1565256" cy="2892846"/>
                <a:chOff x="217824" y="281438"/>
                <a:chExt cx="1565256" cy="2892846"/>
              </a:xfrm>
            </p:grpSpPr>
            <p:sp>
              <p:nvSpPr>
                <p:cNvPr id="109" name="Freihandform: Form 108">
                  <a:extLst>
                    <a:ext uri="{FF2B5EF4-FFF2-40B4-BE49-F238E27FC236}">
                      <a16:creationId xmlns:a16="http://schemas.microsoft.com/office/drawing/2014/main" id="{83E748BE-7A35-BAE0-348F-7DACB73BA2AB}"/>
                    </a:ext>
                  </a:extLst>
                </p:cNvPr>
                <p:cNvSpPr/>
                <p:nvPr/>
              </p:nvSpPr>
              <p:spPr>
                <a:xfrm>
                  <a:off x="1612697" y="281438"/>
                  <a:ext cx="169131" cy="2655518"/>
                </a:xfrm>
                <a:custGeom>
                  <a:avLst/>
                  <a:gdLst>
                    <a:gd name="csX0" fmla="*/ 169131 w 169131"/>
                    <a:gd name="csY0" fmla="*/ 0 h 2655518"/>
                    <a:gd name="csX1" fmla="*/ 21950 w 169131"/>
                    <a:gd name="csY1" fmla="*/ 313151 h 2655518"/>
                    <a:gd name="csX2" fmla="*/ 15687 w 169131"/>
                    <a:gd name="csY2" fmla="*/ 1813142 h 2655518"/>
                    <a:gd name="csX3" fmla="*/ 166000 w 169131"/>
                    <a:gd name="csY3" fmla="*/ 2655518 h 26555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69131" h="2655518">
                      <a:moveTo>
                        <a:pt x="169131" y="0"/>
                      </a:moveTo>
                      <a:cubicBezTo>
                        <a:pt x="108327" y="5480"/>
                        <a:pt x="47524" y="10961"/>
                        <a:pt x="21950" y="313151"/>
                      </a:cubicBezTo>
                      <a:cubicBezTo>
                        <a:pt x="-3624" y="615341"/>
                        <a:pt x="-8321" y="1422748"/>
                        <a:pt x="15687" y="1813142"/>
                      </a:cubicBezTo>
                      <a:cubicBezTo>
                        <a:pt x="39695" y="2203536"/>
                        <a:pt x="102847" y="2429527"/>
                        <a:pt x="166000" y="2655518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110" name="Gerader Verbinder 109">
                  <a:extLst>
                    <a:ext uri="{FF2B5EF4-FFF2-40B4-BE49-F238E27FC236}">
                      <a16:creationId xmlns:a16="http://schemas.microsoft.com/office/drawing/2014/main" id="{BD5021BB-8708-38F7-9850-BC2224B353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0518" y="944639"/>
                  <a:ext cx="1315989" cy="99084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Gerader Verbinder 110">
                  <a:extLst>
                    <a:ext uri="{FF2B5EF4-FFF2-40B4-BE49-F238E27FC236}">
                      <a16:creationId xmlns:a16="http://schemas.microsoft.com/office/drawing/2014/main" id="{AB9363EF-633E-65B8-995C-9CB41D424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6235" y="1579004"/>
                  <a:ext cx="1256462" cy="552691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Gerader Verbinder 111">
                  <a:extLst>
                    <a:ext uri="{FF2B5EF4-FFF2-40B4-BE49-F238E27FC236}">
                      <a16:creationId xmlns:a16="http://schemas.microsoft.com/office/drawing/2014/main" id="{AF6616C2-8539-127E-6582-B9DFA073E8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0874" y="1935480"/>
                  <a:ext cx="0" cy="15811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Gerader Verbinder 112">
                  <a:extLst>
                    <a:ext uri="{FF2B5EF4-FFF2-40B4-BE49-F238E27FC236}">
                      <a16:creationId xmlns:a16="http://schemas.microsoft.com/office/drawing/2014/main" id="{C25C71A6-B3FA-DC83-008B-9584CBD76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0478" y="1333500"/>
                  <a:ext cx="0" cy="10655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Gerader Verbinder 113">
                  <a:extLst>
                    <a:ext uri="{FF2B5EF4-FFF2-40B4-BE49-F238E27FC236}">
                      <a16:creationId xmlns:a16="http://schemas.microsoft.com/office/drawing/2014/main" id="{6D6FCA13-AF04-81BC-7BB9-78CE6C039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00009" y="1333500"/>
                  <a:ext cx="0" cy="7620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Gerader Verbinder 114">
                  <a:extLst>
                    <a:ext uri="{FF2B5EF4-FFF2-40B4-BE49-F238E27FC236}">
                      <a16:creationId xmlns:a16="http://schemas.microsoft.com/office/drawing/2014/main" id="{FAA35C60-FA58-D9FB-1FFD-6E34E469B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0478" y="1333500"/>
                  <a:ext cx="49531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Gerader Verbinder 115">
                  <a:extLst>
                    <a:ext uri="{FF2B5EF4-FFF2-40B4-BE49-F238E27FC236}">
                      <a16:creationId xmlns:a16="http://schemas.microsoft.com/office/drawing/2014/main" id="{E8EBEAE2-4E76-1D48-07B5-F77ED54E2A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2854" y="1266825"/>
                  <a:ext cx="0" cy="20764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Gerader Verbinder 116">
                  <a:extLst>
                    <a:ext uri="{FF2B5EF4-FFF2-40B4-BE49-F238E27FC236}">
                      <a16:creationId xmlns:a16="http://schemas.microsoft.com/office/drawing/2014/main" id="{876B37FE-9555-B67C-A593-F0616D63F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729" y="1266825"/>
                  <a:ext cx="0" cy="104775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Gerader Verbinder 117">
                  <a:extLst>
                    <a:ext uri="{FF2B5EF4-FFF2-40B4-BE49-F238E27FC236}">
                      <a16:creationId xmlns:a16="http://schemas.microsoft.com/office/drawing/2014/main" id="{4BB50CC3-BC31-9DD3-4786-4BBB4B9550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0360" y="1235152"/>
                  <a:ext cx="88699" cy="0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Bogen 118">
                  <a:extLst>
                    <a:ext uri="{FF2B5EF4-FFF2-40B4-BE49-F238E27FC236}">
                      <a16:creationId xmlns:a16="http://schemas.microsoft.com/office/drawing/2014/main" id="{8C549DA7-BEF7-58F1-C6C9-6CE0C08A9314}"/>
                    </a:ext>
                  </a:extLst>
                </p:cNvPr>
                <p:cNvSpPr/>
                <p:nvPr/>
              </p:nvSpPr>
              <p:spPr>
                <a:xfrm>
                  <a:off x="992389" y="1235152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sp>
              <p:nvSpPr>
                <p:cNvPr id="120" name="Bogen 119">
                  <a:extLst>
                    <a:ext uri="{FF2B5EF4-FFF2-40B4-BE49-F238E27FC236}">
                      <a16:creationId xmlns:a16="http://schemas.microsoft.com/office/drawing/2014/main" id="{5491A7DC-6130-7C5F-406A-FF3825294114}"/>
                    </a:ext>
                  </a:extLst>
                </p:cNvPr>
                <p:cNvSpPr/>
                <p:nvPr/>
              </p:nvSpPr>
              <p:spPr>
                <a:xfrm rot="16200000">
                  <a:off x="901541" y="1235453"/>
                  <a:ext cx="53340" cy="53340"/>
                </a:xfrm>
                <a:prstGeom prst="arc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sp>
              <p:nvSpPr>
                <p:cNvPr id="121" name="Bogen 120">
                  <a:extLst>
                    <a:ext uri="{FF2B5EF4-FFF2-40B4-BE49-F238E27FC236}">
                      <a16:creationId xmlns:a16="http://schemas.microsoft.com/office/drawing/2014/main" id="{C4AF38D7-923A-044D-3CC5-18C8A89255AC}"/>
                    </a:ext>
                  </a:extLst>
                </p:cNvPr>
                <p:cNvSpPr/>
                <p:nvPr/>
              </p:nvSpPr>
              <p:spPr>
                <a:xfrm flipH="1" flipV="1">
                  <a:off x="300517" y="2052641"/>
                  <a:ext cx="80723" cy="80723"/>
                </a:xfrm>
                <a:prstGeom prst="arc">
                  <a:avLst>
                    <a:gd name="adj1" fmla="val 14677203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122" name="Gerader Verbinder 121">
                  <a:extLst>
                    <a:ext uri="{FF2B5EF4-FFF2-40B4-BE49-F238E27FC236}">
                      <a16:creationId xmlns:a16="http://schemas.microsoft.com/office/drawing/2014/main" id="{B5D7180E-BC36-A86C-2E73-4F0F18379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99210" y="2687926"/>
                  <a:ext cx="413292" cy="172816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Gerader Verbinder 122">
                  <a:extLst>
                    <a:ext uri="{FF2B5EF4-FFF2-40B4-BE49-F238E27FC236}">
                      <a16:creationId xmlns:a16="http://schemas.microsoft.com/office/drawing/2014/main" id="{02685404-72EA-7111-F528-7B81BE0F1A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2" y="2936956"/>
                  <a:ext cx="520026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Bogen 123">
                  <a:extLst>
                    <a:ext uri="{FF2B5EF4-FFF2-40B4-BE49-F238E27FC236}">
                      <a16:creationId xmlns:a16="http://schemas.microsoft.com/office/drawing/2014/main" id="{B6B826B0-FE9E-7A0D-4DA1-445E30317160}"/>
                    </a:ext>
                  </a:extLst>
                </p:cNvPr>
                <p:cNvSpPr/>
                <p:nvPr/>
              </p:nvSpPr>
              <p:spPr>
                <a:xfrm flipH="1">
                  <a:off x="1261803" y="2856932"/>
                  <a:ext cx="115771" cy="115771"/>
                </a:xfrm>
                <a:prstGeom prst="arc">
                  <a:avLst>
                    <a:gd name="adj1" fmla="val 17609614"/>
                    <a:gd name="adj2" fmla="val 0"/>
                  </a:avLst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125" name="Gerader Verbinder 124">
                  <a:extLst>
                    <a:ext uri="{FF2B5EF4-FFF2-40B4-BE49-F238E27FC236}">
                      <a16:creationId xmlns:a16="http://schemas.microsoft.com/office/drawing/2014/main" id="{065D71A9-73DE-9254-559F-E1FA5D5B8D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803" y="2922796"/>
                  <a:ext cx="0" cy="13282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Gerader Verbinder 125">
                  <a:extLst>
                    <a:ext uri="{FF2B5EF4-FFF2-40B4-BE49-F238E27FC236}">
                      <a16:creationId xmlns:a16="http://schemas.microsoft.com/office/drawing/2014/main" id="{18304D79-113A-FC3E-821B-9A51D5E45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69" y="3064085"/>
                  <a:ext cx="466066" cy="11019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Gerader Verbinder 126">
                  <a:extLst>
                    <a:ext uri="{FF2B5EF4-FFF2-40B4-BE49-F238E27FC236}">
                      <a16:creationId xmlns:a16="http://schemas.microsoft.com/office/drawing/2014/main" id="{E9C99162-25A0-557B-5B56-7A6AEA917D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1770" y="3055620"/>
                  <a:ext cx="0" cy="118664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Gerader Verbinder 127">
                  <a:extLst>
                    <a:ext uri="{FF2B5EF4-FFF2-40B4-BE49-F238E27FC236}">
                      <a16:creationId xmlns:a16="http://schemas.microsoft.com/office/drawing/2014/main" id="{DA62C37A-8612-9934-E6B6-124A2A5A7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27835" y="2936956"/>
                  <a:ext cx="53993" cy="127129"/>
                </a:xfrm>
                <a:prstGeom prst="line">
                  <a:avLst/>
                </a:prstGeom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9" name="Freihandform: Form 128">
                  <a:extLst>
                    <a:ext uri="{FF2B5EF4-FFF2-40B4-BE49-F238E27FC236}">
                      <a16:creationId xmlns:a16="http://schemas.microsoft.com/office/drawing/2014/main" id="{D6CD5BDA-A1DE-52D6-9F2A-3C593A22CBD2}"/>
                    </a:ext>
                  </a:extLst>
                </p:cNvPr>
                <p:cNvSpPr/>
                <p:nvPr/>
              </p:nvSpPr>
              <p:spPr>
                <a:xfrm>
                  <a:off x="1744980" y="2586990"/>
                  <a:ext cx="38100" cy="356235"/>
                </a:xfrm>
                <a:custGeom>
                  <a:avLst/>
                  <a:gdLst>
                    <a:gd name="csX0" fmla="*/ 38100 w 38100"/>
                    <a:gd name="csY0" fmla="*/ 0 h 356235"/>
                    <a:gd name="csX1" fmla="*/ 0 w 38100"/>
                    <a:gd name="csY1" fmla="*/ 72390 h 356235"/>
                    <a:gd name="csX2" fmla="*/ 38100 w 38100"/>
                    <a:gd name="csY2" fmla="*/ 356235 h 3562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100" h="356235">
                      <a:moveTo>
                        <a:pt x="38100" y="0"/>
                      </a:moveTo>
                      <a:cubicBezTo>
                        <a:pt x="19050" y="6509"/>
                        <a:pt x="0" y="13018"/>
                        <a:pt x="0" y="72390"/>
                      </a:cubicBezTo>
                      <a:cubicBezTo>
                        <a:pt x="0" y="131762"/>
                        <a:pt x="19050" y="243998"/>
                        <a:pt x="38100" y="356235"/>
                      </a:cubicBezTo>
                    </a:path>
                  </a:pathLst>
                </a:custGeom>
                <a:noFill/>
                <a:ln w="158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100"/>
                </a:p>
              </p:txBody>
            </p:sp>
            <p:cxnSp>
              <p:nvCxnSpPr>
                <p:cNvPr id="130" name="Gerader Verbinder 129">
                  <a:extLst>
                    <a:ext uri="{FF2B5EF4-FFF2-40B4-BE49-F238E27FC236}">
                      <a16:creationId xmlns:a16="http://schemas.microsoft.com/office/drawing/2014/main" id="{A3B8D5D2-7043-28B0-80D9-2DDC4B7C79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" y="1003090"/>
                  <a:ext cx="1561502" cy="1035260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Gerader Verbinder 130">
                  <a:extLst>
                    <a:ext uri="{FF2B5EF4-FFF2-40B4-BE49-F238E27FC236}">
                      <a16:creationId xmlns:a16="http://schemas.microsoft.com/office/drawing/2014/main" id="{FEBF9504-370B-26BD-5D4C-5F3ECFD487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12696" y="822220"/>
                  <a:ext cx="167881" cy="126402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Gerader Verbinder 131">
                  <a:extLst>
                    <a:ext uri="{FF2B5EF4-FFF2-40B4-BE49-F238E27FC236}">
                      <a16:creationId xmlns:a16="http://schemas.microsoft.com/office/drawing/2014/main" id="{1B15A872-557B-39A4-E8DB-4C85D28A57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7824" y="1348740"/>
                  <a:ext cx="1560194" cy="803925"/>
                </a:xfrm>
                <a:prstGeom prst="line">
                  <a:avLst/>
                </a:prstGeom>
                <a:ln w="9525" cap="rnd">
                  <a:solidFill>
                    <a:schemeClr val="tx2">
                      <a:lumMod val="75000"/>
                      <a:lumOff val="25000"/>
                    </a:schemeClr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Gerader Verbinder 132">
                  <a:extLst>
                    <a:ext uri="{FF2B5EF4-FFF2-40B4-BE49-F238E27FC236}">
                      <a16:creationId xmlns:a16="http://schemas.microsoft.com/office/drawing/2014/main" id="{B1AE21C0-182A-383E-48E6-511B2C9E33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606390" y="1506855"/>
                  <a:ext cx="175669" cy="77273"/>
                </a:xfrm>
                <a:prstGeom prst="line">
                  <a:avLst/>
                </a:prstGeom>
                <a:ln w="9525" cap="rnd">
                  <a:solidFill>
                    <a:schemeClr val="tx1"/>
                  </a:solidFill>
                  <a:prstDash val="sysDash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9" name="Bogen 138">
              <a:extLst>
                <a:ext uri="{FF2B5EF4-FFF2-40B4-BE49-F238E27FC236}">
                  <a16:creationId xmlns:a16="http://schemas.microsoft.com/office/drawing/2014/main" id="{8A26C5E0-76EF-5B61-D58A-2F04355FFAA6}"/>
                </a:ext>
              </a:extLst>
            </p:cNvPr>
            <p:cNvSpPr/>
            <p:nvPr/>
          </p:nvSpPr>
          <p:spPr>
            <a:xfrm>
              <a:off x="1702191" y="485765"/>
              <a:ext cx="191629" cy="145357"/>
            </a:xfrm>
            <a:prstGeom prst="arc">
              <a:avLst>
                <a:gd name="adj1" fmla="val 12954784"/>
                <a:gd name="adj2" fmla="val 19472477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1100"/>
            </a:p>
          </p:txBody>
        </p:sp>
        <p:sp>
          <p:nvSpPr>
            <p:cNvPr id="140" name="Bogen 139">
              <a:extLst>
                <a:ext uri="{FF2B5EF4-FFF2-40B4-BE49-F238E27FC236}">
                  <a16:creationId xmlns:a16="http://schemas.microsoft.com/office/drawing/2014/main" id="{81D30F62-4871-A310-751D-C2F21C99E678}"/>
                </a:ext>
              </a:extLst>
            </p:cNvPr>
            <p:cNvSpPr/>
            <p:nvPr/>
          </p:nvSpPr>
          <p:spPr>
            <a:xfrm>
              <a:off x="1702191" y="442334"/>
              <a:ext cx="191629" cy="203339"/>
            </a:xfrm>
            <a:prstGeom prst="arc">
              <a:avLst>
                <a:gd name="adj1" fmla="val 12954784"/>
                <a:gd name="adj2" fmla="val 19472477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1100"/>
            </a:p>
          </p:txBody>
        </p: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2D8C6D7F-AF3F-0936-B25C-7E50DD8C8C37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H="1" flipV="1">
              <a:off x="1720215" y="487680"/>
              <a:ext cx="8490" cy="20575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erader Verbinder 143">
              <a:extLst>
                <a:ext uri="{FF2B5EF4-FFF2-40B4-BE49-F238E27FC236}">
                  <a16:creationId xmlns:a16="http://schemas.microsoft.com/office/drawing/2014/main" id="{D7F6C3F4-C760-AA45-4DB0-683A97C8E623}"/>
                </a:ext>
              </a:extLst>
            </p:cNvPr>
            <p:cNvCxnSpPr>
              <a:cxnSpLocks/>
              <a:stCxn id="139" idx="2"/>
              <a:endCxn id="140" idx="2"/>
            </p:cNvCxnSpPr>
            <p:nvPr/>
          </p:nvCxnSpPr>
          <p:spPr>
            <a:xfrm flipV="1">
              <a:off x="1867856" y="487343"/>
              <a:ext cx="9705" cy="21352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2EF4C4B8-1157-281B-DC19-987B3DAEA714}"/>
              </a:ext>
            </a:extLst>
          </p:cNvPr>
          <p:cNvCxnSpPr>
            <a:cxnSpLocks/>
          </p:cNvCxnSpPr>
          <p:nvPr/>
        </p:nvCxnSpPr>
        <p:spPr>
          <a:xfrm>
            <a:off x="1799558" y="788569"/>
            <a:ext cx="1330357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19013A52-3C55-4277-A160-C62B169A1F4D}"/>
              </a:ext>
            </a:extLst>
          </p:cNvPr>
          <p:cNvCxnSpPr>
            <a:cxnSpLocks/>
          </p:cNvCxnSpPr>
          <p:nvPr/>
        </p:nvCxnSpPr>
        <p:spPr>
          <a:xfrm>
            <a:off x="1801965" y="1388850"/>
            <a:ext cx="1331170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679D3D92-A847-9C31-EDE7-7834FCF2FF70}"/>
              </a:ext>
            </a:extLst>
          </p:cNvPr>
          <p:cNvCxnSpPr>
            <a:cxnSpLocks/>
          </p:cNvCxnSpPr>
          <p:nvPr/>
        </p:nvCxnSpPr>
        <p:spPr>
          <a:xfrm>
            <a:off x="3066337" y="793341"/>
            <a:ext cx="0" cy="595509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7C77326D-D1A5-123F-2CCD-E5702FE2C587}"/>
              </a:ext>
            </a:extLst>
          </p:cNvPr>
          <p:cNvSpPr txBox="1"/>
          <p:nvPr/>
        </p:nvSpPr>
        <p:spPr>
          <a:xfrm>
            <a:off x="2981243" y="960289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cxnSp>
        <p:nvCxnSpPr>
          <p:cNvPr id="172" name="Gerader Verbinder 171">
            <a:extLst>
              <a:ext uri="{FF2B5EF4-FFF2-40B4-BE49-F238E27FC236}">
                <a16:creationId xmlns:a16="http://schemas.microsoft.com/office/drawing/2014/main" id="{E58DE240-8EAB-8C21-0CB3-FAB18BB6D60E}"/>
              </a:ext>
            </a:extLst>
          </p:cNvPr>
          <p:cNvCxnSpPr>
            <a:cxnSpLocks/>
          </p:cNvCxnSpPr>
          <p:nvPr/>
        </p:nvCxnSpPr>
        <p:spPr>
          <a:xfrm>
            <a:off x="3101434" y="1765248"/>
            <a:ext cx="401861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D24B65A6-3DCB-34C2-C3BC-7C8DA0304A6F}"/>
              </a:ext>
            </a:extLst>
          </p:cNvPr>
          <p:cNvCxnSpPr>
            <a:cxnSpLocks/>
          </p:cNvCxnSpPr>
          <p:nvPr/>
        </p:nvCxnSpPr>
        <p:spPr>
          <a:xfrm>
            <a:off x="3101434" y="1960763"/>
            <a:ext cx="401861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r Verbinder 173">
            <a:extLst>
              <a:ext uri="{FF2B5EF4-FFF2-40B4-BE49-F238E27FC236}">
                <a16:creationId xmlns:a16="http://schemas.microsoft.com/office/drawing/2014/main" id="{D2411071-F956-66B9-7444-2F19DACCE254}"/>
              </a:ext>
            </a:extLst>
          </p:cNvPr>
          <p:cNvCxnSpPr>
            <a:cxnSpLocks/>
          </p:cNvCxnSpPr>
          <p:nvPr/>
        </p:nvCxnSpPr>
        <p:spPr>
          <a:xfrm>
            <a:off x="3429861" y="1720473"/>
            <a:ext cx="0" cy="29718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r Verbinder 178">
            <a:extLst>
              <a:ext uri="{FF2B5EF4-FFF2-40B4-BE49-F238E27FC236}">
                <a16:creationId xmlns:a16="http://schemas.microsoft.com/office/drawing/2014/main" id="{BF79ECD7-8ED3-7463-8D5F-59D31CA92CF3}"/>
              </a:ext>
            </a:extLst>
          </p:cNvPr>
          <p:cNvCxnSpPr>
            <a:cxnSpLocks/>
          </p:cNvCxnSpPr>
          <p:nvPr/>
        </p:nvCxnSpPr>
        <p:spPr>
          <a:xfrm>
            <a:off x="3429861" y="1955787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EBFAB0BC-45BD-BF4B-87B1-7B63C7BBA6BA}"/>
              </a:ext>
            </a:extLst>
          </p:cNvPr>
          <p:cNvCxnSpPr>
            <a:cxnSpLocks/>
          </p:cNvCxnSpPr>
          <p:nvPr/>
        </p:nvCxnSpPr>
        <p:spPr>
          <a:xfrm flipV="1">
            <a:off x="3429861" y="1582314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feld 182">
            <a:extLst>
              <a:ext uri="{FF2B5EF4-FFF2-40B4-BE49-F238E27FC236}">
                <a16:creationId xmlns:a16="http://schemas.microsoft.com/office/drawing/2014/main" id="{1089B23E-A428-6C89-5BF0-4C1BCCAFDC63}"/>
              </a:ext>
            </a:extLst>
          </p:cNvPr>
          <p:cNvSpPr txBox="1"/>
          <p:nvPr/>
        </p:nvSpPr>
        <p:spPr>
          <a:xfrm>
            <a:off x="3275807" y="1324754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cxnSp>
        <p:nvCxnSpPr>
          <p:cNvPr id="184" name="Gerader Verbinder 183">
            <a:extLst>
              <a:ext uri="{FF2B5EF4-FFF2-40B4-BE49-F238E27FC236}">
                <a16:creationId xmlns:a16="http://schemas.microsoft.com/office/drawing/2014/main" id="{98A92D56-AA7F-B94C-EB91-31E79C806F4F}"/>
              </a:ext>
            </a:extLst>
          </p:cNvPr>
          <p:cNvCxnSpPr>
            <a:cxnSpLocks/>
            <a:stCxn id="121" idx="2"/>
          </p:cNvCxnSpPr>
          <p:nvPr/>
        </p:nvCxnSpPr>
        <p:spPr>
          <a:xfrm>
            <a:off x="3101747" y="1903444"/>
            <a:ext cx="0" cy="159629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r Verbinder 185">
            <a:extLst>
              <a:ext uri="{FF2B5EF4-FFF2-40B4-BE49-F238E27FC236}">
                <a16:creationId xmlns:a16="http://schemas.microsoft.com/office/drawing/2014/main" id="{3CAB1523-B650-228C-40AF-2F66D616706F}"/>
              </a:ext>
            </a:extLst>
          </p:cNvPr>
          <p:cNvCxnSpPr>
            <a:cxnSpLocks/>
          </p:cNvCxnSpPr>
          <p:nvPr/>
        </p:nvCxnSpPr>
        <p:spPr>
          <a:xfrm flipH="1">
            <a:off x="495846" y="3458041"/>
            <a:ext cx="2602730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E720EC2B-F287-4045-BE25-C9A29163AB07}"/>
              </a:ext>
            </a:extLst>
          </p:cNvPr>
          <p:cNvCxnSpPr>
            <a:cxnSpLocks/>
          </p:cNvCxnSpPr>
          <p:nvPr/>
        </p:nvCxnSpPr>
        <p:spPr>
          <a:xfrm>
            <a:off x="498704" y="1903444"/>
            <a:ext cx="0" cy="159629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feld 192">
            <a:extLst>
              <a:ext uri="{FF2B5EF4-FFF2-40B4-BE49-F238E27FC236}">
                <a16:creationId xmlns:a16="http://schemas.microsoft.com/office/drawing/2014/main" id="{F7766F65-BD31-CDFA-E2FC-7D619B2C2EEB}"/>
              </a:ext>
            </a:extLst>
          </p:cNvPr>
          <p:cNvSpPr txBox="1"/>
          <p:nvPr/>
        </p:nvSpPr>
        <p:spPr>
          <a:xfrm>
            <a:off x="1472913" y="3253298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0131B375-6D23-0EA0-5240-C72999583CF6}"/>
              </a:ext>
            </a:extLst>
          </p:cNvPr>
          <p:cNvCxnSpPr>
            <a:cxnSpLocks/>
          </p:cNvCxnSpPr>
          <p:nvPr/>
        </p:nvCxnSpPr>
        <p:spPr>
          <a:xfrm>
            <a:off x="1800060" y="2631434"/>
            <a:ext cx="0" cy="72352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Gerader Verbinder 200">
            <a:extLst>
              <a:ext uri="{FF2B5EF4-FFF2-40B4-BE49-F238E27FC236}">
                <a16:creationId xmlns:a16="http://schemas.microsoft.com/office/drawing/2014/main" id="{6FE8A40E-B4FA-CD82-C7D3-E6FA0580CC67}"/>
              </a:ext>
            </a:extLst>
          </p:cNvPr>
          <p:cNvCxnSpPr>
            <a:cxnSpLocks/>
          </p:cNvCxnSpPr>
          <p:nvPr/>
        </p:nvCxnSpPr>
        <p:spPr>
          <a:xfrm flipH="1">
            <a:off x="1801843" y="3311356"/>
            <a:ext cx="1296733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feld 202">
            <a:extLst>
              <a:ext uri="{FF2B5EF4-FFF2-40B4-BE49-F238E27FC236}">
                <a16:creationId xmlns:a16="http://schemas.microsoft.com/office/drawing/2014/main" id="{C92C4193-1B1F-F815-5956-BEAEB5706FC5}"/>
              </a:ext>
            </a:extLst>
          </p:cNvPr>
          <p:cNvSpPr txBox="1"/>
          <p:nvPr/>
        </p:nvSpPr>
        <p:spPr>
          <a:xfrm>
            <a:off x="2296680" y="3094617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07" name="Gerader Verbinder 206">
            <a:extLst>
              <a:ext uri="{FF2B5EF4-FFF2-40B4-BE49-F238E27FC236}">
                <a16:creationId xmlns:a16="http://schemas.microsoft.com/office/drawing/2014/main" id="{EA82A55D-6875-F997-8426-BB06C129E183}"/>
              </a:ext>
            </a:extLst>
          </p:cNvPr>
          <p:cNvCxnSpPr>
            <a:cxnSpLocks/>
          </p:cNvCxnSpPr>
          <p:nvPr/>
        </p:nvCxnSpPr>
        <p:spPr>
          <a:xfrm>
            <a:off x="1340955" y="2835083"/>
            <a:ext cx="0" cy="373195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D32D4FC3-1192-AA92-2610-EB1721EE5E2A}"/>
              </a:ext>
            </a:extLst>
          </p:cNvPr>
          <p:cNvCxnSpPr>
            <a:cxnSpLocks/>
          </p:cNvCxnSpPr>
          <p:nvPr/>
        </p:nvCxnSpPr>
        <p:spPr>
          <a:xfrm>
            <a:off x="2259165" y="2845653"/>
            <a:ext cx="0" cy="362625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9160DC51-53B1-2B3B-8828-CCACE3F7A2AB}"/>
              </a:ext>
            </a:extLst>
          </p:cNvPr>
          <p:cNvCxnSpPr>
            <a:cxnSpLocks/>
          </p:cNvCxnSpPr>
          <p:nvPr/>
        </p:nvCxnSpPr>
        <p:spPr>
          <a:xfrm flipH="1">
            <a:off x="1345484" y="3164585"/>
            <a:ext cx="913681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feld 212">
            <a:extLst>
              <a:ext uri="{FF2B5EF4-FFF2-40B4-BE49-F238E27FC236}">
                <a16:creationId xmlns:a16="http://schemas.microsoft.com/office/drawing/2014/main" id="{8CA4D319-8247-9A1B-1D91-7AC1325B7CBC}"/>
              </a:ext>
            </a:extLst>
          </p:cNvPr>
          <p:cNvSpPr txBox="1"/>
          <p:nvPr/>
        </p:nvSpPr>
        <p:spPr>
          <a:xfrm>
            <a:off x="1410012" y="2924760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17" name="Gerader Verbinder 216">
            <a:extLst>
              <a:ext uri="{FF2B5EF4-FFF2-40B4-BE49-F238E27FC236}">
                <a16:creationId xmlns:a16="http://schemas.microsoft.com/office/drawing/2014/main" id="{46DE2C19-F1B7-BA56-17FF-91B01CF1FED1}"/>
              </a:ext>
            </a:extLst>
          </p:cNvPr>
          <p:cNvCxnSpPr>
            <a:cxnSpLocks/>
          </p:cNvCxnSpPr>
          <p:nvPr/>
        </p:nvCxnSpPr>
        <p:spPr>
          <a:xfrm flipH="1">
            <a:off x="1802324" y="3017992"/>
            <a:ext cx="456841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feld 218">
            <a:extLst>
              <a:ext uri="{FF2B5EF4-FFF2-40B4-BE49-F238E27FC236}">
                <a16:creationId xmlns:a16="http://schemas.microsoft.com/office/drawing/2014/main" id="{6128413F-23FC-70E7-043B-D3A31CB0EAF1}"/>
              </a:ext>
            </a:extLst>
          </p:cNvPr>
          <p:cNvSpPr txBox="1"/>
          <p:nvPr/>
        </p:nvSpPr>
        <p:spPr>
          <a:xfrm>
            <a:off x="1843240" y="2767204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4260CD5A-8379-BF52-D6B8-F7F176E58ABD}"/>
              </a:ext>
            </a:extLst>
          </p:cNvPr>
          <p:cNvSpPr txBox="1"/>
          <p:nvPr/>
        </p:nvSpPr>
        <p:spPr>
          <a:xfrm>
            <a:off x="2038348" y="258085"/>
            <a:ext cx="114461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Draufsicht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2AFDC6D7-66CC-5057-6DBC-B1BBA070B393}"/>
              </a:ext>
            </a:extLst>
          </p:cNvPr>
          <p:cNvSpPr txBox="1"/>
          <p:nvPr/>
        </p:nvSpPr>
        <p:spPr>
          <a:xfrm>
            <a:off x="-43998" y="802494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Dreiviertellinie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23" name="Gerader Verbinder 222">
            <a:extLst>
              <a:ext uri="{FF2B5EF4-FFF2-40B4-BE49-F238E27FC236}">
                <a16:creationId xmlns:a16="http://schemas.microsoft.com/office/drawing/2014/main" id="{40D3A179-A9CD-766B-9C74-10F6C85E9496}"/>
              </a:ext>
            </a:extLst>
          </p:cNvPr>
          <p:cNvCxnSpPr>
            <a:cxnSpLocks/>
          </p:cNvCxnSpPr>
          <p:nvPr/>
        </p:nvCxnSpPr>
        <p:spPr>
          <a:xfrm>
            <a:off x="683489" y="1010100"/>
            <a:ext cx="255676" cy="681798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5945540A-C4D5-BB93-A3D9-7F723F65D0B6}"/>
              </a:ext>
            </a:extLst>
          </p:cNvPr>
          <p:cNvCxnSpPr>
            <a:cxnSpLocks/>
          </p:cNvCxnSpPr>
          <p:nvPr/>
        </p:nvCxnSpPr>
        <p:spPr>
          <a:xfrm>
            <a:off x="1087178" y="777571"/>
            <a:ext cx="193591" cy="508562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Gerader Verbinder 226">
            <a:extLst>
              <a:ext uri="{FF2B5EF4-FFF2-40B4-BE49-F238E27FC236}">
                <a16:creationId xmlns:a16="http://schemas.microsoft.com/office/drawing/2014/main" id="{1C5E39B9-2C89-0152-434F-7FA8D4FA3A91}"/>
              </a:ext>
            </a:extLst>
          </p:cNvPr>
          <p:cNvCxnSpPr>
            <a:cxnSpLocks/>
          </p:cNvCxnSpPr>
          <p:nvPr/>
        </p:nvCxnSpPr>
        <p:spPr>
          <a:xfrm flipH="1">
            <a:off x="983293" y="310323"/>
            <a:ext cx="81498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2BEF7068-CA01-5DC0-5228-488C2D8418A2}"/>
              </a:ext>
            </a:extLst>
          </p:cNvPr>
          <p:cNvCxnSpPr>
            <a:cxnSpLocks/>
          </p:cNvCxnSpPr>
          <p:nvPr/>
        </p:nvCxnSpPr>
        <p:spPr>
          <a:xfrm flipH="1">
            <a:off x="982226" y="2643857"/>
            <a:ext cx="81498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hteck 235">
            <a:extLst>
              <a:ext uri="{FF2B5EF4-FFF2-40B4-BE49-F238E27FC236}">
                <a16:creationId xmlns:a16="http://schemas.microsoft.com/office/drawing/2014/main" id="{F8FC558C-B761-6E8C-BB8A-D8CBF7D9C12C}"/>
              </a:ext>
            </a:extLst>
          </p:cNvPr>
          <p:cNvSpPr/>
          <p:nvPr/>
        </p:nvSpPr>
        <p:spPr>
          <a:xfrm>
            <a:off x="1002979" y="625817"/>
            <a:ext cx="74085" cy="1349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1" name="Textfeld 220">
            <a:extLst>
              <a:ext uri="{FF2B5EF4-FFF2-40B4-BE49-F238E27FC236}">
                <a16:creationId xmlns:a16="http://schemas.microsoft.com/office/drawing/2014/main" id="{524709FF-8C8F-0708-94B9-2581BB645D25}"/>
              </a:ext>
            </a:extLst>
          </p:cNvPr>
          <p:cNvSpPr txBox="1"/>
          <p:nvPr/>
        </p:nvSpPr>
        <p:spPr>
          <a:xfrm>
            <a:off x="255972" y="568051"/>
            <a:ext cx="114461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Viertellinie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37" name="Textfeld 236">
            <a:extLst>
              <a:ext uri="{FF2B5EF4-FFF2-40B4-BE49-F238E27FC236}">
                <a16:creationId xmlns:a16="http://schemas.microsoft.com/office/drawing/2014/main" id="{D4B82AC9-2344-8D45-2BBC-7B1F6348F214}"/>
              </a:ext>
            </a:extLst>
          </p:cNvPr>
          <p:cNvSpPr txBox="1"/>
          <p:nvPr/>
        </p:nvSpPr>
        <p:spPr>
          <a:xfrm>
            <a:off x="759911" y="2043870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40" name="Bogen 239">
            <a:extLst>
              <a:ext uri="{FF2B5EF4-FFF2-40B4-BE49-F238E27FC236}">
                <a16:creationId xmlns:a16="http://schemas.microsoft.com/office/drawing/2014/main" id="{4576EF42-A58A-47ED-B29B-D9251FE30B20}"/>
              </a:ext>
            </a:extLst>
          </p:cNvPr>
          <p:cNvSpPr/>
          <p:nvPr/>
        </p:nvSpPr>
        <p:spPr>
          <a:xfrm>
            <a:off x="1278923" y="267467"/>
            <a:ext cx="1048050" cy="1048050"/>
          </a:xfrm>
          <a:prstGeom prst="arc">
            <a:avLst>
              <a:gd name="adj1" fmla="val 8654717"/>
              <a:gd name="adj2" fmla="val 10795575"/>
            </a:avLst>
          </a:prstGeom>
          <a:ln w="9525" cap="rnd">
            <a:solidFill>
              <a:schemeClr val="accent5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2" name="Textfeld 241">
            <a:extLst>
              <a:ext uri="{FF2B5EF4-FFF2-40B4-BE49-F238E27FC236}">
                <a16:creationId xmlns:a16="http://schemas.microsoft.com/office/drawing/2014/main" id="{1220002E-B60B-9801-FF2F-5A2B4666CC53}"/>
              </a:ext>
            </a:extLst>
          </p:cNvPr>
          <p:cNvSpPr txBox="1"/>
          <p:nvPr/>
        </p:nvSpPr>
        <p:spPr>
          <a:xfrm>
            <a:off x="1221958" y="789076"/>
            <a:ext cx="358507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sz="1100" baseline="-25000" dirty="0" err="1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5456CED9-C881-3ED4-18D3-A29690842BDB}"/>
              </a:ext>
            </a:extLst>
          </p:cNvPr>
          <p:cNvCxnSpPr>
            <a:cxnSpLocks/>
          </p:cNvCxnSpPr>
          <p:nvPr/>
        </p:nvCxnSpPr>
        <p:spPr>
          <a:xfrm>
            <a:off x="1799838" y="948500"/>
            <a:ext cx="474732" cy="0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Bogen 244">
            <a:extLst>
              <a:ext uri="{FF2B5EF4-FFF2-40B4-BE49-F238E27FC236}">
                <a16:creationId xmlns:a16="http://schemas.microsoft.com/office/drawing/2014/main" id="{CF8B4CED-6CAB-CFAA-351A-69CEA68A2254}"/>
              </a:ext>
            </a:extLst>
          </p:cNvPr>
          <p:cNvSpPr/>
          <p:nvPr/>
        </p:nvSpPr>
        <p:spPr>
          <a:xfrm>
            <a:off x="1376293" y="519613"/>
            <a:ext cx="853310" cy="853310"/>
          </a:xfrm>
          <a:prstGeom prst="arc">
            <a:avLst>
              <a:gd name="adj1" fmla="val 21597231"/>
              <a:gd name="adj2" fmla="val 1995873"/>
            </a:avLst>
          </a:prstGeom>
          <a:ln w="9525" cap="rnd">
            <a:solidFill>
              <a:schemeClr val="accent5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6" name="Textfeld 245">
            <a:extLst>
              <a:ext uri="{FF2B5EF4-FFF2-40B4-BE49-F238E27FC236}">
                <a16:creationId xmlns:a16="http://schemas.microsoft.com/office/drawing/2014/main" id="{6021EE9E-B351-9A24-4D5A-AF2BA1083021}"/>
              </a:ext>
            </a:extLst>
          </p:cNvPr>
          <p:cNvSpPr txBox="1"/>
          <p:nvPr/>
        </p:nvSpPr>
        <p:spPr>
          <a:xfrm>
            <a:off x="2202756" y="840437"/>
            <a:ext cx="4072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r>
              <a:rPr lang="de-DE" sz="1100" baseline="-250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25</a:t>
            </a:r>
          </a:p>
        </p:txBody>
      </p:sp>
      <p:cxnSp>
        <p:nvCxnSpPr>
          <p:cNvPr id="247" name="Gerader Verbinder 246">
            <a:extLst>
              <a:ext uri="{FF2B5EF4-FFF2-40B4-BE49-F238E27FC236}">
                <a16:creationId xmlns:a16="http://schemas.microsoft.com/office/drawing/2014/main" id="{CEAA5826-BA69-E40F-8E28-48786C2072E6}"/>
              </a:ext>
            </a:extLst>
          </p:cNvPr>
          <p:cNvCxnSpPr>
            <a:cxnSpLocks/>
          </p:cNvCxnSpPr>
          <p:nvPr/>
        </p:nvCxnSpPr>
        <p:spPr>
          <a:xfrm flipH="1">
            <a:off x="2262975" y="2588612"/>
            <a:ext cx="5488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8D4410CE-0888-2A59-2935-B32FFC75CE15}"/>
              </a:ext>
            </a:extLst>
          </p:cNvPr>
          <p:cNvCxnSpPr>
            <a:cxnSpLocks/>
          </p:cNvCxnSpPr>
          <p:nvPr/>
        </p:nvCxnSpPr>
        <p:spPr>
          <a:xfrm flipH="1">
            <a:off x="2259165" y="2746727"/>
            <a:ext cx="2821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Gerader Verbinder 249">
            <a:extLst>
              <a:ext uri="{FF2B5EF4-FFF2-40B4-BE49-F238E27FC236}">
                <a16:creationId xmlns:a16="http://schemas.microsoft.com/office/drawing/2014/main" id="{1BE174EA-F1F9-837F-FE7E-92D9EEE220F6}"/>
              </a:ext>
            </a:extLst>
          </p:cNvPr>
          <p:cNvCxnSpPr>
            <a:cxnSpLocks/>
          </p:cNvCxnSpPr>
          <p:nvPr/>
        </p:nvCxnSpPr>
        <p:spPr>
          <a:xfrm flipH="1">
            <a:off x="2259165" y="2849463"/>
            <a:ext cx="54880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6661F51C-1BA1-3331-E6F4-8A989C216BEE}"/>
              </a:ext>
            </a:extLst>
          </p:cNvPr>
          <p:cNvCxnSpPr>
            <a:cxnSpLocks/>
          </p:cNvCxnSpPr>
          <p:nvPr/>
        </p:nvCxnSpPr>
        <p:spPr>
          <a:xfrm>
            <a:off x="2764721" y="2551053"/>
            <a:ext cx="0" cy="373707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Gerader Verbinder 255">
            <a:extLst>
              <a:ext uri="{FF2B5EF4-FFF2-40B4-BE49-F238E27FC236}">
                <a16:creationId xmlns:a16="http://schemas.microsoft.com/office/drawing/2014/main" id="{23C1F4A0-0A69-7E22-4102-3A9DFFAFBFD2}"/>
              </a:ext>
            </a:extLst>
          </p:cNvPr>
          <p:cNvCxnSpPr>
            <a:cxnSpLocks/>
          </p:cNvCxnSpPr>
          <p:nvPr/>
        </p:nvCxnSpPr>
        <p:spPr>
          <a:xfrm>
            <a:off x="2764721" y="2852648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Gerader Verbinder 256">
            <a:extLst>
              <a:ext uri="{FF2B5EF4-FFF2-40B4-BE49-F238E27FC236}">
                <a16:creationId xmlns:a16="http://schemas.microsoft.com/office/drawing/2014/main" id="{E3C84C54-46ED-30DB-72B2-72A5547A387F}"/>
              </a:ext>
            </a:extLst>
          </p:cNvPr>
          <p:cNvCxnSpPr>
            <a:cxnSpLocks/>
          </p:cNvCxnSpPr>
          <p:nvPr/>
        </p:nvCxnSpPr>
        <p:spPr>
          <a:xfrm flipV="1">
            <a:off x="2764721" y="2412894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Gerader Verbinder 258">
            <a:extLst>
              <a:ext uri="{FF2B5EF4-FFF2-40B4-BE49-F238E27FC236}">
                <a16:creationId xmlns:a16="http://schemas.microsoft.com/office/drawing/2014/main" id="{3F18DF93-16CA-820B-A2E6-209324D647BC}"/>
              </a:ext>
            </a:extLst>
          </p:cNvPr>
          <p:cNvCxnSpPr>
            <a:cxnSpLocks/>
          </p:cNvCxnSpPr>
          <p:nvPr/>
        </p:nvCxnSpPr>
        <p:spPr>
          <a:xfrm>
            <a:off x="2498316" y="2705417"/>
            <a:ext cx="0" cy="194251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Gerader Verbinder 259">
            <a:extLst>
              <a:ext uri="{FF2B5EF4-FFF2-40B4-BE49-F238E27FC236}">
                <a16:creationId xmlns:a16="http://schemas.microsoft.com/office/drawing/2014/main" id="{B1D64386-BE61-AE61-80F4-48F3D80920DD}"/>
              </a:ext>
            </a:extLst>
          </p:cNvPr>
          <p:cNvCxnSpPr>
            <a:cxnSpLocks/>
          </p:cNvCxnSpPr>
          <p:nvPr/>
        </p:nvCxnSpPr>
        <p:spPr>
          <a:xfrm>
            <a:off x="2498316" y="2855333"/>
            <a:ext cx="0" cy="176166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Gerader Verbinder 260">
            <a:extLst>
              <a:ext uri="{FF2B5EF4-FFF2-40B4-BE49-F238E27FC236}">
                <a16:creationId xmlns:a16="http://schemas.microsoft.com/office/drawing/2014/main" id="{C7D88B17-FFF4-96BB-5163-27DB333675A8}"/>
              </a:ext>
            </a:extLst>
          </p:cNvPr>
          <p:cNvCxnSpPr>
            <a:cxnSpLocks/>
          </p:cNvCxnSpPr>
          <p:nvPr/>
        </p:nvCxnSpPr>
        <p:spPr>
          <a:xfrm flipV="1">
            <a:off x="2498316" y="2507691"/>
            <a:ext cx="0" cy="249161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feld 263">
            <a:extLst>
              <a:ext uri="{FF2B5EF4-FFF2-40B4-BE49-F238E27FC236}">
                <a16:creationId xmlns:a16="http://schemas.microsoft.com/office/drawing/2014/main" id="{B2C1EA18-B7CC-D83F-8855-B27A4D8090FE}"/>
              </a:ext>
            </a:extLst>
          </p:cNvPr>
          <p:cNvSpPr txBox="1"/>
          <p:nvPr/>
        </p:nvSpPr>
        <p:spPr>
          <a:xfrm>
            <a:off x="2270773" y="2245661"/>
            <a:ext cx="43650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aH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65" name="Textfeld 264">
            <a:extLst>
              <a:ext uri="{FF2B5EF4-FFF2-40B4-BE49-F238E27FC236}">
                <a16:creationId xmlns:a16="http://schemas.microsoft.com/office/drawing/2014/main" id="{14D9F653-5FE5-04AD-8519-57A2C3E5A95D}"/>
              </a:ext>
            </a:extLst>
          </p:cNvPr>
          <p:cNvSpPr txBox="1"/>
          <p:nvPr/>
        </p:nvSpPr>
        <p:spPr>
          <a:xfrm>
            <a:off x="2582003" y="2156733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aH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66" name="Gerader Verbinder 265">
            <a:extLst>
              <a:ext uri="{FF2B5EF4-FFF2-40B4-BE49-F238E27FC236}">
                <a16:creationId xmlns:a16="http://schemas.microsoft.com/office/drawing/2014/main" id="{7A00C119-87D1-BA20-AFF1-0C99A94A51E2}"/>
              </a:ext>
            </a:extLst>
          </p:cNvPr>
          <p:cNvCxnSpPr>
            <a:cxnSpLocks/>
          </p:cNvCxnSpPr>
          <p:nvPr/>
        </p:nvCxnSpPr>
        <p:spPr>
          <a:xfrm flipH="1">
            <a:off x="1138523" y="2336685"/>
            <a:ext cx="66103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Gerader Verbinder 266">
            <a:extLst>
              <a:ext uri="{FF2B5EF4-FFF2-40B4-BE49-F238E27FC236}">
                <a16:creationId xmlns:a16="http://schemas.microsoft.com/office/drawing/2014/main" id="{78482E53-C39B-7261-9DE0-DF2445C4C879}"/>
              </a:ext>
            </a:extLst>
          </p:cNvPr>
          <p:cNvCxnSpPr>
            <a:cxnSpLocks/>
          </p:cNvCxnSpPr>
          <p:nvPr/>
        </p:nvCxnSpPr>
        <p:spPr>
          <a:xfrm flipH="1">
            <a:off x="1139190" y="2757556"/>
            <a:ext cx="653415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7D94A679-0E86-7E22-8D9D-A40B7CB17E27}"/>
              </a:ext>
            </a:extLst>
          </p:cNvPr>
          <p:cNvCxnSpPr>
            <a:cxnSpLocks/>
          </p:cNvCxnSpPr>
          <p:nvPr/>
        </p:nvCxnSpPr>
        <p:spPr>
          <a:xfrm>
            <a:off x="1192782" y="2305480"/>
            <a:ext cx="0" cy="527373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5A80D96B-FBE7-CA63-8A68-3A0F1E0B85BB}"/>
              </a:ext>
            </a:extLst>
          </p:cNvPr>
          <p:cNvCxnSpPr>
            <a:cxnSpLocks/>
          </p:cNvCxnSpPr>
          <p:nvPr/>
        </p:nvCxnSpPr>
        <p:spPr>
          <a:xfrm>
            <a:off x="1192782" y="2760741"/>
            <a:ext cx="0" cy="243702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2559C74C-D1C2-4A28-4E86-0B8A25C8EEE1}"/>
              </a:ext>
            </a:extLst>
          </p:cNvPr>
          <p:cNvCxnSpPr>
            <a:cxnSpLocks/>
          </p:cNvCxnSpPr>
          <p:nvPr/>
        </p:nvCxnSpPr>
        <p:spPr>
          <a:xfrm flipV="1">
            <a:off x="1192782" y="2154828"/>
            <a:ext cx="0" cy="189594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extfeld 270">
            <a:extLst>
              <a:ext uri="{FF2B5EF4-FFF2-40B4-BE49-F238E27FC236}">
                <a16:creationId xmlns:a16="http://schemas.microsoft.com/office/drawing/2014/main" id="{C6C1904C-5946-3DFB-D556-1DD2ECD03821}"/>
              </a:ext>
            </a:extLst>
          </p:cNvPr>
          <p:cNvSpPr txBox="1"/>
          <p:nvPr/>
        </p:nvSpPr>
        <p:spPr>
          <a:xfrm>
            <a:off x="878167" y="2803862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iH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grpSp>
        <p:nvGrpSpPr>
          <p:cNvPr id="300" name="Gruppieren 299">
            <a:extLst>
              <a:ext uri="{FF2B5EF4-FFF2-40B4-BE49-F238E27FC236}">
                <a16:creationId xmlns:a16="http://schemas.microsoft.com/office/drawing/2014/main" id="{EB9AF31A-3F5D-B622-F8A9-833F2290840F}"/>
              </a:ext>
            </a:extLst>
          </p:cNvPr>
          <p:cNvGrpSpPr/>
          <p:nvPr/>
        </p:nvGrpSpPr>
        <p:grpSpPr>
          <a:xfrm>
            <a:off x="700373" y="1649988"/>
            <a:ext cx="365560" cy="219075"/>
            <a:chOff x="700373" y="1668780"/>
            <a:chExt cx="365560" cy="219075"/>
          </a:xfrm>
        </p:grpSpPr>
        <p:cxnSp>
          <p:nvCxnSpPr>
            <p:cNvPr id="290" name="Gerader Verbinder 289">
              <a:extLst>
                <a:ext uri="{FF2B5EF4-FFF2-40B4-BE49-F238E27FC236}">
                  <a16:creationId xmlns:a16="http://schemas.microsoft.com/office/drawing/2014/main" id="{52942CFA-8195-D1EB-03A8-42E39372C175}"/>
                </a:ext>
              </a:extLst>
            </p:cNvPr>
            <p:cNvCxnSpPr>
              <a:cxnSpLocks/>
            </p:cNvCxnSpPr>
            <p:nvPr/>
          </p:nvCxnSpPr>
          <p:spPr>
            <a:xfrm>
              <a:off x="700373" y="1849755"/>
              <a:ext cx="0" cy="38100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Gerader Verbinder 292">
              <a:extLst>
                <a:ext uri="{FF2B5EF4-FFF2-40B4-BE49-F238E27FC236}">
                  <a16:creationId xmlns:a16="http://schemas.microsoft.com/office/drawing/2014/main" id="{F8154D41-0E1D-CCBF-A708-6437BA5F33EF}"/>
                </a:ext>
              </a:extLst>
            </p:cNvPr>
            <p:cNvCxnSpPr>
              <a:cxnSpLocks/>
            </p:cNvCxnSpPr>
            <p:nvPr/>
          </p:nvCxnSpPr>
          <p:spPr>
            <a:xfrm>
              <a:off x="1065933" y="1668780"/>
              <a:ext cx="0" cy="5905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Gerader Verbinder 294">
              <a:extLst>
                <a:ext uri="{FF2B5EF4-FFF2-40B4-BE49-F238E27FC236}">
                  <a16:creationId xmlns:a16="http://schemas.microsoft.com/office/drawing/2014/main" id="{DF74E8B4-8DE5-1519-84F1-0ABE1414F9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668780"/>
              <a:ext cx="364522" cy="18097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uppieren 300">
            <a:extLst>
              <a:ext uri="{FF2B5EF4-FFF2-40B4-BE49-F238E27FC236}">
                <a16:creationId xmlns:a16="http://schemas.microsoft.com/office/drawing/2014/main" id="{35A0672D-8502-5A4A-9035-957E9209544F}"/>
              </a:ext>
            </a:extLst>
          </p:cNvPr>
          <p:cNvGrpSpPr/>
          <p:nvPr/>
        </p:nvGrpSpPr>
        <p:grpSpPr>
          <a:xfrm flipH="1">
            <a:off x="2521047" y="1645061"/>
            <a:ext cx="365560" cy="443077"/>
            <a:chOff x="700373" y="1668780"/>
            <a:chExt cx="365560" cy="443077"/>
          </a:xfrm>
        </p:grpSpPr>
        <p:cxnSp>
          <p:nvCxnSpPr>
            <p:cNvPr id="302" name="Gerader Verbinder 301">
              <a:extLst>
                <a:ext uri="{FF2B5EF4-FFF2-40B4-BE49-F238E27FC236}">
                  <a16:creationId xmlns:a16="http://schemas.microsoft.com/office/drawing/2014/main" id="{5934F6BC-C597-4BF9-FEE5-1CBF38C1D8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849755"/>
              <a:ext cx="0" cy="262102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Gerader Verbinder 302">
              <a:extLst>
                <a:ext uri="{FF2B5EF4-FFF2-40B4-BE49-F238E27FC236}">
                  <a16:creationId xmlns:a16="http://schemas.microsoft.com/office/drawing/2014/main" id="{551675E5-8816-26F5-A905-FCB4C39F2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933" y="1668780"/>
              <a:ext cx="0" cy="443077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Gerader Verbinder 303">
              <a:extLst>
                <a:ext uri="{FF2B5EF4-FFF2-40B4-BE49-F238E27FC236}">
                  <a16:creationId xmlns:a16="http://schemas.microsoft.com/office/drawing/2014/main" id="{12B8C7B0-5AD8-576F-8248-0F069CA79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73" y="1668780"/>
              <a:ext cx="364522" cy="180975"/>
            </a:xfrm>
            <a:prstGeom prst="line">
              <a:avLst/>
            </a:prstGeom>
            <a:ln w="952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9" name="Gerader Verbinder 308">
            <a:extLst>
              <a:ext uri="{FF2B5EF4-FFF2-40B4-BE49-F238E27FC236}">
                <a16:creationId xmlns:a16="http://schemas.microsoft.com/office/drawing/2014/main" id="{7BAB9383-746D-8F3F-F037-AA7F65B7B1DD}"/>
              </a:ext>
            </a:extLst>
          </p:cNvPr>
          <p:cNvCxnSpPr>
            <a:cxnSpLocks/>
          </p:cNvCxnSpPr>
          <p:nvPr/>
        </p:nvCxnSpPr>
        <p:spPr>
          <a:xfrm flipH="1">
            <a:off x="2467550" y="2038608"/>
            <a:ext cx="47988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non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Gerader Verbinder 310">
            <a:extLst>
              <a:ext uri="{FF2B5EF4-FFF2-40B4-BE49-F238E27FC236}">
                <a16:creationId xmlns:a16="http://schemas.microsoft.com/office/drawing/2014/main" id="{532B570D-117D-720D-45F9-BFCF1B9E6A31}"/>
              </a:ext>
            </a:extLst>
          </p:cNvPr>
          <p:cNvCxnSpPr>
            <a:cxnSpLocks/>
          </p:cNvCxnSpPr>
          <p:nvPr/>
        </p:nvCxnSpPr>
        <p:spPr>
          <a:xfrm flipH="1">
            <a:off x="2886607" y="2038608"/>
            <a:ext cx="155678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Gerader Verbinder 315">
            <a:extLst>
              <a:ext uri="{FF2B5EF4-FFF2-40B4-BE49-F238E27FC236}">
                <a16:creationId xmlns:a16="http://schemas.microsoft.com/office/drawing/2014/main" id="{CA0AE762-F6A7-7370-D665-3F1C98CCE7A5}"/>
              </a:ext>
            </a:extLst>
          </p:cNvPr>
          <p:cNvCxnSpPr>
            <a:cxnSpLocks/>
          </p:cNvCxnSpPr>
          <p:nvPr/>
        </p:nvCxnSpPr>
        <p:spPr>
          <a:xfrm>
            <a:off x="2358390" y="2038608"/>
            <a:ext cx="162657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non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feld 319">
            <a:extLst>
              <a:ext uri="{FF2B5EF4-FFF2-40B4-BE49-F238E27FC236}">
                <a16:creationId xmlns:a16="http://schemas.microsoft.com/office/drawing/2014/main" id="{34A5208E-EF35-033D-185F-6F09CFE0FD1D}"/>
              </a:ext>
            </a:extLst>
          </p:cNvPr>
          <p:cNvSpPr txBox="1"/>
          <p:nvPr/>
        </p:nvSpPr>
        <p:spPr>
          <a:xfrm>
            <a:off x="2511552" y="1796449"/>
            <a:ext cx="3654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C5A7A4B-6933-C8AF-6C11-01C5F3CF6880}"/>
              </a:ext>
            </a:extLst>
          </p:cNvPr>
          <p:cNvCxnSpPr>
            <a:cxnSpLocks/>
          </p:cNvCxnSpPr>
          <p:nvPr/>
        </p:nvCxnSpPr>
        <p:spPr>
          <a:xfrm>
            <a:off x="1232535" y="788569"/>
            <a:ext cx="568389" cy="0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Bogen 69">
            <a:extLst>
              <a:ext uri="{FF2B5EF4-FFF2-40B4-BE49-F238E27FC236}">
                <a16:creationId xmlns:a16="http://schemas.microsoft.com/office/drawing/2014/main" id="{04F1BF66-D7EF-7980-8704-9D75A9A1D213}"/>
              </a:ext>
            </a:extLst>
          </p:cNvPr>
          <p:cNvSpPr/>
          <p:nvPr/>
        </p:nvSpPr>
        <p:spPr>
          <a:xfrm>
            <a:off x="480138" y="1296646"/>
            <a:ext cx="1274550" cy="1274556"/>
          </a:xfrm>
          <a:prstGeom prst="arc">
            <a:avLst>
              <a:gd name="adj1" fmla="val 9654032"/>
              <a:gd name="adj2" fmla="val 10808280"/>
            </a:avLst>
          </a:prstGeom>
          <a:ln w="12700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1B88EF54-26DA-B53E-62D9-92AF9934970E}"/>
              </a:ext>
            </a:extLst>
          </p:cNvPr>
          <p:cNvCxnSpPr>
            <a:cxnSpLocks/>
          </p:cNvCxnSpPr>
          <p:nvPr/>
        </p:nvCxnSpPr>
        <p:spPr>
          <a:xfrm>
            <a:off x="430217" y="1932140"/>
            <a:ext cx="2916555" cy="0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ogen 4">
            <a:extLst>
              <a:ext uri="{FF2B5EF4-FFF2-40B4-BE49-F238E27FC236}">
                <a16:creationId xmlns:a16="http://schemas.microsoft.com/office/drawing/2014/main" id="{361B5BE5-AEB5-5097-CAF7-B2EFA99289B6}"/>
              </a:ext>
            </a:extLst>
          </p:cNvPr>
          <p:cNvSpPr/>
          <p:nvPr/>
        </p:nvSpPr>
        <p:spPr>
          <a:xfrm>
            <a:off x="-690001" y="1756928"/>
            <a:ext cx="5566566" cy="5566566"/>
          </a:xfrm>
          <a:prstGeom prst="arc">
            <a:avLst>
              <a:gd name="adj1" fmla="val 14966539"/>
              <a:gd name="adj2" fmla="val 17428325"/>
            </a:avLst>
          </a:prstGeom>
          <a:ln w="9525" cap="rnd">
            <a:solidFill>
              <a:schemeClr val="accent5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8BC8A09-1936-237F-E8AC-4BC71186E5B7}"/>
              </a:ext>
            </a:extLst>
          </p:cNvPr>
          <p:cNvSpPr/>
          <p:nvPr/>
        </p:nvSpPr>
        <p:spPr>
          <a:xfrm>
            <a:off x="1114113" y="1767291"/>
            <a:ext cx="255270" cy="25527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32D6D20-9730-4FE8-B7FD-5405B7155090}"/>
              </a:ext>
            </a:extLst>
          </p:cNvPr>
          <p:cNvSpPr/>
          <p:nvPr/>
        </p:nvSpPr>
        <p:spPr>
          <a:xfrm>
            <a:off x="1485589" y="1590127"/>
            <a:ext cx="396238" cy="396238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6AF1042-2ABC-AEBE-BA25-C24596C34C0F}"/>
              </a:ext>
            </a:extLst>
          </p:cNvPr>
          <p:cNvCxnSpPr>
            <a:cxnSpLocks/>
            <a:stCxn id="7" idx="5"/>
            <a:endCxn id="7" idx="1"/>
          </p:cNvCxnSpPr>
          <p:nvPr/>
        </p:nvCxnSpPr>
        <p:spPr>
          <a:xfrm flipH="1" flipV="1">
            <a:off x="1543617" y="1648155"/>
            <a:ext cx="280182" cy="280182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6C1356C-325D-F397-8557-463999D7B6E2}"/>
              </a:ext>
            </a:extLst>
          </p:cNvPr>
          <p:cNvCxnSpPr>
            <a:cxnSpLocks/>
          </p:cNvCxnSpPr>
          <p:nvPr/>
        </p:nvCxnSpPr>
        <p:spPr>
          <a:xfrm flipH="1" flipV="1">
            <a:off x="1203503" y="1776426"/>
            <a:ext cx="38244" cy="114691"/>
          </a:xfrm>
          <a:prstGeom prst="straightConnector1">
            <a:avLst/>
          </a:prstGeom>
          <a:ln w="12700" cap="rnd">
            <a:solidFill>
              <a:schemeClr val="accent6">
                <a:lumMod val="75000"/>
              </a:schemeClr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8EEEF9A7-E792-6DE8-D2AA-1D2F777D61AD}"/>
              </a:ext>
            </a:extLst>
          </p:cNvPr>
          <p:cNvSpPr/>
          <p:nvPr/>
        </p:nvSpPr>
        <p:spPr>
          <a:xfrm>
            <a:off x="1218888" y="1870798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839CC4B-705A-4BE2-4453-90FE8AC8F73C}"/>
              </a:ext>
            </a:extLst>
          </p:cNvPr>
          <p:cNvSpPr/>
          <p:nvPr/>
        </p:nvSpPr>
        <p:spPr>
          <a:xfrm>
            <a:off x="1660848" y="1765387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B89C47D-381D-D134-E298-45337AC4A453}"/>
              </a:ext>
            </a:extLst>
          </p:cNvPr>
          <p:cNvCxnSpPr>
            <a:cxnSpLocks/>
          </p:cNvCxnSpPr>
          <p:nvPr/>
        </p:nvCxnSpPr>
        <p:spPr>
          <a:xfrm>
            <a:off x="1116019" y="929092"/>
            <a:ext cx="0" cy="1726584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2720740-8611-090D-C417-1EB5052925DD}"/>
              </a:ext>
            </a:extLst>
          </p:cNvPr>
          <p:cNvCxnSpPr>
            <a:cxnSpLocks/>
          </p:cNvCxnSpPr>
          <p:nvPr/>
        </p:nvCxnSpPr>
        <p:spPr>
          <a:xfrm flipH="1">
            <a:off x="1114113" y="2594528"/>
            <a:ext cx="1971674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3228B13-4C48-9536-CCEA-8F592C899BC3}"/>
              </a:ext>
            </a:extLst>
          </p:cNvPr>
          <p:cNvCxnSpPr>
            <a:cxnSpLocks/>
          </p:cNvCxnSpPr>
          <p:nvPr/>
        </p:nvCxnSpPr>
        <p:spPr>
          <a:xfrm>
            <a:off x="3083885" y="1932147"/>
            <a:ext cx="0" cy="723529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ABFCD7E-E928-7DC7-8311-34C4E9FB4FB5}"/>
              </a:ext>
            </a:extLst>
          </p:cNvPr>
          <p:cNvSpPr txBox="1"/>
          <p:nvPr/>
        </p:nvSpPr>
        <p:spPr>
          <a:xfrm>
            <a:off x="1945568" y="2380543"/>
            <a:ext cx="2954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6247018-7CA9-5F57-7A68-265FBF8CD651}"/>
              </a:ext>
            </a:extLst>
          </p:cNvPr>
          <p:cNvCxnSpPr>
            <a:cxnSpLocks/>
          </p:cNvCxnSpPr>
          <p:nvPr/>
        </p:nvCxnSpPr>
        <p:spPr>
          <a:xfrm>
            <a:off x="1681802" y="1180552"/>
            <a:ext cx="0" cy="603494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7093387-D037-49A3-19B7-F8749B1B88F6}"/>
              </a:ext>
            </a:extLst>
          </p:cNvPr>
          <p:cNvCxnSpPr>
            <a:cxnSpLocks/>
          </p:cNvCxnSpPr>
          <p:nvPr/>
        </p:nvCxnSpPr>
        <p:spPr>
          <a:xfrm flipH="1">
            <a:off x="1114113" y="1240073"/>
            <a:ext cx="56768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D479641-EA21-3FBC-EBC4-CCCB0A86E1BF}"/>
              </a:ext>
            </a:extLst>
          </p:cNvPr>
          <p:cNvCxnSpPr>
            <a:cxnSpLocks/>
          </p:cNvCxnSpPr>
          <p:nvPr/>
        </p:nvCxnSpPr>
        <p:spPr>
          <a:xfrm flipH="1">
            <a:off x="1112208" y="988613"/>
            <a:ext cx="967739" cy="0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lg"/>
            <a:tailEnd type="triangle" w="sm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04EC62EB-A4BE-D8B8-6626-D17931935E9B}"/>
              </a:ext>
            </a:extLst>
          </p:cNvPr>
          <p:cNvCxnSpPr>
            <a:cxnSpLocks/>
          </p:cNvCxnSpPr>
          <p:nvPr/>
        </p:nvCxnSpPr>
        <p:spPr>
          <a:xfrm>
            <a:off x="2079947" y="934807"/>
            <a:ext cx="0" cy="857577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18C7FC02-0785-78BF-9704-586D64C5F0E9}"/>
              </a:ext>
            </a:extLst>
          </p:cNvPr>
          <p:cNvSpPr txBox="1"/>
          <p:nvPr/>
        </p:nvSpPr>
        <p:spPr>
          <a:xfrm>
            <a:off x="1191267" y="1008143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i="1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endParaRPr lang="de-DE" sz="11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C7B034C-30B2-910E-E49F-1E925CA130C2}"/>
              </a:ext>
            </a:extLst>
          </p:cNvPr>
          <p:cNvSpPr txBox="1"/>
          <p:nvPr/>
        </p:nvSpPr>
        <p:spPr>
          <a:xfrm>
            <a:off x="1389387" y="754109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i="1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1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6" name="Bogen 45">
            <a:extLst>
              <a:ext uri="{FF2B5EF4-FFF2-40B4-BE49-F238E27FC236}">
                <a16:creationId xmlns:a16="http://schemas.microsoft.com/office/drawing/2014/main" id="{A1C94398-CB22-5255-7466-B9F58C5AF5F2}"/>
              </a:ext>
            </a:extLst>
          </p:cNvPr>
          <p:cNvSpPr/>
          <p:nvPr/>
        </p:nvSpPr>
        <p:spPr>
          <a:xfrm>
            <a:off x="2855283" y="1698900"/>
            <a:ext cx="459105" cy="459105"/>
          </a:xfrm>
          <a:prstGeom prst="arc">
            <a:avLst>
              <a:gd name="adj1" fmla="val 12460643"/>
              <a:gd name="adj2" fmla="val 14795137"/>
            </a:avLst>
          </a:prstGeom>
          <a:ln w="12700" cap="rnd">
            <a:solidFill>
              <a:srgbClr val="C00000"/>
            </a:solidFill>
            <a:round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Bogen 46">
            <a:extLst>
              <a:ext uri="{FF2B5EF4-FFF2-40B4-BE49-F238E27FC236}">
                <a16:creationId xmlns:a16="http://schemas.microsoft.com/office/drawing/2014/main" id="{6943F7E0-D47E-84E9-6CE9-76929A5F78F1}"/>
              </a:ext>
            </a:extLst>
          </p:cNvPr>
          <p:cNvSpPr/>
          <p:nvPr/>
        </p:nvSpPr>
        <p:spPr>
          <a:xfrm>
            <a:off x="2855282" y="1698900"/>
            <a:ext cx="459105" cy="459105"/>
          </a:xfrm>
          <a:prstGeom prst="arc">
            <a:avLst>
              <a:gd name="adj1" fmla="val 8832096"/>
              <a:gd name="adj2" fmla="val 10883571"/>
            </a:avLst>
          </a:prstGeom>
          <a:ln w="12700" cap="rnd">
            <a:solidFill>
              <a:srgbClr val="C00000"/>
            </a:solidFill>
            <a:round/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26A87A15-4E61-073D-0325-A46EF5FD08CF}"/>
              </a:ext>
            </a:extLst>
          </p:cNvPr>
          <p:cNvSpPr/>
          <p:nvPr/>
        </p:nvSpPr>
        <p:spPr>
          <a:xfrm>
            <a:off x="1117922" y="1900895"/>
            <a:ext cx="1965960" cy="126915"/>
          </a:xfrm>
          <a:custGeom>
            <a:avLst/>
            <a:gdLst>
              <a:gd name="csX0" fmla="*/ 0 w 1965960"/>
              <a:gd name="csY0" fmla="*/ 32132 h 126915"/>
              <a:gd name="csX1" fmla="*/ 137160 w 1965960"/>
              <a:gd name="csY1" fmla="*/ 125477 h 126915"/>
              <a:gd name="csX2" fmla="*/ 598170 w 1965960"/>
              <a:gd name="csY2" fmla="*/ 83567 h 126915"/>
              <a:gd name="csX3" fmla="*/ 1116330 w 1965960"/>
              <a:gd name="csY3" fmla="*/ 13082 h 126915"/>
              <a:gd name="csX4" fmla="*/ 1423035 w 1965960"/>
              <a:gd name="csY4" fmla="*/ 1652 h 126915"/>
              <a:gd name="csX5" fmla="*/ 1965960 w 1965960"/>
              <a:gd name="csY5" fmla="*/ 34037 h 1269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65960" h="126915">
                <a:moveTo>
                  <a:pt x="0" y="32132"/>
                </a:moveTo>
                <a:cubicBezTo>
                  <a:pt x="18732" y="74518"/>
                  <a:pt x="37465" y="116905"/>
                  <a:pt x="137160" y="125477"/>
                </a:cubicBezTo>
                <a:cubicBezTo>
                  <a:pt x="236855" y="134049"/>
                  <a:pt x="434975" y="102300"/>
                  <a:pt x="598170" y="83567"/>
                </a:cubicBezTo>
                <a:cubicBezTo>
                  <a:pt x="761365" y="64835"/>
                  <a:pt x="978853" y="26734"/>
                  <a:pt x="1116330" y="13082"/>
                </a:cubicBezTo>
                <a:cubicBezTo>
                  <a:pt x="1253807" y="-570"/>
                  <a:pt x="1281430" y="-1841"/>
                  <a:pt x="1423035" y="1652"/>
                </a:cubicBezTo>
                <a:cubicBezTo>
                  <a:pt x="1564640" y="5145"/>
                  <a:pt x="1765300" y="19591"/>
                  <a:pt x="1965960" y="34037"/>
                </a:cubicBezTo>
              </a:path>
            </a:pathLst>
          </a:cu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E75CC784-F8D8-8D36-BB79-A9BF4AF2ADD7}"/>
              </a:ext>
            </a:extLst>
          </p:cNvPr>
          <p:cNvSpPr/>
          <p:nvPr/>
        </p:nvSpPr>
        <p:spPr>
          <a:xfrm>
            <a:off x="1112208" y="1569829"/>
            <a:ext cx="1973575" cy="362312"/>
          </a:xfrm>
          <a:custGeom>
            <a:avLst/>
            <a:gdLst>
              <a:gd name="csX0" fmla="*/ 0 w 1960245"/>
              <a:gd name="csY0" fmla="*/ 363199 h 370819"/>
              <a:gd name="csX1" fmla="*/ 49530 w 1960245"/>
              <a:gd name="csY1" fmla="*/ 220324 h 370819"/>
              <a:gd name="csX2" fmla="*/ 274320 w 1960245"/>
              <a:gd name="csY2" fmla="*/ 98404 h 370819"/>
              <a:gd name="csX3" fmla="*/ 579120 w 1960245"/>
              <a:gd name="csY3" fmla="*/ 14584 h 370819"/>
              <a:gd name="csX4" fmla="*/ 1000125 w 1960245"/>
              <a:gd name="csY4" fmla="*/ 12679 h 370819"/>
              <a:gd name="csX5" fmla="*/ 1495425 w 1960245"/>
              <a:gd name="csY5" fmla="*/ 142219 h 370819"/>
              <a:gd name="csX6" fmla="*/ 1960245 w 1960245"/>
              <a:gd name="csY6" fmla="*/ 370819 h 370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60245" h="370819">
                <a:moveTo>
                  <a:pt x="0" y="363199"/>
                </a:moveTo>
                <a:cubicBezTo>
                  <a:pt x="1905" y="313827"/>
                  <a:pt x="3810" y="264456"/>
                  <a:pt x="49530" y="220324"/>
                </a:cubicBezTo>
                <a:cubicBezTo>
                  <a:pt x="95250" y="176192"/>
                  <a:pt x="186055" y="132694"/>
                  <a:pt x="274320" y="98404"/>
                </a:cubicBezTo>
                <a:cubicBezTo>
                  <a:pt x="362585" y="64114"/>
                  <a:pt x="458153" y="28871"/>
                  <a:pt x="579120" y="14584"/>
                </a:cubicBezTo>
                <a:cubicBezTo>
                  <a:pt x="700087" y="297"/>
                  <a:pt x="847408" y="-8593"/>
                  <a:pt x="1000125" y="12679"/>
                </a:cubicBezTo>
                <a:cubicBezTo>
                  <a:pt x="1152842" y="33951"/>
                  <a:pt x="1335405" y="82529"/>
                  <a:pt x="1495425" y="142219"/>
                </a:cubicBezTo>
                <a:cubicBezTo>
                  <a:pt x="1655445" y="201909"/>
                  <a:pt x="1807845" y="286364"/>
                  <a:pt x="1960245" y="370819"/>
                </a:cubicBezTo>
              </a:path>
            </a:pathLst>
          </a:custGeom>
          <a:noFill/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7E937090-DB4D-A71B-BA13-3F1293C1B6DA}"/>
              </a:ext>
            </a:extLst>
          </p:cNvPr>
          <p:cNvSpPr txBox="1"/>
          <p:nvPr/>
        </p:nvSpPr>
        <p:spPr>
          <a:xfrm>
            <a:off x="2916717" y="1601014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100" i="1" dirty="0">
                <a:solidFill>
                  <a:srgbClr val="C00000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τ</a:t>
            </a:r>
            <a:endParaRPr lang="de-DE" sz="1100" i="1" baseline="-25000" dirty="0">
              <a:solidFill>
                <a:srgbClr val="C00000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A353445-2097-D12F-0D03-D6A6DC692699}"/>
              </a:ext>
            </a:extLst>
          </p:cNvPr>
          <p:cNvSpPr txBox="1"/>
          <p:nvPr/>
        </p:nvSpPr>
        <p:spPr>
          <a:xfrm>
            <a:off x="1526072" y="1578671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endParaRPr lang="de-DE" sz="11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67A4B6C-584F-4D63-2AE9-9D87A7807E80}"/>
              </a:ext>
            </a:extLst>
          </p:cNvPr>
          <p:cNvSpPr txBox="1"/>
          <p:nvPr/>
        </p:nvSpPr>
        <p:spPr>
          <a:xfrm>
            <a:off x="982163" y="1558529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6">
                    <a:lumMod val="7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ρ</a:t>
            </a:r>
            <a:endParaRPr lang="de-DE" sz="1100" i="1" baseline="-25000" dirty="0">
              <a:solidFill>
                <a:schemeClr val="accent6">
                  <a:lumMod val="75000"/>
                </a:schemeClr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FF4095C-5A55-16F3-EA37-DB291C0AB5FB}"/>
              </a:ext>
            </a:extLst>
          </p:cNvPr>
          <p:cNvSpPr txBox="1"/>
          <p:nvPr/>
        </p:nvSpPr>
        <p:spPr>
          <a:xfrm>
            <a:off x="109165" y="1031164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Sehne</a:t>
            </a:r>
            <a:endParaRPr lang="de-DE" sz="1100" baseline="-25000" dirty="0">
              <a:solidFill>
                <a:schemeClr val="tx2">
                  <a:lumMod val="75000"/>
                  <a:lumOff val="2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93388E5-71BD-F968-55C6-EFBF959DC134}"/>
              </a:ext>
            </a:extLst>
          </p:cNvPr>
          <p:cNvCxnSpPr>
            <a:cxnSpLocks/>
          </p:cNvCxnSpPr>
          <p:nvPr/>
        </p:nvCxnSpPr>
        <p:spPr>
          <a:xfrm>
            <a:off x="705953" y="1249228"/>
            <a:ext cx="255676" cy="681798"/>
          </a:xfrm>
          <a:prstGeom prst="line">
            <a:avLst/>
          </a:prstGeom>
          <a:ln w="9525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92695A04-7E1F-5F27-52C2-7B81C5685D50}"/>
              </a:ext>
            </a:extLst>
          </p:cNvPr>
          <p:cNvSpPr txBox="1"/>
          <p:nvPr/>
        </p:nvSpPr>
        <p:spPr>
          <a:xfrm>
            <a:off x="2250409" y="1031936"/>
            <a:ext cx="107968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Skelettlinie</a:t>
            </a:r>
            <a:endParaRPr lang="de-DE" sz="11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A0B1688-BD60-3436-1293-955F908379B8}"/>
              </a:ext>
            </a:extLst>
          </p:cNvPr>
          <p:cNvCxnSpPr>
            <a:cxnSpLocks/>
          </p:cNvCxnSpPr>
          <p:nvPr/>
        </p:nvCxnSpPr>
        <p:spPr>
          <a:xfrm flipH="1">
            <a:off x="2365697" y="1253161"/>
            <a:ext cx="219110" cy="517941"/>
          </a:xfrm>
          <a:prstGeom prst="line">
            <a:avLst/>
          </a:prstGeom>
          <a:ln w="9525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B6057207-EE7A-9B9E-F9B1-A0C0B3C1B539}"/>
              </a:ext>
            </a:extLst>
          </p:cNvPr>
          <p:cNvCxnSpPr>
            <a:cxnSpLocks/>
          </p:cNvCxnSpPr>
          <p:nvPr/>
        </p:nvCxnSpPr>
        <p:spPr>
          <a:xfrm>
            <a:off x="2079947" y="1750985"/>
            <a:ext cx="0" cy="177352"/>
          </a:xfrm>
          <a:prstGeom prst="line">
            <a:avLst/>
          </a:prstGeom>
          <a:ln w="9525" cap="rnd">
            <a:solidFill>
              <a:schemeClr val="tx1"/>
            </a:solidFill>
            <a:round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7D03AD45-432E-9899-8541-15B4838D1FF2}"/>
              </a:ext>
            </a:extLst>
          </p:cNvPr>
          <p:cNvSpPr txBox="1"/>
          <p:nvPr/>
        </p:nvSpPr>
        <p:spPr>
          <a:xfrm>
            <a:off x="1945568" y="1728353"/>
            <a:ext cx="41338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9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5F076471-A3F2-EF04-CEB5-6B0066F66DB8}"/>
              </a:ext>
            </a:extLst>
          </p:cNvPr>
          <p:cNvCxnSpPr>
            <a:cxnSpLocks/>
          </p:cNvCxnSpPr>
          <p:nvPr/>
        </p:nvCxnSpPr>
        <p:spPr>
          <a:xfrm flipV="1">
            <a:off x="394022" y="1995351"/>
            <a:ext cx="545067" cy="189957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9F20BC39-0942-386B-8876-F0B137F0BF37}"/>
              </a:ext>
            </a:extLst>
          </p:cNvPr>
          <p:cNvSpPr txBox="1"/>
          <p:nvPr/>
        </p:nvSpPr>
        <p:spPr>
          <a:xfrm>
            <a:off x="541901" y="2032301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i="1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B48729F-189E-820B-C98C-559E428D0DCC}"/>
              </a:ext>
            </a:extLst>
          </p:cNvPr>
          <p:cNvSpPr txBox="1"/>
          <p:nvPr/>
        </p:nvSpPr>
        <p:spPr>
          <a:xfrm>
            <a:off x="138197" y="1947764"/>
            <a:ext cx="41338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  <a:endParaRPr lang="de-DE" sz="1100" i="1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66412F88-9365-81E5-37EC-5F3D5156D184}"/>
              </a:ext>
            </a:extLst>
          </p:cNvPr>
          <p:cNvCxnSpPr>
            <a:cxnSpLocks/>
          </p:cNvCxnSpPr>
          <p:nvPr/>
        </p:nvCxnSpPr>
        <p:spPr>
          <a:xfrm flipV="1">
            <a:off x="893132" y="1936837"/>
            <a:ext cx="213360" cy="72390"/>
          </a:xfrm>
          <a:prstGeom prst="line">
            <a:avLst/>
          </a:prstGeom>
          <a:ln w="9525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</Words>
  <Application>Microsoft Office PowerPoint</Application>
  <PresentationFormat>Benutzerdefiniert</PresentationFormat>
  <Paragraphs>29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94</cp:revision>
  <dcterms:created xsi:type="dcterms:W3CDTF">2025-08-17T20:55:38Z</dcterms:created>
  <dcterms:modified xsi:type="dcterms:W3CDTF">2026-02-04T11:31:56Z</dcterms:modified>
</cp:coreProperties>
</file>