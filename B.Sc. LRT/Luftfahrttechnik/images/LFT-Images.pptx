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92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944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Bogen 4">
            <a:extLst>
              <a:ext uri="{FF2B5EF4-FFF2-40B4-BE49-F238E27FC236}">
                <a16:creationId xmlns:a16="http://schemas.microsoft.com/office/drawing/2014/main" id="{361B5BE5-AEB5-5097-CAF7-B2EFA99289B6}"/>
              </a:ext>
            </a:extLst>
          </p:cNvPr>
          <p:cNvSpPr/>
          <p:nvPr/>
        </p:nvSpPr>
        <p:spPr>
          <a:xfrm>
            <a:off x="-690001" y="1756928"/>
            <a:ext cx="5566566" cy="5566566"/>
          </a:xfrm>
          <a:prstGeom prst="arc">
            <a:avLst>
              <a:gd name="adj1" fmla="val 14966539"/>
              <a:gd name="adj2" fmla="val 17428325"/>
            </a:avLst>
          </a:prstGeom>
          <a:ln w="9525" cap="rnd">
            <a:solidFill>
              <a:schemeClr val="accent5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26A87A15-4E61-073D-0325-A46EF5FD08CF}"/>
              </a:ext>
            </a:extLst>
          </p:cNvPr>
          <p:cNvSpPr/>
          <p:nvPr/>
        </p:nvSpPr>
        <p:spPr>
          <a:xfrm>
            <a:off x="1117922" y="1900895"/>
            <a:ext cx="1965960" cy="126915"/>
          </a:xfrm>
          <a:custGeom>
            <a:avLst/>
            <a:gdLst>
              <a:gd name="csX0" fmla="*/ 0 w 1965960"/>
              <a:gd name="csY0" fmla="*/ 32132 h 126915"/>
              <a:gd name="csX1" fmla="*/ 137160 w 1965960"/>
              <a:gd name="csY1" fmla="*/ 125477 h 126915"/>
              <a:gd name="csX2" fmla="*/ 598170 w 1965960"/>
              <a:gd name="csY2" fmla="*/ 83567 h 126915"/>
              <a:gd name="csX3" fmla="*/ 1116330 w 1965960"/>
              <a:gd name="csY3" fmla="*/ 13082 h 126915"/>
              <a:gd name="csX4" fmla="*/ 1423035 w 1965960"/>
              <a:gd name="csY4" fmla="*/ 1652 h 126915"/>
              <a:gd name="csX5" fmla="*/ 1965960 w 1965960"/>
              <a:gd name="csY5" fmla="*/ 34037 h 1269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965960" h="126915">
                <a:moveTo>
                  <a:pt x="0" y="32132"/>
                </a:moveTo>
                <a:cubicBezTo>
                  <a:pt x="18732" y="74518"/>
                  <a:pt x="37465" y="116905"/>
                  <a:pt x="137160" y="125477"/>
                </a:cubicBezTo>
                <a:cubicBezTo>
                  <a:pt x="236855" y="134049"/>
                  <a:pt x="434975" y="102300"/>
                  <a:pt x="598170" y="83567"/>
                </a:cubicBezTo>
                <a:cubicBezTo>
                  <a:pt x="761365" y="64835"/>
                  <a:pt x="978853" y="26734"/>
                  <a:pt x="1116330" y="13082"/>
                </a:cubicBezTo>
                <a:cubicBezTo>
                  <a:pt x="1253807" y="-570"/>
                  <a:pt x="1281430" y="-1841"/>
                  <a:pt x="1423035" y="1652"/>
                </a:cubicBezTo>
                <a:cubicBezTo>
                  <a:pt x="1564640" y="5145"/>
                  <a:pt x="1765300" y="19591"/>
                  <a:pt x="1965960" y="34037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E75CC784-F8D8-8D36-BB79-A9BF4AF2ADD7}"/>
              </a:ext>
            </a:extLst>
          </p:cNvPr>
          <p:cNvSpPr/>
          <p:nvPr/>
        </p:nvSpPr>
        <p:spPr>
          <a:xfrm>
            <a:off x="1112208" y="1569829"/>
            <a:ext cx="1973575" cy="362312"/>
          </a:xfrm>
          <a:custGeom>
            <a:avLst/>
            <a:gdLst>
              <a:gd name="csX0" fmla="*/ 0 w 1960245"/>
              <a:gd name="csY0" fmla="*/ 363199 h 370819"/>
              <a:gd name="csX1" fmla="*/ 49530 w 1960245"/>
              <a:gd name="csY1" fmla="*/ 220324 h 370819"/>
              <a:gd name="csX2" fmla="*/ 274320 w 1960245"/>
              <a:gd name="csY2" fmla="*/ 98404 h 370819"/>
              <a:gd name="csX3" fmla="*/ 579120 w 1960245"/>
              <a:gd name="csY3" fmla="*/ 14584 h 370819"/>
              <a:gd name="csX4" fmla="*/ 1000125 w 1960245"/>
              <a:gd name="csY4" fmla="*/ 12679 h 370819"/>
              <a:gd name="csX5" fmla="*/ 1495425 w 1960245"/>
              <a:gd name="csY5" fmla="*/ 142219 h 370819"/>
              <a:gd name="csX6" fmla="*/ 1960245 w 1960245"/>
              <a:gd name="csY6" fmla="*/ 370819 h 3708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60245" h="370819">
                <a:moveTo>
                  <a:pt x="0" y="363199"/>
                </a:moveTo>
                <a:cubicBezTo>
                  <a:pt x="1905" y="313827"/>
                  <a:pt x="3810" y="264456"/>
                  <a:pt x="49530" y="220324"/>
                </a:cubicBezTo>
                <a:cubicBezTo>
                  <a:pt x="95250" y="176192"/>
                  <a:pt x="186055" y="132694"/>
                  <a:pt x="274320" y="98404"/>
                </a:cubicBezTo>
                <a:cubicBezTo>
                  <a:pt x="362585" y="64114"/>
                  <a:pt x="458153" y="28871"/>
                  <a:pt x="579120" y="14584"/>
                </a:cubicBezTo>
                <a:cubicBezTo>
                  <a:pt x="700087" y="297"/>
                  <a:pt x="847408" y="-8593"/>
                  <a:pt x="1000125" y="12679"/>
                </a:cubicBezTo>
                <a:cubicBezTo>
                  <a:pt x="1152842" y="33951"/>
                  <a:pt x="1335405" y="82529"/>
                  <a:pt x="1495425" y="142219"/>
                </a:cubicBezTo>
                <a:cubicBezTo>
                  <a:pt x="1655445" y="201909"/>
                  <a:pt x="1807845" y="286364"/>
                  <a:pt x="1960245" y="370819"/>
                </a:cubicBezTo>
              </a:path>
            </a:pathLst>
          </a:custGeom>
          <a:noFill/>
          <a:ln w="12700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71763" y="419100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53596" y="367952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  <a:endParaRPr lang="de-DE" sz="14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 err="1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 err="1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  <a:endParaRPr lang="de-DE" sz="1400" baseline="-25000" dirty="0">
              <a:solidFill>
                <a:schemeClr val="accent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</Words>
  <Application>Microsoft Office PowerPoint</Application>
  <PresentationFormat>Benutzerdefiniert</PresentationFormat>
  <Paragraphs>33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95</cp:revision>
  <dcterms:created xsi:type="dcterms:W3CDTF">2025-08-17T20:55:38Z</dcterms:created>
  <dcterms:modified xsi:type="dcterms:W3CDTF">2026-02-04T21:15:32Z</dcterms:modified>
</cp:coreProperties>
</file>