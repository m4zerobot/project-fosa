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4944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Ellipse 63">
            <a:extLst>
              <a:ext uri="{FF2B5EF4-FFF2-40B4-BE49-F238E27FC236}">
                <a16:creationId xmlns:a16="http://schemas.microsoft.com/office/drawing/2014/main" id="{EF3BA19C-0DAE-02CE-006A-A7463D31BEA0}"/>
              </a:ext>
            </a:extLst>
          </p:cNvPr>
          <p:cNvSpPr>
            <a:spLocks/>
          </p:cNvSpPr>
          <p:nvPr/>
        </p:nvSpPr>
        <p:spPr>
          <a:xfrm>
            <a:off x="539915" y="1207940"/>
            <a:ext cx="2517468" cy="1183710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37922B6-61C0-CEA6-21E9-E1EDA0C1D70C}"/>
              </a:ext>
            </a:extLst>
          </p:cNvPr>
          <p:cNvSpPr/>
          <p:nvPr/>
        </p:nvSpPr>
        <p:spPr>
          <a:xfrm>
            <a:off x="538226" y="538227"/>
            <a:ext cx="2523995" cy="25239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3433047-C116-3B9C-C5E9-D3DE277176B0}"/>
              </a:ext>
            </a:extLst>
          </p:cNvPr>
          <p:cNvSpPr/>
          <p:nvPr/>
        </p:nvSpPr>
        <p:spPr>
          <a:xfrm rot="1785497">
            <a:off x="677743" y="820450"/>
            <a:ext cx="469726" cy="95197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741E401-5A7B-4D5F-7F8E-2920FE1263E6}"/>
              </a:ext>
            </a:extLst>
          </p:cNvPr>
          <p:cNvSpPr txBox="1"/>
          <p:nvPr/>
        </p:nvSpPr>
        <p:spPr>
          <a:xfrm>
            <a:off x="1102259" y="1344356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02A85D2-1C9B-6607-96C0-4A5E99C1A4EA}"/>
              </a:ext>
            </a:extLst>
          </p:cNvPr>
          <p:cNvSpPr txBox="1"/>
          <p:nvPr/>
        </p:nvSpPr>
        <p:spPr>
          <a:xfrm>
            <a:off x="654738" y="1140776"/>
            <a:ext cx="44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600" baseline="30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2A01CA8-5D71-2C8A-0526-076CD8EF8C20}"/>
              </a:ext>
            </a:extLst>
          </p:cNvPr>
          <p:cNvCxnSpPr>
            <a:cxnSpLocks/>
          </p:cNvCxnSpPr>
          <p:nvPr/>
        </p:nvCxnSpPr>
        <p:spPr>
          <a:xfrm>
            <a:off x="1798373" y="1806955"/>
            <a:ext cx="764621" cy="441454"/>
          </a:xfrm>
          <a:prstGeom prst="straightConnector1">
            <a:avLst/>
          </a:prstGeom>
          <a:ln cap="rnd">
            <a:solidFill>
              <a:schemeClr val="accent6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2187044-015D-CD95-1BDA-D91CAD2D720C}"/>
              </a:ext>
            </a:extLst>
          </p:cNvPr>
          <p:cNvCxnSpPr>
            <a:cxnSpLocks/>
          </p:cNvCxnSpPr>
          <p:nvPr/>
        </p:nvCxnSpPr>
        <p:spPr>
          <a:xfrm flipH="1">
            <a:off x="648029" y="1804823"/>
            <a:ext cx="1151808" cy="203094"/>
          </a:xfrm>
          <a:prstGeom prst="straightConnector1">
            <a:avLst/>
          </a:prstGeom>
          <a:ln cap="rnd">
            <a:solidFill>
              <a:srgbClr val="FF0000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A8A585F6-E113-28D4-FFD6-360A1AB393D9}"/>
              </a:ext>
            </a:extLst>
          </p:cNvPr>
          <p:cNvSpPr txBox="1"/>
          <p:nvPr/>
        </p:nvSpPr>
        <p:spPr>
          <a:xfrm>
            <a:off x="266340" y="2063185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57D4DD9-FE25-D81B-9CC0-19458A77D6F7}"/>
              </a:ext>
            </a:extLst>
          </p:cNvPr>
          <p:cNvCxnSpPr>
            <a:cxnSpLocks/>
          </p:cNvCxnSpPr>
          <p:nvPr/>
        </p:nvCxnSpPr>
        <p:spPr>
          <a:xfrm flipV="1">
            <a:off x="1800223" y="666750"/>
            <a:ext cx="0" cy="1141095"/>
          </a:xfrm>
          <a:prstGeom prst="straightConnector1">
            <a:avLst/>
          </a:prstGeom>
          <a:ln cap="rnd">
            <a:solidFill>
              <a:srgbClr val="0070C0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54FBB333-ABD7-62E8-2CF7-4E237BF3389F}"/>
              </a:ext>
            </a:extLst>
          </p:cNvPr>
          <p:cNvSpPr/>
          <p:nvPr/>
        </p:nvSpPr>
        <p:spPr>
          <a:xfrm>
            <a:off x="1751690" y="638046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9F7B4EB-4B1F-E0C1-4133-68137B1D7351}"/>
              </a:ext>
            </a:extLst>
          </p:cNvPr>
          <p:cNvCxnSpPr>
            <a:cxnSpLocks/>
          </p:cNvCxnSpPr>
          <p:nvPr/>
        </p:nvCxnSpPr>
        <p:spPr>
          <a:xfrm flipV="1">
            <a:off x="1800223" y="354330"/>
            <a:ext cx="0" cy="300990"/>
          </a:xfrm>
          <a:prstGeom prst="straightConnector1">
            <a:avLst/>
          </a:prstGeom>
          <a:ln cap="rnd">
            <a:solidFill>
              <a:srgbClr val="0070C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1B75D84B-E7D6-76D4-CB0E-98624616C422}"/>
              </a:ext>
            </a:extLst>
          </p:cNvPr>
          <p:cNvSpPr/>
          <p:nvPr/>
        </p:nvSpPr>
        <p:spPr>
          <a:xfrm rot="7200000">
            <a:off x="2537417" y="2240039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BA5408C-E665-5AA4-EFFA-EB107B530537}"/>
              </a:ext>
            </a:extLst>
          </p:cNvPr>
          <p:cNvCxnSpPr>
            <a:cxnSpLocks/>
          </p:cNvCxnSpPr>
          <p:nvPr/>
        </p:nvCxnSpPr>
        <p:spPr>
          <a:xfrm>
            <a:off x="2587776" y="2263070"/>
            <a:ext cx="452161" cy="261055"/>
          </a:xfrm>
          <a:prstGeom prst="straightConnector1">
            <a:avLst/>
          </a:prstGeom>
          <a:ln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llipse 58">
            <a:extLst>
              <a:ext uri="{FF2B5EF4-FFF2-40B4-BE49-F238E27FC236}">
                <a16:creationId xmlns:a16="http://schemas.microsoft.com/office/drawing/2014/main" id="{9454871C-52AD-8F91-18AA-BD4E92EF7F5C}"/>
              </a:ext>
            </a:extLst>
          </p:cNvPr>
          <p:cNvSpPr/>
          <p:nvPr/>
        </p:nvSpPr>
        <p:spPr>
          <a:xfrm rot="-6000000">
            <a:off x="575605" y="1989453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285AB4A1-BA54-2E40-E3EE-B23F599BC4DF}"/>
              </a:ext>
            </a:extLst>
          </p:cNvPr>
          <p:cNvCxnSpPr>
            <a:cxnSpLocks/>
          </p:cNvCxnSpPr>
          <p:nvPr/>
        </p:nvCxnSpPr>
        <p:spPr>
          <a:xfrm flipH="1">
            <a:off x="399473" y="2012411"/>
            <a:ext cx="223758" cy="39454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3DDE818E-549C-BC62-416A-53D7839795C1}"/>
              </a:ext>
            </a:extLst>
          </p:cNvPr>
          <p:cNvSpPr txBox="1"/>
          <p:nvPr/>
        </p:nvSpPr>
        <p:spPr>
          <a:xfrm>
            <a:off x="2806299" y="2491378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6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72781AD-A368-A4EF-7B78-D0B0EC05511B}"/>
              </a:ext>
            </a:extLst>
          </p:cNvPr>
          <p:cNvSpPr txBox="1"/>
          <p:nvPr/>
        </p:nvSpPr>
        <p:spPr>
          <a:xfrm>
            <a:off x="1796413" y="232420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C3F4F55-D3EE-DEE0-5E2B-00868F592A81}"/>
              </a:ext>
            </a:extLst>
          </p:cNvPr>
          <p:cNvCxnSpPr>
            <a:cxnSpLocks/>
          </p:cNvCxnSpPr>
          <p:nvPr/>
        </p:nvCxnSpPr>
        <p:spPr>
          <a:xfrm>
            <a:off x="1188720" y="920115"/>
            <a:ext cx="611504" cy="887325"/>
          </a:xfrm>
          <a:prstGeom prst="line">
            <a:avLst/>
          </a:prstGeom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4F430D3-4D06-F2A1-97D2-B34AD5D57694}"/>
              </a:ext>
            </a:extLst>
          </p:cNvPr>
          <p:cNvCxnSpPr>
            <a:cxnSpLocks/>
          </p:cNvCxnSpPr>
          <p:nvPr/>
        </p:nvCxnSpPr>
        <p:spPr>
          <a:xfrm>
            <a:off x="735330" y="1725930"/>
            <a:ext cx="1064894" cy="81510"/>
          </a:xfrm>
          <a:prstGeom prst="line">
            <a:avLst/>
          </a:prstGeom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4F39510D-4DFE-DF36-1F9D-2CFE1BC29FE3}"/>
              </a:ext>
            </a:extLst>
          </p:cNvPr>
          <p:cNvCxnSpPr>
            <a:cxnSpLocks/>
          </p:cNvCxnSpPr>
          <p:nvPr/>
        </p:nvCxnSpPr>
        <p:spPr>
          <a:xfrm>
            <a:off x="1013768" y="1565892"/>
            <a:ext cx="0" cy="626137"/>
          </a:xfrm>
          <a:prstGeom prst="line">
            <a:avLst/>
          </a:prstGeom>
          <a:ln w="9525" cap="rnd">
            <a:solidFill>
              <a:schemeClr val="accent5"/>
            </a:solidFill>
            <a:prstDash val="sysDash"/>
            <a:round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D1E73E4-D6CB-8D93-CA16-B60727C3BDA4}"/>
              </a:ext>
            </a:extLst>
          </p:cNvPr>
          <p:cNvCxnSpPr>
            <a:cxnSpLocks/>
          </p:cNvCxnSpPr>
          <p:nvPr/>
        </p:nvCxnSpPr>
        <p:spPr>
          <a:xfrm flipV="1">
            <a:off x="1019752" y="1805911"/>
            <a:ext cx="778178" cy="383417"/>
          </a:xfrm>
          <a:prstGeom prst="line">
            <a:avLst/>
          </a:prstGeom>
          <a:ln w="9525" cap="rnd">
            <a:solidFill>
              <a:schemeClr val="accent5"/>
            </a:solidFill>
            <a:round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Bogen 85">
            <a:extLst>
              <a:ext uri="{FF2B5EF4-FFF2-40B4-BE49-F238E27FC236}">
                <a16:creationId xmlns:a16="http://schemas.microsoft.com/office/drawing/2014/main" id="{176901BA-4DF6-C6E0-2545-02D139C6F604}"/>
              </a:ext>
            </a:extLst>
          </p:cNvPr>
          <p:cNvSpPr/>
          <p:nvPr/>
        </p:nvSpPr>
        <p:spPr>
          <a:xfrm>
            <a:off x="602222" y="1266075"/>
            <a:ext cx="2380886" cy="1056168"/>
          </a:xfrm>
          <a:prstGeom prst="arc">
            <a:avLst>
              <a:gd name="adj1" fmla="val 9170168"/>
              <a:gd name="adj2" fmla="val 10154892"/>
            </a:avLst>
          </a:prstGeom>
          <a:ln w="19050" cap="rnd">
            <a:solidFill>
              <a:schemeClr val="accent5"/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Bogen 95">
            <a:extLst>
              <a:ext uri="{FF2B5EF4-FFF2-40B4-BE49-F238E27FC236}">
                <a16:creationId xmlns:a16="http://schemas.microsoft.com/office/drawing/2014/main" id="{D26C2DFA-FDAC-715D-732E-54E24B9EA753}"/>
              </a:ext>
            </a:extLst>
          </p:cNvPr>
          <p:cNvSpPr/>
          <p:nvPr/>
        </p:nvSpPr>
        <p:spPr>
          <a:xfrm rot="5400000">
            <a:off x="1377320" y="1439183"/>
            <a:ext cx="842120" cy="709952"/>
          </a:xfrm>
          <a:prstGeom prst="arc">
            <a:avLst>
              <a:gd name="adj1" fmla="val 6367961"/>
              <a:gd name="adj2" fmla="val 10777240"/>
            </a:avLst>
          </a:prstGeom>
          <a:ln w="19050" cap="rnd">
            <a:solidFill>
              <a:schemeClr val="accent5"/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35E238C0-D290-A1DF-09B2-C9480EBC9842}"/>
              </a:ext>
            </a:extLst>
          </p:cNvPr>
          <p:cNvSpPr txBox="1"/>
          <p:nvPr/>
        </p:nvSpPr>
        <p:spPr>
          <a:xfrm>
            <a:off x="1729568" y="1286872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solidFill>
                <a:schemeClr val="accent5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F5EB7FA-6804-8139-27FA-E6E46FE4D0B1}"/>
              </a:ext>
            </a:extLst>
          </p:cNvPr>
          <p:cNvSpPr txBox="1"/>
          <p:nvPr/>
        </p:nvSpPr>
        <p:spPr>
          <a:xfrm>
            <a:off x="689992" y="2208111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</a:p>
        </p:txBody>
      </p: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20C3E331-0782-613E-306B-BFB226998581}"/>
              </a:ext>
            </a:extLst>
          </p:cNvPr>
          <p:cNvCxnSpPr>
            <a:cxnSpLocks/>
          </p:cNvCxnSpPr>
          <p:nvPr/>
        </p:nvCxnSpPr>
        <p:spPr>
          <a:xfrm>
            <a:off x="1011863" y="1560177"/>
            <a:ext cx="788753" cy="243571"/>
          </a:xfrm>
          <a:prstGeom prst="line">
            <a:avLst/>
          </a:prstGeom>
          <a:ln cap="rnd">
            <a:solidFill>
              <a:schemeClr val="accent2">
                <a:lumMod val="75000"/>
              </a:schemeClr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1778097-3B51-0075-CE3F-68730958E662}"/>
              </a:ext>
            </a:extLst>
          </p:cNvPr>
          <p:cNvCxnSpPr>
            <a:cxnSpLocks/>
          </p:cNvCxnSpPr>
          <p:nvPr/>
        </p:nvCxnSpPr>
        <p:spPr>
          <a:xfrm flipH="1">
            <a:off x="2783517" y="675007"/>
            <a:ext cx="195694" cy="16492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C254872-63B1-4402-1337-718AB39BCBB6}"/>
              </a:ext>
            </a:extLst>
          </p:cNvPr>
          <p:cNvCxnSpPr>
            <a:cxnSpLocks/>
          </p:cNvCxnSpPr>
          <p:nvPr/>
        </p:nvCxnSpPr>
        <p:spPr>
          <a:xfrm flipH="1">
            <a:off x="2785422" y="1645057"/>
            <a:ext cx="195694" cy="16492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E9C4078-EB4E-F824-6263-56B7EE88453D}"/>
              </a:ext>
            </a:extLst>
          </p:cNvPr>
          <p:cNvCxnSpPr>
            <a:cxnSpLocks/>
          </p:cNvCxnSpPr>
          <p:nvPr/>
        </p:nvCxnSpPr>
        <p:spPr>
          <a:xfrm>
            <a:off x="2937822" y="716109"/>
            <a:ext cx="0" cy="961217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C3BAF4E-0C5B-2149-F738-D3C3D850135E}"/>
              </a:ext>
            </a:extLst>
          </p:cNvPr>
          <p:cNvSpPr txBox="1"/>
          <p:nvPr/>
        </p:nvSpPr>
        <p:spPr>
          <a:xfrm>
            <a:off x="2783517" y="1012051"/>
            <a:ext cx="5824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endParaRPr lang="de-DE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16805AF-282C-FDB2-299E-49ED045A3F9B}"/>
              </a:ext>
            </a:extLst>
          </p:cNvPr>
          <p:cNvCxnSpPr>
            <a:cxnSpLocks/>
          </p:cNvCxnSpPr>
          <p:nvPr/>
        </p:nvCxnSpPr>
        <p:spPr>
          <a:xfrm flipV="1">
            <a:off x="2786804" y="1807444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D52E329-7B23-C993-AFA6-3109340C428B}"/>
              </a:ext>
            </a:extLst>
          </p:cNvPr>
          <p:cNvCxnSpPr>
            <a:cxnSpLocks/>
          </p:cNvCxnSpPr>
          <p:nvPr/>
        </p:nvCxnSpPr>
        <p:spPr>
          <a:xfrm flipV="1">
            <a:off x="1828999" y="2613839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9B46850-9D83-583F-3547-B9A84BA7B55D}"/>
              </a:ext>
            </a:extLst>
          </p:cNvPr>
          <p:cNvCxnSpPr>
            <a:cxnSpLocks/>
          </p:cNvCxnSpPr>
          <p:nvPr/>
        </p:nvCxnSpPr>
        <p:spPr>
          <a:xfrm flipH="1">
            <a:off x="1831706" y="2039307"/>
            <a:ext cx="951250" cy="806576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C8779267-D76A-9B99-DE01-D1C9A4DFC975}"/>
              </a:ext>
            </a:extLst>
          </p:cNvPr>
          <p:cNvSpPr txBox="1"/>
          <p:nvPr/>
        </p:nvSpPr>
        <p:spPr>
          <a:xfrm>
            <a:off x="2122769" y="2363069"/>
            <a:ext cx="5824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A8D30F6-FAF2-FED1-79A6-0AA9F591F418}"/>
              </a:ext>
            </a:extLst>
          </p:cNvPr>
          <p:cNvCxnSpPr>
            <a:cxnSpLocks/>
          </p:cNvCxnSpPr>
          <p:nvPr/>
        </p:nvCxnSpPr>
        <p:spPr>
          <a:xfrm flipV="1">
            <a:off x="621280" y="2623582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1E0438C-EBDB-B595-D4D9-ABDF7D236681}"/>
              </a:ext>
            </a:extLst>
          </p:cNvPr>
          <p:cNvCxnSpPr>
            <a:cxnSpLocks/>
          </p:cNvCxnSpPr>
          <p:nvPr/>
        </p:nvCxnSpPr>
        <p:spPr>
          <a:xfrm flipH="1">
            <a:off x="621280" y="2837728"/>
            <a:ext cx="1207719" cy="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F2357EA2-FB61-845D-6606-43965A52666B}"/>
              </a:ext>
            </a:extLst>
          </p:cNvPr>
          <p:cNvSpPr txBox="1"/>
          <p:nvPr/>
        </p:nvSpPr>
        <p:spPr>
          <a:xfrm>
            <a:off x="933909" y="2784709"/>
            <a:ext cx="5824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endParaRPr lang="de-DE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" name="Parallelogramm 3">
            <a:extLst>
              <a:ext uri="{FF2B5EF4-FFF2-40B4-BE49-F238E27FC236}">
                <a16:creationId xmlns:a16="http://schemas.microsoft.com/office/drawing/2014/main" id="{CEAFF44E-B5DF-A531-7A43-C19B112AD620}"/>
              </a:ext>
            </a:extLst>
          </p:cNvPr>
          <p:cNvSpPr/>
          <p:nvPr/>
        </p:nvSpPr>
        <p:spPr>
          <a:xfrm rot="16200000" flipV="1">
            <a:off x="212222" y="1255344"/>
            <a:ext cx="1775174" cy="951977"/>
          </a:xfrm>
          <a:prstGeom prst="parallelogram">
            <a:avLst>
              <a:gd name="adj" fmla="val 85011"/>
            </a:avLst>
          </a:prstGeom>
          <a:solidFill>
            <a:schemeClr val="accent2">
              <a:alpha val="50000"/>
            </a:schemeClr>
          </a:solidFill>
          <a:ln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128E1A85-F78F-269B-C2F6-EAD7EBD78DC0}"/>
              </a:ext>
            </a:extLst>
          </p:cNvPr>
          <p:cNvSpPr/>
          <p:nvPr/>
        </p:nvSpPr>
        <p:spPr>
          <a:xfrm rot="16200000" flipV="1">
            <a:off x="1419941" y="1255343"/>
            <a:ext cx="1775174" cy="951977"/>
          </a:xfrm>
          <a:prstGeom prst="parallelogram">
            <a:avLst>
              <a:gd name="adj" fmla="val 85011"/>
            </a:avLst>
          </a:prstGeom>
          <a:solidFill>
            <a:schemeClr val="tx2">
              <a:lumMod val="50000"/>
              <a:lumOff val="50000"/>
              <a:alpha val="50000"/>
            </a:schemeClr>
          </a:solidFill>
          <a:ln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EA9D369-570A-2045-FB90-E54D9B5DCCAE}"/>
              </a:ext>
            </a:extLst>
          </p:cNvPr>
          <p:cNvSpPr txBox="1"/>
          <p:nvPr/>
        </p:nvSpPr>
        <p:spPr>
          <a:xfrm>
            <a:off x="808579" y="1542854"/>
            <a:ext cx="5824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7E353DF-00DF-DBC8-E37E-95FC998686DE}"/>
              </a:ext>
            </a:extLst>
          </p:cNvPr>
          <p:cNvSpPr txBox="1"/>
          <p:nvPr/>
        </p:nvSpPr>
        <p:spPr>
          <a:xfrm>
            <a:off x="2016101" y="1542854"/>
            <a:ext cx="5824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0577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arallelogramm 36">
            <a:extLst>
              <a:ext uri="{FF2B5EF4-FFF2-40B4-BE49-F238E27FC236}">
                <a16:creationId xmlns:a16="http://schemas.microsoft.com/office/drawing/2014/main" id="{70478F71-F7D9-710D-A29E-D25708D830CC}"/>
              </a:ext>
            </a:extLst>
          </p:cNvPr>
          <p:cNvSpPr/>
          <p:nvPr/>
        </p:nvSpPr>
        <p:spPr>
          <a:xfrm rot="8886906" flipV="1">
            <a:off x="892842" y="779259"/>
            <a:ext cx="1083426" cy="256126"/>
          </a:xfrm>
          <a:prstGeom prst="parallelogram">
            <a:avLst>
              <a:gd name="adj" fmla="val 117404"/>
            </a:avLst>
          </a:prstGeom>
          <a:solidFill>
            <a:schemeClr val="tx2">
              <a:lumMod val="50000"/>
              <a:lumOff val="50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arallelogramm 33">
            <a:extLst>
              <a:ext uri="{FF2B5EF4-FFF2-40B4-BE49-F238E27FC236}">
                <a16:creationId xmlns:a16="http://schemas.microsoft.com/office/drawing/2014/main" id="{7B95E9ED-C892-96C0-FA8C-2985F8592131}"/>
              </a:ext>
            </a:extLst>
          </p:cNvPr>
          <p:cNvSpPr/>
          <p:nvPr/>
        </p:nvSpPr>
        <p:spPr>
          <a:xfrm rot="8886906" flipV="1">
            <a:off x="1331976" y="766521"/>
            <a:ext cx="1298501" cy="444503"/>
          </a:xfrm>
          <a:prstGeom prst="parallelogram">
            <a:avLst>
              <a:gd name="adj" fmla="val 117404"/>
            </a:avLst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Parallelogramm 32">
            <a:extLst>
              <a:ext uri="{FF2B5EF4-FFF2-40B4-BE49-F238E27FC236}">
                <a16:creationId xmlns:a16="http://schemas.microsoft.com/office/drawing/2014/main" id="{3E018C06-2011-04CB-4AC5-B4C93974848F}"/>
              </a:ext>
            </a:extLst>
          </p:cNvPr>
          <p:cNvSpPr/>
          <p:nvPr/>
        </p:nvSpPr>
        <p:spPr>
          <a:xfrm rot="8886906" flipV="1">
            <a:off x="1981608" y="946891"/>
            <a:ext cx="1083426" cy="256126"/>
          </a:xfrm>
          <a:prstGeom prst="parallelogram">
            <a:avLst>
              <a:gd name="adj" fmla="val 117404"/>
            </a:avLst>
          </a:prstGeom>
          <a:solidFill>
            <a:schemeClr val="accent6">
              <a:lumMod val="40000"/>
              <a:lumOff val="60000"/>
            </a:schemeClr>
          </a:solidFill>
          <a:ln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6F510C7-822F-964F-2BDD-34A1574BB063}"/>
              </a:ext>
            </a:extLst>
          </p:cNvPr>
          <p:cNvCxnSpPr>
            <a:cxnSpLocks/>
          </p:cNvCxnSpPr>
          <p:nvPr/>
        </p:nvCxnSpPr>
        <p:spPr>
          <a:xfrm flipV="1">
            <a:off x="2386806" y="2726535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arallelogramm 31">
            <a:extLst>
              <a:ext uri="{FF2B5EF4-FFF2-40B4-BE49-F238E27FC236}">
                <a16:creationId xmlns:a16="http://schemas.microsoft.com/office/drawing/2014/main" id="{8E363910-024C-D3BF-B15E-0AEDB5DCF432}"/>
              </a:ext>
            </a:extLst>
          </p:cNvPr>
          <p:cNvSpPr/>
          <p:nvPr/>
        </p:nvSpPr>
        <p:spPr>
          <a:xfrm rot="16200000" flipV="1">
            <a:off x="1802360" y="1479954"/>
            <a:ext cx="1832319" cy="666920"/>
          </a:xfrm>
          <a:prstGeom prst="parallelogram">
            <a:avLst>
              <a:gd name="adj" fmla="val 62241"/>
            </a:avLst>
          </a:prstGeom>
          <a:solidFill>
            <a:schemeClr val="accent6">
              <a:lumMod val="40000"/>
              <a:lumOff val="60000"/>
            </a:schemeClr>
          </a:solidFill>
          <a:ln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1034CBB-05C1-4A84-AC19-11E0D019B95D}"/>
              </a:ext>
            </a:extLst>
          </p:cNvPr>
          <p:cNvCxnSpPr>
            <a:cxnSpLocks/>
          </p:cNvCxnSpPr>
          <p:nvPr/>
        </p:nvCxnSpPr>
        <p:spPr>
          <a:xfrm flipV="1">
            <a:off x="902811" y="2505918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1FB3827-54AB-D030-1807-D9EA6AE7CBD4}"/>
              </a:ext>
            </a:extLst>
          </p:cNvPr>
          <p:cNvCxnSpPr>
            <a:cxnSpLocks/>
          </p:cNvCxnSpPr>
          <p:nvPr/>
        </p:nvCxnSpPr>
        <p:spPr>
          <a:xfrm flipV="1">
            <a:off x="1299051" y="2567922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4E66948-962B-3EFF-95B8-381E1AE250A1}"/>
              </a:ext>
            </a:extLst>
          </p:cNvPr>
          <p:cNvCxnSpPr>
            <a:cxnSpLocks/>
          </p:cNvCxnSpPr>
          <p:nvPr/>
        </p:nvCxnSpPr>
        <p:spPr>
          <a:xfrm flipV="1">
            <a:off x="1988411" y="2669474"/>
            <a:ext cx="0" cy="27758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arallelogramm 3">
            <a:extLst>
              <a:ext uri="{FF2B5EF4-FFF2-40B4-BE49-F238E27FC236}">
                <a16:creationId xmlns:a16="http://schemas.microsoft.com/office/drawing/2014/main" id="{B9AB4D4D-24DC-E75B-78E3-2831F3CDF3A8}"/>
              </a:ext>
            </a:extLst>
          </p:cNvPr>
          <p:cNvSpPr/>
          <p:nvPr/>
        </p:nvSpPr>
        <p:spPr>
          <a:xfrm rot="16200000">
            <a:off x="884504" y="1573171"/>
            <a:ext cx="1523999" cy="671278"/>
          </a:xfrm>
          <a:prstGeom prst="parallelogram">
            <a:avLst>
              <a:gd name="adj" fmla="val 15110"/>
            </a:avLst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arallelogramm 13">
            <a:extLst>
              <a:ext uri="{FF2B5EF4-FFF2-40B4-BE49-F238E27FC236}">
                <a16:creationId xmlns:a16="http://schemas.microsoft.com/office/drawing/2014/main" id="{27DAB8A5-7D0C-CAEB-8AFC-0C23DE2FD779}"/>
              </a:ext>
            </a:extLst>
          </p:cNvPr>
          <p:cNvSpPr/>
          <p:nvPr/>
        </p:nvSpPr>
        <p:spPr>
          <a:xfrm rot="16200000">
            <a:off x="1452623" y="1799433"/>
            <a:ext cx="1480930" cy="385233"/>
          </a:xfrm>
          <a:prstGeom prst="parallelogram">
            <a:avLst>
              <a:gd name="adj" fmla="val 15110"/>
            </a:avLst>
          </a:prstGeom>
          <a:solidFill>
            <a:schemeClr val="accent6">
              <a:lumMod val="60000"/>
              <a:lumOff val="40000"/>
            </a:schemeClr>
          </a:solidFill>
          <a:ln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14B0F21-9AA3-933D-02A3-B51537F33BDC}"/>
              </a:ext>
            </a:extLst>
          </p:cNvPr>
          <p:cNvCxnSpPr>
            <a:cxnSpLocks/>
          </p:cNvCxnSpPr>
          <p:nvPr/>
        </p:nvCxnSpPr>
        <p:spPr>
          <a:xfrm flipH="1" flipV="1">
            <a:off x="472440" y="1477821"/>
            <a:ext cx="472440" cy="71279"/>
          </a:xfrm>
          <a:prstGeom prst="line">
            <a:avLst/>
          </a:prstGeom>
          <a:ln w="25400" cap="rnd">
            <a:solidFill>
              <a:srgbClr val="C00000"/>
            </a:solidFill>
            <a:round/>
            <a:headEnd type="none" w="lg" len="lg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Parallelogramm 1">
            <a:extLst>
              <a:ext uri="{FF2B5EF4-FFF2-40B4-BE49-F238E27FC236}">
                <a16:creationId xmlns:a16="http://schemas.microsoft.com/office/drawing/2014/main" id="{99336128-AF37-C614-8F76-4C242C99D3BA}"/>
              </a:ext>
            </a:extLst>
          </p:cNvPr>
          <p:cNvSpPr/>
          <p:nvPr/>
        </p:nvSpPr>
        <p:spPr>
          <a:xfrm rot="16200000">
            <a:off x="359663" y="1633454"/>
            <a:ext cx="1478627" cy="385233"/>
          </a:xfrm>
          <a:prstGeom prst="parallelogram">
            <a:avLst>
              <a:gd name="adj" fmla="val 15110"/>
            </a:avLst>
          </a:prstGeom>
          <a:solidFill>
            <a:schemeClr val="tx2">
              <a:lumMod val="50000"/>
              <a:lumOff val="50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6B47B1E-3533-CC59-2C1E-D6D92F52A42E}"/>
              </a:ext>
            </a:extLst>
          </p:cNvPr>
          <p:cNvCxnSpPr>
            <a:cxnSpLocks/>
          </p:cNvCxnSpPr>
          <p:nvPr/>
        </p:nvCxnSpPr>
        <p:spPr>
          <a:xfrm flipH="1" flipV="1">
            <a:off x="900424" y="2730791"/>
            <a:ext cx="398627" cy="60142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6481EDF-217A-8297-75FB-EB6E5268372F}"/>
              </a:ext>
            </a:extLst>
          </p:cNvPr>
          <p:cNvCxnSpPr>
            <a:cxnSpLocks/>
          </p:cNvCxnSpPr>
          <p:nvPr/>
        </p:nvCxnSpPr>
        <p:spPr>
          <a:xfrm flipH="1" flipV="1">
            <a:off x="1988411" y="2891311"/>
            <a:ext cx="398627" cy="60142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2511571-B585-296B-2BAF-24307B778775}"/>
              </a:ext>
            </a:extLst>
          </p:cNvPr>
          <p:cNvCxnSpPr>
            <a:cxnSpLocks/>
          </p:cNvCxnSpPr>
          <p:nvPr/>
        </p:nvCxnSpPr>
        <p:spPr>
          <a:xfrm flipH="1" flipV="1">
            <a:off x="1296604" y="2789028"/>
            <a:ext cx="691806" cy="104374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FE0A3DF7-D524-D607-0969-E0E147F55B50}"/>
              </a:ext>
            </a:extLst>
          </p:cNvPr>
          <p:cNvSpPr txBox="1"/>
          <p:nvPr/>
        </p:nvSpPr>
        <p:spPr>
          <a:xfrm>
            <a:off x="782486" y="2776813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DC3760A-A00B-09E2-0493-5779912E66E1}"/>
              </a:ext>
            </a:extLst>
          </p:cNvPr>
          <p:cNvSpPr txBox="1"/>
          <p:nvPr/>
        </p:nvSpPr>
        <p:spPr>
          <a:xfrm>
            <a:off x="1303440" y="2856089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9E373AB-39BE-4287-E867-7B31DF546302}"/>
              </a:ext>
            </a:extLst>
          </p:cNvPr>
          <p:cNvSpPr txBox="1"/>
          <p:nvPr/>
        </p:nvSpPr>
        <p:spPr>
          <a:xfrm>
            <a:off x="1869824" y="2942860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D6ECC37-C25A-F51C-CF61-C4D30EFEFF75}"/>
              </a:ext>
            </a:extLst>
          </p:cNvPr>
          <p:cNvSpPr txBox="1"/>
          <p:nvPr/>
        </p:nvSpPr>
        <p:spPr>
          <a:xfrm>
            <a:off x="2443160" y="1329577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400" baseline="-25000" dirty="0">
              <a:solidFill>
                <a:schemeClr val="accent6">
                  <a:lumMod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774B7B9-51C0-4B15-77F1-B5F2BB02EA7F}"/>
              </a:ext>
            </a:extLst>
          </p:cNvPr>
          <p:cNvCxnSpPr>
            <a:cxnSpLocks/>
          </p:cNvCxnSpPr>
          <p:nvPr/>
        </p:nvCxnSpPr>
        <p:spPr>
          <a:xfrm flipH="1" flipV="1">
            <a:off x="643276" y="2364639"/>
            <a:ext cx="1730528" cy="261089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01D26D0-2D03-B832-C656-E9FDBF2F5358}"/>
              </a:ext>
            </a:extLst>
          </p:cNvPr>
          <p:cNvCxnSpPr>
            <a:cxnSpLocks/>
          </p:cNvCxnSpPr>
          <p:nvPr/>
        </p:nvCxnSpPr>
        <p:spPr>
          <a:xfrm flipH="1" flipV="1">
            <a:off x="644616" y="1737583"/>
            <a:ext cx="253903" cy="38307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0281810-DD27-220C-5DAF-64BEF06A5BAC}"/>
              </a:ext>
            </a:extLst>
          </p:cNvPr>
          <p:cNvCxnSpPr>
            <a:cxnSpLocks/>
          </p:cNvCxnSpPr>
          <p:nvPr/>
        </p:nvCxnSpPr>
        <p:spPr>
          <a:xfrm>
            <a:off x="683461" y="1742339"/>
            <a:ext cx="0" cy="62611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1C9E3E7-9AE7-8BAB-D673-AA289A0BF627}"/>
              </a:ext>
            </a:extLst>
          </p:cNvPr>
          <p:cNvCxnSpPr>
            <a:cxnSpLocks/>
          </p:cNvCxnSpPr>
          <p:nvPr/>
        </p:nvCxnSpPr>
        <p:spPr>
          <a:xfrm flipH="1" flipV="1">
            <a:off x="2743185" y="1819850"/>
            <a:ext cx="553445" cy="83500"/>
          </a:xfrm>
          <a:prstGeom prst="line">
            <a:avLst/>
          </a:prstGeom>
          <a:ln w="25400" cap="rnd">
            <a:solidFill>
              <a:srgbClr val="C00000"/>
            </a:solidFill>
            <a:round/>
            <a:headEnd type="triangle" w="lg" len="lg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08A1E4E0-A6EF-87C4-F7C2-C2B132350C0C}"/>
              </a:ext>
            </a:extLst>
          </p:cNvPr>
          <p:cNvGrpSpPr/>
          <p:nvPr/>
        </p:nvGrpSpPr>
        <p:grpSpPr>
          <a:xfrm>
            <a:off x="2934387" y="1366412"/>
            <a:ext cx="616419" cy="457149"/>
            <a:chOff x="3066650" y="1392188"/>
            <a:chExt cx="616419" cy="457149"/>
          </a:xfrm>
        </p:grpSpPr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365B5B80-3EE6-8469-65B6-4658D8B9ADDD}"/>
                </a:ext>
              </a:extLst>
            </p:cNvPr>
            <p:cNvSpPr txBox="1"/>
            <p:nvPr/>
          </p:nvSpPr>
          <p:spPr>
            <a:xfrm>
              <a:off x="3066650" y="1541560"/>
              <a:ext cx="5824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i="1" dirty="0">
                  <a:solidFill>
                    <a:srgbClr val="C0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Q</a:t>
              </a:r>
              <a:endParaRPr lang="de-DE" sz="14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68A2893C-C24D-2DCC-6B63-EAC7BEF1A23E}"/>
                </a:ext>
              </a:extLst>
            </p:cNvPr>
            <p:cNvSpPr txBox="1"/>
            <p:nvPr/>
          </p:nvSpPr>
          <p:spPr>
            <a:xfrm>
              <a:off x="3100609" y="1392188"/>
              <a:ext cx="5824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solidFill>
                    <a:srgbClr val="C0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.</a:t>
              </a:r>
            </a:p>
          </p:txBody>
        </p:sp>
      </p:grpSp>
      <p:sp>
        <p:nvSpPr>
          <p:cNvPr id="48" name="Textfeld 47">
            <a:extLst>
              <a:ext uri="{FF2B5EF4-FFF2-40B4-BE49-F238E27FC236}">
                <a16:creationId xmlns:a16="http://schemas.microsoft.com/office/drawing/2014/main" id="{1D668DC4-9DFD-9A55-B2ED-FF06B0D89725}"/>
              </a:ext>
            </a:extLst>
          </p:cNvPr>
          <p:cNvSpPr txBox="1"/>
          <p:nvPr/>
        </p:nvSpPr>
        <p:spPr>
          <a:xfrm>
            <a:off x="-89420" y="1900871"/>
            <a:ext cx="98467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dirty="0" err="1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Δ</a:t>
            </a:r>
            <a:r>
              <a:rPr lang="de-DE" sz="14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ges</a:t>
            </a:r>
            <a:endParaRPr lang="de-DE" sz="14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50196FA-5767-6E8A-6328-05420E91C2AE}"/>
              </a:ext>
            </a:extLst>
          </p:cNvPr>
          <p:cNvSpPr txBox="1"/>
          <p:nvPr/>
        </p:nvSpPr>
        <p:spPr>
          <a:xfrm>
            <a:off x="821056" y="1543059"/>
            <a:ext cx="3864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4335923-80FA-FE9D-6195-95DAAB2B9B1F}"/>
              </a:ext>
            </a:extLst>
          </p:cNvPr>
          <p:cNvCxnSpPr>
            <a:cxnSpLocks/>
          </p:cNvCxnSpPr>
          <p:nvPr/>
        </p:nvCxnSpPr>
        <p:spPr>
          <a:xfrm flipH="1" flipV="1">
            <a:off x="902970" y="1779270"/>
            <a:ext cx="394335" cy="27051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FA7C418-FC7F-7408-ECE4-F5C0928B4377}"/>
              </a:ext>
            </a:extLst>
          </p:cNvPr>
          <p:cNvCxnSpPr>
            <a:cxnSpLocks/>
          </p:cNvCxnSpPr>
          <p:nvPr/>
        </p:nvCxnSpPr>
        <p:spPr>
          <a:xfrm flipH="1" flipV="1">
            <a:off x="1299210" y="2047875"/>
            <a:ext cx="689610" cy="28575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2DB5E5F-AAC0-7C8F-FC63-749A0546CCD2}"/>
              </a:ext>
            </a:extLst>
          </p:cNvPr>
          <p:cNvCxnSpPr>
            <a:cxnSpLocks/>
          </p:cNvCxnSpPr>
          <p:nvPr/>
        </p:nvCxnSpPr>
        <p:spPr>
          <a:xfrm flipH="1" flipV="1">
            <a:off x="1986915" y="2333625"/>
            <a:ext cx="400050" cy="28956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4FA2E2AE-C99A-5DAB-8B2D-236B97740638}"/>
              </a:ext>
            </a:extLst>
          </p:cNvPr>
          <p:cNvSpPr/>
          <p:nvPr/>
        </p:nvSpPr>
        <p:spPr>
          <a:xfrm>
            <a:off x="868280" y="1746149"/>
            <a:ext cx="68803" cy="688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267E79CD-CCA5-C621-7E17-260F829E394D}"/>
              </a:ext>
            </a:extLst>
          </p:cNvPr>
          <p:cNvSpPr/>
          <p:nvPr/>
        </p:nvSpPr>
        <p:spPr>
          <a:xfrm>
            <a:off x="1263323" y="2015708"/>
            <a:ext cx="68803" cy="688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E90ED9D-0334-7239-72A4-54A1500667C0}"/>
              </a:ext>
            </a:extLst>
          </p:cNvPr>
          <p:cNvSpPr/>
          <p:nvPr/>
        </p:nvSpPr>
        <p:spPr>
          <a:xfrm>
            <a:off x="1954748" y="2299996"/>
            <a:ext cx="68803" cy="688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0939467D-AEC9-AC58-D5A9-1EDDBCD0C181}"/>
              </a:ext>
            </a:extLst>
          </p:cNvPr>
          <p:cNvSpPr/>
          <p:nvPr/>
        </p:nvSpPr>
        <p:spPr>
          <a:xfrm>
            <a:off x="2351447" y="2590636"/>
            <a:ext cx="68803" cy="688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A29675E-6ED1-0F97-3FB6-9D112FCA11DA}"/>
              </a:ext>
            </a:extLst>
          </p:cNvPr>
          <p:cNvSpPr txBox="1"/>
          <p:nvPr/>
        </p:nvSpPr>
        <p:spPr>
          <a:xfrm>
            <a:off x="1222619" y="1807215"/>
            <a:ext cx="3916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24E35AC-3F3A-0269-66A3-13120EF1E328}"/>
              </a:ext>
            </a:extLst>
          </p:cNvPr>
          <p:cNvSpPr txBox="1"/>
          <p:nvPr/>
        </p:nvSpPr>
        <p:spPr>
          <a:xfrm>
            <a:off x="1658470" y="2002727"/>
            <a:ext cx="3779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D0A79CB-F1E1-4A87-E368-59480389E581}"/>
              </a:ext>
            </a:extLst>
          </p:cNvPr>
          <p:cNvSpPr txBox="1"/>
          <p:nvPr/>
        </p:nvSpPr>
        <p:spPr>
          <a:xfrm>
            <a:off x="2064035" y="2231697"/>
            <a:ext cx="3762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5B2F927-9CC4-5CD4-0CF5-87790FF9898F}"/>
              </a:ext>
            </a:extLst>
          </p:cNvPr>
          <p:cNvSpPr txBox="1"/>
          <p:nvPr/>
        </p:nvSpPr>
        <p:spPr>
          <a:xfrm>
            <a:off x="908645" y="1117042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tx2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tx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92AD19-9AC5-60B3-5A4A-8C90BB0D967E}"/>
              </a:ext>
            </a:extLst>
          </p:cNvPr>
          <p:cNvSpPr txBox="1"/>
          <p:nvPr/>
        </p:nvSpPr>
        <p:spPr>
          <a:xfrm>
            <a:off x="1459233" y="1205036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2">
                    <a:lumMod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E5E0C786-34D1-D3C7-42BD-D7A7463C0A42}"/>
              </a:ext>
            </a:extLst>
          </p:cNvPr>
          <p:cNvSpPr txBox="1"/>
          <p:nvPr/>
        </p:nvSpPr>
        <p:spPr>
          <a:xfrm>
            <a:off x="2007983" y="1291181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accent6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619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7E45-6C70-E83E-8589-55ACF1F9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C86488C-5FC4-E403-D574-1E0AED2CDF01}"/>
              </a:ext>
            </a:extLst>
          </p:cNvPr>
          <p:cNvCxnSpPr>
            <a:cxnSpLocks/>
          </p:cNvCxnSpPr>
          <p:nvPr/>
        </p:nvCxnSpPr>
        <p:spPr>
          <a:xfrm flipV="1">
            <a:off x="2621814" y="2157218"/>
            <a:ext cx="0" cy="29694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4F500AD-ADF2-7201-6988-8EF32848DF01}"/>
              </a:ext>
            </a:extLst>
          </p:cNvPr>
          <p:cNvCxnSpPr>
            <a:cxnSpLocks/>
          </p:cNvCxnSpPr>
          <p:nvPr/>
        </p:nvCxnSpPr>
        <p:spPr>
          <a:xfrm flipH="1" flipV="1">
            <a:off x="359006" y="1407429"/>
            <a:ext cx="427281" cy="64466"/>
          </a:xfrm>
          <a:prstGeom prst="line">
            <a:avLst/>
          </a:prstGeom>
          <a:ln w="25400" cap="rnd">
            <a:solidFill>
              <a:srgbClr val="C00000"/>
            </a:solidFill>
            <a:round/>
            <a:headEnd type="none" w="lg" len="lg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B996453-B2C3-4DA6-0C23-941E24C4C15F}"/>
              </a:ext>
            </a:extLst>
          </p:cNvPr>
          <p:cNvGrpSpPr/>
          <p:nvPr/>
        </p:nvGrpSpPr>
        <p:grpSpPr>
          <a:xfrm rot="15688430">
            <a:off x="2023266" y="1138716"/>
            <a:ext cx="1486614" cy="498200"/>
            <a:chOff x="1522283" y="2706438"/>
            <a:chExt cx="1486614" cy="498200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4918A34A-BB1E-5266-8AC5-3881B2C32A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8665" y="2927055"/>
              <a:ext cx="0" cy="277583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F9486E2-7281-4342-4A42-2A1B6F9FD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4670" y="2706438"/>
              <a:ext cx="0" cy="277583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1C0D1C3-B807-4B4B-42BC-B04E17A8F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0910" y="2768442"/>
              <a:ext cx="0" cy="277583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72BB0515-7F19-9D5B-6793-AD924992E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0270" y="2869994"/>
              <a:ext cx="0" cy="277583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C1F10D7C-3214-00EF-9771-96537FEAE7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2283" y="2931311"/>
              <a:ext cx="398627" cy="60142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52B5E6A-6E5C-8CD0-EBD3-850EC15F1D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0270" y="3091831"/>
              <a:ext cx="398627" cy="60142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119EDF62-1D5B-689C-4BF4-717B9880DD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18463" y="2989548"/>
              <a:ext cx="691806" cy="104374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4C0C49-9073-9B10-FE72-7E235FB4ED08}"/>
              </a:ext>
            </a:extLst>
          </p:cNvPr>
          <p:cNvCxnSpPr>
            <a:cxnSpLocks/>
          </p:cNvCxnSpPr>
          <p:nvPr/>
        </p:nvCxnSpPr>
        <p:spPr>
          <a:xfrm flipV="1">
            <a:off x="708816" y="2549032"/>
            <a:ext cx="0" cy="26613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387DFF2-DEA1-4749-0762-5E288491BB17}"/>
              </a:ext>
            </a:extLst>
          </p:cNvPr>
          <p:cNvCxnSpPr>
            <a:cxnSpLocks/>
          </p:cNvCxnSpPr>
          <p:nvPr/>
        </p:nvCxnSpPr>
        <p:spPr>
          <a:xfrm flipV="1">
            <a:off x="2116679" y="2755270"/>
            <a:ext cx="0" cy="26613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FD997E2-CEA9-F378-0A44-65951E76D003}"/>
              </a:ext>
            </a:extLst>
          </p:cNvPr>
          <p:cNvGrpSpPr/>
          <p:nvPr/>
        </p:nvGrpSpPr>
        <p:grpSpPr>
          <a:xfrm rot="16708596" flipV="1">
            <a:off x="530482" y="613220"/>
            <a:ext cx="2172192" cy="1963730"/>
            <a:chOff x="892842" y="766521"/>
            <a:chExt cx="2172192" cy="1965994"/>
          </a:xfrm>
        </p:grpSpPr>
        <p:sp>
          <p:nvSpPr>
            <p:cNvPr id="37" name="Parallelogramm 36">
              <a:extLst>
                <a:ext uri="{FF2B5EF4-FFF2-40B4-BE49-F238E27FC236}">
                  <a16:creationId xmlns:a16="http://schemas.microsoft.com/office/drawing/2014/main" id="{8D307D85-E045-5FD2-1D1F-AFC6818A6869}"/>
                </a:ext>
              </a:extLst>
            </p:cNvPr>
            <p:cNvSpPr/>
            <p:nvPr/>
          </p:nvSpPr>
          <p:spPr>
            <a:xfrm rot="8886906" flipV="1">
              <a:off x="892842" y="779259"/>
              <a:ext cx="1083426" cy="256126"/>
            </a:xfrm>
            <a:prstGeom prst="parallelogram">
              <a:avLst>
                <a:gd name="adj" fmla="val 117404"/>
              </a:avLst>
            </a:prstGeom>
            <a:solidFill>
              <a:schemeClr val="tx2">
                <a:lumMod val="50000"/>
                <a:lumOff val="50000"/>
              </a:schemeClr>
            </a:solidFill>
            <a:ln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Parallelogramm 33">
              <a:extLst>
                <a:ext uri="{FF2B5EF4-FFF2-40B4-BE49-F238E27FC236}">
                  <a16:creationId xmlns:a16="http://schemas.microsoft.com/office/drawing/2014/main" id="{3BF3D061-2EA4-97F9-F3D1-AC0F1058DD00}"/>
                </a:ext>
              </a:extLst>
            </p:cNvPr>
            <p:cNvSpPr/>
            <p:nvPr/>
          </p:nvSpPr>
          <p:spPr>
            <a:xfrm rot="8886906" flipV="1">
              <a:off x="1331976" y="766521"/>
              <a:ext cx="1298501" cy="444503"/>
            </a:xfrm>
            <a:prstGeom prst="parallelogram">
              <a:avLst>
                <a:gd name="adj" fmla="val 117404"/>
              </a:avLst>
            </a:prstGeom>
            <a:solidFill>
              <a:schemeClr val="accent2">
                <a:lumMod val="60000"/>
                <a:lumOff val="40000"/>
              </a:schemeClr>
            </a:solidFill>
            <a:ln cap="rnd">
              <a:solidFill>
                <a:schemeClr val="accent2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Parallelogramm 32">
              <a:extLst>
                <a:ext uri="{FF2B5EF4-FFF2-40B4-BE49-F238E27FC236}">
                  <a16:creationId xmlns:a16="http://schemas.microsoft.com/office/drawing/2014/main" id="{A8A88F94-5E29-CBD7-2891-94E0D40583C6}"/>
                </a:ext>
              </a:extLst>
            </p:cNvPr>
            <p:cNvSpPr/>
            <p:nvPr/>
          </p:nvSpPr>
          <p:spPr>
            <a:xfrm rot="8886906" flipV="1">
              <a:off x="1981608" y="946891"/>
              <a:ext cx="1083426" cy="256126"/>
            </a:xfrm>
            <a:prstGeom prst="parallelogram">
              <a:avLst>
                <a:gd name="adj" fmla="val 117404"/>
              </a:avLst>
            </a:prstGeom>
            <a:solidFill>
              <a:schemeClr val="accent6">
                <a:lumMod val="40000"/>
                <a:lumOff val="60000"/>
              </a:schemeClr>
            </a:solidFill>
            <a:ln cap="rnd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Parallelogramm 31">
              <a:extLst>
                <a:ext uri="{FF2B5EF4-FFF2-40B4-BE49-F238E27FC236}">
                  <a16:creationId xmlns:a16="http://schemas.microsoft.com/office/drawing/2014/main" id="{3D7E949C-B796-0C33-2E38-42E3643477F1}"/>
                </a:ext>
              </a:extLst>
            </p:cNvPr>
            <p:cNvSpPr/>
            <p:nvPr/>
          </p:nvSpPr>
          <p:spPr>
            <a:xfrm rot="16200000" flipV="1">
              <a:off x="1802360" y="1479954"/>
              <a:ext cx="1832319" cy="666920"/>
            </a:xfrm>
            <a:prstGeom prst="parallelogram">
              <a:avLst>
                <a:gd name="adj" fmla="val 62241"/>
              </a:avLst>
            </a:prstGeom>
            <a:solidFill>
              <a:schemeClr val="accent6">
                <a:lumMod val="40000"/>
                <a:lumOff val="60000"/>
              </a:schemeClr>
            </a:solidFill>
            <a:ln cap="rnd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Parallelogramm 3">
              <a:extLst>
                <a:ext uri="{FF2B5EF4-FFF2-40B4-BE49-F238E27FC236}">
                  <a16:creationId xmlns:a16="http://schemas.microsoft.com/office/drawing/2014/main" id="{C4A81CF1-4F70-6C76-2DB8-ABD885B1D02B}"/>
                </a:ext>
              </a:extLst>
            </p:cNvPr>
            <p:cNvSpPr/>
            <p:nvPr/>
          </p:nvSpPr>
          <p:spPr>
            <a:xfrm rot="16200000">
              <a:off x="884504" y="1573171"/>
              <a:ext cx="1523999" cy="671278"/>
            </a:xfrm>
            <a:prstGeom prst="parallelogram">
              <a:avLst>
                <a:gd name="adj" fmla="val 15110"/>
              </a:avLst>
            </a:prstGeom>
            <a:solidFill>
              <a:schemeClr val="accent2">
                <a:lumMod val="60000"/>
                <a:lumOff val="40000"/>
              </a:schemeClr>
            </a:solidFill>
            <a:ln cap="rnd">
              <a:solidFill>
                <a:schemeClr val="accent2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Parallelogramm 13">
              <a:extLst>
                <a:ext uri="{FF2B5EF4-FFF2-40B4-BE49-F238E27FC236}">
                  <a16:creationId xmlns:a16="http://schemas.microsoft.com/office/drawing/2014/main" id="{24436CA1-5C5F-535D-47FF-4C9F8D5AB165}"/>
                </a:ext>
              </a:extLst>
            </p:cNvPr>
            <p:cNvSpPr/>
            <p:nvPr/>
          </p:nvSpPr>
          <p:spPr>
            <a:xfrm rot="16200000">
              <a:off x="1452623" y="1799433"/>
              <a:ext cx="1480930" cy="385233"/>
            </a:xfrm>
            <a:prstGeom prst="parallelogram">
              <a:avLst>
                <a:gd name="adj" fmla="val 15110"/>
              </a:avLst>
            </a:prstGeom>
            <a:solidFill>
              <a:schemeClr val="accent6">
                <a:lumMod val="60000"/>
                <a:lumOff val="40000"/>
              </a:schemeClr>
            </a:solidFill>
            <a:ln cap="rnd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" name="Parallelogramm 1">
              <a:extLst>
                <a:ext uri="{FF2B5EF4-FFF2-40B4-BE49-F238E27FC236}">
                  <a16:creationId xmlns:a16="http://schemas.microsoft.com/office/drawing/2014/main" id="{5D60F91A-C1B5-9C57-F0AB-513E5355817E}"/>
                </a:ext>
              </a:extLst>
            </p:cNvPr>
            <p:cNvSpPr/>
            <p:nvPr/>
          </p:nvSpPr>
          <p:spPr>
            <a:xfrm rot="16200000">
              <a:off x="359663" y="1633454"/>
              <a:ext cx="1478627" cy="385233"/>
            </a:xfrm>
            <a:prstGeom prst="parallelogram">
              <a:avLst>
                <a:gd name="adj" fmla="val 15110"/>
              </a:avLst>
            </a:prstGeom>
            <a:solidFill>
              <a:schemeClr val="tx2">
                <a:lumMod val="50000"/>
                <a:lumOff val="50000"/>
              </a:schemeClr>
            </a:solidFill>
            <a:ln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F06B600C-0DAF-5A88-343F-4DC02DC60DDA}"/>
              </a:ext>
            </a:extLst>
          </p:cNvPr>
          <p:cNvSpPr txBox="1"/>
          <p:nvPr/>
        </p:nvSpPr>
        <p:spPr>
          <a:xfrm>
            <a:off x="2725048" y="1171932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9E36F01-3549-06AC-193F-33084AC70E3C}"/>
              </a:ext>
            </a:extLst>
          </p:cNvPr>
          <p:cNvSpPr txBox="1"/>
          <p:nvPr/>
        </p:nvSpPr>
        <p:spPr>
          <a:xfrm>
            <a:off x="2725048" y="655196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98B646B-6270-3BF0-9F6F-14EA2629DAA2}"/>
              </a:ext>
            </a:extLst>
          </p:cNvPr>
          <p:cNvSpPr txBox="1"/>
          <p:nvPr/>
        </p:nvSpPr>
        <p:spPr>
          <a:xfrm>
            <a:off x="2725048" y="1868569"/>
            <a:ext cx="58246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E58DDEA-00EB-E1BD-5F36-E360F8630424}"/>
              </a:ext>
            </a:extLst>
          </p:cNvPr>
          <p:cNvCxnSpPr>
            <a:cxnSpLocks/>
          </p:cNvCxnSpPr>
          <p:nvPr/>
        </p:nvCxnSpPr>
        <p:spPr>
          <a:xfrm flipH="1" flipV="1">
            <a:off x="708209" y="2760311"/>
            <a:ext cx="1408470" cy="212499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0EEE63B-2D5C-A54F-3FAE-A236E1D723BD}"/>
              </a:ext>
            </a:extLst>
          </p:cNvPr>
          <p:cNvCxnSpPr>
            <a:cxnSpLocks/>
          </p:cNvCxnSpPr>
          <p:nvPr/>
        </p:nvCxnSpPr>
        <p:spPr>
          <a:xfrm flipH="1" flipV="1">
            <a:off x="2382151" y="1712385"/>
            <a:ext cx="791736" cy="119451"/>
          </a:xfrm>
          <a:prstGeom prst="line">
            <a:avLst/>
          </a:prstGeom>
          <a:ln w="25400" cap="rnd">
            <a:solidFill>
              <a:srgbClr val="C00000"/>
            </a:solidFill>
            <a:round/>
            <a:headEnd type="triangle" w="lg" len="lg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59C41673-6F03-B1D4-4995-0F2E77D2EEF0}"/>
              </a:ext>
            </a:extLst>
          </p:cNvPr>
          <p:cNvGrpSpPr/>
          <p:nvPr/>
        </p:nvGrpSpPr>
        <p:grpSpPr>
          <a:xfrm>
            <a:off x="2837252" y="1350743"/>
            <a:ext cx="616419" cy="457149"/>
            <a:chOff x="3066650" y="1392188"/>
            <a:chExt cx="616419" cy="457149"/>
          </a:xfrm>
        </p:grpSpPr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48C1943-E01D-0D07-7BE4-C26A60C8636E}"/>
                </a:ext>
              </a:extLst>
            </p:cNvPr>
            <p:cNvSpPr txBox="1"/>
            <p:nvPr/>
          </p:nvSpPr>
          <p:spPr>
            <a:xfrm>
              <a:off x="3066650" y="1541560"/>
              <a:ext cx="5824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i="1" dirty="0">
                  <a:solidFill>
                    <a:srgbClr val="C0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Q</a:t>
              </a:r>
              <a:endParaRPr lang="de-DE" sz="14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9CBDA96-7328-881C-753D-7DCD0E196606}"/>
                </a:ext>
              </a:extLst>
            </p:cNvPr>
            <p:cNvSpPr txBox="1"/>
            <p:nvPr/>
          </p:nvSpPr>
          <p:spPr>
            <a:xfrm>
              <a:off x="3100609" y="1392188"/>
              <a:ext cx="58246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solidFill>
                    <a:srgbClr val="C0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.</a:t>
              </a:r>
            </a:p>
          </p:txBody>
        </p:sp>
      </p:grpSp>
      <p:sp>
        <p:nvSpPr>
          <p:cNvPr id="49" name="Textfeld 48">
            <a:extLst>
              <a:ext uri="{FF2B5EF4-FFF2-40B4-BE49-F238E27FC236}">
                <a16:creationId xmlns:a16="http://schemas.microsoft.com/office/drawing/2014/main" id="{AEF1FC29-785B-C9F0-6CC0-86763C4D550B}"/>
              </a:ext>
            </a:extLst>
          </p:cNvPr>
          <p:cNvSpPr txBox="1"/>
          <p:nvPr/>
        </p:nvSpPr>
        <p:spPr>
          <a:xfrm>
            <a:off x="212461" y="1908461"/>
            <a:ext cx="3864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BAFDC77-7D81-CA72-0E9D-53D00B311376}"/>
              </a:ext>
            </a:extLst>
          </p:cNvPr>
          <p:cNvSpPr txBox="1"/>
          <p:nvPr/>
        </p:nvSpPr>
        <p:spPr>
          <a:xfrm>
            <a:off x="1164604" y="2868288"/>
            <a:ext cx="3762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endParaRPr lang="de-DE" sz="14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18A8F9C6-301A-BCED-0BA6-F51FEDCA81F7}"/>
              </a:ext>
            </a:extLst>
          </p:cNvPr>
          <p:cNvSpPr txBox="1"/>
          <p:nvPr/>
        </p:nvSpPr>
        <p:spPr>
          <a:xfrm>
            <a:off x="1268732" y="1795101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2">
                    <a:lumMod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178B4F14-2683-74AF-1710-17D1ADFC0215}"/>
              </a:ext>
            </a:extLst>
          </p:cNvPr>
          <p:cNvSpPr txBox="1"/>
          <p:nvPr/>
        </p:nvSpPr>
        <p:spPr>
          <a:xfrm>
            <a:off x="1269087" y="1253540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accent6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005D8C8-6DC6-70F8-2922-1C5FC4DED771}"/>
              </a:ext>
            </a:extLst>
          </p:cNvPr>
          <p:cNvSpPr txBox="1"/>
          <p:nvPr/>
        </p:nvSpPr>
        <p:spPr>
          <a:xfrm>
            <a:off x="1268732" y="2357432"/>
            <a:ext cx="3695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1400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B87FE9B-E584-555C-92AD-FCE2ABF498B7}"/>
              </a:ext>
            </a:extLst>
          </p:cNvPr>
          <p:cNvSpPr txBox="1"/>
          <p:nvPr/>
        </p:nvSpPr>
        <p:spPr>
          <a:xfrm>
            <a:off x="2042808" y="1712429"/>
            <a:ext cx="4586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400" baseline="-25000" dirty="0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347727F-8C70-299A-46DA-9DE2A3AF9453}"/>
              </a:ext>
            </a:extLst>
          </p:cNvPr>
          <p:cNvSpPr txBox="1"/>
          <p:nvPr/>
        </p:nvSpPr>
        <p:spPr>
          <a:xfrm>
            <a:off x="2079890" y="2181396"/>
            <a:ext cx="3851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400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1A169DAE-96F8-F30A-3BA2-1AD0333DB8CF}"/>
              </a:ext>
            </a:extLst>
          </p:cNvPr>
          <p:cNvSpPr txBox="1"/>
          <p:nvPr/>
        </p:nvSpPr>
        <p:spPr>
          <a:xfrm>
            <a:off x="2066960" y="1078411"/>
            <a:ext cx="3978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400" baseline="-25000" dirty="0">
                <a:solidFill>
                  <a:schemeClr val="accent6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C31FA387-BAFE-20D2-16A8-3CEE2D5C285C}"/>
              </a:ext>
            </a:extLst>
          </p:cNvPr>
          <p:cNvCxnSpPr>
            <a:cxnSpLocks/>
          </p:cNvCxnSpPr>
          <p:nvPr/>
        </p:nvCxnSpPr>
        <p:spPr>
          <a:xfrm flipH="1">
            <a:off x="2116679" y="2382922"/>
            <a:ext cx="501755" cy="589888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2A9B598F-FF60-7AB3-0D13-E7FF916EFD7C}"/>
              </a:ext>
            </a:extLst>
          </p:cNvPr>
          <p:cNvSpPr txBox="1"/>
          <p:nvPr/>
        </p:nvSpPr>
        <p:spPr>
          <a:xfrm>
            <a:off x="2257894" y="2625655"/>
            <a:ext cx="3762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endParaRPr lang="de-DE" sz="14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27D97F94-CB03-6F5D-115F-70FA4F83EA2D}"/>
              </a:ext>
            </a:extLst>
          </p:cNvPr>
          <p:cNvSpPr txBox="1"/>
          <p:nvPr/>
        </p:nvSpPr>
        <p:spPr>
          <a:xfrm>
            <a:off x="2884213" y="2305690"/>
            <a:ext cx="3864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4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1433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</Words>
  <Application>Microsoft Office PowerPoint</Application>
  <PresentationFormat>Benutzerdefiniert</PresentationFormat>
  <Paragraphs>41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79</cp:revision>
  <dcterms:created xsi:type="dcterms:W3CDTF">2025-08-17T20:55:38Z</dcterms:created>
  <dcterms:modified xsi:type="dcterms:W3CDTF">2026-03-16T16:55:27Z</dcterms:modified>
</cp:coreProperties>
</file>