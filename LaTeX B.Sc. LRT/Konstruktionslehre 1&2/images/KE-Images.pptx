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4" r:id="rId8"/>
    <p:sldId id="263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5" r:id="rId18"/>
    <p:sldId id="266" r:id="rId19"/>
    <p:sldId id="268" r:id="rId20"/>
    <p:sldId id="267" r:id="rId21"/>
    <p:sldId id="279" r:id="rId22"/>
    <p:sldId id="280" r:id="rId23"/>
    <p:sldId id="281" r:id="rId24"/>
    <p:sldId id="282" r:id="rId25"/>
    <p:sldId id="278" r:id="rId26"/>
    <p:sldId id="284" r:id="rId27"/>
    <p:sldId id="285" r:id="rId28"/>
    <p:sldId id="283" r:id="rId29"/>
    <p:sldId id="286" r:id="rId30"/>
    <p:sldId id="288" r:id="rId31"/>
    <p:sldId id="289" r:id="rId32"/>
    <p:sldId id="290" r:id="rId33"/>
    <p:sldId id="292" r:id="rId34"/>
    <p:sldId id="287" r:id="rId35"/>
    <p:sldId id="262" r:id="rId36"/>
    <p:sldId id="291" r:id="rId37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6FBD"/>
    <a:srgbClr val="3F7E31"/>
    <a:srgbClr val="8F45A3"/>
    <a:srgbClr val="129F57"/>
    <a:srgbClr val="FF9F2B"/>
    <a:srgbClr val="FFB94C"/>
    <a:srgbClr val="75EF9B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7" autoAdjust="0"/>
    <p:restoredTop sz="94660"/>
  </p:normalViewPr>
  <p:slideViewPr>
    <p:cSldViewPr snapToGrid="0">
      <p:cViewPr varScale="1">
        <p:scale>
          <a:sx n="214" d="100"/>
          <a:sy n="214" d="100"/>
        </p:scale>
        <p:origin x="4325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663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43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610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0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07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09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952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005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405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60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2766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4D7A0-D8C8-4B74-9611-9A000801FA36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59D50-380F-468C-A9BC-DFE28D93B0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3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7E7FA9-3115-8541-2096-0981A2E60E1E}"/>
              </a:ext>
            </a:extLst>
          </p:cNvPr>
          <p:cNvSpPr/>
          <p:nvPr/>
        </p:nvSpPr>
        <p:spPr>
          <a:xfrm>
            <a:off x="245894" y="1503545"/>
            <a:ext cx="1225051" cy="203405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BFEE736-25C8-7B7C-592D-E55A75BE2887}"/>
              </a:ext>
            </a:extLst>
          </p:cNvPr>
          <p:cNvSpPr/>
          <p:nvPr/>
        </p:nvSpPr>
        <p:spPr>
          <a:xfrm>
            <a:off x="2129505" y="1503544"/>
            <a:ext cx="658560" cy="203405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7AC0624-A741-DCE7-43C6-1CE3ED65A7AD}"/>
              </a:ext>
            </a:extLst>
          </p:cNvPr>
          <p:cNvSpPr/>
          <p:nvPr/>
        </p:nvSpPr>
        <p:spPr>
          <a:xfrm>
            <a:off x="812385" y="1726000"/>
            <a:ext cx="658560" cy="3254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58E0E96-492A-CEE2-9921-C48B61219B64}"/>
              </a:ext>
            </a:extLst>
          </p:cNvPr>
          <p:cNvSpPr/>
          <p:nvPr/>
        </p:nvSpPr>
        <p:spPr>
          <a:xfrm>
            <a:off x="2129505" y="1726000"/>
            <a:ext cx="1216386" cy="3254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9B3F3B7-0916-F2E3-E17A-BA317F323E3C}"/>
              </a:ext>
            </a:extLst>
          </p:cNvPr>
          <p:cNvSpPr/>
          <p:nvPr/>
        </p:nvSpPr>
        <p:spPr>
          <a:xfrm>
            <a:off x="1470945" y="1503543"/>
            <a:ext cx="658560" cy="54790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C332C047-2C44-86BB-2DA6-AAEB85C448BA}"/>
              </a:ext>
            </a:extLst>
          </p:cNvPr>
          <p:cNvSpPr/>
          <p:nvPr/>
        </p:nvSpPr>
        <p:spPr>
          <a:xfrm>
            <a:off x="1324173" y="1250158"/>
            <a:ext cx="952103" cy="253385"/>
          </a:xfrm>
          <a:custGeom>
            <a:avLst/>
            <a:gdLst>
              <a:gd name="csX0" fmla="*/ 8 w 1046567"/>
              <a:gd name="csY0" fmla="*/ 311467 h 311467"/>
              <a:gd name="csX1" fmla="*/ 1046567 w 1046567"/>
              <a:gd name="csY1" fmla="*/ 311467 h 311467"/>
              <a:gd name="csX2" fmla="*/ 754149 w 1046567"/>
              <a:gd name="csY2" fmla="*/ 0 h 311467"/>
              <a:gd name="csX3" fmla="*/ 272661 w 1046567"/>
              <a:gd name="csY3" fmla="*/ 2143 h 311467"/>
              <a:gd name="csX4" fmla="*/ 8 w 1046567"/>
              <a:gd name="csY4" fmla="*/ 311467 h 311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46567" h="311467">
                <a:moveTo>
                  <a:pt x="8" y="311467"/>
                </a:moveTo>
                <a:lnTo>
                  <a:pt x="1046567" y="311467"/>
                </a:lnTo>
                <a:cubicBezTo>
                  <a:pt x="1037994" y="144780"/>
                  <a:pt x="904088" y="119"/>
                  <a:pt x="754149" y="0"/>
                </a:cubicBezTo>
                <a:lnTo>
                  <a:pt x="272661" y="2143"/>
                </a:lnTo>
                <a:cubicBezTo>
                  <a:pt x="118396" y="4524"/>
                  <a:pt x="-1183" y="151209"/>
                  <a:pt x="8" y="311467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E7407EB-175C-6A9A-D69C-A70C89A44730}"/>
              </a:ext>
            </a:extLst>
          </p:cNvPr>
          <p:cNvSpPr/>
          <p:nvPr/>
        </p:nvSpPr>
        <p:spPr>
          <a:xfrm>
            <a:off x="153825" y="1430899"/>
            <a:ext cx="463859" cy="348695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1220745-4B68-625A-812A-DA9BB29BC492}"/>
              </a:ext>
            </a:extLst>
          </p:cNvPr>
          <p:cNvSpPr/>
          <p:nvPr/>
        </p:nvSpPr>
        <p:spPr>
          <a:xfrm>
            <a:off x="3032772" y="1666754"/>
            <a:ext cx="463859" cy="405842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FB655A3-808E-36C3-F290-11E4A308EAB0}"/>
              </a:ext>
            </a:extLst>
          </p:cNvPr>
          <p:cNvCxnSpPr>
            <a:cxnSpLocks/>
          </p:cNvCxnSpPr>
          <p:nvPr/>
        </p:nvCxnSpPr>
        <p:spPr>
          <a:xfrm flipH="1">
            <a:off x="103092" y="1605246"/>
            <a:ext cx="514592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D6599C9D-CC8D-1367-4B7D-311DFE4B5810}"/>
              </a:ext>
            </a:extLst>
          </p:cNvPr>
          <p:cNvCxnSpPr>
            <a:cxnSpLocks/>
          </p:cNvCxnSpPr>
          <p:nvPr/>
        </p:nvCxnSpPr>
        <p:spPr>
          <a:xfrm>
            <a:off x="2943459" y="1869675"/>
            <a:ext cx="521494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AE1721D5-6908-7808-C47A-12A6C8ECC647}"/>
              </a:ext>
            </a:extLst>
          </p:cNvPr>
          <p:cNvSpPr txBox="1"/>
          <p:nvPr/>
        </p:nvSpPr>
        <p:spPr>
          <a:xfrm>
            <a:off x="153825" y="1178095"/>
            <a:ext cx="4464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9F13B10-CBF9-23D2-2DF4-24CC0CC280E4}"/>
              </a:ext>
            </a:extLst>
          </p:cNvPr>
          <p:cNvSpPr txBox="1"/>
          <p:nvPr/>
        </p:nvSpPr>
        <p:spPr>
          <a:xfrm>
            <a:off x="2980963" y="2072596"/>
            <a:ext cx="4464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401C4AD5-B383-FEE5-6443-ECA28C576FBA}"/>
              </a:ext>
            </a:extLst>
          </p:cNvPr>
          <p:cNvSpPr/>
          <p:nvPr/>
        </p:nvSpPr>
        <p:spPr>
          <a:xfrm>
            <a:off x="1379300" y="2051450"/>
            <a:ext cx="841852" cy="171685"/>
          </a:xfrm>
          <a:custGeom>
            <a:avLst/>
            <a:gdLst>
              <a:gd name="csX0" fmla="*/ 33897 w 983409"/>
              <a:gd name="csY0" fmla="*/ 0 h 255270"/>
              <a:gd name="csX1" fmla="*/ 954012 w 983409"/>
              <a:gd name="csY1" fmla="*/ 0 h 255270"/>
              <a:gd name="csX2" fmla="*/ 954012 w 983409"/>
              <a:gd name="csY2" fmla="*/ 255270 h 255270"/>
              <a:gd name="csX3" fmla="*/ 31992 w 983409"/>
              <a:gd name="csY3" fmla="*/ 255270 h 255270"/>
              <a:gd name="csX4" fmla="*/ 33897 w 983409"/>
              <a:gd name="csY4" fmla="*/ 0 h 25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3409" h="255270">
                <a:moveTo>
                  <a:pt x="33897" y="0"/>
                </a:moveTo>
                <a:lnTo>
                  <a:pt x="954012" y="0"/>
                </a:lnTo>
                <a:cubicBezTo>
                  <a:pt x="997827" y="85090"/>
                  <a:pt x="988302" y="172085"/>
                  <a:pt x="954012" y="255270"/>
                </a:cubicBezTo>
                <a:lnTo>
                  <a:pt x="31992" y="255270"/>
                </a:lnTo>
                <a:cubicBezTo>
                  <a:pt x="-5473" y="179705"/>
                  <a:pt x="-16268" y="77470"/>
                  <a:pt x="33897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8A90E70-D08B-B424-9655-1186AB3B587B}"/>
              </a:ext>
            </a:extLst>
          </p:cNvPr>
          <p:cNvCxnSpPr>
            <a:cxnSpLocks/>
          </p:cNvCxnSpPr>
          <p:nvPr/>
        </p:nvCxnSpPr>
        <p:spPr>
          <a:xfrm>
            <a:off x="1470945" y="1866497"/>
            <a:ext cx="657893" cy="0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26C30696-24D1-3DAF-178B-10C6D500E9F3}"/>
              </a:ext>
            </a:extLst>
          </p:cNvPr>
          <p:cNvCxnSpPr>
            <a:cxnSpLocks/>
          </p:cNvCxnSpPr>
          <p:nvPr/>
        </p:nvCxnSpPr>
        <p:spPr>
          <a:xfrm>
            <a:off x="2577035" y="1291590"/>
            <a:ext cx="0" cy="223383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FA6FEF0-1145-4FC9-21F2-6B4F45A729D8}"/>
              </a:ext>
            </a:extLst>
          </p:cNvPr>
          <p:cNvCxnSpPr>
            <a:cxnSpLocks/>
          </p:cNvCxnSpPr>
          <p:nvPr/>
        </p:nvCxnSpPr>
        <p:spPr>
          <a:xfrm flipV="1">
            <a:off x="2576605" y="1694746"/>
            <a:ext cx="0" cy="156914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ABE761BB-D4EA-E14E-6E2F-F6F0BB565B3E}"/>
              </a:ext>
            </a:extLst>
          </p:cNvPr>
          <p:cNvCxnSpPr>
            <a:cxnSpLocks/>
          </p:cNvCxnSpPr>
          <p:nvPr/>
        </p:nvCxnSpPr>
        <p:spPr>
          <a:xfrm flipV="1">
            <a:off x="2577035" y="1448332"/>
            <a:ext cx="0" cy="304268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40EABA0A-410F-79C1-9AE3-5998BCF24F4C}"/>
              </a:ext>
            </a:extLst>
          </p:cNvPr>
          <p:cNvSpPr txBox="1"/>
          <p:nvPr/>
        </p:nvSpPr>
        <p:spPr>
          <a:xfrm>
            <a:off x="1554031" y="1490706"/>
            <a:ext cx="48164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358A788A-D227-839E-FAA2-115E4CEE130C}"/>
              </a:ext>
            </a:extLst>
          </p:cNvPr>
          <p:cNvSpPr txBox="1"/>
          <p:nvPr/>
        </p:nvSpPr>
        <p:spPr>
          <a:xfrm>
            <a:off x="2514455" y="1173049"/>
            <a:ext cx="4464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4645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A427-A1E4-C748-1EA9-0DFDC5E7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6413F9-E842-C30F-C506-A4405331E3AD}"/>
              </a:ext>
            </a:extLst>
          </p:cNvPr>
          <p:cNvSpPr/>
          <p:nvPr/>
        </p:nvSpPr>
        <p:spPr>
          <a:xfrm>
            <a:off x="156242" y="1845254"/>
            <a:ext cx="1038151" cy="203405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2A3B10B-B5EE-DF10-93F2-F84510688C45}"/>
              </a:ext>
            </a:extLst>
          </p:cNvPr>
          <p:cNvSpPr/>
          <p:nvPr/>
        </p:nvSpPr>
        <p:spPr>
          <a:xfrm>
            <a:off x="1752479" y="1845253"/>
            <a:ext cx="558086" cy="203405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2FF7F10-F8BB-2692-9998-300B7A5FD938}"/>
              </a:ext>
            </a:extLst>
          </p:cNvPr>
          <p:cNvSpPr/>
          <p:nvPr/>
        </p:nvSpPr>
        <p:spPr>
          <a:xfrm>
            <a:off x="636306" y="1501924"/>
            <a:ext cx="558086" cy="325450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4630737-F5E4-8D32-4F73-8B40C25AAC57}"/>
              </a:ext>
            </a:extLst>
          </p:cNvPr>
          <p:cNvSpPr/>
          <p:nvPr/>
        </p:nvSpPr>
        <p:spPr>
          <a:xfrm>
            <a:off x="1752478" y="1501924"/>
            <a:ext cx="884041" cy="325450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0276603-F7FF-381F-5780-2098B706661D}"/>
              </a:ext>
            </a:extLst>
          </p:cNvPr>
          <p:cNvSpPr/>
          <p:nvPr/>
        </p:nvSpPr>
        <p:spPr>
          <a:xfrm>
            <a:off x="1194393" y="1668254"/>
            <a:ext cx="558086" cy="422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80FA35-88B2-8FE7-851E-7A00B7E25AC0}"/>
              </a:ext>
            </a:extLst>
          </p:cNvPr>
          <p:cNvSpPr/>
          <p:nvPr/>
        </p:nvSpPr>
        <p:spPr>
          <a:xfrm>
            <a:off x="78220" y="1774513"/>
            <a:ext cx="393090" cy="348695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444BBE1-39D1-7C52-E991-63CC782C62DB}"/>
              </a:ext>
            </a:extLst>
          </p:cNvPr>
          <p:cNvCxnSpPr>
            <a:cxnSpLocks/>
          </p:cNvCxnSpPr>
          <p:nvPr/>
        </p:nvCxnSpPr>
        <p:spPr>
          <a:xfrm flipH="1">
            <a:off x="35227" y="1948860"/>
            <a:ext cx="436083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AC17A9A-EC4C-1EC6-075F-3E1845AF50D1}"/>
              </a:ext>
            </a:extLst>
          </p:cNvPr>
          <p:cNvSpPr txBox="1"/>
          <p:nvPr/>
        </p:nvSpPr>
        <p:spPr>
          <a:xfrm>
            <a:off x="78220" y="1521709"/>
            <a:ext cx="37836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86FDF9E-E8E6-3278-3B99-2A6E3C630F1D}"/>
              </a:ext>
            </a:extLst>
          </p:cNvPr>
          <p:cNvSpPr txBox="1"/>
          <p:nvPr/>
        </p:nvSpPr>
        <p:spPr>
          <a:xfrm>
            <a:off x="2228892" y="1146819"/>
            <a:ext cx="37836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9F4456FC-9DE3-8E02-97F8-33F534DEE40F}"/>
              </a:ext>
            </a:extLst>
          </p:cNvPr>
          <p:cNvSpPr/>
          <p:nvPr/>
        </p:nvSpPr>
        <p:spPr>
          <a:xfrm>
            <a:off x="1116730" y="2048354"/>
            <a:ext cx="713414" cy="171685"/>
          </a:xfrm>
          <a:custGeom>
            <a:avLst/>
            <a:gdLst>
              <a:gd name="csX0" fmla="*/ 33897 w 983409"/>
              <a:gd name="csY0" fmla="*/ 0 h 255270"/>
              <a:gd name="csX1" fmla="*/ 954012 w 983409"/>
              <a:gd name="csY1" fmla="*/ 0 h 255270"/>
              <a:gd name="csX2" fmla="*/ 954012 w 983409"/>
              <a:gd name="csY2" fmla="*/ 255270 h 255270"/>
              <a:gd name="csX3" fmla="*/ 31992 w 983409"/>
              <a:gd name="csY3" fmla="*/ 255270 h 255270"/>
              <a:gd name="csX4" fmla="*/ 33897 w 983409"/>
              <a:gd name="csY4" fmla="*/ 0 h 25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83409" h="255270">
                <a:moveTo>
                  <a:pt x="33897" y="0"/>
                </a:moveTo>
                <a:lnTo>
                  <a:pt x="954012" y="0"/>
                </a:lnTo>
                <a:cubicBezTo>
                  <a:pt x="997827" y="85090"/>
                  <a:pt x="988302" y="172085"/>
                  <a:pt x="954012" y="255270"/>
                </a:cubicBezTo>
                <a:lnTo>
                  <a:pt x="31992" y="255270"/>
                </a:lnTo>
                <a:cubicBezTo>
                  <a:pt x="-5473" y="179705"/>
                  <a:pt x="-16268" y="77470"/>
                  <a:pt x="33897" y="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20FA679-AD03-7DBE-26F2-635EB9B49C7D}"/>
              </a:ext>
            </a:extLst>
          </p:cNvPr>
          <p:cNvCxnSpPr>
            <a:cxnSpLocks/>
          </p:cNvCxnSpPr>
          <p:nvPr/>
        </p:nvCxnSpPr>
        <p:spPr>
          <a:xfrm>
            <a:off x="1198994" y="1985321"/>
            <a:ext cx="552920" cy="0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F9D75F3A-305B-A506-477D-1F6CDA39D377}"/>
              </a:ext>
            </a:extLst>
          </p:cNvPr>
          <p:cNvCxnSpPr>
            <a:cxnSpLocks/>
          </p:cNvCxnSpPr>
          <p:nvPr/>
        </p:nvCxnSpPr>
        <p:spPr>
          <a:xfrm>
            <a:off x="1983210" y="1288326"/>
            <a:ext cx="0" cy="223383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1EA8A35-3C2E-A596-6710-58DFE87558F3}"/>
              </a:ext>
            </a:extLst>
          </p:cNvPr>
          <p:cNvCxnSpPr>
            <a:cxnSpLocks/>
          </p:cNvCxnSpPr>
          <p:nvPr/>
        </p:nvCxnSpPr>
        <p:spPr>
          <a:xfrm flipV="1">
            <a:off x="1982846" y="1813402"/>
            <a:ext cx="0" cy="156914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D6C661D-F909-2AE0-5100-D4063D03F430}"/>
              </a:ext>
            </a:extLst>
          </p:cNvPr>
          <p:cNvCxnSpPr>
            <a:cxnSpLocks/>
          </p:cNvCxnSpPr>
          <p:nvPr/>
        </p:nvCxnSpPr>
        <p:spPr>
          <a:xfrm flipV="1">
            <a:off x="1983210" y="1475184"/>
            <a:ext cx="0" cy="396072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E695D599-A024-6E03-0544-CAA8F60A16F5}"/>
              </a:ext>
            </a:extLst>
          </p:cNvPr>
          <p:cNvSpPr txBox="1"/>
          <p:nvPr/>
        </p:nvSpPr>
        <p:spPr>
          <a:xfrm>
            <a:off x="1910806" y="1105852"/>
            <a:ext cx="37836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2DCBE2B7-C757-2995-023A-F83EF2717B72}"/>
              </a:ext>
            </a:extLst>
          </p:cNvPr>
          <p:cNvSpPr/>
          <p:nvPr/>
        </p:nvSpPr>
        <p:spPr>
          <a:xfrm>
            <a:off x="1050473" y="1501854"/>
            <a:ext cx="841083" cy="165735"/>
          </a:xfrm>
          <a:custGeom>
            <a:avLst/>
            <a:gdLst>
              <a:gd name="csX0" fmla="*/ 169545 w 992505"/>
              <a:gd name="csY0" fmla="*/ 165735 h 165735"/>
              <a:gd name="csX1" fmla="*/ 828675 w 992505"/>
              <a:gd name="csY1" fmla="*/ 163830 h 165735"/>
              <a:gd name="csX2" fmla="*/ 992505 w 992505"/>
              <a:gd name="csY2" fmla="*/ 0 h 165735"/>
              <a:gd name="csX3" fmla="*/ 0 w 992505"/>
              <a:gd name="csY3" fmla="*/ 0 h 165735"/>
              <a:gd name="csX4" fmla="*/ 169545 w 992505"/>
              <a:gd name="csY4" fmla="*/ 165735 h 1657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92505" h="165735">
                <a:moveTo>
                  <a:pt x="169545" y="165735"/>
                </a:moveTo>
                <a:lnTo>
                  <a:pt x="828675" y="163830"/>
                </a:lnTo>
                <a:lnTo>
                  <a:pt x="992505" y="0"/>
                </a:lnTo>
                <a:lnTo>
                  <a:pt x="0" y="0"/>
                </a:lnTo>
                <a:lnTo>
                  <a:pt x="169545" y="165735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cap="rnd">
            <a:solidFill>
              <a:schemeClr val="tx2">
                <a:lumMod val="90000"/>
                <a:lumOff val="1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91EDCEC-732E-AFE8-422F-9D6E84C3E42F}"/>
              </a:ext>
            </a:extLst>
          </p:cNvPr>
          <p:cNvSpPr txBox="1"/>
          <p:nvPr/>
        </p:nvSpPr>
        <p:spPr>
          <a:xfrm>
            <a:off x="1156590" y="1630485"/>
            <a:ext cx="62458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8B65B4F-2E49-2C2A-1252-AC0F1B1DAFD1}"/>
              </a:ext>
            </a:extLst>
          </p:cNvPr>
          <p:cNvCxnSpPr>
            <a:cxnSpLocks/>
          </p:cNvCxnSpPr>
          <p:nvPr/>
        </p:nvCxnSpPr>
        <p:spPr>
          <a:xfrm>
            <a:off x="854178" y="1288980"/>
            <a:ext cx="0" cy="223383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91AEA99-EB5C-5C39-E708-5A879C08773D}"/>
              </a:ext>
            </a:extLst>
          </p:cNvPr>
          <p:cNvCxnSpPr>
            <a:cxnSpLocks/>
          </p:cNvCxnSpPr>
          <p:nvPr/>
        </p:nvCxnSpPr>
        <p:spPr>
          <a:xfrm flipV="1">
            <a:off x="853814" y="1650226"/>
            <a:ext cx="0" cy="156914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A728AB2D-AA9C-1797-42BE-49C44969AE0B}"/>
              </a:ext>
            </a:extLst>
          </p:cNvPr>
          <p:cNvSpPr txBox="1"/>
          <p:nvPr/>
        </p:nvSpPr>
        <p:spPr>
          <a:xfrm>
            <a:off x="781774" y="1106506"/>
            <a:ext cx="37836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9A4AB4C3-5FC5-1101-9BC1-1C1277713F7F}"/>
              </a:ext>
            </a:extLst>
          </p:cNvPr>
          <p:cNvCxnSpPr>
            <a:cxnSpLocks/>
          </p:cNvCxnSpPr>
          <p:nvPr/>
        </p:nvCxnSpPr>
        <p:spPr>
          <a:xfrm flipV="1">
            <a:off x="854178" y="1475838"/>
            <a:ext cx="0" cy="253581"/>
          </a:xfrm>
          <a:prstGeom prst="straightConnector1">
            <a:avLst/>
          </a:prstGeom>
          <a:ln w="22225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hteck 8">
            <a:extLst>
              <a:ext uri="{FF2B5EF4-FFF2-40B4-BE49-F238E27FC236}">
                <a16:creationId xmlns:a16="http://schemas.microsoft.com/office/drawing/2014/main" id="{3FFB54C4-D147-5A93-9575-E56336632270}"/>
              </a:ext>
            </a:extLst>
          </p:cNvPr>
          <p:cNvSpPr/>
          <p:nvPr/>
        </p:nvSpPr>
        <p:spPr>
          <a:xfrm rot="10800000">
            <a:off x="2353179" y="1462137"/>
            <a:ext cx="393090" cy="411738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59DB9AC-A147-9EC5-CF66-72BB7F28F0FA}"/>
              </a:ext>
            </a:extLst>
          </p:cNvPr>
          <p:cNvCxnSpPr>
            <a:cxnSpLocks/>
          </p:cNvCxnSpPr>
          <p:nvPr/>
        </p:nvCxnSpPr>
        <p:spPr>
          <a:xfrm>
            <a:off x="2213905" y="1578924"/>
            <a:ext cx="263665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EC0BCD1-677C-1003-9C3C-782E2658CEDB}"/>
              </a:ext>
            </a:extLst>
          </p:cNvPr>
          <p:cNvCxnSpPr>
            <a:cxnSpLocks/>
          </p:cNvCxnSpPr>
          <p:nvPr/>
        </p:nvCxnSpPr>
        <p:spPr>
          <a:xfrm>
            <a:off x="2213905" y="1748469"/>
            <a:ext cx="263665" cy="0"/>
          </a:xfrm>
          <a:prstGeom prst="straightConnector1">
            <a:avLst/>
          </a:prstGeom>
          <a:ln w="3810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56EE7A5-E6F1-45AA-807F-20045468F15E}"/>
              </a:ext>
            </a:extLst>
          </p:cNvPr>
          <p:cNvCxnSpPr>
            <a:cxnSpLocks/>
          </p:cNvCxnSpPr>
          <p:nvPr/>
        </p:nvCxnSpPr>
        <p:spPr>
          <a:xfrm flipH="1">
            <a:off x="756285" y="1665489"/>
            <a:ext cx="2684869" cy="0"/>
          </a:xfrm>
          <a:prstGeom prst="line">
            <a:avLst/>
          </a:prstGeom>
          <a:ln w="12700" cap="rnd">
            <a:solidFill>
              <a:schemeClr val="tx1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C6540A43-DD5D-798B-D907-2D1C9DF4387E}"/>
              </a:ext>
            </a:extLst>
          </p:cNvPr>
          <p:cNvSpPr txBox="1"/>
          <p:nvPr/>
        </p:nvSpPr>
        <p:spPr>
          <a:xfrm>
            <a:off x="2492607" y="1470017"/>
            <a:ext cx="1107844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Konischer Bereich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8A8E0A5-34D9-D50D-828B-8F19D2BB521A}"/>
              </a:ext>
            </a:extLst>
          </p:cNvPr>
          <p:cNvSpPr txBox="1"/>
          <p:nvPr/>
        </p:nvSpPr>
        <p:spPr>
          <a:xfrm>
            <a:off x="2495947" y="1650923"/>
            <a:ext cx="1107844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Zyl. Bereich</a:t>
            </a:r>
          </a:p>
        </p:txBody>
      </p:sp>
    </p:spTree>
    <p:extLst>
      <p:ext uri="{BB962C8B-B14F-4D97-AF65-F5344CB8AC3E}">
        <p14:creationId xmlns:p14="http://schemas.microsoft.com/office/powerpoint/2010/main" val="21479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56223-8320-CBCF-5112-98BAAF45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44507E5F-6C1A-E2DF-C6BC-339C5F569B0D}"/>
              </a:ext>
            </a:extLst>
          </p:cNvPr>
          <p:cNvGrpSpPr/>
          <p:nvPr/>
        </p:nvGrpSpPr>
        <p:grpSpPr>
          <a:xfrm>
            <a:off x="487680" y="949405"/>
            <a:ext cx="2815590" cy="1764030"/>
            <a:chOff x="331470" y="1059180"/>
            <a:chExt cx="2937510" cy="1482090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01C6DF0-C9C9-08F2-0501-46F864976706}"/>
                </a:ext>
              </a:extLst>
            </p:cNvPr>
            <p:cNvGrpSpPr/>
            <p:nvPr/>
          </p:nvGrpSpPr>
          <p:grpSpPr>
            <a:xfrm>
              <a:off x="331470" y="1059180"/>
              <a:ext cx="2937510" cy="1482090"/>
              <a:chOff x="341947" y="567690"/>
              <a:chExt cx="2918460" cy="1699260"/>
            </a:xfrm>
          </p:grpSpPr>
          <p:cxnSp>
            <p:nvCxnSpPr>
              <p:cNvPr id="3" name="Gerader Verbinder 2">
                <a:extLst>
                  <a:ext uri="{FF2B5EF4-FFF2-40B4-BE49-F238E27FC236}">
                    <a16:creationId xmlns:a16="http://schemas.microsoft.com/office/drawing/2014/main" id="{AF9DD9D7-1819-A450-B391-5BD3F92F03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56769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Gerader Verbinder 3">
                <a:extLst>
                  <a:ext uri="{FF2B5EF4-FFF2-40B4-BE49-F238E27FC236}">
                    <a16:creationId xmlns:a16="http://schemas.microsoft.com/office/drawing/2014/main" id="{94404F03-0C64-0C07-4E30-8C24DD8CC5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73761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03A973F4-B546-4D87-E130-9130C32F84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90754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828C15B8-3229-4DD4-D0F1-DFBEC7AA9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07746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B362AF6B-66F8-04E1-819D-9A98B25A48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24739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91E300C4-3710-C92A-7423-E94EE8B1C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41732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F5144E63-A6DB-195E-AC81-9045A6A6A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58724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183F3471-B1C1-D706-5872-16A29FC33F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75717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EC9D2E4D-D9AC-7DC6-1907-0CB9DAB2EA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92709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06B0DD68-CF16-0C06-F1F3-C871BB0A57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09702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3AC9D91F-B678-98B6-C749-F9669F0FA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26695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B5E99FB-C8C7-542F-C6B4-4AB3F4B27050}"/>
                </a:ext>
              </a:extLst>
            </p:cNvPr>
            <p:cNvGrpSpPr/>
            <p:nvPr/>
          </p:nvGrpSpPr>
          <p:grpSpPr>
            <a:xfrm>
              <a:off x="331470" y="1059180"/>
              <a:ext cx="2937510" cy="1482090"/>
              <a:chOff x="321183" y="2689479"/>
              <a:chExt cx="2937510" cy="1482090"/>
            </a:xfrm>
          </p:grpSpPr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7751C422-06EA-29EE-B064-F3019F5E601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51764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2F00FEDC-1142-3F2E-9711-C600BD57E27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32181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BA7EC389-342A-C78D-AE67-C626011570C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12598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CE2047CF-848F-67AA-852B-E0519CB2F81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930146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E9EB5790-A21D-58D3-31A2-1D756B7EF72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3431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BA0ACE76-22AF-307D-A487-6DC25288E8B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53847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42BD3FB-DB1B-A2BB-65E3-A421904AA36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4681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F52F6C23-19DA-CCCA-A6A1-39B97E3B789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5514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F4313655-1CBE-5567-F890-03DD88D36DA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6347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340B70C8-7129-F8FF-F01B-968AD049334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819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CAC8512A-70AF-3570-C9B4-7701C888C7C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41986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FAE47A5F-83D0-D584-8727-A79B96440E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2402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2C77B7C2-6935-B408-BFB0-894898BF49C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764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205DE231-8DC0-349D-6F52-F96D1FD3BD1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30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A83A49B1-A4A3-46E0-93C9-2300AF63651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50976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4C13CFF7-4DF2-ECE0-682C-B7E8B138610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34264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5293392E-76F6-73A5-045E-B0B652ACB2BC}"/>
              </a:ext>
            </a:extLst>
          </p:cNvPr>
          <p:cNvGrpSpPr/>
          <p:nvPr/>
        </p:nvGrpSpPr>
        <p:grpSpPr>
          <a:xfrm>
            <a:off x="216658" y="848439"/>
            <a:ext cx="354335" cy="1973581"/>
            <a:chOff x="216658" y="852398"/>
            <a:chExt cx="354335" cy="1974772"/>
          </a:xfrm>
        </p:grpSpPr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009B2A52-8393-5920-E8C3-223F8AA2F83D}"/>
                </a:ext>
              </a:extLst>
            </p:cNvPr>
            <p:cNvSpPr txBox="1"/>
            <p:nvPr/>
          </p:nvSpPr>
          <p:spPr>
            <a:xfrm>
              <a:off x="216663" y="852398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F4A2C4A4-C3E5-A7D6-BB6C-4E25E8D31716}"/>
                </a:ext>
              </a:extLst>
            </p:cNvPr>
            <p:cNvSpPr txBox="1"/>
            <p:nvPr/>
          </p:nvSpPr>
          <p:spPr>
            <a:xfrm>
              <a:off x="216663" y="1028331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0,9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D149BFF-96CC-564C-9CA1-DAE36BCFBC12}"/>
                </a:ext>
              </a:extLst>
            </p:cNvPr>
            <p:cNvSpPr txBox="1"/>
            <p:nvPr/>
          </p:nvSpPr>
          <p:spPr>
            <a:xfrm>
              <a:off x="216663" y="1204264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786B5052-4BD9-D699-B4BC-C110623A6B51}"/>
                </a:ext>
              </a:extLst>
            </p:cNvPr>
            <p:cNvSpPr txBox="1"/>
            <p:nvPr/>
          </p:nvSpPr>
          <p:spPr>
            <a:xfrm>
              <a:off x="216663" y="1380197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0,7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C8E1C7CB-2B16-EBB4-115C-CAF30F83BA29}"/>
                </a:ext>
              </a:extLst>
            </p:cNvPr>
            <p:cNvSpPr txBox="1"/>
            <p:nvPr/>
          </p:nvSpPr>
          <p:spPr>
            <a:xfrm>
              <a:off x="216663" y="155613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2EE4DD2D-FBCD-6CF0-7882-BD75E2F4ACE3}"/>
                </a:ext>
              </a:extLst>
            </p:cNvPr>
            <p:cNvSpPr txBox="1"/>
            <p:nvPr/>
          </p:nvSpPr>
          <p:spPr>
            <a:xfrm>
              <a:off x="216662" y="1732063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0,5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FEC4560A-C5E1-ED69-DDE3-F92D4EF91464}"/>
                </a:ext>
              </a:extLst>
            </p:cNvPr>
            <p:cNvSpPr txBox="1"/>
            <p:nvPr/>
          </p:nvSpPr>
          <p:spPr>
            <a:xfrm>
              <a:off x="216661" y="1907996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D0953A55-48B5-0348-C528-6E542E71A03F}"/>
                </a:ext>
              </a:extLst>
            </p:cNvPr>
            <p:cNvSpPr txBox="1"/>
            <p:nvPr/>
          </p:nvSpPr>
          <p:spPr>
            <a:xfrm>
              <a:off x="216660" y="2083929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0,3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7668E661-C9C3-37C6-31C1-F6CD72C2AEEA}"/>
                </a:ext>
              </a:extLst>
            </p:cNvPr>
            <p:cNvSpPr txBox="1"/>
            <p:nvPr/>
          </p:nvSpPr>
          <p:spPr>
            <a:xfrm>
              <a:off x="216659" y="2259862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A70172A9-938E-8C66-22C8-7C279A9658ED}"/>
                </a:ext>
              </a:extLst>
            </p:cNvPr>
            <p:cNvSpPr txBox="1"/>
            <p:nvPr/>
          </p:nvSpPr>
          <p:spPr>
            <a:xfrm>
              <a:off x="216658" y="2435795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C95FE7CB-288D-30FE-D1E9-F1CD26691FC5}"/>
                </a:ext>
              </a:extLst>
            </p:cNvPr>
            <p:cNvSpPr txBox="1"/>
            <p:nvPr/>
          </p:nvSpPr>
          <p:spPr>
            <a:xfrm>
              <a:off x="216658" y="2611726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0,0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FC01D0C9-C592-98F3-CB85-ABAA9D8C1F56}"/>
              </a:ext>
            </a:extLst>
          </p:cNvPr>
          <p:cNvSpPr txBox="1"/>
          <p:nvPr/>
        </p:nvSpPr>
        <p:spPr>
          <a:xfrm rot="16200000">
            <a:off x="-562289" y="1689700"/>
            <a:ext cx="1503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Abminderungsfaktor </a:t>
            </a:r>
            <a:r>
              <a:rPr lang="de-DE" sz="10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α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F6D71CC-66B7-C323-B17D-EBA9433A707D}"/>
              </a:ext>
            </a:extLst>
          </p:cNvPr>
          <p:cNvSpPr txBox="1"/>
          <p:nvPr/>
        </p:nvSpPr>
        <p:spPr>
          <a:xfrm>
            <a:off x="331599" y="2710841"/>
            <a:ext cx="354330" cy="2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71AFE822-98DD-CDDE-DCE2-4C382A89B9C6}"/>
              </a:ext>
            </a:extLst>
          </p:cNvPr>
          <p:cNvSpPr txBox="1"/>
          <p:nvPr/>
        </p:nvSpPr>
        <p:spPr>
          <a:xfrm>
            <a:off x="1270128" y="2710841"/>
            <a:ext cx="354330" cy="2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0,5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7C9DB45-52CC-2AD1-68C3-AC93E0138EC0}"/>
              </a:ext>
            </a:extLst>
          </p:cNvPr>
          <p:cNvSpPr txBox="1"/>
          <p:nvPr/>
        </p:nvSpPr>
        <p:spPr>
          <a:xfrm>
            <a:off x="2208657" y="2710841"/>
            <a:ext cx="354330" cy="2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1,0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1308A1F5-F1B1-1C96-E5F3-9AC87590FE3C}"/>
              </a:ext>
            </a:extLst>
          </p:cNvPr>
          <p:cNvSpPr txBox="1"/>
          <p:nvPr/>
        </p:nvSpPr>
        <p:spPr>
          <a:xfrm>
            <a:off x="3147186" y="2710841"/>
            <a:ext cx="354330" cy="2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1,5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4AF10CF-B7FA-8BBC-109A-C911E954695E}"/>
              </a:ext>
            </a:extLst>
          </p:cNvPr>
          <p:cNvSpPr txBox="1"/>
          <p:nvPr/>
        </p:nvSpPr>
        <p:spPr>
          <a:xfrm>
            <a:off x="732953" y="2839634"/>
            <a:ext cx="451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endParaRPr lang="de-DE" sz="1000" i="1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6118AE1-DEE7-D23B-B326-DBEC33B09360}"/>
              </a:ext>
            </a:extLst>
          </p:cNvPr>
          <p:cNvSpPr txBox="1"/>
          <p:nvPr/>
        </p:nvSpPr>
        <p:spPr>
          <a:xfrm>
            <a:off x="292986" y="3042193"/>
            <a:ext cx="13314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min{</a:t>
            </a:r>
            <a:r>
              <a:rPr lang="de-DE" sz="1000" i="1" dirty="0" err="1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r>
              <a:rPr lang="de-DE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LB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; 1,5 </a:t>
            </a:r>
            <a:r>
              <a:rPr lang="de-DE" sz="10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L2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}</a:t>
            </a:r>
            <a:endParaRPr lang="de-DE" sz="10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F22346A9-5B7E-40BA-905E-176FF9C5DE31}"/>
              </a:ext>
            </a:extLst>
          </p:cNvPr>
          <p:cNvCxnSpPr>
            <a:cxnSpLocks/>
          </p:cNvCxnSpPr>
          <p:nvPr/>
        </p:nvCxnSpPr>
        <p:spPr>
          <a:xfrm>
            <a:off x="444211" y="3052353"/>
            <a:ext cx="1015871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8C810BA0-A78A-2607-576E-EDD05AE91DF3}"/>
              </a:ext>
            </a:extLst>
          </p:cNvPr>
          <p:cNvSpPr txBox="1"/>
          <p:nvPr/>
        </p:nvSpPr>
        <p:spPr>
          <a:xfrm>
            <a:off x="1633910" y="2962744"/>
            <a:ext cx="1966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des Niets, </a:t>
            </a:r>
            <a:r>
              <a:rPr lang="de-DE" sz="1000" i="1" dirty="0" err="1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r>
              <a:rPr lang="de-DE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des Fügeteils)</a:t>
            </a:r>
            <a:endParaRPr lang="de-DE" sz="1000" i="1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214C1BDB-55E6-B4FC-0555-0AF922D30173}"/>
              </a:ext>
            </a:extLst>
          </p:cNvPr>
          <p:cNvCxnSpPr>
            <a:cxnSpLocks/>
          </p:cNvCxnSpPr>
          <p:nvPr/>
        </p:nvCxnSpPr>
        <p:spPr>
          <a:xfrm flipV="1">
            <a:off x="487425" y="956096"/>
            <a:ext cx="2815844" cy="1753898"/>
          </a:xfrm>
          <a:prstGeom prst="straightConnector1">
            <a:avLst/>
          </a:prstGeom>
          <a:ln cap="rnd">
            <a:solidFill>
              <a:srgbClr val="0070C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1FF893B7-43FC-9032-527F-0B7295C972C7}"/>
              </a:ext>
            </a:extLst>
          </p:cNvPr>
          <p:cNvCxnSpPr>
            <a:cxnSpLocks/>
          </p:cNvCxnSpPr>
          <p:nvPr/>
        </p:nvCxnSpPr>
        <p:spPr>
          <a:xfrm flipV="1">
            <a:off x="487680" y="949404"/>
            <a:ext cx="2249678" cy="1367076"/>
          </a:xfrm>
          <a:prstGeom prst="straightConnector1">
            <a:avLst/>
          </a:prstGeom>
          <a:ln cap="rnd">
            <a:solidFill>
              <a:schemeClr val="accent6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67B11ED7-F166-CBD7-3176-4D3FADB5C90D}"/>
              </a:ext>
            </a:extLst>
          </p:cNvPr>
          <p:cNvCxnSpPr>
            <a:cxnSpLocks/>
          </p:cNvCxnSpPr>
          <p:nvPr/>
        </p:nvCxnSpPr>
        <p:spPr>
          <a:xfrm flipV="1">
            <a:off x="487680" y="808435"/>
            <a:ext cx="0" cy="1905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91ECAA34-7F03-68F8-572B-CDC2849A8652}"/>
              </a:ext>
            </a:extLst>
          </p:cNvPr>
          <p:cNvCxnSpPr>
            <a:cxnSpLocks/>
          </p:cNvCxnSpPr>
          <p:nvPr/>
        </p:nvCxnSpPr>
        <p:spPr>
          <a:xfrm>
            <a:off x="487680" y="2713435"/>
            <a:ext cx="296418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hteck 92">
            <a:extLst>
              <a:ext uri="{FF2B5EF4-FFF2-40B4-BE49-F238E27FC236}">
                <a16:creationId xmlns:a16="http://schemas.microsoft.com/office/drawing/2014/main" id="{7289063D-609F-79F1-152F-D53E34FE6A9F}"/>
              </a:ext>
            </a:extLst>
          </p:cNvPr>
          <p:cNvSpPr/>
          <p:nvPr/>
        </p:nvSpPr>
        <p:spPr>
          <a:xfrm>
            <a:off x="779780" y="1129249"/>
            <a:ext cx="1130370" cy="172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089F6BFC-64E7-4867-2C04-B9DAB16CD241}"/>
              </a:ext>
            </a:extLst>
          </p:cNvPr>
          <p:cNvSpPr txBox="1"/>
          <p:nvPr/>
        </p:nvSpPr>
        <p:spPr>
          <a:xfrm>
            <a:off x="612829" y="1116355"/>
            <a:ext cx="1430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Geschlagener </a:t>
            </a:r>
            <a:r>
              <a:rPr lang="de-DE" sz="10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Vollniet</a:t>
            </a:r>
            <a:endParaRPr lang="de-DE" sz="1000" i="1" dirty="0">
              <a:solidFill>
                <a:schemeClr val="accent6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9BA4B6E6-19B5-D749-BC7B-86A6CC25E500}"/>
              </a:ext>
            </a:extLst>
          </p:cNvPr>
          <p:cNvSpPr/>
          <p:nvPr/>
        </p:nvSpPr>
        <p:spPr>
          <a:xfrm>
            <a:off x="2068504" y="2013170"/>
            <a:ext cx="913735" cy="168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415BFFA1-EBFA-5E68-56CD-725FF4EE55D2}"/>
              </a:ext>
            </a:extLst>
          </p:cNvPr>
          <p:cNvSpPr txBox="1"/>
          <p:nvPr/>
        </p:nvSpPr>
        <p:spPr>
          <a:xfrm>
            <a:off x="1866546" y="1995603"/>
            <a:ext cx="1392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dirty="0">
                <a:solidFill>
                  <a:srgbClr val="0070C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Pass- &amp; Blindniet</a:t>
            </a:r>
            <a:endParaRPr lang="de-DE" sz="1000" i="1" dirty="0">
              <a:solidFill>
                <a:srgbClr val="0070C0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15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B1C02F2-CAF7-5598-D6E8-16900E19BE1A}"/>
              </a:ext>
            </a:extLst>
          </p:cNvPr>
          <p:cNvCxnSpPr>
            <a:cxnSpLocks/>
          </p:cNvCxnSpPr>
          <p:nvPr/>
        </p:nvCxnSpPr>
        <p:spPr>
          <a:xfrm flipH="1" flipV="1">
            <a:off x="1633626" y="1412201"/>
            <a:ext cx="214498" cy="11098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F4B9A468-1340-3A06-9264-3393130B4957}"/>
              </a:ext>
            </a:extLst>
          </p:cNvPr>
          <p:cNvCxnSpPr>
            <a:cxnSpLocks/>
          </p:cNvCxnSpPr>
          <p:nvPr/>
        </p:nvCxnSpPr>
        <p:spPr>
          <a:xfrm flipV="1">
            <a:off x="2124842" y="1018701"/>
            <a:ext cx="199258" cy="231624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F9A5D02-78DF-5CF8-024E-86B53FA0D41A}"/>
              </a:ext>
            </a:extLst>
          </p:cNvPr>
          <p:cNvCxnSpPr>
            <a:cxnSpLocks/>
          </p:cNvCxnSpPr>
          <p:nvPr/>
        </p:nvCxnSpPr>
        <p:spPr>
          <a:xfrm flipV="1">
            <a:off x="1629542" y="939869"/>
            <a:ext cx="0" cy="312753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0F3FE7F-A22C-CCC4-6E11-73865F312359}"/>
              </a:ext>
            </a:extLst>
          </p:cNvPr>
          <p:cNvCxnSpPr>
            <a:cxnSpLocks/>
          </p:cNvCxnSpPr>
          <p:nvPr/>
        </p:nvCxnSpPr>
        <p:spPr>
          <a:xfrm flipV="1">
            <a:off x="1188123" y="1255027"/>
            <a:ext cx="190910" cy="516137"/>
          </a:xfrm>
          <a:prstGeom prst="straightConnector1">
            <a:avLst/>
          </a:prstGeom>
          <a:ln w="9525" cap="rnd">
            <a:solidFill>
              <a:schemeClr val="accent4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F0D23C0-3FAA-DF21-C027-9E13DBCF7A27}"/>
              </a:ext>
            </a:extLst>
          </p:cNvPr>
          <p:cNvCxnSpPr>
            <a:cxnSpLocks/>
          </p:cNvCxnSpPr>
          <p:nvPr/>
        </p:nvCxnSpPr>
        <p:spPr>
          <a:xfrm>
            <a:off x="792480" y="1621145"/>
            <a:ext cx="604658" cy="0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66EE9D6-77E8-D384-FE9F-3DBD5A316372}"/>
              </a:ext>
            </a:extLst>
          </p:cNvPr>
          <p:cNvCxnSpPr>
            <a:cxnSpLocks/>
          </p:cNvCxnSpPr>
          <p:nvPr/>
        </p:nvCxnSpPr>
        <p:spPr>
          <a:xfrm>
            <a:off x="792480" y="1255027"/>
            <a:ext cx="914638" cy="0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53C0B34-24B7-B4ED-AF9E-24721099931D}"/>
              </a:ext>
            </a:extLst>
          </p:cNvPr>
          <p:cNvSpPr txBox="1"/>
          <p:nvPr/>
        </p:nvSpPr>
        <p:spPr>
          <a:xfrm>
            <a:off x="278084" y="761249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0AA2B29-57FF-C1DC-0732-A2BC949785A6}"/>
              </a:ext>
            </a:extLst>
          </p:cNvPr>
          <p:cNvSpPr txBox="1"/>
          <p:nvPr/>
        </p:nvSpPr>
        <p:spPr>
          <a:xfrm>
            <a:off x="278084" y="1139693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V,S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78F91E8-E498-F394-F9B3-DC2F423B3B71}"/>
              </a:ext>
            </a:extLst>
          </p:cNvPr>
          <p:cNvSpPr txBox="1"/>
          <p:nvPr/>
        </p:nvSpPr>
        <p:spPr>
          <a:xfrm>
            <a:off x="278084" y="1505253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3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·</a:t>
            </a:r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V,S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15BAA1F-42E3-A710-E601-72A40BDA1CDC}"/>
              </a:ext>
            </a:extLst>
          </p:cNvPr>
          <p:cNvCxnSpPr>
            <a:cxnSpLocks/>
          </p:cNvCxnSpPr>
          <p:nvPr/>
        </p:nvCxnSpPr>
        <p:spPr>
          <a:xfrm flipV="1">
            <a:off x="1403509" y="1256813"/>
            <a:ext cx="382190" cy="366118"/>
          </a:xfrm>
          <a:prstGeom prst="straightConnector1">
            <a:avLst/>
          </a:prstGeom>
          <a:ln cap="rnd">
            <a:solidFill>
              <a:srgbClr val="FFB94C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49E0BDD1-54EB-C97F-E694-6B2AC9B844A6}"/>
              </a:ext>
            </a:extLst>
          </p:cNvPr>
          <p:cNvCxnSpPr>
            <a:cxnSpLocks/>
          </p:cNvCxnSpPr>
          <p:nvPr/>
        </p:nvCxnSpPr>
        <p:spPr>
          <a:xfrm>
            <a:off x="1629729" y="1255027"/>
            <a:ext cx="800221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F5CCBC52-E7FF-8048-5DA2-E10EBCDB8004}"/>
              </a:ext>
            </a:extLst>
          </p:cNvPr>
          <p:cNvCxnSpPr>
            <a:cxnSpLocks/>
          </p:cNvCxnSpPr>
          <p:nvPr/>
        </p:nvCxnSpPr>
        <p:spPr>
          <a:xfrm flipV="1">
            <a:off x="1379033" y="1094174"/>
            <a:ext cx="0" cy="158449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2DDF58B-AFFF-B590-1108-336D347FBC8C}"/>
              </a:ext>
            </a:extLst>
          </p:cNvPr>
          <p:cNvCxnSpPr>
            <a:cxnSpLocks/>
          </p:cNvCxnSpPr>
          <p:nvPr/>
        </p:nvCxnSpPr>
        <p:spPr>
          <a:xfrm flipH="1">
            <a:off x="839390" y="1134513"/>
            <a:ext cx="541548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9BB21EF-8B88-04C6-A0B1-5EB32F6E1252}"/>
              </a:ext>
            </a:extLst>
          </p:cNvPr>
          <p:cNvCxnSpPr>
            <a:cxnSpLocks/>
          </p:cNvCxnSpPr>
          <p:nvPr/>
        </p:nvCxnSpPr>
        <p:spPr>
          <a:xfrm flipH="1">
            <a:off x="839390" y="982113"/>
            <a:ext cx="790152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6E9A9C83-4421-4B73-767E-F33225B9C54A}"/>
              </a:ext>
            </a:extLst>
          </p:cNvPr>
          <p:cNvSpPr txBox="1"/>
          <p:nvPr/>
        </p:nvSpPr>
        <p:spPr>
          <a:xfrm>
            <a:off x="941072" y="964698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45CB3CD4-FAA6-FE70-67E8-F4C92818F434}"/>
              </a:ext>
            </a:extLst>
          </p:cNvPr>
          <p:cNvSpPr txBox="1"/>
          <p:nvPr/>
        </p:nvSpPr>
        <p:spPr>
          <a:xfrm>
            <a:off x="1009498" y="808047"/>
            <a:ext cx="4499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5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·</a:t>
            </a:r>
            <a:r>
              <a:rPr lang="de-DE" sz="5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A2F9BB2D-FAEA-2E34-67EF-B23694111480}"/>
              </a:ext>
            </a:extLst>
          </p:cNvPr>
          <p:cNvSpPr txBox="1"/>
          <p:nvPr/>
        </p:nvSpPr>
        <p:spPr>
          <a:xfrm>
            <a:off x="2077589" y="824453"/>
            <a:ext cx="9443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Scherbereich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99F7380-2A19-A667-8F2F-4FF092E77831}"/>
              </a:ext>
            </a:extLst>
          </p:cNvPr>
          <p:cNvSpPr txBox="1"/>
          <p:nvPr/>
        </p:nvSpPr>
        <p:spPr>
          <a:xfrm>
            <a:off x="1800225" y="1430893"/>
            <a:ext cx="119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Abgeminderter</a:t>
            </a:r>
          </a:p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Lochleibungsbereich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BCC5C890-85E0-C936-6730-CEBF793CBADC}"/>
              </a:ext>
            </a:extLst>
          </p:cNvPr>
          <p:cNvCxnSpPr>
            <a:cxnSpLocks/>
          </p:cNvCxnSpPr>
          <p:nvPr/>
        </p:nvCxnSpPr>
        <p:spPr>
          <a:xfrm flipH="1" flipV="1">
            <a:off x="1462925" y="1415366"/>
            <a:ext cx="385199" cy="10782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EC15EB44-4208-54AD-1AC6-FBA2D9740148}"/>
              </a:ext>
            </a:extLst>
          </p:cNvPr>
          <p:cNvCxnSpPr>
            <a:cxnSpLocks/>
          </p:cNvCxnSpPr>
          <p:nvPr/>
        </p:nvCxnSpPr>
        <p:spPr>
          <a:xfrm flipV="1">
            <a:off x="1247539" y="1255027"/>
            <a:ext cx="382190" cy="366118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1C7F1AAF-D3AC-4F18-87B6-81D2565F3639}"/>
              </a:ext>
            </a:extLst>
          </p:cNvPr>
          <p:cNvSpPr txBox="1"/>
          <p:nvPr/>
        </p:nvSpPr>
        <p:spPr>
          <a:xfrm>
            <a:off x="1415335" y="2081025"/>
            <a:ext cx="1191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Lochleibungsbereich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E8AA8DC6-7012-BBBD-3D09-F9ACDAC7650B}"/>
              </a:ext>
            </a:extLst>
          </p:cNvPr>
          <p:cNvCxnSpPr>
            <a:cxnSpLocks/>
          </p:cNvCxnSpPr>
          <p:nvPr/>
        </p:nvCxnSpPr>
        <p:spPr>
          <a:xfrm flipH="1" flipV="1">
            <a:off x="1270635" y="1983809"/>
            <a:ext cx="187862" cy="186054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DAAFC80-B889-FE04-2A2C-2B53A972D2AB}"/>
              </a:ext>
            </a:extLst>
          </p:cNvPr>
          <p:cNvCxnSpPr>
            <a:cxnSpLocks/>
          </p:cNvCxnSpPr>
          <p:nvPr/>
        </p:nvCxnSpPr>
        <p:spPr>
          <a:xfrm flipV="1">
            <a:off x="997028" y="1624717"/>
            <a:ext cx="406481" cy="1098947"/>
          </a:xfrm>
          <a:prstGeom prst="straightConnector1">
            <a:avLst/>
          </a:prstGeom>
          <a:ln cap="rnd">
            <a:solidFill>
              <a:srgbClr val="FFB94C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161A43C-AE0E-F7FE-BB15-2186B76C5B6D}"/>
              </a:ext>
            </a:extLst>
          </p:cNvPr>
          <p:cNvCxnSpPr>
            <a:cxnSpLocks/>
          </p:cNvCxnSpPr>
          <p:nvPr/>
        </p:nvCxnSpPr>
        <p:spPr>
          <a:xfrm flipH="1" flipV="1">
            <a:off x="1110589" y="1985079"/>
            <a:ext cx="345977" cy="184784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65B5339-4CE5-5501-965B-FC503E0F02F0}"/>
              </a:ext>
            </a:extLst>
          </p:cNvPr>
          <p:cNvCxnSpPr>
            <a:cxnSpLocks/>
          </p:cNvCxnSpPr>
          <p:nvPr/>
        </p:nvCxnSpPr>
        <p:spPr>
          <a:xfrm flipV="1">
            <a:off x="837486" y="1622931"/>
            <a:ext cx="406481" cy="1098947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AD011E93-8DD8-4843-DF4C-85D93FAA69E4}"/>
              </a:ext>
            </a:extLst>
          </p:cNvPr>
          <p:cNvCxnSpPr>
            <a:cxnSpLocks/>
          </p:cNvCxnSpPr>
          <p:nvPr/>
        </p:nvCxnSpPr>
        <p:spPr>
          <a:xfrm flipV="1">
            <a:off x="837485" y="818664"/>
            <a:ext cx="0" cy="1905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751304C-B995-B7B0-C19C-7E4ED096858D}"/>
              </a:ext>
            </a:extLst>
          </p:cNvPr>
          <p:cNvCxnSpPr>
            <a:cxnSpLocks/>
          </p:cNvCxnSpPr>
          <p:nvPr/>
        </p:nvCxnSpPr>
        <p:spPr>
          <a:xfrm rot="5400000" flipV="1">
            <a:off x="1789985" y="1774736"/>
            <a:ext cx="0" cy="1905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698CC1F6-714C-CCDA-EF68-E4D52D3B00B9}"/>
              </a:ext>
            </a:extLst>
          </p:cNvPr>
          <p:cNvCxnSpPr>
            <a:cxnSpLocks/>
          </p:cNvCxnSpPr>
          <p:nvPr/>
        </p:nvCxnSpPr>
        <p:spPr>
          <a:xfrm flipV="1">
            <a:off x="837485" y="2721878"/>
            <a:ext cx="0" cy="158449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87467E9B-8A2B-8453-917C-F4BF1A9A1724}"/>
              </a:ext>
            </a:extLst>
          </p:cNvPr>
          <p:cNvCxnSpPr>
            <a:cxnSpLocks/>
          </p:cNvCxnSpPr>
          <p:nvPr/>
        </p:nvCxnSpPr>
        <p:spPr>
          <a:xfrm flipV="1">
            <a:off x="997028" y="2721878"/>
            <a:ext cx="0" cy="158449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F77C36DB-9220-6852-A51F-DDC1C7EA2E8D}"/>
              </a:ext>
            </a:extLst>
          </p:cNvPr>
          <p:cNvCxnSpPr>
            <a:cxnSpLocks/>
          </p:cNvCxnSpPr>
          <p:nvPr/>
        </p:nvCxnSpPr>
        <p:spPr>
          <a:xfrm flipH="1">
            <a:off x="698500" y="2826153"/>
            <a:ext cx="141525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triangl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9AA8FDCD-B7CE-0420-B4B8-04BC892F6CD8}"/>
              </a:ext>
            </a:extLst>
          </p:cNvPr>
          <p:cNvCxnSpPr>
            <a:cxnSpLocks/>
          </p:cNvCxnSpPr>
          <p:nvPr/>
        </p:nvCxnSpPr>
        <p:spPr>
          <a:xfrm flipH="1">
            <a:off x="994488" y="2827757"/>
            <a:ext cx="141525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non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C8EEFC14-4CF6-56F7-C18C-E171186A6373}"/>
              </a:ext>
            </a:extLst>
          </p:cNvPr>
          <p:cNvCxnSpPr>
            <a:cxnSpLocks/>
          </p:cNvCxnSpPr>
          <p:nvPr/>
        </p:nvCxnSpPr>
        <p:spPr>
          <a:xfrm flipH="1">
            <a:off x="777873" y="2826153"/>
            <a:ext cx="231625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501B3105-FEF6-EEE9-352B-818BFB1DEA64}"/>
              </a:ext>
            </a:extLst>
          </p:cNvPr>
          <p:cNvSpPr txBox="1"/>
          <p:nvPr/>
        </p:nvSpPr>
        <p:spPr>
          <a:xfrm>
            <a:off x="1078352" y="2721878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670E1409-6E8F-8ACC-5C2F-0B2E9D757E70}"/>
              </a:ext>
            </a:extLst>
          </p:cNvPr>
          <p:cNvSpPr txBox="1"/>
          <p:nvPr/>
        </p:nvSpPr>
        <p:spPr>
          <a:xfrm>
            <a:off x="2617532" y="2721878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C107AA62-181F-0742-2EA8-C4C1E80D05E7}"/>
              </a:ext>
            </a:extLst>
          </p:cNvPr>
          <p:cNvCxnSpPr>
            <a:cxnSpLocks/>
          </p:cNvCxnSpPr>
          <p:nvPr/>
        </p:nvCxnSpPr>
        <p:spPr>
          <a:xfrm>
            <a:off x="1091565" y="1042689"/>
            <a:ext cx="43815" cy="0"/>
          </a:xfrm>
          <a:prstGeom prst="straightConnector1">
            <a:avLst/>
          </a:prstGeom>
          <a:ln w="508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7BDD5CD0-ABD0-60B6-0F24-907F666F7C51}"/>
              </a:ext>
            </a:extLst>
          </p:cNvPr>
          <p:cNvCxnSpPr>
            <a:cxnSpLocks/>
          </p:cNvCxnSpPr>
          <p:nvPr/>
        </p:nvCxnSpPr>
        <p:spPr>
          <a:xfrm>
            <a:off x="1299210" y="888384"/>
            <a:ext cx="43815" cy="0"/>
          </a:xfrm>
          <a:prstGeom prst="straightConnector1">
            <a:avLst/>
          </a:prstGeom>
          <a:ln w="508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7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77B2-EA44-825A-5697-643EEDFE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5F36636B-BEEC-7A0D-F964-4718C3E2110B}"/>
              </a:ext>
            </a:extLst>
          </p:cNvPr>
          <p:cNvCxnSpPr>
            <a:cxnSpLocks/>
          </p:cNvCxnSpPr>
          <p:nvPr/>
        </p:nvCxnSpPr>
        <p:spPr>
          <a:xfrm flipH="1">
            <a:off x="1627584" y="1086196"/>
            <a:ext cx="264795" cy="0"/>
          </a:xfrm>
          <a:prstGeom prst="straightConnector1">
            <a:avLst/>
          </a:prstGeom>
          <a:ln w="9525" cap="rnd">
            <a:solidFill>
              <a:schemeClr val="accent6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D3DE70BF-C9B5-087A-5F88-A8FB24189E70}"/>
              </a:ext>
            </a:extLst>
          </p:cNvPr>
          <p:cNvSpPr txBox="1"/>
          <p:nvPr/>
        </p:nvSpPr>
        <p:spPr>
          <a:xfrm>
            <a:off x="278084" y="761249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381FBE8F-079D-3757-8E16-9AC14B78FC19}"/>
              </a:ext>
            </a:extLst>
          </p:cNvPr>
          <p:cNvSpPr txBox="1"/>
          <p:nvPr/>
        </p:nvSpPr>
        <p:spPr>
          <a:xfrm>
            <a:off x="1969768" y="889543"/>
            <a:ext cx="9443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Scherbereich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E9B2A902-2899-3F36-4ED4-D80CB5B212D5}"/>
              </a:ext>
            </a:extLst>
          </p:cNvPr>
          <p:cNvCxnSpPr>
            <a:cxnSpLocks/>
          </p:cNvCxnSpPr>
          <p:nvPr/>
        </p:nvCxnSpPr>
        <p:spPr>
          <a:xfrm flipV="1">
            <a:off x="837485" y="2721878"/>
            <a:ext cx="0" cy="158449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ED8AAF3-35BA-848E-1BC2-E97029AB1AE8}"/>
              </a:ext>
            </a:extLst>
          </p:cNvPr>
          <p:cNvCxnSpPr>
            <a:cxnSpLocks/>
          </p:cNvCxnSpPr>
          <p:nvPr/>
        </p:nvCxnSpPr>
        <p:spPr>
          <a:xfrm flipV="1">
            <a:off x="997028" y="2721878"/>
            <a:ext cx="0" cy="158449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4B6843E1-8BA7-CF12-DFA8-0F043865AF44}"/>
              </a:ext>
            </a:extLst>
          </p:cNvPr>
          <p:cNvCxnSpPr>
            <a:cxnSpLocks/>
          </p:cNvCxnSpPr>
          <p:nvPr/>
        </p:nvCxnSpPr>
        <p:spPr>
          <a:xfrm flipH="1">
            <a:off x="698500" y="2826153"/>
            <a:ext cx="141525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triangl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50A1F9BB-9899-236C-BE12-C8BC243A45AE}"/>
              </a:ext>
            </a:extLst>
          </p:cNvPr>
          <p:cNvCxnSpPr>
            <a:cxnSpLocks/>
          </p:cNvCxnSpPr>
          <p:nvPr/>
        </p:nvCxnSpPr>
        <p:spPr>
          <a:xfrm flipH="1">
            <a:off x="994488" y="2827757"/>
            <a:ext cx="115492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non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B232AFC2-120A-E3C6-7912-2106EE5BBDD1}"/>
              </a:ext>
            </a:extLst>
          </p:cNvPr>
          <p:cNvCxnSpPr>
            <a:cxnSpLocks/>
          </p:cNvCxnSpPr>
          <p:nvPr/>
        </p:nvCxnSpPr>
        <p:spPr>
          <a:xfrm flipH="1">
            <a:off x="777873" y="2826153"/>
            <a:ext cx="231625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headEnd type="none" w="sm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842F7ED1-5603-CCC8-F0F9-EF94D9EE34E7}"/>
              </a:ext>
            </a:extLst>
          </p:cNvPr>
          <p:cNvSpPr txBox="1"/>
          <p:nvPr/>
        </p:nvSpPr>
        <p:spPr>
          <a:xfrm>
            <a:off x="423032" y="2721878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6F55DE3-7B30-08C7-3B4A-7B080D813C23}"/>
              </a:ext>
            </a:extLst>
          </p:cNvPr>
          <p:cNvSpPr txBox="1"/>
          <p:nvPr/>
        </p:nvSpPr>
        <p:spPr>
          <a:xfrm>
            <a:off x="2617532" y="2721878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5681E2F2-345C-55C3-FF74-5FC79E4750E9}"/>
              </a:ext>
            </a:extLst>
          </p:cNvPr>
          <p:cNvCxnSpPr>
            <a:cxnSpLocks/>
          </p:cNvCxnSpPr>
          <p:nvPr/>
        </p:nvCxnSpPr>
        <p:spPr>
          <a:xfrm flipV="1">
            <a:off x="837485" y="818664"/>
            <a:ext cx="0" cy="1905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116DF68-A6B8-B790-E900-13333CCAF3A4}"/>
              </a:ext>
            </a:extLst>
          </p:cNvPr>
          <p:cNvCxnSpPr>
            <a:cxnSpLocks/>
          </p:cNvCxnSpPr>
          <p:nvPr/>
        </p:nvCxnSpPr>
        <p:spPr>
          <a:xfrm rot="5400000" flipV="1">
            <a:off x="1789985" y="1774736"/>
            <a:ext cx="0" cy="190500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B4B377F-55E6-C37E-4482-B3C965252099}"/>
              </a:ext>
            </a:extLst>
          </p:cNvPr>
          <p:cNvCxnSpPr>
            <a:cxnSpLocks/>
          </p:cNvCxnSpPr>
          <p:nvPr/>
        </p:nvCxnSpPr>
        <p:spPr>
          <a:xfrm>
            <a:off x="1243967" y="1494038"/>
            <a:ext cx="272770" cy="0"/>
          </a:xfrm>
          <a:prstGeom prst="straightConnector1">
            <a:avLst/>
          </a:prstGeom>
          <a:ln w="9525" cap="rnd">
            <a:solidFill>
              <a:schemeClr val="accent6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58B6BDB-2CDC-F822-E9D1-6F723A2B7CD9}"/>
              </a:ext>
            </a:extLst>
          </p:cNvPr>
          <p:cNvCxnSpPr>
            <a:cxnSpLocks/>
          </p:cNvCxnSpPr>
          <p:nvPr/>
        </p:nvCxnSpPr>
        <p:spPr>
          <a:xfrm>
            <a:off x="1297305" y="2139497"/>
            <a:ext cx="0" cy="636723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DAD00DA-1DC9-BEB5-3521-63012FFD983C}"/>
              </a:ext>
            </a:extLst>
          </p:cNvPr>
          <p:cNvCxnSpPr>
            <a:cxnSpLocks/>
          </p:cNvCxnSpPr>
          <p:nvPr/>
        </p:nvCxnSpPr>
        <p:spPr>
          <a:xfrm flipH="1">
            <a:off x="1032510" y="2139497"/>
            <a:ext cx="264795" cy="0"/>
          </a:xfrm>
          <a:prstGeom prst="straightConnector1">
            <a:avLst/>
          </a:prstGeom>
          <a:ln w="9525" cap="rnd">
            <a:solidFill>
              <a:schemeClr val="accent6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B643F21-F2D9-8C97-52B5-AC3DEF462875}"/>
              </a:ext>
            </a:extLst>
          </p:cNvPr>
          <p:cNvCxnSpPr>
            <a:cxnSpLocks/>
          </p:cNvCxnSpPr>
          <p:nvPr/>
        </p:nvCxnSpPr>
        <p:spPr>
          <a:xfrm flipH="1">
            <a:off x="792480" y="2139497"/>
            <a:ext cx="240030" cy="0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876B70C-30B5-0335-EF64-3C5F4F02377D}"/>
              </a:ext>
            </a:extLst>
          </p:cNvPr>
          <p:cNvCxnSpPr>
            <a:cxnSpLocks/>
          </p:cNvCxnSpPr>
          <p:nvPr/>
        </p:nvCxnSpPr>
        <p:spPr>
          <a:xfrm>
            <a:off x="792480" y="1494171"/>
            <a:ext cx="451487" cy="0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6D13662-A623-1967-897C-5E6484C3DCEC}"/>
              </a:ext>
            </a:extLst>
          </p:cNvPr>
          <p:cNvCxnSpPr>
            <a:cxnSpLocks/>
          </p:cNvCxnSpPr>
          <p:nvPr/>
        </p:nvCxnSpPr>
        <p:spPr>
          <a:xfrm>
            <a:off x="792480" y="1086196"/>
            <a:ext cx="835104" cy="0"/>
          </a:xfrm>
          <a:prstGeom prst="straightConnector1">
            <a:avLst/>
          </a:prstGeom>
          <a:ln w="9525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D46C888-5B64-41A6-BA56-0B52C0B5FF4F}"/>
              </a:ext>
            </a:extLst>
          </p:cNvPr>
          <p:cNvSpPr txBox="1"/>
          <p:nvPr/>
        </p:nvSpPr>
        <p:spPr>
          <a:xfrm>
            <a:off x="278084" y="957676"/>
            <a:ext cx="531988" cy="25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V,S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D11CA3B-EB09-35CD-F977-451F2B1D955E}"/>
              </a:ext>
            </a:extLst>
          </p:cNvPr>
          <p:cNvSpPr txBox="1"/>
          <p:nvPr/>
        </p:nvSpPr>
        <p:spPr>
          <a:xfrm>
            <a:off x="278084" y="1365029"/>
            <a:ext cx="531988" cy="25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3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·</a:t>
            </a:r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V,S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1EB1A532-92FA-4D70-7319-00C51064480D}"/>
              </a:ext>
            </a:extLst>
          </p:cNvPr>
          <p:cNvCxnSpPr>
            <a:cxnSpLocks/>
          </p:cNvCxnSpPr>
          <p:nvPr/>
        </p:nvCxnSpPr>
        <p:spPr>
          <a:xfrm flipV="1">
            <a:off x="1510189" y="1088186"/>
            <a:ext cx="382190" cy="407975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2DB47CD-4B76-9794-76D1-2B4BB581CDC6}"/>
              </a:ext>
            </a:extLst>
          </p:cNvPr>
          <p:cNvCxnSpPr>
            <a:cxnSpLocks/>
          </p:cNvCxnSpPr>
          <p:nvPr/>
        </p:nvCxnSpPr>
        <p:spPr>
          <a:xfrm>
            <a:off x="1892379" y="1088318"/>
            <a:ext cx="537571" cy="0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C2C3DA3F-90A5-8F3F-18F7-3FDBDED1B9FD}"/>
              </a:ext>
            </a:extLst>
          </p:cNvPr>
          <p:cNvSpPr txBox="1"/>
          <p:nvPr/>
        </p:nvSpPr>
        <p:spPr>
          <a:xfrm>
            <a:off x="1760537" y="1149980"/>
            <a:ext cx="1191895" cy="41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Abgeminderter</a:t>
            </a:r>
          </a:p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Lochleibungsbereich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763E4C82-9ADF-DB1E-B22D-DC64EC9752BE}"/>
              </a:ext>
            </a:extLst>
          </p:cNvPr>
          <p:cNvCxnSpPr>
            <a:cxnSpLocks/>
          </p:cNvCxnSpPr>
          <p:nvPr/>
        </p:nvCxnSpPr>
        <p:spPr>
          <a:xfrm flipV="1">
            <a:off x="1247539" y="1086196"/>
            <a:ext cx="382190" cy="407975"/>
          </a:xfrm>
          <a:prstGeom prst="straightConnector1">
            <a:avLst/>
          </a:prstGeom>
          <a:ln w="12700" cap="rnd">
            <a:solidFill>
              <a:schemeClr val="accent5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9A99C66A-9C54-7395-FEFB-31F3B42BE32E}"/>
              </a:ext>
            </a:extLst>
          </p:cNvPr>
          <p:cNvSpPr txBox="1"/>
          <p:nvPr/>
        </p:nvSpPr>
        <p:spPr>
          <a:xfrm>
            <a:off x="1308132" y="2267945"/>
            <a:ext cx="1191895" cy="41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Lochleibung in</a:t>
            </a:r>
          </a:p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der Senkung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EF0C4D2-E7FE-1D82-C065-A93DDAE412A5}"/>
              </a:ext>
            </a:extLst>
          </p:cNvPr>
          <p:cNvCxnSpPr>
            <a:cxnSpLocks/>
          </p:cNvCxnSpPr>
          <p:nvPr/>
        </p:nvCxnSpPr>
        <p:spPr>
          <a:xfrm flipV="1">
            <a:off x="1297305" y="1498151"/>
            <a:ext cx="212884" cy="641346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AD2E4DA-F42A-B719-B36D-B5D20099D36E}"/>
              </a:ext>
            </a:extLst>
          </p:cNvPr>
          <p:cNvCxnSpPr>
            <a:cxnSpLocks/>
          </p:cNvCxnSpPr>
          <p:nvPr/>
        </p:nvCxnSpPr>
        <p:spPr>
          <a:xfrm flipV="1">
            <a:off x="837486" y="1496161"/>
            <a:ext cx="406481" cy="1224587"/>
          </a:xfrm>
          <a:prstGeom prst="straightConnector1">
            <a:avLst/>
          </a:prstGeom>
          <a:ln w="12700" cap="rnd">
            <a:solidFill>
              <a:schemeClr val="accent5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50A71289-1EE2-68B6-5188-DEE67B51C4DC}"/>
              </a:ext>
            </a:extLst>
          </p:cNvPr>
          <p:cNvCxnSpPr>
            <a:cxnSpLocks/>
          </p:cNvCxnSpPr>
          <p:nvPr/>
        </p:nvCxnSpPr>
        <p:spPr>
          <a:xfrm flipV="1">
            <a:off x="838200" y="2139497"/>
            <a:ext cx="459105" cy="588028"/>
          </a:xfrm>
          <a:prstGeom prst="straightConnector1">
            <a:avLst/>
          </a:prstGeom>
          <a:ln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C7F86BA8-1703-55CB-E894-56ADAC97D35C}"/>
              </a:ext>
            </a:extLst>
          </p:cNvPr>
          <p:cNvSpPr txBox="1"/>
          <p:nvPr/>
        </p:nvSpPr>
        <p:spPr>
          <a:xfrm>
            <a:off x="280622" y="2010723"/>
            <a:ext cx="531988" cy="25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9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249A8F1B-A29C-6807-5135-C7574A6B1D8D}"/>
              </a:ext>
            </a:extLst>
          </p:cNvPr>
          <p:cNvSpPr txBox="1"/>
          <p:nvPr/>
        </p:nvSpPr>
        <p:spPr>
          <a:xfrm>
            <a:off x="1433038" y="1662784"/>
            <a:ext cx="125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Lochleibung im</a:t>
            </a:r>
          </a:p>
          <a:p>
            <a:r>
              <a:rPr lang="de-DE" sz="9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zylindrischen Bereich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2F93FC41-7E41-3A32-C391-A39F02491A3B}"/>
              </a:ext>
            </a:extLst>
          </p:cNvPr>
          <p:cNvSpPr txBox="1"/>
          <p:nvPr/>
        </p:nvSpPr>
        <p:spPr>
          <a:xfrm>
            <a:off x="792481" y="1091483"/>
            <a:ext cx="7467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Niet mit über-</a:t>
            </a:r>
          </a:p>
          <a:p>
            <a:r>
              <a:rPr lang="de-DE" sz="7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stehendem</a:t>
            </a:r>
          </a:p>
          <a:p>
            <a:r>
              <a:rPr lang="de-DE" sz="7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Kopf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3CFA2C4B-5E7F-24FA-D50E-49550352C5C0}"/>
              </a:ext>
            </a:extLst>
          </p:cNvPr>
          <p:cNvCxnSpPr>
            <a:cxnSpLocks/>
          </p:cNvCxnSpPr>
          <p:nvPr/>
        </p:nvCxnSpPr>
        <p:spPr>
          <a:xfrm flipH="1" flipV="1">
            <a:off x="1113159" y="1420377"/>
            <a:ext cx="64606" cy="262875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6FF57FA4-C521-97BE-BF4D-04A7B1FBAB3F}"/>
              </a:ext>
            </a:extLst>
          </p:cNvPr>
          <p:cNvSpPr txBox="1"/>
          <p:nvPr/>
        </p:nvSpPr>
        <p:spPr>
          <a:xfrm>
            <a:off x="1124861" y="2757481"/>
            <a:ext cx="3312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endParaRPr lang="de-DE" sz="9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F1B2A92E-9483-63B0-512C-9F3CFE937CEE}"/>
              </a:ext>
            </a:extLst>
          </p:cNvPr>
          <p:cNvSpPr txBox="1"/>
          <p:nvPr/>
        </p:nvSpPr>
        <p:spPr>
          <a:xfrm>
            <a:off x="1498265" y="902254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900" i="1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31D962F9-FDBE-6311-92B8-BE87861AAD19}"/>
              </a:ext>
            </a:extLst>
          </p:cNvPr>
          <p:cNvSpPr txBox="1"/>
          <p:nvPr/>
        </p:nvSpPr>
        <p:spPr>
          <a:xfrm>
            <a:off x="1080214" y="1458926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900" i="1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B88197A8-B618-8A05-8A81-DAE51341470E}"/>
              </a:ext>
            </a:extLst>
          </p:cNvPr>
          <p:cNvSpPr txBox="1"/>
          <p:nvPr/>
        </p:nvSpPr>
        <p:spPr>
          <a:xfrm>
            <a:off x="906130" y="1956942"/>
            <a:ext cx="5319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Δ</a:t>
            </a:r>
            <a:r>
              <a:rPr lang="de-DE" sz="900" i="1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900" baseline="-2500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130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64D1-0B1D-49B5-D08E-D204C62B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A0620D76-8FAB-8A2A-F44D-2C201BB95790}"/>
              </a:ext>
            </a:extLst>
          </p:cNvPr>
          <p:cNvGrpSpPr/>
          <p:nvPr/>
        </p:nvGrpSpPr>
        <p:grpSpPr>
          <a:xfrm>
            <a:off x="644799" y="714375"/>
            <a:ext cx="2269851" cy="2171700"/>
            <a:chOff x="487680" y="949405"/>
            <a:chExt cx="1877060" cy="1764030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62B410EB-13EA-7A69-8B81-E3934A964E4E}"/>
                </a:ext>
              </a:extLst>
            </p:cNvPr>
            <p:cNvGrpSpPr/>
            <p:nvPr/>
          </p:nvGrpSpPr>
          <p:grpSpPr>
            <a:xfrm>
              <a:off x="487680" y="949405"/>
              <a:ext cx="1877059" cy="1764030"/>
              <a:chOff x="341947" y="567690"/>
              <a:chExt cx="2918460" cy="1699260"/>
            </a:xfrm>
          </p:grpSpPr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8AE85717-830D-B3AF-A408-1B50053F1F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56769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Gerader Verbinder 51">
                <a:extLst>
                  <a:ext uri="{FF2B5EF4-FFF2-40B4-BE49-F238E27FC236}">
                    <a16:creationId xmlns:a16="http://schemas.microsoft.com/office/drawing/2014/main" id="{50CD4DD7-6352-EBFC-00E9-602E5F02E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73761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Gerader Verbinder 52">
                <a:extLst>
                  <a:ext uri="{FF2B5EF4-FFF2-40B4-BE49-F238E27FC236}">
                    <a16:creationId xmlns:a16="http://schemas.microsoft.com/office/drawing/2014/main" id="{5E3D407D-CD44-8996-A6AA-DF8B62A404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90754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Gerader Verbinder 53">
                <a:extLst>
                  <a:ext uri="{FF2B5EF4-FFF2-40B4-BE49-F238E27FC236}">
                    <a16:creationId xmlns:a16="http://schemas.microsoft.com/office/drawing/2014/main" id="{DB5C209F-CDCB-EA72-BFCA-CB10EA121A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07746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E61A3620-66A1-2475-9CFD-D24D96DDC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24739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D6325A25-93C0-1EC1-97CD-DDEFD7DE8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41732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6AE0B034-ACDA-02DE-F1EC-540B4F0BA7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58724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BC70F87C-B9A7-22CB-3DEA-FEE464C8F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75717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3682111E-C652-552C-7E9C-DFAAA106D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92709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EC42A2B0-A28D-BF48-5167-BC2EB4302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09702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4113D36E-3AD5-1940-F497-7F1548AA75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26695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037CF381-1FEB-B4A7-C1D7-1BFE76E24712}"/>
                </a:ext>
              </a:extLst>
            </p:cNvPr>
            <p:cNvGrpSpPr/>
            <p:nvPr/>
          </p:nvGrpSpPr>
          <p:grpSpPr>
            <a:xfrm>
              <a:off x="487680" y="949405"/>
              <a:ext cx="1877060" cy="1764030"/>
              <a:chOff x="321183" y="2689479"/>
              <a:chExt cx="1958340" cy="1482090"/>
            </a:xfrm>
          </p:grpSpPr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7EF1A76E-2130-A67B-30F5-42BAB0563B6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53847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861E0B94-0ADF-67BA-1D0D-CD1D8C891CB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4681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2F10D0AB-ED1A-7BCA-6C7E-7AF659895E6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5514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61B39295-3494-8492-1284-5422D1873AB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6347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749FFB81-10F2-5E9C-CEC1-13DA705256D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819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F71BDE3-2F45-2807-CF60-1B967B677F0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41986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BF238A30-441D-8443-0948-DBAD68B829A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2402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2F1DA612-0D51-1592-9BFF-63C11ED0EC5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764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D8E0A13D-A3FB-FC0F-4E76-E786724EF55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30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05A80068-2E50-283D-6A24-AE305FE8D06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50976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79918C8F-5A86-4CB5-9122-A6EFA532D47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34264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Textfeld 62">
            <a:extLst>
              <a:ext uri="{FF2B5EF4-FFF2-40B4-BE49-F238E27FC236}">
                <a16:creationId xmlns:a16="http://schemas.microsoft.com/office/drawing/2014/main" id="{58B0A1F9-1D48-E210-5ED2-08D5CDA0FB7C}"/>
              </a:ext>
            </a:extLst>
          </p:cNvPr>
          <p:cNvSpPr txBox="1"/>
          <p:nvPr/>
        </p:nvSpPr>
        <p:spPr>
          <a:xfrm>
            <a:off x="648617" y="432065"/>
            <a:ext cx="35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006A9E23-1CD8-E516-D669-8143D166BFDE}"/>
              </a:ext>
            </a:extLst>
          </p:cNvPr>
          <p:cNvGrpSpPr/>
          <p:nvPr/>
        </p:nvGrpSpPr>
        <p:grpSpPr>
          <a:xfrm>
            <a:off x="352896" y="614364"/>
            <a:ext cx="354335" cy="2168913"/>
            <a:chOff x="216658" y="852398"/>
            <a:chExt cx="354335" cy="1757633"/>
          </a:xfrm>
        </p:grpSpPr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DCC9FF46-3AFD-D589-F8C5-FCC695BB6F62}"/>
                </a:ext>
              </a:extLst>
            </p:cNvPr>
            <p:cNvSpPr txBox="1"/>
            <p:nvPr/>
          </p:nvSpPr>
          <p:spPr>
            <a:xfrm>
              <a:off x="216663" y="852398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8C241145-AF7F-C24B-2264-6A98F3FAF0BB}"/>
                </a:ext>
              </a:extLst>
            </p:cNvPr>
            <p:cNvSpPr txBox="1"/>
            <p:nvPr/>
          </p:nvSpPr>
          <p:spPr>
            <a:xfrm>
              <a:off x="216663" y="1028331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0,9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73FBC016-7DF0-76B9-32DC-F04B82DA37AA}"/>
                </a:ext>
              </a:extLst>
            </p:cNvPr>
            <p:cNvSpPr txBox="1"/>
            <p:nvPr/>
          </p:nvSpPr>
          <p:spPr>
            <a:xfrm>
              <a:off x="216663" y="1204264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7152AA39-D44B-0C7F-00D6-A962C83C5AAC}"/>
                </a:ext>
              </a:extLst>
            </p:cNvPr>
            <p:cNvSpPr txBox="1"/>
            <p:nvPr/>
          </p:nvSpPr>
          <p:spPr>
            <a:xfrm>
              <a:off x="216663" y="1380197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0,7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CF659A1C-A838-DA0A-F75E-04BD7830092F}"/>
                </a:ext>
              </a:extLst>
            </p:cNvPr>
            <p:cNvSpPr txBox="1"/>
            <p:nvPr/>
          </p:nvSpPr>
          <p:spPr>
            <a:xfrm>
              <a:off x="216663" y="1556130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1184C88C-CB6D-A519-2F56-8AC5C0B5D094}"/>
                </a:ext>
              </a:extLst>
            </p:cNvPr>
            <p:cNvSpPr txBox="1"/>
            <p:nvPr/>
          </p:nvSpPr>
          <p:spPr>
            <a:xfrm>
              <a:off x="216662" y="1732063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0,5</a:t>
              </a:r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73388270-5A38-1846-3032-92173B0AFD97}"/>
                </a:ext>
              </a:extLst>
            </p:cNvPr>
            <p:cNvSpPr txBox="1"/>
            <p:nvPr/>
          </p:nvSpPr>
          <p:spPr>
            <a:xfrm>
              <a:off x="216661" y="1907996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79151C8E-0408-ED80-47F4-3FE05A5A8BDD}"/>
                </a:ext>
              </a:extLst>
            </p:cNvPr>
            <p:cNvSpPr txBox="1"/>
            <p:nvPr/>
          </p:nvSpPr>
          <p:spPr>
            <a:xfrm>
              <a:off x="216660" y="2083929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0,3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2FC2DA4B-2F80-65FD-F54F-DE6924803B74}"/>
                </a:ext>
              </a:extLst>
            </p:cNvPr>
            <p:cNvSpPr txBox="1"/>
            <p:nvPr/>
          </p:nvSpPr>
          <p:spPr>
            <a:xfrm>
              <a:off x="216659" y="2259862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7C56EA6C-861C-446A-0042-F643FC9BEF13}"/>
                </a:ext>
              </a:extLst>
            </p:cNvPr>
            <p:cNvSpPr txBox="1"/>
            <p:nvPr/>
          </p:nvSpPr>
          <p:spPr>
            <a:xfrm>
              <a:off x="216658" y="2435795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</a:t>
              </a:r>
            </a:p>
          </p:txBody>
        </p:sp>
      </p:grp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94DFB9E5-4789-D39C-ED45-97AD2DD7C88A}"/>
              </a:ext>
            </a:extLst>
          </p:cNvPr>
          <p:cNvCxnSpPr>
            <a:cxnSpLocks/>
          </p:cNvCxnSpPr>
          <p:nvPr/>
        </p:nvCxnSpPr>
        <p:spPr>
          <a:xfrm flipV="1">
            <a:off x="646509" y="1946910"/>
            <a:ext cx="1275636" cy="939165"/>
          </a:xfrm>
          <a:prstGeom prst="line">
            <a:avLst/>
          </a:prstGeom>
          <a:ln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EAD40744-6C04-749D-DD94-5D765AC3C29E}"/>
              </a:ext>
            </a:extLst>
          </p:cNvPr>
          <p:cNvSpPr txBox="1"/>
          <p:nvPr/>
        </p:nvSpPr>
        <p:spPr>
          <a:xfrm>
            <a:off x="2952079" y="2623097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333671C6-A9E9-4265-C255-FB6EC587D6D5}"/>
              </a:ext>
            </a:extLst>
          </p:cNvPr>
          <p:cNvGrpSpPr/>
          <p:nvPr/>
        </p:nvGrpSpPr>
        <p:grpSpPr>
          <a:xfrm>
            <a:off x="698055" y="2920008"/>
            <a:ext cx="2393759" cy="215444"/>
            <a:chOff x="698055" y="2905720"/>
            <a:chExt cx="2393759" cy="215444"/>
          </a:xfrm>
        </p:grpSpPr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767CBBD7-48BF-CFDC-AD50-6FE9D4B92DD6}"/>
                </a:ext>
              </a:extLst>
            </p:cNvPr>
            <p:cNvSpPr txBox="1"/>
            <p:nvPr/>
          </p:nvSpPr>
          <p:spPr>
            <a:xfrm>
              <a:off x="2510879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0,9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F3784B58-DFE8-6FC1-F223-7F3CF3362F40}"/>
                </a:ext>
              </a:extLst>
            </p:cNvPr>
            <p:cNvSpPr txBox="1"/>
            <p:nvPr/>
          </p:nvSpPr>
          <p:spPr>
            <a:xfrm>
              <a:off x="2737484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</a:p>
          </p:txBody>
        </p:sp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B25E7494-3786-D866-4B42-8117C369E881}"/>
                </a:ext>
              </a:extLst>
            </p:cNvPr>
            <p:cNvSpPr txBox="1"/>
            <p:nvPr/>
          </p:nvSpPr>
          <p:spPr>
            <a:xfrm>
              <a:off x="2284276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E8D116A0-2806-81B4-348F-8273AAC3D573}"/>
                </a:ext>
              </a:extLst>
            </p:cNvPr>
            <p:cNvSpPr txBox="1"/>
            <p:nvPr/>
          </p:nvSpPr>
          <p:spPr>
            <a:xfrm>
              <a:off x="2057673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0,7</a:t>
              </a:r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A5B36424-99D9-15E2-459E-1ABA6831E87D}"/>
                </a:ext>
              </a:extLst>
            </p:cNvPr>
            <p:cNvSpPr txBox="1"/>
            <p:nvPr/>
          </p:nvSpPr>
          <p:spPr>
            <a:xfrm>
              <a:off x="1831070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7F899996-0075-806C-1C8E-A99DA5AAC5A4}"/>
                </a:ext>
              </a:extLst>
            </p:cNvPr>
            <p:cNvSpPr txBox="1"/>
            <p:nvPr/>
          </p:nvSpPr>
          <p:spPr>
            <a:xfrm>
              <a:off x="1604467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0,5</a:t>
              </a: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72E6211A-272E-7CC4-141A-A2832F7A2CAD}"/>
                </a:ext>
              </a:extLst>
            </p:cNvPr>
            <p:cNvSpPr txBox="1"/>
            <p:nvPr/>
          </p:nvSpPr>
          <p:spPr>
            <a:xfrm>
              <a:off x="1377864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</a:p>
          </p:txBody>
        </p:sp>
        <p:sp>
          <p:nvSpPr>
            <p:cNvPr id="113" name="Textfeld 112">
              <a:extLst>
                <a:ext uri="{FF2B5EF4-FFF2-40B4-BE49-F238E27FC236}">
                  <a16:creationId xmlns:a16="http://schemas.microsoft.com/office/drawing/2014/main" id="{8D01AD9B-3B96-74C9-C9AD-CE3659153CC6}"/>
                </a:ext>
              </a:extLst>
            </p:cNvPr>
            <p:cNvSpPr txBox="1"/>
            <p:nvPr/>
          </p:nvSpPr>
          <p:spPr>
            <a:xfrm>
              <a:off x="1151261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0,3</a:t>
              </a:r>
            </a:p>
          </p:txBody>
        </p:sp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AC094E97-B64B-0520-A9BF-4B14FAE1145E}"/>
                </a:ext>
              </a:extLst>
            </p:cNvPr>
            <p:cNvSpPr txBox="1"/>
            <p:nvPr/>
          </p:nvSpPr>
          <p:spPr>
            <a:xfrm>
              <a:off x="924658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68062615-E0C4-69DC-0B1F-87DCE0BE5731}"/>
                </a:ext>
              </a:extLst>
            </p:cNvPr>
            <p:cNvSpPr txBox="1"/>
            <p:nvPr/>
          </p:nvSpPr>
          <p:spPr>
            <a:xfrm>
              <a:off x="698055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</a:t>
              </a: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F355BE7B-46B6-FD19-DCEE-BF3CA52EAE8F}"/>
              </a:ext>
            </a:extLst>
          </p:cNvPr>
          <p:cNvSpPr txBox="1"/>
          <p:nvPr/>
        </p:nvSpPr>
        <p:spPr>
          <a:xfrm>
            <a:off x="319841" y="2829398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3A8D2C9-8D44-881F-D42A-E76F1C160AA2}"/>
              </a:ext>
            </a:extLst>
          </p:cNvPr>
          <p:cNvSpPr/>
          <p:nvPr/>
        </p:nvSpPr>
        <p:spPr>
          <a:xfrm>
            <a:off x="1679348" y="1832498"/>
            <a:ext cx="168788" cy="1687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AAFA106-8B41-B435-7832-E9B127B764D6}"/>
              </a:ext>
            </a:extLst>
          </p:cNvPr>
          <p:cNvSpPr txBox="1"/>
          <p:nvPr/>
        </p:nvSpPr>
        <p:spPr>
          <a:xfrm>
            <a:off x="1585440" y="1797548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261AD5D-8621-7EFD-3DC3-69E8DC6962EE}"/>
              </a:ext>
            </a:extLst>
          </p:cNvPr>
          <p:cNvCxnSpPr>
            <a:cxnSpLocks/>
            <a:stCxn id="2" idx="4"/>
            <a:endCxn id="2" idx="0"/>
          </p:cNvCxnSpPr>
          <p:nvPr/>
        </p:nvCxnSpPr>
        <p:spPr>
          <a:xfrm>
            <a:off x="642440" y="710802"/>
            <a:ext cx="2278378" cy="2180983"/>
          </a:xfrm>
          <a:prstGeom prst="line">
            <a:avLst/>
          </a:prstGeom>
          <a:ln cap="rnd"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B26BAC1B-215E-C2B9-66F8-66CE30955021}"/>
              </a:ext>
            </a:extLst>
          </p:cNvPr>
          <p:cNvCxnSpPr>
            <a:cxnSpLocks/>
          </p:cNvCxnSpPr>
          <p:nvPr/>
        </p:nvCxnSpPr>
        <p:spPr>
          <a:xfrm flipV="1">
            <a:off x="644798" y="557213"/>
            <a:ext cx="0" cy="2328862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AA4A19BC-7688-3131-29B2-A8BAE1D9DF89}"/>
              </a:ext>
            </a:extLst>
          </p:cNvPr>
          <p:cNvCxnSpPr>
            <a:cxnSpLocks/>
          </p:cNvCxnSpPr>
          <p:nvPr/>
        </p:nvCxnSpPr>
        <p:spPr>
          <a:xfrm>
            <a:off x="644798" y="2889647"/>
            <a:ext cx="245559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Ellipse 120">
            <a:extLst>
              <a:ext uri="{FF2B5EF4-FFF2-40B4-BE49-F238E27FC236}">
                <a16:creationId xmlns:a16="http://schemas.microsoft.com/office/drawing/2014/main" id="{E758D422-3799-3CE9-222B-DF40A2DBAB00}"/>
              </a:ext>
            </a:extLst>
          </p:cNvPr>
          <p:cNvSpPr/>
          <p:nvPr/>
        </p:nvSpPr>
        <p:spPr>
          <a:xfrm>
            <a:off x="607219" y="2846786"/>
            <a:ext cx="78580" cy="78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2ED616F-B7BC-893F-894C-82CC40E1D1E9}"/>
              </a:ext>
            </a:extLst>
          </p:cNvPr>
          <p:cNvSpPr/>
          <p:nvPr/>
        </p:nvSpPr>
        <p:spPr>
          <a:xfrm>
            <a:off x="1579572" y="720090"/>
            <a:ext cx="1303995" cy="207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5A1CF5B-5510-53DB-D7A7-995509BBB9F8}"/>
              </a:ext>
            </a:extLst>
          </p:cNvPr>
          <p:cNvSpPr/>
          <p:nvPr/>
        </p:nvSpPr>
        <p:spPr>
          <a:xfrm>
            <a:off x="2011681" y="896787"/>
            <a:ext cx="899160" cy="465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winkliges Dreieck 1">
            <a:extLst>
              <a:ext uri="{FF2B5EF4-FFF2-40B4-BE49-F238E27FC236}">
                <a16:creationId xmlns:a16="http://schemas.microsoft.com/office/drawing/2014/main" id="{CD17FC72-82A8-2BA2-6153-303729E2F166}"/>
              </a:ext>
            </a:extLst>
          </p:cNvPr>
          <p:cNvSpPr/>
          <p:nvPr/>
        </p:nvSpPr>
        <p:spPr>
          <a:xfrm rot="10800000">
            <a:off x="642440" y="710802"/>
            <a:ext cx="2278378" cy="2180983"/>
          </a:xfrm>
          <a:prstGeom prst="rtTriangle">
            <a:avLst/>
          </a:prstGeom>
          <a:solidFill>
            <a:srgbClr val="FF0000">
              <a:alpha val="40000"/>
            </a:srgb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E03EC9A-0A26-A82A-3CC8-7D21A8E1CCCF}"/>
              </a:ext>
            </a:extLst>
          </p:cNvPr>
          <p:cNvSpPr txBox="1"/>
          <p:nvPr/>
        </p:nvSpPr>
        <p:spPr>
          <a:xfrm>
            <a:off x="1473376" y="697990"/>
            <a:ext cx="14787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Unzulässiges Gebiet: Tragfähigkeit überschritten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4F0BF919-C934-CBBF-102D-9E87EE37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45" y="1586633"/>
            <a:ext cx="734313" cy="20955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2E8111A2-7B9A-A893-A22B-54BC002E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41" y="1751325"/>
            <a:ext cx="669629" cy="262259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24601FBF-3657-D65F-E1CA-ECC202553D6C}"/>
              </a:ext>
            </a:extLst>
          </p:cNvPr>
          <p:cNvSpPr txBox="1"/>
          <p:nvPr/>
        </p:nvSpPr>
        <p:spPr>
          <a:xfrm>
            <a:off x="654350" y="1577611"/>
            <a:ext cx="13100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Zulässiges</a:t>
            </a:r>
          </a:p>
          <a:p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Gebiet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364351A-530F-8708-EC7A-A494762AA3AB}"/>
              </a:ext>
            </a:extLst>
          </p:cNvPr>
          <p:cNvCxnSpPr>
            <a:cxnSpLocks/>
          </p:cNvCxnSpPr>
          <p:nvPr/>
        </p:nvCxnSpPr>
        <p:spPr>
          <a:xfrm flipV="1">
            <a:off x="1666637" y="2135981"/>
            <a:ext cx="0" cy="751999"/>
          </a:xfrm>
          <a:prstGeom prst="line">
            <a:avLst/>
          </a:prstGeom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D58FE67A-0C4C-AE3D-4EF6-9E126A80A175}"/>
              </a:ext>
            </a:extLst>
          </p:cNvPr>
          <p:cNvCxnSpPr>
            <a:cxnSpLocks/>
          </p:cNvCxnSpPr>
          <p:nvPr/>
        </p:nvCxnSpPr>
        <p:spPr>
          <a:xfrm>
            <a:off x="646509" y="2135595"/>
            <a:ext cx="1008356" cy="0"/>
          </a:xfrm>
          <a:prstGeom prst="line">
            <a:avLst/>
          </a:prstGeom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B295D815-A8C8-2EB6-3934-2362FBCE03EB}"/>
              </a:ext>
            </a:extLst>
          </p:cNvPr>
          <p:cNvSpPr/>
          <p:nvPr/>
        </p:nvSpPr>
        <p:spPr>
          <a:xfrm>
            <a:off x="1477534" y="1952112"/>
            <a:ext cx="168788" cy="1687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D296C93-A1C7-07A6-685E-83EB4E06CA12}"/>
              </a:ext>
            </a:extLst>
          </p:cNvPr>
          <p:cNvSpPr txBox="1"/>
          <p:nvPr/>
        </p:nvSpPr>
        <p:spPr>
          <a:xfrm>
            <a:off x="1393104" y="1918470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B5C419EF-7B07-FF61-BD55-29C4479F2EDC}"/>
              </a:ext>
            </a:extLst>
          </p:cNvPr>
          <p:cNvSpPr/>
          <p:nvPr/>
        </p:nvSpPr>
        <p:spPr>
          <a:xfrm>
            <a:off x="1885905" y="1905232"/>
            <a:ext cx="78580" cy="78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77D5555C-71B7-585E-88D6-AA1A9DB30BFB}"/>
              </a:ext>
            </a:extLst>
          </p:cNvPr>
          <p:cNvSpPr/>
          <p:nvPr/>
        </p:nvSpPr>
        <p:spPr>
          <a:xfrm>
            <a:off x="1626941" y="2095225"/>
            <a:ext cx="78580" cy="785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730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9583-C570-3FC7-F4F2-5C665CB7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346A92AF-35FB-FFEE-DF56-01DE1366D117}"/>
              </a:ext>
            </a:extLst>
          </p:cNvPr>
          <p:cNvGrpSpPr/>
          <p:nvPr/>
        </p:nvGrpSpPr>
        <p:grpSpPr>
          <a:xfrm>
            <a:off x="644799" y="714375"/>
            <a:ext cx="2269851" cy="2171700"/>
            <a:chOff x="487680" y="949405"/>
            <a:chExt cx="1877060" cy="1764030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AD72D2A4-5592-EF83-A5FC-0235149C4DEA}"/>
                </a:ext>
              </a:extLst>
            </p:cNvPr>
            <p:cNvGrpSpPr/>
            <p:nvPr/>
          </p:nvGrpSpPr>
          <p:grpSpPr>
            <a:xfrm>
              <a:off x="487680" y="949405"/>
              <a:ext cx="1877059" cy="1764030"/>
              <a:chOff x="341947" y="567690"/>
              <a:chExt cx="2918460" cy="1699260"/>
            </a:xfrm>
          </p:grpSpPr>
          <p:cxnSp>
            <p:nvCxnSpPr>
              <p:cNvPr id="51" name="Gerader Verbinder 50">
                <a:extLst>
                  <a:ext uri="{FF2B5EF4-FFF2-40B4-BE49-F238E27FC236}">
                    <a16:creationId xmlns:a16="http://schemas.microsoft.com/office/drawing/2014/main" id="{A32D81C6-8BB8-B4C2-DA48-911533574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56769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Gerader Verbinder 51">
                <a:extLst>
                  <a:ext uri="{FF2B5EF4-FFF2-40B4-BE49-F238E27FC236}">
                    <a16:creationId xmlns:a16="http://schemas.microsoft.com/office/drawing/2014/main" id="{51B16870-9784-94A3-0720-C9ABBEB701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73761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Gerader Verbinder 52">
                <a:extLst>
                  <a:ext uri="{FF2B5EF4-FFF2-40B4-BE49-F238E27FC236}">
                    <a16:creationId xmlns:a16="http://schemas.microsoft.com/office/drawing/2014/main" id="{CC631D19-1344-4685-19CA-A7DF2AEE0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90754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Gerader Verbinder 53">
                <a:extLst>
                  <a:ext uri="{FF2B5EF4-FFF2-40B4-BE49-F238E27FC236}">
                    <a16:creationId xmlns:a16="http://schemas.microsoft.com/office/drawing/2014/main" id="{4C7F94B2-23A5-D5AE-A04A-0B29848F0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07746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Gerader Verbinder 54">
                <a:extLst>
                  <a:ext uri="{FF2B5EF4-FFF2-40B4-BE49-F238E27FC236}">
                    <a16:creationId xmlns:a16="http://schemas.microsoft.com/office/drawing/2014/main" id="{BE4B92E7-4295-F400-F712-631D17C9A2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24739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r Verbinder 55">
                <a:extLst>
                  <a:ext uri="{FF2B5EF4-FFF2-40B4-BE49-F238E27FC236}">
                    <a16:creationId xmlns:a16="http://schemas.microsoft.com/office/drawing/2014/main" id="{F1576033-5F42-3A04-5B77-6ED90FE39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41732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Gerader Verbinder 56">
                <a:extLst>
                  <a:ext uri="{FF2B5EF4-FFF2-40B4-BE49-F238E27FC236}">
                    <a16:creationId xmlns:a16="http://schemas.microsoft.com/office/drawing/2014/main" id="{5956CC9F-63A8-FAEC-014B-FE9D4AB05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587246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Gerader Verbinder 57">
                <a:extLst>
                  <a:ext uri="{FF2B5EF4-FFF2-40B4-BE49-F238E27FC236}">
                    <a16:creationId xmlns:a16="http://schemas.microsoft.com/office/drawing/2014/main" id="{9A131698-3ECA-A582-718B-736C0BBB5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757172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r Verbinder 58">
                <a:extLst>
                  <a:ext uri="{FF2B5EF4-FFF2-40B4-BE49-F238E27FC236}">
                    <a16:creationId xmlns:a16="http://schemas.microsoft.com/office/drawing/2014/main" id="{4F528BE2-D2D0-5C3E-6E7C-CFD20E216F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1927098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Gerader Verbinder 59">
                <a:extLst>
                  <a:ext uri="{FF2B5EF4-FFF2-40B4-BE49-F238E27FC236}">
                    <a16:creationId xmlns:a16="http://schemas.microsoft.com/office/drawing/2014/main" id="{056AB4D3-86B5-32B1-8435-F9BE0828F2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097024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D3307EF0-D236-E852-FE4D-F6865713E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947" y="2266950"/>
                <a:ext cx="291846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67C5004-F033-4ED6-6B07-63CD94567279}"/>
                </a:ext>
              </a:extLst>
            </p:cNvPr>
            <p:cNvGrpSpPr/>
            <p:nvPr/>
          </p:nvGrpSpPr>
          <p:grpSpPr>
            <a:xfrm>
              <a:off x="487680" y="949405"/>
              <a:ext cx="1877060" cy="1764030"/>
              <a:chOff x="321183" y="2689479"/>
              <a:chExt cx="1958340" cy="1482090"/>
            </a:xfrm>
          </p:grpSpPr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123719CF-18D8-32C7-DB7E-A08F03685B8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53847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30393208-6044-4881-B41D-FD693E1DECB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4681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78FB374-8797-BA46-54F4-3531663E7A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5514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6FF69A67-6CF4-C9AB-A142-935F4AB4E1B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6347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F9DDAB2-CEFE-899E-3854-38043A19A73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819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39955299-FB4E-4C8A-28EC-815B1187FE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419862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0356B704-2496-182D-DCDC-B4B22A05C46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22402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1E8D5CE0-FE47-1AC2-9DB1-68D3C1A53D4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7640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0F0A7C69-9C0D-0B5A-B481-5E655DD2058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308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684BF991-0B1A-092A-5840-666574E7C26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50976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r Verbinder 49">
                <a:extLst>
                  <a:ext uri="{FF2B5EF4-FFF2-40B4-BE49-F238E27FC236}">
                    <a16:creationId xmlns:a16="http://schemas.microsoft.com/office/drawing/2014/main" id="{6D5BFAB2-039C-15C2-459D-880B7716103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342644" y="3430524"/>
                <a:ext cx="1482090" cy="0"/>
              </a:xfrm>
              <a:prstGeom prst="line">
                <a:avLst/>
              </a:prstGeom>
              <a:ln w="952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Textfeld 62">
            <a:extLst>
              <a:ext uri="{FF2B5EF4-FFF2-40B4-BE49-F238E27FC236}">
                <a16:creationId xmlns:a16="http://schemas.microsoft.com/office/drawing/2014/main" id="{1F0546A4-D8AF-DF25-23C7-BAA9F2996F10}"/>
              </a:ext>
            </a:extLst>
          </p:cNvPr>
          <p:cNvSpPr txBox="1"/>
          <p:nvPr/>
        </p:nvSpPr>
        <p:spPr>
          <a:xfrm>
            <a:off x="648617" y="432065"/>
            <a:ext cx="352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</a:t>
            </a:r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D047DF13-3CB5-3B9F-A823-307E605E46A1}"/>
              </a:ext>
            </a:extLst>
          </p:cNvPr>
          <p:cNvGrpSpPr/>
          <p:nvPr/>
        </p:nvGrpSpPr>
        <p:grpSpPr>
          <a:xfrm>
            <a:off x="352896" y="614364"/>
            <a:ext cx="354335" cy="2168913"/>
            <a:chOff x="216658" y="852398"/>
            <a:chExt cx="354335" cy="1757633"/>
          </a:xfrm>
        </p:grpSpPr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351411BF-404B-E268-4DCF-8968D32E85E5}"/>
                </a:ext>
              </a:extLst>
            </p:cNvPr>
            <p:cNvSpPr txBox="1"/>
            <p:nvPr/>
          </p:nvSpPr>
          <p:spPr>
            <a:xfrm>
              <a:off x="216663" y="852398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931E7A88-DBA7-CFEB-3138-0FC018D6C768}"/>
                </a:ext>
              </a:extLst>
            </p:cNvPr>
            <p:cNvSpPr txBox="1"/>
            <p:nvPr/>
          </p:nvSpPr>
          <p:spPr>
            <a:xfrm>
              <a:off x="216663" y="1028331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0,9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C2E666FC-D396-B22F-9473-EACDA065ACDE}"/>
                </a:ext>
              </a:extLst>
            </p:cNvPr>
            <p:cNvSpPr txBox="1"/>
            <p:nvPr/>
          </p:nvSpPr>
          <p:spPr>
            <a:xfrm>
              <a:off x="216663" y="1204264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05FD0F27-4A66-F0BE-722B-596349C8D5DD}"/>
                </a:ext>
              </a:extLst>
            </p:cNvPr>
            <p:cNvSpPr txBox="1"/>
            <p:nvPr/>
          </p:nvSpPr>
          <p:spPr>
            <a:xfrm>
              <a:off x="216663" y="1380197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0,7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DFBB46A6-F814-89A2-9107-AC31C1FE9C7E}"/>
                </a:ext>
              </a:extLst>
            </p:cNvPr>
            <p:cNvSpPr txBox="1"/>
            <p:nvPr/>
          </p:nvSpPr>
          <p:spPr>
            <a:xfrm>
              <a:off x="216663" y="1556130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33C85AAC-095D-6CFD-19C2-727CB6BCBC9E}"/>
                </a:ext>
              </a:extLst>
            </p:cNvPr>
            <p:cNvSpPr txBox="1"/>
            <p:nvPr/>
          </p:nvSpPr>
          <p:spPr>
            <a:xfrm>
              <a:off x="216662" y="1732063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0,5</a:t>
              </a:r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42F3B241-B83A-7DF1-FDB3-D3C3B5F03630}"/>
                </a:ext>
              </a:extLst>
            </p:cNvPr>
            <p:cNvSpPr txBox="1"/>
            <p:nvPr/>
          </p:nvSpPr>
          <p:spPr>
            <a:xfrm>
              <a:off x="216661" y="1907996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9E58C0A8-BE90-412C-83EC-5B362268C798}"/>
                </a:ext>
              </a:extLst>
            </p:cNvPr>
            <p:cNvSpPr txBox="1"/>
            <p:nvPr/>
          </p:nvSpPr>
          <p:spPr>
            <a:xfrm>
              <a:off x="216660" y="2083929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0,3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E6B3D0F-B6CC-E102-D611-1D678A31530D}"/>
                </a:ext>
              </a:extLst>
            </p:cNvPr>
            <p:cNvSpPr txBox="1"/>
            <p:nvPr/>
          </p:nvSpPr>
          <p:spPr>
            <a:xfrm>
              <a:off x="216659" y="2259862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</a:p>
          </p:txBody>
        </p: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BD3635FF-1759-BCD3-4BDE-9872483BD16E}"/>
                </a:ext>
              </a:extLst>
            </p:cNvPr>
            <p:cNvSpPr txBox="1"/>
            <p:nvPr/>
          </p:nvSpPr>
          <p:spPr>
            <a:xfrm>
              <a:off x="216658" y="2435795"/>
              <a:ext cx="354330" cy="174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</a:t>
              </a:r>
            </a:p>
          </p:txBody>
        </p:sp>
      </p:grpSp>
      <p:sp>
        <p:nvSpPr>
          <p:cNvPr id="69" name="Textfeld 68">
            <a:extLst>
              <a:ext uri="{FF2B5EF4-FFF2-40B4-BE49-F238E27FC236}">
                <a16:creationId xmlns:a16="http://schemas.microsoft.com/office/drawing/2014/main" id="{8BA853AB-C2B3-7F34-9EE5-3C5403B4EC9A}"/>
              </a:ext>
            </a:extLst>
          </p:cNvPr>
          <p:cNvSpPr txBox="1"/>
          <p:nvPr/>
        </p:nvSpPr>
        <p:spPr>
          <a:xfrm>
            <a:off x="2952079" y="2623097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r>
              <a:rPr lang="de-DE" sz="11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4A63B04B-DD21-6246-5F14-98305C98ED8F}"/>
              </a:ext>
            </a:extLst>
          </p:cNvPr>
          <p:cNvGrpSpPr/>
          <p:nvPr/>
        </p:nvGrpSpPr>
        <p:grpSpPr>
          <a:xfrm>
            <a:off x="698055" y="2920008"/>
            <a:ext cx="2393759" cy="215444"/>
            <a:chOff x="698055" y="2905720"/>
            <a:chExt cx="2393759" cy="215444"/>
          </a:xfrm>
        </p:grpSpPr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26C97434-9210-1B68-9883-E96BAD751D39}"/>
                </a:ext>
              </a:extLst>
            </p:cNvPr>
            <p:cNvSpPr txBox="1"/>
            <p:nvPr/>
          </p:nvSpPr>
          <p:spPr>
            <a:xfrm>
              <a:off x="2510879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0,9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2354630D-2D4B-C054-FA54-043369C4436C}"/>
                </a:ext>
              </a:extLst>
            </p:cNvPr>
            <p:cNvSpPr txBox="1"/>
            <p:nvPr/>
          </p:nvSpPr>
          <p:spPr>
            <a:xfrm>
              <a:off x="2737484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1,0</a:t>
              </a:r>
            </a:p>
          </p:txBody>
        </p:sp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60EEC255-3E5E-B4DE-61E3-0F520EA5D293}"/>
                </a:ext>
              </a:extLst>
            </p:cNvPr>
            <p:cNvSpPr txBox="1"/>
            <p:nvPr/>
          </p:nvSpPr>
          <p:spPr>
            <a:xfrm>
              <a:off x="2284276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0,8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29E867F7-E498-4B0F-722C-7DA8E93A0873}"/>
                </a:ext>
              </a:extLst>
            </p:cNvPr>
            <p:cNvSpPr txBox="1"/>
            <p:nvPr/>
          </p:nvSpPr>
          <p:spPr>
            <a:xfrm>
              <a:off x="2057673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0,7</a:t>
              </a:r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99A3FFB7-914B-166E-0F42-439D22C232D8}"/>
                </a:ext>
              </a:extLst>
            </p:cNvPr>
            <p:cNvSpPr txBox="1"/>
            <p:nvPr/>
          </p:nvSpPr>
          <p:spPr>
            <a:xfrm>
              <a:off x="1831070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0,6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103FAADD-82A7-3579-32AE-83549043D3D2}"/>
                </a:ext>
              </a:extLst>
            </p:cNvPr>
            <p:cNvSpPr txBox="1"/>
            <p:nvPr/>
          </p:nvSpPr>
          <p:spPr>
            <a:xfrm>
              <a:off x="1604467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0,5</a:t>
              </a: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D934AF38-83F4-D9D7-4863-977E20B4F7A5}"/>
                </a:ext>
              </a:extLst>
            </p:cNvPr>
            <p:cNvSpPr txBox="1"/>
            <p:nvPr/>
          </p:nvSpPr>
          <p:spPr>
            <a:xfrm>
              <a:off x="1377864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0,4</a:t>
              </a:r>
            </a:p>
          </p:txBody>
        </p:sp>
        <p:sp>
          <p:nvSpPr>
            <p:cNvPr id="113" name="Textfeld 112">
              <a:extLst>
                <a:ext uri="{FF2B5EF4-FFF2-40B4-BE49-F238E27FC236}">
                  <a16:creationId xmlns:a16="http://schemas.microsoft.com/office/drawing/2014/main" id="{F04F32E2-BA83-3F72-E059-9CA3A7E185F4}"/>
                </a:ext>
              </a:extLst>
            </p:cNvPr>
            <p:cNvSpPr txBox="1"/>
            <p:nvPr/>
          </p:nvSpPr>
          <p:spPr>
            <a:xfrm>
              <a:off x="1151261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0,3</a:t>
              </a:r>
            </a:p>
          </p:txBody>
        </p:sp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B6A61A5B-1E53-6729-F362-F72198FCDC3A}"/>
                </a:ext>
              </a:extLst>
            </p:cNvPr>
            <p:cNvSpPr txBox="1"/>
            <p:nvPr/>
          </p:nvSpPr>
          <p:spPr>
            <a:xfrm>
              <a:off x="924658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0,2</a:t>
              </a:r>
            </a:p>
          </p:txBody>
        </p: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D491DCCD-E61C-D3F1-F37A-3316F2D9D95C}"/>
                </a:ext>
              </a:extLst>
            </p:cNvPr>
            <p:cNvSpPr txBox="1"/>
            <p:nvPr/>
          </p:nvSpPr>
          <p:spPr>
            <a:xfrm>
              <a:off x="698055" y="2905720"/>
              <a:ext cx="35433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8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0,1</a:t>
              </a:r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72E6B809-446A-CE98-E0F3-1943AF237875}"/>
              </a:ext>
            </a:extLst>
          </p:cNvPr>
          <p:cNvSpPr txBox="1"/>
          <p:nvPr/>
        </p:nvSpPr>
        <p:spPr>
          <a:xfrm>
            <a:off x="1505591" y="1784070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482129F-05D5-94C3-8B79-70156BF0E0AE}"/>
              </a:ext>
            </a:extLst>
          </p:cNvPr>
          <p:cNvCxnSpPr>
            <a:cxnSpLocks/>
          </p:cNvCxnSpPr>
          <p:nvPr/>
        </p:nvCxnSpPr>
        <p:spPr>
          <a:xfrm>
            <a:off x="645795" y="718185"/>
            <a:ext cx="2266950" cy="2171700"/>
          </a:xfrm>
          <a:prstGeom prst="line">
            <a:avLst/>
          </a:prstGeom>
          <a:ln cap="rnd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C57A8FAE-00B5-0A29-B677-54FA2BB57A62}"/>
              </a:ext>
            </a:extLst>
          </p:cNvPr>
          <p:cNvSpPr/>
          <p:nvPr/>
        </p:nvSpPr>
        <p:spPr>
          <a:xfrm>
            <a:off x="642620" y="711200"/>
            <a:ext cx="2273300" cy="2176780"/>
          </a:xfrm>
          <a:custGeom>
            <a:avLst/>
            <a:gdLst>
              <a:gd name="csX0" fmla="*/ 0 w 2273300"/>
              <a:gd name="csY0" fmla="*/ 0 h 2176780"/>
              <a:gd name="csX1" fmla="*/ 1046480 w 2273300"/>
              <a:gd name="csY1" fmla="*/ 264160 h 2176780"/>
              <a:gd name="csX2" fmla="*/ 1849120 w 2273300"/>
              <a:gd name="csY2" fmla="*/ 937260 h 2176780"/>
              <a:gd name="csX3" fmla="*/ 2273300 w 2273300"/>
              <a:gd name="csY3" fmla="*/ 2176780 h 21767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73300" h="2176780">
                <a:moveTo>
                  <a:pt x="0" y="0"/>
                </a:moveTo>
                <a:cubicBezTo>
                  <a:pt x="407246" y="48471"/>
                  <a:pt x="763693" y="120650"/>
                  <a:pt x="1046480" y="264160"/>
                </a:cubicBezTo>
                <a:cubicBezTo>
                  <a:pt x="1354590" y="420521"/>
                  <a:pt x="1628100" y="608715"/>
                  <a:pt x="1849120" y="937260"/>
                </a:cubicBezTo>
                <a:cubicBezTo>
                  <a:pt x="2025644" y="1199663"/>
                  <a:pt x="2219325" y="1624965"/>
                  <a:pt x="2273300" y="2176780"/>
                </a:cubicBezTo>
              </a:path>
            </a:pathLst>
          </a:custGeom>
          <a:noFill/>
          <a:ln>
            <a:solidFill>
              <a:srgbClr val="FF9F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BEADE45-B719-252E-6D71-016E70D7EF6D}"/>
              </a:ext>
            </a:extLst>
          </p:cNvPr>
          <p:cNvSpPr txBox="1"/>
          <p:nvPr/>
        </p:nvSpPr>
        <p:spPr>
          <a:xfrm>
            <a:off x="1969795" y="1336331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</a:t>
            </a:r>
          </a:p>
        </p:txBody>
      </p:sp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0B5CE30D-8536-146B-52C8-968BAF867D00}"/>
              </a:ext>
            </a:extLst>
          </p:cNvPr>
          <p:cNvSpPr/>
          <p:nvPr/>
        </p:nvSpPr>
        <p:spPr>
          <a:xfrm>
            <a:off x="647700" y="714374"/>
            <a:ext cx="2270760" cy="2176145"/>
          </a:xfrm>
          <a:custGeom>
            <a:avLst/>
            <a:gdLst>
              <a:gd name="csX0" fmla="*/ 0 w 2270760"/>
              <a:gd name="csY0" fmla="*/ 0 h 2181860"/>
              <a:gd name="csX1" fmla="*/ 1206500 w 2270760"/>
              <a:gd name="csY1" fmla="*/ 114300 h 2181860"/>
              <a:gd name="csX2" fmla="*/ 1892300 w 2270760"/>
              <a:gd name="csY2" fmla="*/ 891540 h 2181860"/>
              <a:gd name="csX3" fmla="*/ 2270760 w 2270760"/>
              <a:gd name="csY3" fmla="*/ 2181860 h 2181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70760" h="2181860">
                <a:moveTo>
                  <a:pt x="0" y="0"/>
                </a:moveTo>
                <a:cubicBezTo>
                  <a:pt x="491701" y="11430"/>
                  <a:pt x="901277" y="8890"/>
                  <a:pt x="1206500" y="114300"/>
                </a:cubicBezTo>
                <a:cubicBezTo>
                  <a:pt x="1511723" y="219710"/>
                  <a:pt x="1771227" y="556683"/>
                  <a:pt x="1892300" y="891540"/>
                </a:cubicBezTo>
                <a:cubicBezTo>
                  <a:pt x="2013373" y="1226397"/>
                  <a:pt x="2148416" y="1674918"/>
                  <a:pt x="2270760" y="2181860"/>
                </a:cubicBezTo>
              </a:path>
            </a:pathLst>
          </a:custGeom>
          <a:noFill/>
          <a:ln cap="rnd">
            <a:solidFill>
              <a:srgbClr val="129F57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1A0034CB-E2AB-6700-C959-E2AC3ED8D16F}"/>
              </a:ext>
            </a:extLst>
          </p:cNvPr>
          <p:cNvSpPr/>
          <p:nvPr/>
        </p:nvSpPr>
        <p:spPr>
          <a:xfrm>
            <a:off x="647700" y="712470"/>
            <a:ext cx="2268855" cy="2172970"/>
          </a:xfrm>
          <a:custGeom>
            <a:avLst/>
            <a:gdLst>
              <a:gd name="csX0" fmla="*/ 0 w 2275840"/>
              <a:gd name="csY0" fmla="*/ 0 h 2179320"/>
              <a:gd name="csX1" fmla="*/ 1475740 w 2275840"/>
              <a:gd name="csY1" fmla="*/ 63500 h 2179320"/>
              <a:gd name="csX2" fmla="*/ 1973580 w 2275840"/>
              <a:gd name="csY2" fmla="*/ 571500 h 2179320"/>
              <a:gd name="csX3" fmla="*/ 2148840 w 2275840"/>
              <a:gd name="csY3" fmla="*/ 1252220 h 2179320"/>
              <a:gd name="csX4" fmla="*/ 2275840 w 2275840"/>
              <a:gd name="csY4" fmla="*/ 2179320 h 2179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75840" h="2179320">
                <a:moveTo>
                  <a:pt x="0" y="0"/>
                </a:moveTo>
                <a:cubicBezTo>
                  <a:pt x="352319" y="7302"/>
                  <a:pt x="1195070" y="8890"/>
                  <a:pt x="1475740" y="63500"/>
                </a:cubicBezTo>
                <a:cubicBezTo>
                  <a:pt x="1756410" y="118110"/>
                  <a:pt x="1909657" y="381000"/>
                  <a:pt x="1973580" y="571500"/>
                </a:cubicBezTo>
                <a:cubicBezTo>
                  <a:pt x="2037503" y="762000"/>
                  <a:pt x="2092113" y="965623"/>
                  <a:pt x="2148840" y="1252220"/>
                </a:cubicBezTo>
                <a:cubicBezTo>
                  <a:pt x="2205567" y="1538817"/>
                  <a:pt x="2240703" y="1859068"/>
                  <a:pt x="2275840" y="2179320"/>
                </a:cubicBezTo>
              </a:path>
            </a:pathLst>
          </a:custGeom>
          <a:noFill/>
          <a:ln cap="rnd">
            <a:solidFill>
              <a:srgbClr val="086FBD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B7894202-536E-567A-1130-F08889F19065}"/>
              </a:ext>
            </a:extLst>
          </p:cNvPr>
          <p:cNvCxnSpPr>
            <a:cxnSpLocks/>
          </p:cNvCxnSpPr>
          <p:nvPr/>
        </p:nvCxnSpPr>
        <p:spPr>
          <a:xfrm flipV="1">
            <a:off x="644798" y="557213"/>
            <a:ext cx="0" cy="2328862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4DE20E2-E7B9-FF79-79EA-6D59AC0FD46F}"/>
              </a:ext>
            </a:extLst>
          </p:cNvPr>
          <p:cNvCxnSpPr>
            <a:cxnSpLocks/>
          </p:cNvCxnSpPr>
          <p:nvPr/>
        </p:nvCxnSpPr>
        <p:spPr>
          <a:xfrm>
            <a:off x="644798" y="2889647"/>
            <a:ext cx="2455590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46AA74B7-EEE3-2869-83BA-232EE31D38D8}"/>
              </a:ext>
            </a:extLst>
          </p:cNvPr>
          <p:cNvSpPr txBox="1"/>
          <p:nvPr/>
        </p:nvSpPr>
        <p:spPr>
          <a:xfrm>
            <a:off x="1892161" y="957290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rgbClr val="129F57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4AF0492-5495-FDDF-3238-0CEAEC6B5A8A}"/>
              </a:ext>
            </a:extLst>
          </p:cNvPr>
          <p:cNvSpPr txBox="1"/>
          <p:nvPr/>
        </p:nvSpPr>
        <p:spPr>
          <a:xfrm>
            <a:off x="2355359" y="733965"/>
            <a:ext cx="354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8515436-B1F4-56C8-74A6-807C231B60CB}"/>
              </a:ext>
            </a:extLst>
          </p:cNvPr>
          <p:cNvSpPr txBox="1"/>
          <p:nvPr/>
        </p:nvSpPr>
        <p:spPr>
          <a:xfrm>
            <a:off x="471450" y="2920008"/>
            <a:ext cx="3543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0,0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627FA5D-DC75-4618-AC63-54455FEBFB4F}"/>
              </a:ext>
            </a:extLst>
          </p:cNvPr>
          <p:cNvSpPr txBox="1"/>
          <p:nvPr/>
        </p:nvSpPr>
        <p:spPr>
          <a:xfrm>
            <a:off x="330821" y="2783342"/>
            <a:ext cx="3543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0,0</a:t>
            </a:r>
          </a:p>
        </p:txBody>
      </p:sp>
    </p:spTree>
    <p:extLst>
      <p:ext uri="{BB962C8B-B14F-4D97-AF65-F5344CB8AC3E}">
        <p14:creationId xmlns:p14="http://schemas.microsoft.com/office/powerpoint/2010/main" val="772923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2FB2-E08E-97CB-B090-87F907B0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300C348-2A2F-7AE3-EA7D-A88A20D42724}"/>
              </a:ext>
            </a:extLst>
          </p:cNvPr>
          <p:cNvGrpSpPr/>
          <p:nvPr/>
        </p:nvGrpSpPr>
        <p:grpSpPr>
          <a:xfrm>
            <a:off x="963566" y="143304"/>
            <a:ext cx="1673318" cy="706380"/>
            <a:chOff x="906053" y="409287"/>
            <a:chExt cx="1673318" cy="70638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C9C2AE75-BB35-456A-826F-B1C8B1E38E3E}"/>
                </a:ext>
              </a:extLst>
            </p:cNvPr>
            <p:cNvSpPr/>
            <p:nvPr/>
          </p:nvSpPr>
          <p:spPr>
            <a:xfrm>
              <a:off x="976467" y="645307"/>
              <a:ext cx="1170468" cy="1002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741E25C0-2E65-F9BD-B2EC-52EC5CE3D67C}"/>
                </a:ext>
              </a:extLst>
            </p:cNvPr>
            <p:cNvSpPr/>
            <p:nvPr/>
          </p:nvSpPr>
          <p:spPr>
            <a:xfrm>
              <a:off x="1334576" y="754997"/>
              <a:ext cx="1170467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2E3875A-4AF4-C2C0-3368-1C2B67F44D3E}"/>
                </a:ext>
              </a:extLst>
            </p:cNvPr>
            <p:cNvSpPr/>
            <p:nvPr/>
          </p:nvSpPr>
          <p:spPr>
            <a:xfrm>
              <a:off x="1580527" y="645306"/>
              <a:ext cx="324729" cy="2701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9014BD24-F30F-B214-64BF-6E4CADD40C7E}"/>
                </a:ext>
              </a:extLst>
            </p:cNvPr>
            <p:cNvSpPr/>
            <p:nvPr/>
          </p:nvSpPr>
          <p:spPr>
            <a:xfrm>
              <a:off x="1508155" y="520364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5635F83-D9B2-0F3A-B784-6A1ED00D34B2}"/>
                </a:ext>
              </a:extLst>
            </p:cNvPr>
            <p:cNvSpPr/>
            <p:nvPr/>
          </p:nvSpPr>
          <p:spPr>
            <a:xfrm>
              <a:off x="931069" y="609486"/>
              <a:ext cx="228724" cy="171938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908E180-6061-F5B4-FE1A-9544D7ADC8BF}"/>
                </a:ext>
              </a:extLst>
            </p:cNvPr>
            <p:cNvSpPr/>
            <p:nvPr/>
          </p:nvSpPr>
          <p:spPr>
            <a:xfrm>
              <a:off x="2350647" y="725783"/>
              <a:ext cx="228724" cy="200116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E8DB77BF-845F-DA31-989B-8CF97C715D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6053" y="695454"/>
              <a:ext cx="253740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1A91DD1E-A181-8DB1-F699-8A1BC014F157}"/>
                </a:ext>
              </a:extLst>
            </p:cNvPr>
            <p:cNvCxnSpPr>
              <a:cxnSpLocks/>
            </p:cNvCxnSpPr>
            <p:nvPr/>
          </p:nvCxnSpPr>
          <p:spPr>
            <a:xfrm>
              <a:off x="2322228" y="836409"/>
              <a:ext cx="257143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B4913BCA-0C93-300E-FB59-660A3F8E19E3}"/>
                </a:ext>
              </a:extLst>
            </p:cNvPr>
            <p:cNvSpPr txBox="1"/>
            <p:nvPr/>
          </p:nvSpPr>
          <p:spPr>
            <a:xfrm>
              <a:off x="931414" y="738519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C07E1FD-FC67-F9BA-1AAA-6C80643F58FF}"/>
                </a:ext>
              </a:extLst>
            </p:cNvPr>
            <p:cNvSpPr txBox="1"/>
            <p:nvPr/>
          </p:nvSpPr>
          <p:spPr>
            <a:xfrm>
              <a:off x="2313305" y="527648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D6B6753A-C20A-39A0-BFD7-7854E74FD6BB}"/>
                </a:ext>
              </a:extLst>
            </p:cNvPr>
            <p:cNvSpPr/>
            <p:nvPr/>
          </p:nvSpPr>
          <p:spPr>
            <a:xfrm>
              <a:off x="1535338" y="915473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A6DE902E-29CE-F685-E088-03A3259E935A}"/>
                </a:ext>
              </a:extLst>
            </p:cNvPr>
            <p:cNvCxnSpPr>
              <a:cxnSpLocks/>
            </p:cNvCxnSpPr>
            <p:nvPr/>
          </p:nvCxnSpPr>
          <p:spPr>
            <a:xfrm>
              <a:off x="1741013" y="409287"/>
              <a:ext cx="0" cy="70638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87FD46FC-A79E-2112-135B-BF8C597472F8}"/>
              </a:ext>
            </a:extLst>
          </p:cNvPr>
          <p:cNvGrpSpPr/>
          <p:nvPr/>
        </p:nvGrpSpPr>
        <p:grpSpPr>
          <a:xfrm>
            <a:off x="648854" y="1781480"/>
            <a:ext cx="2299344" cy="706380"/>
            <a:chOff x="700518" y="1236800"/>
            <a:chExt cx="2299344" cy="706380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F40007D3-ACE4-BAF4-82A9-616A24DBEB24}"/>
                </a:ext>
              </a:extLst>
            </p:cNvPr>
            <p:cNvSpPr/>
            <p:nvPr/>
          </p:nvSpPr>
          <p:spPr>
            <a:xfrm>
              <a:off x="1112519" y="1472820"/>
              <a:ext cx="1470659" cy="1002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813356DC-5B92-A8BC-83F7-22C74E19D342}"/>
                </a:ext>
              </a:extLst>
            </p:cNvPr>
            <p:cNvSpPr/>
            <p:nvPr/>
          </p:nvSpPr>
          <p:spPr>
            <a:xfrm>
              <a:off x="1922145" y="1582510"/>
              <a:ext cx="1037348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34BEC385-C3D9-9153-EF71-72BF59E6DC82}"/>
                </a:ext>
              </a:extLst>
            </p:cNvPr>
            <p:cNvSpPr/>
            <p:nvPr/>
          </p:nvSpPr>
          <p:spPr>
            <a:xfrm>
              <a:off x="2066563" y="1472819"/>
              <a:ext cx="324729" cy="2701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7CA9EFF1-19E2-1D80-6CA2-FE7F84DBCB40}"/>
                </a:ext>
              </a:extLst>
            </p:cNvPr>
            <p:cNvSpPr/>
            <p:nvPr/>
          </p:nvSpPr>
          <p:spPr>
            <a:xfrm>
              <a:off x="1994191" y="1347877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FB6A819B-7DE8-77EB-7361-CF76D33E3E39}"/>
                </a:ext>
              </a:extLst>
            </p:cNvPr>
            <p:cNvSpPr/>
            <p:nvPr/>
          </p:nvSpPr>
          <p:spPr>
            <a:xfrm>
              <a:off x="2771138" y="1534621"/>
              <a:ext cx="228724" cy="254088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4B623B77-3347-6A18-4458-1B22F19195DF}"/>
                </a:ext>
              </a:extLst>
            </p:cNvPr>
            <p:cNvCxnSpPr>
              <a:cxnSpLocks/>
            </p:cNvCxnSpPr>
            <p:nvPr/>
          </p:nvCxnSpPr>
          <p:spPr>
            <a:xfrm>
              <a:off x="2733935" y="1662017"/>
              <a:ext cx="257143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59FA22F7-306B-4BE7-3A67-755FDD74EB83}"/>
                </a:ext>
              </a:extLst>
            </p:cNvPr>
            <p:cNvSpPr txBox="1"/>
            <p:nvPr/>
          </p:nvSpPr>
          <p:spPr>
            <a:xfrm>
              <a:off x="743031" y="1347876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DF284D3D-AF13-7100-EE0A-A9EA48DC962A}"/>
                </a:ext>
              </a:extLst>
            </p:cNvPr>
            <p:cNvSpPr txBox="1"/>
            <p:nvPr/>
          </p:nvSpPr>
          <p:spPr>
            <a:xfrm>
              <a:off x="2732000" y="1347876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934DB92-4515-3051-B09D-D6BB4B2A7212}"/>
                </a:ext>
              </a:extLst>
            </p:cNvPr>
            <p:cNvSpPr/>
            <p:nvPr/>
          </p:nvSpPr>
          <p:spPr>
            <a:xfrm>
              <a:off x="2021374" y="1742986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C07179BD-E8C1-0479-92A4-7B197BD256F2}"/>
                </a:ext>
              </a:extLst>
            </p:cNvPr>
            <p:cNvCxnSpPr>
              <a:cxnSpLocks/>
            </p:cNvCxnSpPr>
            <p:nvPr/>
          </p:nvCxnSpPr>
          <p:spPr>
            <a:xfrm>
              <a:off x="2227049" y="1236800"/>
              <a:ext cx="0" cy="70638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EC1EACD3-0241-2640-839E-4CFFEF147FA6}"/>
                </a:ext>
              </a:extLst>
            </p:cNvPr>
            <p:cNvSpPr/>
            <p:nvPr/>
          </p:nvSpPr>
          <p:spPr>
            <a:xfrm>
              <a:off x="731291" y="1582297"/>
              <a:ext cx="1037348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071065E9-2FC5-2E3A-2372-C224CE0538D2}"/>
                </a:ext>
              </a:extLst>
            </p:cNvPr>
            <p:cNvSpPr/>
            <p:nvPr/>
          </p:nvSpPr>
          <p:spPr>
            <a:xfrm>
              <a:off x="1303897" y="1472818"/>
              <a:ext cx="324729" cy="2701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BC266D3F-1D3C-8D22-2E7E-8486F1AB9777}"/>
                </a:ext>
              </a:extLst>
            </p:cNvPr>
            <p:cNvSpPr/>
            <p:nvPr/>
          </p:nvSpPr>
          <p:spPr>
            <a:xfrm>
              <a:off x="1231525" y="1347876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F140202E-D796-E33A-1A5D-96D475658D07}"/>
                </a:ext>
              </a:extLst>
            </p:cNvPr>
            <p:cNvSpPr/>
            <p:nvPr/>
          </p:nvSpPr>
          <p:spPr>
            <a:xfrm>
              <a:off x="1258708" y="1742985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163B72F-3489-1870-497A-9B106A469D2A}"/>
                </a:ext>
              </a:extLst>
            </p:cNvPr>
            <p:cNvSpPr/>
            <p:nvPr/>
          </p:nvSpPr>
          <p:spPr>
            <a:xfrm>
              <a:off x="700518" y="1549300"/>
              <a:ext cx="228724" cy="246929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DBD7ACF9-8F1F-542B-292E-BA00F8FAA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826" y="1662017"/>
              <a:ext cx="253740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F4EC4C7F-3200-E5C6-4E17-8C942A746D3D}"/>
                </a:ext>
              </a:extLst>
            </p:cNvPr>
            <p:cNvCxnSpPr>
              <a:cxnSpLocks/>
            </p:cNvCxnSpPr>
            <p:nvPr/>
          </p:nvCxnSpPr>
          <p:spPr>
            <a:xfrm>
              <a:off x="1466261" y="1236800"/>
              <a:ext cx="0" cy="70638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91067334-E742-EE8D-23B1-07998AF872AC}"/>
              </a:ext>
            </a:extLst>
          </p:cNvPr>
          <p:cNvGrpSpPr/>
          <p:nvPr/>
        </p:nvGrpSpPr>
        <p:grpSpPr>
          <a:xfrm>
            <a:off x="801445" y="968241"/>
            <a:ext cx="2026895" cy="706380"/>
            <a:chOff x="936686" y="1031724"/>
            <a:chExt cx="2026895" cy="706380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CB0D972B-4C7F-CC98-E9CC-798D7814E829}"/>
                </a:ext>
              </a:extLst>
            </p:cNvPr>
            <p:cNvSpPr/>
            <p:nvPr/>
          </p:nvSpPr>
          <p:spPr>
            <a:xfrm>
              <a:off x="1033981" y="1267744"/>
              <a:ext cx="1528576" cy="1002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53A67574-CF07-FACF-6A5B-093DA9F1313A}"/>
                </a:ext>
              </a:extLst>
            </p:cNvPr>
            <p:cNvSpPr/>
            <p:nvPr/>
          </p:nvSpPr>
          <p:spPr>
            <a:xfrm>
              <a:off x="1313683" y="1377434"/>
              <a:ext cx="1625732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4EBD56A9-7158-AFCD-2F4A-A862467937A9}"/>
                </a:ext>
              </a:extLst>
            </p:cNvPr>
            <p:cNvSpPr/>
            <p:nvPr/>
          </p:nvSpPr>
          <p:spPr>
            <a:xfrm>
              <a:off x="2068877" y="1267743"/>
              <a:ext cx="324729" cy="2701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E0250170-2042-373D-EB03-4FC130D17F94}"/>
                </a:ext>
              </a:extLst>
            </p:cNvPr>
            <p:cNvSpPr/>
            <p:nvPr/>
          </p:nvSpPr>
          <p:spPr>
            <a:xfrm>
              <a:off x="1996505" y="1142801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694564F0-DDC4-6A29-1785-A012CAE4BA15}"/>
                </a:ext>
              </a:extLst>
            </p:cNvPr>
            <p:cNvSpPr/>
            <p:nvPr/>
          </p:nvSpPr>
          <p:spPr>
            <a:xfrm>
              <a:off x="961702" y="1231285"/>
              <a:ext cx="228724" cy="171938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165C97F1-6CEC-68A0-27FB-DE57213D0029}"/>
                </a:ext>
              </a:extLst>
            </p:cNvPr>
            <p:cNvSpPr/>
            <p:nvPr/>
          </p:nvSpPr>
          <p:spPr>
            <a:xfrm>
              <a:off x="2734857" y="1355840"/>
              <a:ext cx="228724" cy="200116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95872BC4-C10A-1066-EF51-D06E5A28C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686" y="1317253"/>
              <a:ext cx="253740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B0DA844F-312D-BB4A-7638-00DB3C00F5CC}"/>
                </a:ext>
              </a:extLst>
            </p:cNvPr>
            <p:cNvCxnSpPr>
              <a:cxnSpLocks/>
            </p:cNvCxnSpPr>
            <p:nvPr/>
          </p:nvCxnSpPr>
          <p:spPr>
            <a:xfrm>
              <a:off x="2706438" y="1458846"/>
              <a:ext cx="257143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B4238F6E-0A11-A9EA-AE85-D1FF57EE0FBF}"/>
                </a:ext>
              </a:extLst>
            </p:cNvPr>
            <p:cNvSpPr txBox="1"/>
            <p:nvPr/>
          </p:nvSpPr>
          <p:spPr>
            <a:xfrm>
              <a:off x="962047" y="1360318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83F864FB-63A4-4AE0-8B9A-01CBC939C6B8}"/>
                </a:ext>
              </a:extLst>
            </p:cNvPr>
            <p:cNvSpPr txBox="1"/>
            <p:nvPr/>
          </p:nvSpPr>
          <p:spPr>
            <a:xfrm>
              <a:off x="2697515" y="1150085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9198E259-5B3C-3CEF-93CE-6C625FF38A97}"/>
                </a:ext>
              </a:extLst>
            </p:cNvPr>
            <p:cNvSpPr/>
            <p:nvPr/>
          </p:nvSpPr>
          <p:spPr>
            <a:xfrm>
              <a:off x="2023688" y="1537910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ECE0ABA2-B80E-BA3B-C647-7DC72B1D4DF3}"/>
                </a:ext>
              </a:extLst>
            </p:cNvPr>
            <p:cNvCxnSpPr>
              <a:cxnSpLocks/>
            </p:cNvCxnSpPr>
            <p:nvPr/>
          </p:nvCxnSpPr>
          <p:spPr>
            <a:xfrm>
              <a:off x="2229363" y="1031724"/>
              <a:ext cx="0" cy="70638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4D9ADDB0-69A9-02AE-91AB-4CAC53BB3395}"/>
                </a:ext>
              </a:extLst>
            </p:cNvPr>
            <p:cNvSpPr/>
            <p:nvPr/>
          </p:nvSpPr>
          <p:spPr>
            <a:xfrm>
              <a:off x="1460974" y="1267743"/>
              <a:ext cx="324729" cy="27016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Freihandform: Form 63">
              <a:extLst>
                <a:ext uri="{FF2B5EF4-FFF2-40B4-BE49-F238E27FC236}">
                  <a16:creationId xmlns:a16="http://schemas.microsoft.com/office/drawing/2014/main" id="{654A97F6-C4F4-51FA-3D75-D433122B247F}"/>
                </a:ext>
              </a:extLst>
            </p:cNvPr>
            <p:cNvSpPr/>
            <p:nvPr/>
          </p:nvSpPr>
          <p:spPr>
            <a:xfrm>
              <a:off x="1388602" y="1142801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5E11D46-C203-A11E-7562-A1732D194BC2}"/>
                </a:ext>
              </a:extLst>
            </p:cNvPr>
            <p:cNvSpPr/>
            <p:nvPr/>
          </p:nvSpPr>
          <p:spPr>
            <a:xfrm>
              <a:off x="1415785" y="1537910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58A50DB8-444F-9C44-3131-4941829E86CD}"/>
                </a:ext>
              </a:extLst>
            </p:cNvPr>
            <p:cNvCxnSpPr>
              <a:cxnSpLocks/>
            </p:cNvCxnSpPr>
            <p:nvPr/>
          </p:nvCxnSpPr>
          <p:spPr>
            <a:xfrm>
              <a:off x="1621460" y="1031724"/>
              <a:ext cx="0" cy="70638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4BE0F415-E04A-10AB-3389-A5281116320D}"/>
              </a:ext>
            </a:extLst>
          </p:cNvPr>
          <p:cNvGrpSpPr/>
          <p:nvPr/>
        </p:nvGrpSpPr>
        <p:grpSpPr>
          <a:xfrm>
            <a:off x="651873" y="2623911"/>
            <a:ext cx="2299344" cy="817709"/>
            <a:chOff x="651873" y="2613195"/>
            <a:chExt cx="2299344" cy="817709"/>
          </a:xfrm>
        </p:grpSpPr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F064C002-1128-3C95-449C-ACF3A15B8D6C}"/>
                </a:ext>
              </a:extLst>
            </p:cNvPr>
            <p:cNvSpPr/>
            <p:nvPr/>
          </p:nvSpPr>
          <p:spPr>
            <a:xfrm>
              <a:off x="1066821" y="3125552"/>
              <a:ext cx="1470659" cy="1002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658BAAA6-A959-1697-5C1B-C06259A4995C}"/>
                </a:ext>
              </a:extLst>
            </p:cNvPr>
            <p:cNvSpPr/>
            <p:nvPr/>
          </p:nvSpPr>
          <p:spPr>
            <a:xfrm>
              <a:off x="1063874" y="2847311"/>
              <a:ext cx="1470659" cy="1002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AD935AE3-1679-1536-7CB3-9B5543AAE7EE}"/>
                </a:ext>
              </a:extLst>
            </p:cNvPr>
            <p:cNvSpPr/>
            <p:nvPr/>
          </p:nvSpPr>
          <p:spPr>
            <a:xfrm>
              <a:off x="1873500" y="2957001"/>
              <a:ext cx="1037348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8F163BAE-DCEB-6C80-F5A0-53C583AC8981}"/>
                </a:ext>
              </a:extLst>
            </p:cNvPr>
            <p:cNvSpPr/>
            <p:nvPr/>
          </p:nvSpPr>
          <p:spPr>
            <a:xfrm>
              <a:off x="2017918" y="2847099"/>
              <a:ext cx="324729" cy="37896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D82D5B91-CB3C-E386-BEB6-D55DBC11641E}"/>
                </a:ext>
              </a:extLst>
            </p:cNvPr>
            <p:cNvSpPr/>
            <p:nvPr/>
          </p:nvSpPr>
          <p:spPr>
            <a:xfrm>
              <a:off x="1945546" y="2722368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1C135C65-3C8C-37B7-4F49-15496E4BEBBD}"/>
                </a:ext>
              </a:extLst>
            </p:cNvPr>
            <p:cNvSpPr/>
            <p:nvPr/>
          </p:nvSpPr>
          <p:spPr>
            <a:xfrm>
              <a:off x="2722493" y="2909112"/>
              <a:ext cx="228724" cy="254088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82F36358-1AEE-BEC7-B1A1-26286AFF7C32}"/>
                </a:ext>
              </a:extLst>
            </p:cNvPr>
            <p:cNvCxnSpPr>
              <a:cxnSpLocks/>
            </p:cNvCxnSpPr>
            <p:nvPr/>
          </p:nvCxnSpPr>
          <p:spPr>
            <a:xfrm>
              <a:off x="2685290" y="3036508"/>
              <a:ext cx="257143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D8040EDB-20F7-3AFE-825F-C43C813B5C21}"/>
                </a:ext>
              </a:extLst>
            </p:cNvPr>
            <p:cNvSpPr txBox="1"/>
            <p:nvPr/>
          </p:nvSpPr>
          <p:spPr>
            <a:xfrm>
              <a:off x="694386" y="2722367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F39CFE4B-A123-A107-D605-748A5B018661}"/>
                </a:ext>
              </a:extLst>
            </p:cNvPr>
            <p:cNvSpPr txBox="1"/>
            <p:nvPr/>
          </p:nvSpPr>
          <p:spPr>
            <a:xfrm>
              <a:off x="2683355" y="2722367"/>
              <a:ext cx="220157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solidFill>
                    <a:srgbClr val="FF0000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sp>
          <p:nvSpPr>
            <p:cNvPr id="77" name="Freihandform: Form 76">
              <a:extLst>
                <a:ext uri="{FF2B5EF4-FFF2-40B4-BE49-F238E27FC236}">
                  <a16:creationId xmlns:a16="http://schemas.microsoft.com/office/drawing/2014/main" id="{A07DB1B7-C0D9-F7CA-7841-61A9471D29F0}"/>
                </a:ext>
              </a:extLst>
            </p:cNvPr>
            <p:cNvSpPr/>
            <p:nvPr/>
          </p:nvSpPr>
          <p:spPr>
            <a:xfrm>
              <a:off x="1972729" y="3226062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135D9629-E229-62E2-ACA1-852BBD4A56A9}"/>
                </a:ext>
              </a:extLst>
            </p:cNvPr>
            <p:cNvSpPr/>
            <p:nvPr/>
          </p:nvSpPr>
          <p:spPr>
            <a:xfrm>
              <a:off x="682646" y="2956788"/>
              <a:ext cx="1037348" cy="16047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43652A8F-A71B-6498-8F32-326D0DB3298E}"/>
                </a:ext>
              </a:extLst>
            </p:cNvPr>
            <p:cNvSpPr/>
            <p:nvPr/>
          </p:nvSpPr>
          <p:spPr>
            <a:xfrm>
              <a:off x="1255252" y="2847099"/>
              <a:ext cx="324729" cy="37896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" name="Freihandform: Form 80">
              <a:extLst>
                <a:ext uri="{FF2B5EF4-FFF2-40B4-BE49-F238E27FC236}">
                  <a16:creationId xmlns:a16="http://schemas.microsoft.com/office/drawing/2014/main" id="{63E26935-1DD4-31AA-C48E-D0276BD3E343}"/>
                </a:ext>
              </a:extLst>
            </p:cNvPr>
            <p:cNvSpPr/>
            <p:nvPr/>
          </p:nvSpPr>
          <p:spPr>
            <a:xfrm>
              <a:off x="1182880" y="2722367"/>
              <a:ext cx="469472" cy="124941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Freihandform: Form 81">
              <a:extLst>
                <a:ext uri="{FF2B5EF4-FFF2-40B4-BE49-F238E27FC236}">
                  <a16:creationId xmlns:a16="http://schemas.microsoft.com/office/drawing/2014/main" id="{87C2AC6B-8BAF-F07C-601F-7FD452709920}"/>
                </a:ext>
              </a:extLst>
            </p:cNvPr>
            <p:cNvSpPr/>
            <p:nvPr/>
          </p:nvSpPr>
          <p:spPr>
            <a:xfrm>
              <a:off x="1210063" y="3226061"/>
              <a:ext cx="415108" cy="84656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solidFill>
              <a:schemeClr val="tx2">
                <a:lumMod val="25000"/>
                <a:lumOff val="75000"/>
              </a:schemeClr>
            </a:solidFill>
            <a:ln w="9525" cap="rnd">
              <a:solidFill>
                <a:schemeClr val="tx2">
                  <a:lumMod val="90000"/>
                  <a:lumOff val="1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17289F43-E3B4-6EE7-3389-B9A59519D33C}"/>
                </a:ext>
              </a:extLst>
            </p:cNvPr>
            <p:cNvSpPr/>
            <p:nvPr/>
          </p:nvSpPr>
          <p:spPr>
            <a:xfrm>
              <a:off x="651873" y="2923791"/>
              <a:ext cx="228724" cy="246929"/>
            </a:xfrm>
            <a:prstGeom prst="rect">
              <a:avLst/>
            </a:prstGeom>
            <a:gradFill>
              <a:gsLst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DA844D52-0567-6A3C-B90B-EADDCE3C1E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181" y="3036508"/>
              <a:ext cx="253740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7DB2D939-1B7A-E07C-0C63-E965FB87B47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404" y="2613195"/>
              <a:ext cx="0" cy="817709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10F5E86B-3304-CAB7-C757-DA709AB41BB6}"/>
                </a:ext>
              </a:extLst>
            </p:cNvPr>
            <p:cNvCxnSpPr>
              <a:cxnSpLocks/>
            </p:cNvCxnSpPr>
            <p:nvPr/>
          </p:nvCxnSpPr>
          <p:spPr>
            <a:xfrm>
              <a:off x="1417616" y="2613195"/>
              <a:ext cx="0" cy="817709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294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8B496CC-717F-E511-D485-3153A717F0A1}"/>
              </a:ext>
            </a:extLst>
          </p:cNvPr>
          <p:cNvSpPr/>
          <p:nvPr/>
        </p:nvSpPr>
        <p:spPr>
          <a:xfrm>
            <a:off x="1470183" y="1019176"/>
            <a:ext cx="330042" cy="1112044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ADC5996-183F-92D1-BA16-EECA3A6F0B1B}"/>
              </a:ext>
            </a:extLst>
          </p:cNvPr>
          <p:cNvSpPr/>
          <p:nvPr/>
        </p:nvSpPr>
        <p:spPr>
          <a:xfrm>
            <a:off x="1816893" y="1019176"/>
            <a:ext cx="330042" cy="1112044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230ADE9-3357-3C47-8FC0-E9211A350732}"/>
              </a:ext>
            </a:extLst>
          </p:cNvPr>
          <p:cNvSpPr/>
          <p:nvPr/>
        </p:nvSpPr>
        <p:spPr>
          <a:xfrm>
            <a:off x="307181" y="2091690"/>
            <a:ext cx="1493044" cy="321469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77F7C9F-2F49-5753-BFE4-8C5F5FBEAD22}"/>
              </a:ext>
            </a:extLst>
          </p:cNvPr>
          <p:cNvSpPr/>
          <p:nvPr/>
        </p:nvSpPr>
        <p:spPr>
          <a:xfrm>
            <a:off x="1816893" y="2091690"/>
            <a:ext cx="1493044" cy="321469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D5620D1-1C9D-5EFC-287F-088C3E8CFCD9}"/>
              </a:ext>
            </a:extLst>
          </p:cNvPr>
          <p:cNvSpPr/>
          <p:nvPr/>
        </p:nvSpPr>
        <p:spPr>
          <a:xfrm>
            <a:off x="1442085" y="1387771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FCFB003-BAD5-FFA2-C3EC-1AC0F8958140}"/>
              </a:ext>
            </a:extLst>
          </p:cNvPr>
          <p:cNvGrpSpPr/>
          <p:nvPr/>
        </p:nvGrpSpPr>
        <p:grpSpPr>
          <a:xfrm>
            <a:off x="1087278" y="1178264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4A0398A-1E96-C97B-62D4-B99FCD3AC204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27847D1-D65C-DF3E-687E-9E75863C359D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768FF53-5599-C0EB-97D5-CEC1DDF75D13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7CF4EBF6-3A38-E722-C2EB-4B753D970A66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65432FA2-A63C-CF83-FC35-2FB516D15F95}"/>
              </a:ext>
            </a:extLst>
          </p:cNvPr>
          <p:cNvSpPr/>
          <p:nvPr/>
        </p:nvSpPr>
        <p:spPr>
          <a:xfrm>
            <a:off x="1405890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A6E99AC8-9FAE-42E9-B580-D5B996AB680C}"/>
              </a:ext>
            </a:extLst>
          </p:cNvPr>
          <p:cNvSpPr/>
          <p:nvPr/>
        </p:nvSpPr>
        <p:spPr>
          <a:xfrm>
            <a:off x="1827846" y="1970485"/>
            <a:ext cx="309564" cy="321469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288D5E7-ACFC-C848-CDDF-D42800ECB377}"/>
              </a:ext>
            </a:extLst>
          </p:cNvPr>
          <p:cNvSpPr/>
          <p:nvPr/>
        </p:nvSpPr>
        <p:spPr>
          <a:xfrm>
            <a:off x="1480422" y="1927124"/>
            <a:ext cx="309564" cy="3214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9558260-A7F9-3E81-84C0-DDDFA4DBFA26}"/>
              </a:ext>
            </a:extLst>
          </p:cNvPr>
          <p:cNvCxnSpPr>
            <a:cxnSpLocks/>
          </p:cNvCxnSpPr>
          <p:nvPr/>
        </p:nvCxnSpPr>
        <p:spPr>
          <a:xfrm>
            <a:off x="1755458" y="14182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CFDAB459-C719-208E-6755-842983A01D45}"/>
              </a:ext>
            </a:extLst>
          </p:cNvPr>
          <p:cNvCxnSpPr>
            <a:cxnSpLocks/>
          </p:cNvCxnSpPr>
          <p:nvPr/>
        </p:nvCxnSpPr>
        <p:spPr>
          <a:xfrm>
            <a:off x="1758315" y="1694477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66099A2-EBB2-0DB1-C01C-98C258FAC372}"/>
              </a:ext>
            </a:extLst>
          </p:cNvPr>
          <p:cNvCxnSpPr>
            <a:cxnSpLocks/>
          </p:cNvCxnSpPr>
          <p:nvPr/>
        </p:nvCxnSpPr>
        <p:spPr>
          <a:xfrm>
            <a:off x="1717852" y="1386840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2814265C-14F8-D486-24E6-9064AF40EF94}"/>
              </a:ext>
            </a:extLst>
          </p:cNvPr>
          <p:cNvCxnSpPr>
            <a:cxnSpLocks/>
          </p:cNvCxnSpPr>
          <p:nvPr/>
        </p:nvCxnSpPr>
        <p:spPr>
          <a:xfrm flipV="1">
            <a:off x="1710692" y="1693483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A6611235-7DE4-D681-C4CC-15CA9F140086}"/>
              </a:ext>
            </a:extLst>
          </p:cNvPr>
          <p:cNvSpPr/>
          <p:nvPr/>
        </p:nvSpPr>
        <p:spPr>
          <a:xfrm>
            <a:off x="2163603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1CE27E4-57AF-B77A-713F-E57D3279FE8A}"/>
              </a:ext>
            </a:extLst>
          </p:cNvPr>
          <p:cNvGrpSpPr/>
          <p:nvPr/>
        </p:nvGrpSpPr>
        <p:grpSpPr>
          <a:xfrm>
            <a:off x="2219801" y="1178264"/>
            <a:ext cx="303372" cy="756241"/>
            <a:chOff x="1133952" y="1178264"/>
            <a:chExt cx="303372" cy="756241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954F8A97-7E2B-06B6-BBC6-090FA4AE1E92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0BE7E2BB-32E1-12B3-5ECF-A2E2B0F97529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DAEC661-6621-C3BA-85BC-92294D443C24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68ACF4E2-E9B2-0F05-2A4D-C9051087D55C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Rechteck 4">
            <a:extLst>
              <a:ext uri="{FF2B5EF4-FFF2-40B4-BE49-F238E27FC236}">
                <a16:creationId xmlns:a16="http://schemas.microsoft.com/office/drawing/2014/main" id="{3AB318A2-6DA9-CB00-FF77-20BA85B347A2}"/>
              </a:ext>
            </a:extLst>
          </p:cNvPr>
          <p:cNvSpPr/>
          <p:nvPr/>
        </p:nvSpPr>
        <p:spPr>
          <a:xfrm>
            <a:off x="270394" y="2066040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3F3F93F-3238-D56D-9131-AC5D230FD79F}"/>
              </a:ext>
            </a:extLst>
          </p:cNvPr>
          <p:cNvSpPr/>
          <p:nvPr/>
        </p:nvSpPr>
        <p:spPr>
          <a:xfrm rot="10800000">
            <a:off x="2828174" y="2052253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B868B74-878E-B90E-11BF-F844111A4C5D}"/>
              </a:ext>
            </a:extLst>
          </p:cNvPr>
          <p:cNvCxnSpPr>
            <a:cxnSpLocks/>
          </p:cNvCxnSpPr>
          <p:nvPr/>
        </p:nvCxnSpPr>
        <p:spPr>
          <a:xfrm>
            <a:off x="965200" y="1557020"/>
            <a:ext cx="1960880" cy="0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12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234E-FF38-F111-6D3F-04D8A087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470A5F49-CD13-45A0-793B-1AD4FA8973F2}"/>
              </a:ext>
            </a:extLst>
          </p:cNvPr>
          <p:cNvSpPr/>
          <p:nvPr/>
        </p:nvSpPr>
        <p:spPr>
          <a:xfrm>
            <a:off x="1816892" y="632460"/>
            <a:ext cx="1062840" cy="2108200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Freihandform: Form 23">
            <a:extLst>
              <a:ext uri="{FF2B5EF4-FFF2-40B4-BE49-F238E27FC236}">
                <a16:creationId xmlns:a16="http://schemas.microsoft.com/office/drawing/2014/main" id="{614A367B-E767-9600-6264-5D8BD5ED9DB9}"/>
              </a:ext>
            </a:extLst>
          </p:cNvPr>
          <p:cNvSpPr/>
          <p:nvPr/>
        </p:nvSpPr>
        <p:spPr>
          <a:xfrm>
            <a:off x="2413635" y="1415415"/>
            <a:ext cx="264795" cy="281940"/>
          </a:xfrm>
          <a:custGeom>
            <a:avLst/>
            <a:gdLst>
              <a:gd name="csX0" fmla="*/ 1905 w 264795"/>
              <a:gd name="csY0" fmla="*/ 0 h 281940"/>
              <a:gd name="csX1" fmla="*/ 217170 w 264795"/>
              <a:gd name="csY1" fmla="*/ 0 h 281940"/>
              <a:gd name="csX2" fmla="*/ 264795 w 264795"/>
              <a:gd name="csY2" fmla="*/ 142875 h 281940"/>
              <a:gd name="csX3" fmla="*/ 219075 w 264795"/>
              <a:gd name="csY3" fmla="*/ 281940 h 281940"/>
              <a:gd name="csX4" fmla="*/ 0 w 264795"/>
              <a:gd name="csY4" fmla="*/ 281940 h 281940"/>
              <a:gd name="csX5" fmla="*/ 1905 w 264795"/>
              <a:gd name="csY5" fmla="*/ 0 h 281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4795" h="281940">
                <a:moveTo>
                  <a:pt x="1905" y="0"/>
                </a:moveTo>
                <a:lnTo>
                  <a:pt x="217170" y="0"/>
                </a:lnTo>
                <a:lnTo>
                  <a:pt x="264795" y="142875"/>
                </a:lnTo>
                <a:lnTo>
                  <a:pt x="219075" y="281940"/>
                </a:lnTo>
                <a:lnTo>
                  <a:pt x="0" y="281940"/>
                </a:lnTo>
                <a:lnTo>
                  <a:pt x="190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DDB8190-87E0-33D5-375F-6CB5B3425BAC}"/>
              </a:ext>
            </a:extLst>
          </p:cNvPr>
          <p:cNvSpPr/>
          <p:nvPr/>
        </p:nvSpPr>
        <p:spPr>
          <a:xfrm>
            <a:off x="1470183" y="1019176"/>
            <a:ext cx="330042" cy="1112044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1829F3B-D46F-272F-0833-E9AA525DBDC5}"/>
              </a:ext>
            </a:extLst>
          </p:cNvPr>
          <p:cNvSpPr/>
          <p:nvPr/>
        </p:nvSpPr>
        <p:spPr>
          <a:xfrm>
            <a:off x="307181" y="2091690"/>
            <a:ext cx="1493044" cy="321469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2BD2B5A-AC36-CF48-C360-742AE006E72D}"/>
              </a:ext>
            </a:extLst>
          </p:cNvPr>
          <p:cNvSpPr/>
          <p:nvPr/>
        </p:nvSpPr>
        <p:spPr>
          <a:xfrm>
            <a:off x="1129665" y="1387771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0ADB98B-6CDF-C091-76EE-30A0711168C5}"/>
              </a:ext>
            </a:extLst>
          </p:cNvPr>
          <p:cNvGrpSpPr/>
          <p:nvPr/>
        </p:nvGrpSpPr>
        <p:grpSpPr>
          <a:xfrm>
            <a:off x="1087278" y="1178264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8C901E8-099E-B3AD-2BBD-3E91976F6B8B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B6B55193-5DF8-D84C-EE49-1E61D05DB932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2D5C0E49-2262-9100-70A3-0E2FCEEA6FDC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9C76EE4D-CC93-96C5-F141-02D2FDB70ECE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C5CA49AD-5597-BAB1-81FD-7A0CBA6F6C00}"/>
              </a:ext>
            </a:extLst>
          </p:cNvPr>
          <p:cNvSpPr/>
          <p:nvPr/>
        </p:nvSpPr>
        <p:spPr>
          <a:xfrm>
            <a:off x="1405890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F7A64EE-B651-6266-FBB3-212FB6A7EDA9}"/>
              </a:ext>
            </a:extLst>
          </p:cNvPr>
          <p:cNvSpPr/>
          <p:nvPr/>
        </p:nvSpPr>
        <p:spPr>
          <a:xfrm>
            <a:off x="1480422" y="1927124"/>
            <a:ext cx="309564" cy="3214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85B360F-AD9E-C2CA-9A9D-48D6371DEF0D}"/>
              </a:ext>
            </a:extLst>
          </p:cNvPr>
          <p:cNvCxnSpPr>
            <a:cxnSpLocks/>
          </p:cNvCxnSpPr>
          <p:nvPr/>
        </p:nvCxnSpPr>
        <p:spPr>
          <a:xfrm>
            <a:off x="1755458" y="1418252"/>
            <a:ext cx="69818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CFA6372-98D9-B4FB-C430-1C022BB8DC1C}"/>
              </a:ext>
            </a:extLst>
          </p:cNvPr>
          <p:cNvCxnSpPr>
            <a:cxnSpLocks/>
          </p:cNvCxnSpPr>
          <p:nvPr/>
        </p:nvCxnSpPr>
        <p:spPr>
          <a:xfrm>
            <a:off x="1758315" y="1694477"/>
            <a:ext cx="6978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59F804A-6689-DDC4-678C-C265B36636EF}"/>
              </a:ext>
            </a:extLst>
          </p:cNvPr>
          <p:cNvCxnSpPr>
            <a:cxnSpLocks/>
          </p:cNvCxnSpPr>
          <p:nvPr/>
        </p:nvCxnSpPr>
        <p:spPr>
          <a:xfrm>
            <a:off x="1717852" y="1386840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6ECD477-CC21-5F2B-F960-5A19255826F3}"/>
              </a:ext>
            </a:extLst>
          </p:cNvPr>
          <p:cNvCxnSpPr>
            <a:cxnSpLocks/>
          </p:cNvCxnSpPr>
          <p:nvPr/>
        </p:nvCxnSpPr>
        <p:spPr>
          <a:xfrm flipV="1">
            <a:off x="1710692" y="1693483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2F416AD3-9E45-1D1C-8E55-A04C04A2A86B}"/>
              </a:ext>
            </a:extLst>
          </p:cNvPr>
          <p:cNvSpPr/>
          <p:nvPr/>
        </p:nvSpPr>
        <p:spPr>
          <a:xfrm>
            <a:off x="270394" y="2066040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7EC4E2B-299B-3F81-78F7-A67021490744}"/>
              </a:ext>
            </a:extLst>
          </p:cNvPr>
          <p:cNvSpPr/>
          <p:nvPr/>
        </p:nvSpPr>
        <p:spPr>
          <a:xfrm rot="16200000">
            <a:off x="2207222" y="2006955"/>
            <a:ext cx="348535" cy="1252063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494B9E1-1398-FDDD-A8B3-D81E66A2A793}"/>
              </a:ext>
            </a:extLst>
          </p:cNvPr>
          <p:cNvSpPr/>
          <p:nvPr/>
        </p:nvSpPr>
        <p:spPr>
          <a:xfrm rot="5400000">
            <a:off x="2207220" y="152283"/>
            <a:ext cx="348535" cy="1252061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E882AA3-DFCF-8268-0823-BF81A0FA85F5}"/>
              </a:ext>
            </a:extLst>
          </p:cNvPr>
          <p:cNvCxnSpPr>
            <a:cxnSpLocks/>
          </p:cNvCxnSpPr>
          <p:nvPr/>
        </p:nvCxnSpPr>
        <p:spPr>
          <a:xfrm>
            <a:off x="965200" y="1557020"/>
            <a:ext cx="1838960" cy="0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67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636D-665A-AC9D-8FE1-0C65A997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4DEC100-E2A2-4FCB-55DE-6F966D848149}"/>
              </a:ext>
            </a:extLst>
          </p:cNvPr>
          <p:cNvSpPr/>
          <p:nvPr/>
        </p:nvSpPr>
        <p:spPr>
          <a:xfrm rot="5400000">
            <a:off x="2079526" y="422298"/>
            <a:ext cx="330042" cy="2333186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DF4E71C-A2CB-AC4F-442F-59EF743B0CDC}"/>
              </a:ext>
            </a:extLst>
          </p:cNvPr>
          <p:cNvSpPr/>
          <p:nvPr/>
        </p:nvSpPr>
        <p:spPr>
          <a:xfrm rot="5400000">
            <a:off x="1236564" y="769008"/>
            <a:ext cx="330042" cy="2333186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A310284-FCB2-F540-23B7-CB7447E85002}"/>
              </a:ext>
            </a:extLst>
          </p:cNvPr>
          <p:cNvSpPr/>
          <p:nvPr/>
        </p:nvSpPr>
        <p:spPr>
          <a:xfrm>
            <a:off x="188210" y="1747471"/>
            <a:ext cx="362198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11">
            <a:extLst>
              <a:ext uri="{FF2B5EF4-FFF2-40B4-BE49-F238E27FC236}">
                <a16:creationId xmlns:a16="http://schemas.microsoft.com/office/drawing/2014/main" id="{C2F18985-F01A-EBB1-E9EC-901EBF0D8F14}"/>
              </a:ext>
            </a:extLst>
          </p:cNvPr>
          <p:cNvSpPr/>
          <p:nvPr/>
        </p:nvSpPr>
        <p:spPr>
          <a:xfrm rot="5400000">
            <a:off x="1142048" y="1904387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0B2DDDF-AD6F-5A15-C865-837C41B40591}"/>
              </a:ext>
            </a:extLst>
          </p:cNvPr>
          <p:cNvGrpSpPr/>
          <p:nvPr/>
        </p:nvGrpSpPr>
        <p:grpSpPr>
          <a:xfrm rot="5400000">
            <a:off x="1667590" y="814532"/>
            <a:ext cx="303372" cy="756241"/>
            <a:chOff x="1133952" y="1178264"/>
            <a:chExt cx="303372" cy="756241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D39AB33-51E0-53DD-FD7E-9FE9DDCAA121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A109D6E-504A-A99B-48C8-F96656404C16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4D40EBDD-5DEF-CD80-F91D-BA80AAE4DC1D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9C358FFF-B568-9F35-E597-CDB5C9047C6B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9DA1599B-4B6B-5B8E-B0C7-C481F53177EA}"/>
              </a:ext>
            </a:extLst>
          </p:cNvPr>
          <p:cNvSpPr/>
          <p:nvPr/>
        </p:nvSpPr>
        <p:spPr>
          <a:xfrm rot="5400000">
            <a:off x="1796415" y="946193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490FC05-6670-694E-E434-C51ECF7D363C}"/>
              </a:ext>
            </a:extLst>
          </p:cNvPr>
          <p:cNvCxnSpPr>
            <a:cxnSpLocks/>
          </p:cNvCxnSpPr>
          <p:nvPr/>
        </p:nvCxnSpPr>
        <p:spPr>
          <a:xfrm rot="5400000">
            <a:off x="1450202" y="22163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7242413-BCFF-3892-05E2-BAC3D4E1BEFD}"/>
              </a:ext>
            </a:extLst>
          </p:cNvPr>
          <p:cNvCxnSpPr>
            <a:cxnSpLocks/>
          </p:cNvCxnSpPr>
          <p:nvPr/>
        </p:nvCxnSpPr>
        <p:spPr>
          <a:xfrm rot="5400000">
            <a:off x="1173501" y="2219686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7A54CBE-DE35-BFBE-7DEB-99009A010D99}"/>
              </a:ext>
            </a:extLst>
          </p:cNvPr>
          <p:cNvCxnSpPr>
            <a:cxnSpLocks/>
          </p:cNvCxnSpPr>
          <p:nvPr/>
        </p:nvCxnSpPr>
        <p:spPr>
          <a:xfrm rot="5400000">
            <a:off x="1955010" y="1675336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D580046-BD92-7C90-A5EC-06C1CFC9EA75}"/>
              </a:ext>
            </a:extLst>
          </p:cNvPr>
          <p:cNvCxnSpPr>
            <a:cxnSpLocks/>
          </p:cNvCxnSpPr>
          <p:nvPr/>
        </p:nvCxnSpPr>
        <p:spPr>
          <a:xfrm rot="5400000" flipV="1">
            <a:off x="1641929" y="1668898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F0614C56-BC6D-FC7A-E313-82FBF29E2396}"/>
              </a:ext>
            </a:extLst>
          </p:cNvPr>
          <p:cNvSpPr/>
          <p:nvPr/>
        </p:nvSpPr>
        <p:spPr>
          <a:xfrm rot="5400000">
            <a:off x="1796415" y="1703906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257FD694-6CB0-93CC-9A25-0EA4FF0FEE93}"/>
              </a:ext>
            </a:extLst>
          </p:cNvPr>
          <p:cNvGrpSpPr/>
          <p:nvPr/>
        </p:nvGrpSpPr>
        <p:grpSpPr>
          <a:xfrm rot="5400000">
            <a:off x="1667590" y="1947055"/>
            <a:ext cx="303372" cy="756241"/>
            <a:chOff x="1133952" y="1178264"/>
            <a:chExt cx="303372" cy="756241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30FFE2B2-5A27-D409-8F44-5ACB73F16936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0490320C-B3E9-57B7-E356-402ED714B514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ECD714FB-B7F5-8510-E2DE-8E2B0D3B2CD3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217E45F9-347F-E34C-B5BB-390B7532FEFA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5AB1962A-DFF9-9C3D-E6B1-CC1C2BF25331}"/>
              </a:ext>
            </a:extLst>
          </p:cNvPr>
          <p:cNvCxnSpPr>
            <a:cxnSpLocks/>
          </p:cNvCxnSpPr>
          <p:nvPr/>
        </p:nvCxnSpPr>
        <p:spPr>
          <a:xfrm rot="5400000">
            <a:off x="838200" y="1899328"/>
            <a:ext cx="1960880" cy="0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51F00A95-7A3A-290D-4678-855BE3CC09F0}"/>
              </a:ext>
            </a:extLst>
          </p:cNvPr>
          <p:cNvSpPr/>
          <p:nvPr/>
        </p:nvSpPr>
        <p:spPr>
          <a:xfrm rot="10800000">
            <a:off x="3098988" y="1392550"/>
            <a:ext cx="362198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737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E4DF-C54C-B0F3-1017-87A82C24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1B326158-244E-54DE-9497-4F8F846954B4}"/>
              </a:ext>
            </a:extLst>
          </p:cNvPr>
          <p:cNvSpPr/>
          <p:nvPr/>
        </p:nvSpPr>
        <p:spPr>
          <a:xfrm rot="5400000">
            <a:off x="1915596" y="258367"/>
            <a:ext cx="330042" cy="2661047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9B6424A-4AB6-1830-F75E-7F6A0D5B9E4F}"/>
              </a:ext>
            </a:extLst>
          </p:cNvPr>
          <p:cNvSpPr/>
          <p:nvPr/>
        </p:nvSpPr>
        <p:spPr>
          <a:xfrm rot="5400000">
            <a:off x="1400495" y="605076"/>
            <a:ext cx="330042" cy="2661049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CD7B329-9443-502D-F23A-F420D90A9847}"/>
              </a:ext>
            </a:extLst>
          </p:cNvPr>
          <p:cNvSpPr/>
          <p:nvPr/>
        </p:nvSpPr>
        <p:spPr>
          <a:xfrm rot="5400000">
            <a:off x="658430" y="1904387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8892FE76-D69D-436E-25BA-6541CA2F9232}"/>
              </a:ext>
            </a:extLst>
          </p:cNvPr>
          <p:cNvGrpSpPr/>
          <p:nvPr/>
        </p:nvGrpSpPr>
        <p:grpSpPr>
          <a:xfrm rot="5400000">
            <a:off x="1183972" y="814532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88EF585-58C4-97B2-BDC7-529E77E81D28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2B8EE519-E107-8EBB-D2DD-F5F14AD3608C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30ECB84-574F-C4D7-6813-1E92F2C32505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C6FB5A7D-A38D-0DA8-4DFE-E365074FAA10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AB206C46-6B3A-AF35-8B7E-9A1538CCDC0B}"/>
              </a:ext>
            </a:extLst>
          </p:cNvPr>
          <p:cNvSpPr/>
          <p:nvPr/>
        </p:nvSpPr>
        <p:spPr>
          <a:xfrm rot="5400000">
            <a:off x="1312797" y="946193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15801E5D-407F-226B-CC57-0368CAAACE95}"/>
              </a:ext>
            </a:extLst>
          </p:cNvPr>
          <p:cNvCxnSpPr>
            <a:cxnSpLocks/>
          </p:cNvCxnSpPr>
          <p:nvPr/>
        </p:nvCxnSpPr>
        <p:spPr>
          <a:xfrm rot="5400000">
            <a:off x="966584" y="22163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92558449-76B6-B538-A0A7-586083D39044}"/>
              </a:ext>
            </a:extLst>
          </p:cNvPr>
          <p:cNvCxnSpPr>
            <a:cxnSpLocks/>
          </p:cNvCxnSpPr>
          <p:nvPr/>
        </p:nvCxnSpPr>
        <p:spPr>
          <a:xfrm rot="5400000">
            <a:off x="689883" y="2219686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2C7AE71-46E9-6AE5-74EC-53D67AB5D50A}"/>
              </a:ext>
            </a:extLst>
          </p:cNvPr>
          <p:cNvCxnSpPr>
            <a:cxnSpLocks/>
          </p:cNvCxnSpPr>
          <p:nvPr/>
        </p:nvCxnSpPr>
        <p:spPr>
          <a:xfrm rot="5400000">
            <a:off x="1471392" y="1675336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C5D673E1-8D22-6FA9-E27C-FC896E1CEB46}"/>
              </a:ext>
            </a:extLst>
          </p:cNvPr>
          <p:cNvCxnSpPr>
            <a:cxnSpLocks/>
          </p:cNvCxnSpPr>
          <p:nvPr/>
        </p:nvCxnSpPr>
        <p:spPr>
          <a:xfrm rot="5400000" flipV="1">
            <a:off x="1158311" y="1668898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3C17E216-1AFE-63F9-1E65-3E25CF63831B}"/>
              </a:ext>
            </a:extLst>
          </p:cNvPr>
          <p:cNvSpPr/>
          <p:nvPr/>
        </p:nvSpPr>
        <p:spPr>
          <a:xfrm rot="5400000">
            <a:off x="1312797" y="1703906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4A826BB-8A4A-0B70-315D-3AF016EB86E0}"/>
              </a:ext>
            </a:extLst>
          </p:cNvPr>
          <p:cNvGrpSpPr/>
          <p:nvPr/>
        </p:nvGrpSpPr>
        <p:grpSpPr>
          <a:xfrm rot="5400000">
            <a:off x="1183972" y="1947055"/>
            <a:ext cx="303372" cy="756241"/>
            <a:chOff x="1133952" y="1178264"/>
            <a:chExt cx="303372" cy="756241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64D67C9-B51A-6B8F-6EDD-8FB1146430F4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72F395C3-F5FB-524C-5C00-56895A8F888C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BE71C995-B22C-AC03-E88D-46F05EE104CF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061B63B4-5416-86DD-D41E-5410F00DFD85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Rechteck 4">
            <a:extLst>
              <a:ext uri="{FF2B5EF4-FFF2-40B4-BE49-F238E27FC236}">
                <a16:creationId xmlns:a16="http://schemas.microsoft.com/office/drawing/2014/main" id="{C6120243-C184-1A7D-087C-577FD0490C75}"/>
              </a:ext>
            </a:extLst>
          </p:cNvPr>
          <p:cNvSpPr/>
          <p:nvPr/>
        </p:nvSpPr>
        <p:spPr>
          <a:xfrm>
            <a:off x="188210" y="1747471"/>
            <a:ext cx="362198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AC6152B-FBD0-42EB-B616-BA037DEF3735}"/>
              </a:ext>
            </a:extLst>
          </p:cNvPr>
          <p:cNvCxnSpPr>
            <a:cxnSpLocks/>
          </p:cNvCxnSpPr>
          <p:nvPr/>
        </p:nvCxnSpPr>
        <p:spPr>
          <a:xfrm rot="5400000">
            <a:off x="354582" y="1899328"/>
            <a:ext cx="1960880" cy="0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11">
            <a:extLst>
              <a:ext uri="{FF2B5EF4-FFF2-40B4-BE49-F238E27FC236}">
                <a16:creationId xmlns:a16="http://schemas.microsoft.com/office/drawing/2014/main" id="{522DC1B2-2D02-DCE3-8FB9-1EE26EFA4BB3}"/>
              </a:ext>
            </a:extLst>
          </p:cNvPr>
          <p:cNvSpPr/>
          <p:nvPr/>
        </p:nvSpPr>
        <p:spPr>
          <a:xfrm rot="5400000">
            <a:off x="1674259" y="1904387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23EDD26-1A0E-237C-B87F-3CF014A18BFA}"/>
              </a:ext>
            </a:extLst>
          </p:cNvPr>
          <p:cNvGrpSpPr/>
          <p:nvPr/>
        </p:nvGrpSpPr>
        <p:grpSpPr>
          <a:xfrm rot="5400000">
            <a:off x="2199801" y="814532"/>
            <a:ext cx="303372" cy="756241"/>
            <a:chOff x="1133952" y="1178264"/>
            <a:chExt cx="303372" cy="756241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77DD66E-BC11-602C-4D99-F7EC422D57F0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69AAC7D-B1FC-608A-9A9D-0A98B1A97A8C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E2C236FF-6714-45F8-6A5E-81096E4C071C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A7864CED-86C1-9CCF-3DAA-E4C28018FA3E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Rechteck 18">
            <a:extLst>
              <a:ext uri="{FF2B5EF4-FFF2-40B4-BE49-F238E27FC236}">
                <a16:creationId xmlns:a16="http://schemas.microsoft.com/office/drawing/2014/main" id="{E70DDE42-5562-6082-4329-9BF6EEB9F597}"/>
              </a:ext>
            </a:extLst>
          </p:cNvPr>
          <p:cNvSpPr/>
          <p:nvPr/>
        </p:nvSpPr>
        <p:spPr>
          <a:xfrm rot="5400000">
            <a:off x="2328626" y="946193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A48B98B-6405-0716-46EE-13F3D01CF4A1}"/>
              </a:ext>
            </a:extLst>
          </p:cNvPr>
          <p:cNvCxnSpPr>
            <a:cxnSpLocks/>
          </p:cNvCxnSpPr>
          <p:nvPr/>
        </p:nvCxnSpPr>
        <p:spPr>
          <a:xfrm rot="5400000">
            <a:off x="1982413" y="22163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C52EF3C-0B96-DF29-109E-04773203E6A6}"/>
              </a:ext>
            </a:extLst>
          </p:cNvPr>
          <p:cNvCxnSpPr>
            <a:cxnSpLocks/>
          </p:cNvCxnSpPr>
          <p:nvPr/>
        </p:nvCxnSpPr>
        <p:spPr>
          <a:xfrm rot="5400000">
            <a:off x="1705712" y="2219686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7C9BFAE6-7115-E183-149F-7F7621313DD7}"/>
              </a:ext>
            </a:extLst>
          </p:cNvPr>
          <p:cNvCxnSpPr>
            <a:cxnSpLocks/>
          </p:cNvCxnSpPr>
          <p:nvPr/>
        </p:nvCxnSpPr>
        <p:spPr>
          <a:xfrm rot="5400000">
            <a:off x="2487221" y="1675336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5F4133E-B9D0-02E3-DCEF-46E8EF240709}"/>
              </a:ext>
            </a:extLst>
          </p:cNvPr>
          <p:cNvCxnSpPr>
            <a:cxnSpLocks/>
          </p:cNvCxnSpPr>
          <p:nvPr/>
        </p:nvCxnSpPr>
        <p:spPr>
          <a:xfrm rot="5400000" flipV="1">
            <a:off x="2174140" y="1668898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B507E23F-6FC1-5F54-D161-6FE964FBEAA6}"/>
              </a:ext>
            </a:extLst>
          </p:cNvPr>
          <p:cNvSpPr/>
          <p:nvPr/>
        </p:nvSpPr>
        <p:spPr>
          <a:xfrm rot="5400000">
            <a:off x="2328626" y="1703906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FC4B1638-91B3-2A1D-DC19-7609F7C6A389}"/>
              </a:ext>
            </a:extLst>
          </p:cNvPr>
          <p:cNvGrpSpPr/>
          <p:nvPr/>
        </p:nvGrpSpPr>
        <p:grpSpPr>
          <a:xfrm rot="5400000">
            <a:off x="2199801" y="1947055"/>
            <a:ext cx="303372" cy="756241"/>
            <a:chOff x="1133952" y="1178264"/>
            <a:chExt cx="303372" cy="756241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B44B4493-9377-F2AC-F4AB-30B526658857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0BCD5C84-9AB3-0CC5-93AD-D5BD1430B246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74E4F1C3-174E-4630-A9F6-E1A19AEEC14E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9F16E948-1D4F-879D-63FE-87A18B80C43C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DC5D2725-5CF0-F526-36EA-3AA714197BA8}"/>
              </a:ext>
            </a:extLst>
          </p:cNvPr>
          <p:cNvCxnSpPr>
            <a:cxnSpLocks/>
          </p:cNvCxnSpPr>
          <p:nvPr/>
        </p:nvCxnSpPr>
        <p:spPr>
          <a:xfrm rot="5400000">
            <a:off x="1370411" y="1899328"/>
            <a:ext cx="1960880" cy="0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6DEB9152-BEA5-146A-DDA4-90B43EFE7A28}"/>
              </a:ext>
            </a:extLst>
          </p:cNvPr>
          <p:cNvSpPr/>
          <p:nvPr/>
        </p:nvSpPr>
        <p:spPr>
          <a:xfrm rot="10800000">
            <a:off x="3098988" y="1392550"/>
            <a:ext cx="362198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113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2E5EF-FA3B-BB09-4C61-CD750528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96263A7-226D-4D6B-E6A5-DE348B3F5457}"/>
              </a:ext>
            </a:extLst>
          </p:cNvPr>
          <p:cNvSpPr/>
          <p:nvPr/>
        </p:nvSpPr>
        <p:spPr>
          <a:xfrm>
            <a:off x="1470183" y="1019176"/>
            <a:ext cx="330042" cy="1112044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EA8B0E6-65DB-3F23-A9E6-C86C09FAE47F}"/>
              </a:ext>
            </a:extLst>
          </p:cNvPr>
          <p:cNvSpPr/>
          <p:nvPr/>
        </p:nvSpPr>
        <p:spPr>
          <a:xfrm>
            <a:off x="1816893" y="1019176"/>
            <a:ext cx="330042" cy="1112044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054BF4A-64FE-BD7D-51C6-9A1007BFEABE}"/>
              </a:ext>
            </a:extLst>
          </p:cNvPr>
          <p:cNvSpPr/>
          <p:nvPr/>
        </p:nvSpPr>
        <p:spPr>
          <a:xfrm>
            <a:off x="307181" y="2091690"/>
            <a:ext cx="1493044" cy="321469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C44A55-EE87-7D1B-8956-F278349ECE9C}"/>
              </a:ext>
            </a:extLst>
          </p:cNvPr>
          <p:cNvSpPr/>
          <p:nvPr/>
        </p:nvSpPr>
        <p:spPr>
          <a:xfrm>
            <a:off x="1816893" y="2091690"/>
            <a:ext cx="1493044" cy="321469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E890BA5-A4E9-B16D-7D20-658ED9CBE268}"/>
              </a:ext>
            </a:extLst>
          </p:cNvPr>
          <p:cNvSpPr/>
          <p:nvPr/>
        </p:nvSpPr>
        <p:spPr>
          <a:xfrm>
            <a:off x="1442085" y="1387771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6FC4671E-DC3F-DC1C-9D7B-2712F856BE28}"/>
              </a:ext>
            </a:extLst>
          </p:cNvPr>
          <p:cNvGrpSpPr/>
          <p:nvPr/>
        </p:nvGrpSpPr>
        <p:grpSpPr>
          <a:xfrm>
            <a:off x="1087278" y="1178264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7BDAC44-C28C-B2DB-0B2F-716BA9454F9C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38E8D3A6-FCAC-7958-A3BB-B1A297193484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13334786-68DF-018B-24AD-D1A417D1C2F0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68E3B2DF-9811-1429-A00E-446B9EB2F749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4E03BC40-8F94-57AB-44EF-418831FD4CAA}"/>
              </a:ext>
            </a:extLst>
          </p:cNvPr>
          <p:cNvSpPr/>
          <p:nvPr/>
        </p:nvSpPr>
        <p:spPr>
          <a:xfrm>
            <a:off x="1405890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A9F9F3E-92F5-A376-8F81-185A982B5236}"/>
              </a:ext>
            </a:extLst>
          </p:cNvPr>
          <p:cNvSpPr/>
          <p:nvPr/>
        </p:nvSpPr>
        <p:spPr>
          <a:xfrm>
            <a:off x="1827846" y="1970485"/>
            <a:ext cx="309564" cy="321469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3923BC0-58AD-08A7-E890-F36B87816A2A}"/>
              </a:ext>
            </a:extLst>
          </p:cNvPr>
          <p:cNvSpPr/>
          <p:nvPr/>
        </p:nvSpPr>
        <p:spPr>
          <a:xfrm>
            <a:off x="1480422" y="1927124"/>
            <a:ext cx="309564" cy="3214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CF794270-788B-D731-4BCC-81765A6B22FE}"/>
              </a:ext>
            </a:extLst>
          </p:cNvPr>
          <p:cNvCxnSpPr>
            <a:cxnSpLocks/>
          </p:cNvCxnSpPr>
          <p:nvPr/>
        </p:nvCxnSpPr>
        <p:spPr>
          <a:xfrm>
            <a:off x="1755458" y="14182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771DDC0-0B11-E6F8-009E-C66D986B1EB8}"/>
              </a:ext>
            </a:extLst>
          </p:cNvPr>
          <p:cNvCxnSpPr>
            <a:cxnSpLocks/>
          </p:cNvCxnSpPr>
          <p:nvPr/>
        </p:nvCxnSpPr>
        <p:spPr>
          <a:xfrm>
            <a:off x="1758315" y="1694477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FA247AD-36EA-D6E5-CA63-E6CA7829B6E3}"/>
              </a:ext>
            </a:extLst>
          </p:cNvPr>
          <p:cNvCxnSpPr>
            <a:cxnSpLocks/>
          </p:cNvCxnSpPr>
          <p:nvPr/>
        </p:nvCxnSpPr>
        <p:spPr>
          <a:xfrm>
            <a:off x="1717852" y="1386840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F56DE07A-1E9D-9F8A-BE44-FDEDA059E09A}"/>
              </a:ext>
            </a:extLst>
          </p:cNvPr>
          <p:cNvCxnSpPr>
            <a:cxnSpLocks/>
          </p:cNvCxnSpPr>
          <p:nvPr/>
        </p:nvCxnSpPr>
        <p:spPr>
          <a:xfrm flipV="1">
            <a:off x="1710692" y="1693483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3FE1F5C8-411E-4CD3-8AE6-7E3E39943946}"/>
              </a:ext>
            </a:extLst>
          </p:cNvPr>
          <p:cNvSpPr/>
          <p:nvPr/>
        </p:nvSpPr>
        <p:spPr>
          <a:xfrm>
            <a:off x="2163603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45BA8C21-6EA9-C3BF-80D1-D117A9E7EBF3}"/>
              </a:ext>
            </a:extLst>
          </p:cNvPr>
          <p:cNvGrpSpPr/>
          <p:nvPr/>
        </p:nvGrpSpPr>
        <p:grpSpPr>
          <a:xfrm>
            <a:off x="2219801" y="1178264"/>
            <a:ext cx="303372" cy="756241"/>
            <a:chOff x="1133952" y="1178264"/>
            <a:chExt cx="303372" cy="756241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6FC33460-0817-BBA9-B048-9141BD608210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152B726E-EE62-3A65-1534-A99271063D49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C83558DF-E5D2-8257-3BF6-E032DE15C67A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94853115-BEB1-FDD0-06C1-47F6A03D129B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Rechteck 4">
            <a:extLst>
              <a:ext uri="{FF2B5EF4-FFF2-40B4-BE49-F238E27FC236}">
                <a16:creationId xmlns:a16="http://schemas.microsoft.com/office/drawing/2014/main" id="{323E4113-4684-EDDF-72C9-9D574ECD86C0}"/>
              </a:ext>
            </a:extLst>
          </p:cNvPr>
          <p:cNvSpPr/>
          <p:nvPr/>
        </p:nvSpPr>
        <p:spPr>
          <a:xfrm>
            <a:off x="270394" y="2066040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F16E284-E3FD-A702-13BD-FB7A29924A57}"/>
              </a:ext>
            </a:extLst>
          </p:cNvPr>
          <p:cNvSpPr/>
          <p:nvPr/>
        </p:nvSpPr>
        <p:spPr>
          <a:xfrm rot="10800000">
            <a:off x="2828174" y="2052253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E7F1E10-6307-1FDA-1E1A-300498F108C4}"/>
              </a:ext>
            </a:extLst>
          </p:cNvPr>
          <p:cNvCxnSpPr>
            <a:cxnSpLocks/>
          </p:cNvCxnSpPr>
          <p:nvPr/>
        </p:nvCxnSpPr>
        <p:spPr>
          <a:xfrm flipH="1">
            <a:off x="270394" y="2248593"/>
            <a:ext cx="489585" cy="0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415EAE6D-D140-DD9C-E47C-AC70FAB8652B}"/>
              </a:ext>
            </a:extLst>
          </p:cNvPr>
          <p:cNvSpPr txBox="1"/>
          <p:nvPr/>
        </p:nvSpPr>
        <p:spPr>
          <a:xfrm>
            <a:off x="334728" y="1769130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CCC2DFB-EA49-A31B-AB2C-7C7592436508}"/>
              </a:ext>
            </a:extLst>
          </p:cNvPr>
          <p:cNvSpPr txBox="1"/>
          <p:nvPr/>
        </p:nvSpPr>
        <p:spPr>
          <a:xfrm>
            <a:off x="2855396" y="1769130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B5EB2C9-5186-DB0B-961D-7F6A9B756E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2865755" y="2248593"/>
            <a:ext cx="489585" cy="0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5BAF04B5-6158-95C3-EDC4-3315C4312EA9}"/>
              </a:ext>
            </a:extLst>
          </p:cNvPr>
          <p:cNvCxnSpPr>
            <a:cxnSpLocks/>
          </p:cNvCxnSpPr>
          <p:nvPr/>
        </p:nvCxnSpPr>
        <p:spPr>
          <a:xfrm rot="10800000" flipH="1">
            <a:off x="2162134" y="1519724"/>
            <a:ext cx="489585" cy="0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F670138D-816D-BAAB-F394-3E7B108512F2}"/>
              </a:ext>
            </a:extLst>
          </p:cNvPr>
          <p:cNvCxnSpPr>
            <a:cxnSpLocks/>
          </p:cNvCxnSpPr>
          <p:nvPr/>
        </p:nvCxnSpPr>
        <p:spPr>
          <a:xfrm flipH="1">
            <a:off x="962025" y="1584960"/>
            <a:ext cx="489585" cy="0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7768B11-19B8-2D0F-DAE1-9AC9076AD40D}"/>
              </a:ext>
            </a:extLst>
          </p:cNvPr>
          <p:cNvCxnSpPr>
            <a:cxnSpLocks/>
          </p:cNvCxnSpPr>
          <p:nvPr/>
        </p:nvCxnSpPr>
        <p:spPr>
          <a:xfrm flipH="1">
            <a:off x="1672549" y="1519724"/>
            <a:ext cx="489585" cy="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1C78774B-F8A9-0D2F-D3C9-7F418368CE4D}"/>
              </a:ext>
            </a:extLst>
          </p:cNvPr>
          <p:cNvCxnSpPr>
            <a:cxnSpLocks/>
          </p:cNvCxnSpPr>
          <p:nvPr/>
        </p:nvCxnSpPr>
        <p:spPr>
          <a:xfrm rot="10800000" flipH="1">
            <a:off x="1452045" y="1584743"/>
            <a:ext cx="489585" cy="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8BDBD9D2-8F85-0D34-32EF-C826FE1CED77}"/>
              </a:ext>
            </a:extLst>
          </p:cNvPr>
          <p:cNvSpPr/>
          <p:nvPr/>
        </p:nvSpPr>
        <p:spPr>
          <a:xfrm>
            <a:off x="1421367" y="1555215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7045A66F-FD22-E4E8-2EBD-8EBBD760E50D}"/>
              </a:ext>
            </a:extLst>
          </p:cNvPr>
          <p:cNvSpPr/>
          <p:nvPr/>
        </p:nvSpPr>
        <p:spPr>
          <a:xfrm>
            <a:off x="2135939" y="1490599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BAF6297F-37F3-74BC-34C4-BFB8290CFCC8}"/>
              </a:ext>
            </a:extLst>
          </p:cNvPr>
          <p:cNvSpPr txBox="1"/>
          <p:nvPr/>
        </p:nvSpPr>
        <p:spPr>
          <a:xfrm>
            <a:off x="2472848" y="1085037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426EE545-A22B-A56C-03B3-DACFBC1AB55B}"/>
              </a:ext>
            </a:extLst>
          </p:cNvPr>
          <p:cNvSpPr txBox="1"/>
          <p:nvPr/>
        </p:nvSpPr>
        <p:spPr>
          <a:xfrm>
            <a:off x="682925" y="1609882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B4630165-490A-DA5E-1510-2C89E4AA1B03}"/>
              </a:ext>
            </a:extLst>
          </p:cNvPr>
          <p:cNvSpPr txBox="1"/>
          <p:nvPr/>
        </p:nvSpPr>
        <p:spPr>
          <a:xfrm>
            <a:off x="1860045" y="709325"/>
            <a:ext cx="4461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3A71C98-C044-A454-352E-6103B1082CBF}"/>
              </a:ext>
            </a:extLst>
          </p:cNvPr>
          <p:cNvCxnSpPr>
            <a:cxnSpLocks/>
          </p:cNvCxnSpPr>
          <p:nvPr/>
        </p:nvCxnSpPr>
        <p:spPr>
          <a:xfrm flipH="1">
            <a:off x="1833888" y="954158"/>
            <a:ext cx="185412" cy="505072"/>
          </a:xfrm>
          <a:prstGeom prst="straightConnector1">
            <a:avLst/>
          </a:prstGeom>
          <a:ln w="9525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096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EE26-A3F2-38AD-E857-5210E1E3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8E15985C-0D93-A95A-2E17-3601D3AA05E9}"/>
              </a:ext>
            </a:extLst>
          </p:cNvPr>
          <p:cNvSpPr/>
          <p:nvPr/>
        </p:nvSpPr>
        <p:spPr>
          <a:xfrm>
            <a:off x="1470183" y="628652"/>
            <a:ext cx="330042" cy="1501960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EAFA781-11A6-9C54-E3DC-854C7C9392E0}"/>
              </a:ext>
            </a:extLst>
          </p:cNvPr>
          <p:cNvSpPr/>
          <p:nvPr/>
        </p:nvSpPr>
        <p:spPr>
          <a:xfrm>
            <a:off x="1816893" y="1019785"/>
            <a:ext cx="330042" cy="1501960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52B5744-0BEB-7A4D-3C96-0568118B0D82}"/>
              </a:ext>
            </a:extLst>
          </p:cNvPr>
          <p:cNvSpPr/>
          <p:nvPr/>
        </p:nvSpPr>
        <p:spPr>
          <a:xfrm>
            <a:off x="1442085" y="1387771"/>
            <a:ext cx="1354455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6D3E750-C11B-FE4A-5022-4FF042A91A3E}"/>
              </a:ext>
            </a:extLst>
          </p:cNvPr>
          <p:cNvGrpSpPr/>
          <p:nvPr/>
        </p:nvGrpSpPr>
        <p:grpSpPr>
          <a:xfrm>
            <a:off x="1087278" y="1178264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F3F45E5-CCC5-E630-F158-42AA6EC19AE9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65E70E96-E6A3-1F17-54BB-E62ADFFA9D57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3E68F98-6288-9D05-633A-8D97C5C3043F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F67A4F3-B9A1-B28D-C391-F3665820D684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D1E653B5-9BE5-B44D-57A0-03A366AF060D}"/>
              </a:ext>
            </a:extLst>
          </p:cNvPr>
          <p:cNvSpPr/>
          <p:nvPr/>
        </p:nvSpPr>
        <p:spPr>
          <a:xfrm>
            <a:off x="1405890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1AE88D9E-CF36-1C49-1020-FCFD8C3F4BA8}"/>
              </a:ext>
            </a:extLst>
          </p:cNvPr>
          <p:cNvCxnSpPr>
            <a:cxnSpLocks/>
          </p:cNvCxnSpPr>
          <p:nvPr/>
        </p:nvCxnSpPr>
        <p:spPr>
          <a:xfrm>
            <a:off x="1755458" y="1418252"/>
            <a:ext cx="1014412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7904A7E1-91A6-3840-1B4F-A1B201026DB8}"/>
              </a:ext>
            </a:extLst>
          </p:cNvPr>
          <p:cNvCxnSpPr>
            <a:cxnSpLocks/>
          </p:cNvCxnSpPr>
          <p:nvPr/>
        </p:nvCxnSpPr>
        <p:spPr>
          <a:xfrm>
            <a:off x="1758315" y="1694477"/>
            <a:ext cx="1015365" cy="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84AE558-65D9-BFC0-06E1-A7B0DC4CFA5A}"/>
              </a:ext>
            </a:extLst>
          </p:cNvPr>
          <p:cNvCxnSpPr>
            <a:cxnSpLocks/>
          </p:cNvCxnSpPr>
          <p:nvPr/>
        </p:nvCxnSpPr>
        <p:spPr>
          <a:xfrm>
            <a:off x="1717852" y="1386840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240DB1D6-9EF5-EE0B-2645-585071363ADE}"/>
              </a:ext>
            </a:extLst>
          </p:cNvPr>
          <p:cNvCxnSpPr>
            <a:cxnSpLocks/>
          </p:cNvCxnSpPr>
          <p:nvPr/>
        </p:nvCxnSpPr>
        <p:spPr>
          <a:xfrm flipV="1">
            <a:off x="1710692" y="1693483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EC2C594A-E368-DDA7-AB83-6F3753033E1C}"/>
              </a:ext>
            </a:extLst>
          </p:cNvPr>
          <p:cNvSpPr/>
          <p:nvPr/>
        </p:nvSpPr>
        <p:spPr>
          <a:xfrm>
            <a:off x="2163603" y="1120140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E9BAED7D-B831-3A8B-B86B-E6ED5249AA9E}"/>
              </a:ext>
            </a:extLst>
          </p:cNvPr>
          <p:cNvGrpSpPr/>
          <p:nvPr/>
        </p:nvGrpSpPr>
        <p:grpSpPr>
          <a:xfrm>
            <a:off x="2219801" y="1178264"/>
            <a:ext cx="303372" cy="756241"/>
            <a:chOff x="1133952" y="1178264"/>
            <a:chExt cx="303372" cy="756241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6C399A3-A51B-EFC8-18DB-6C2DC57FB5D2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BA43EE93-32C8-EEAF-8874-C76049ACA45D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E13384C0-E07F-6616-7D91-E174AA38DF61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2F493AD1-ABD7-DFAD-5787-0DBE7891E587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0B35A2A0-C459-7774-B850-8AAE8E82D8D3}"/>
              </a:ext>
            </a:extLst>
          </p:cNvPr>
          <p:cNvSpPr/>
          <p:nvPr/>
        </p:nvSpPr>
        <p:spPr>
          <a:xfrm rot="16200000">
            <a:off x="1845571" y="2208904"/>
            <a:ext cx="267607" cy="392680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60BFA6E-54A0-EBAA-8284-4E46DD4EDA1C}"/>
              </a:ext>
            </a:extLst>
          </p:cNvPr>
          <p:cNvSpPr txBox="1"/>
          <p:nvPr/>
        </p:nvSpPr>
        <p:spPr>
          <a:xfrm>
            <a:off x="1098331" y="603280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C2344A1-23E9-C0FC-9B7F-0F742DE240A3}"/>
              </a:ext>
            </a:extLst>
          </p:cNvPr>
          <p:cNvSpPr txBox="1"/>
          <p:nvPr/>
        </p:nvSpPr>
        <p:spPr>
          <a:xfrm>
            <a:off x="2130492" y="2236969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C0925D55-7B81-23E1-5B88-BB6711B1C7C7}"/>
              </a:ext>
            </a:extLst>
          </p:cNvPr>
          <p:cNvCxnSpPr>
            <a:cxnSpLocks/>
          </p:cNvCxnSpPr>
          <p:nvPr/>
        </p:nvCxnSpPr>
        <p:spPr>
          <a:xfrm>
            <a:off x="1979373" y="2160234"/>
            <a:ext cx="1" cy="448887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F0335CA1-BCF2-34F1-BFED-08879E48FFD2}"/>
              </a:ext>
            </a:extLst>
          </p:cNvPr>
          <p:cNvCxnSpPr>
            <a:cxnSpLocks/>
          </p:cNvCxnSpPr>
          <p:nvPr/>
        </p:nvCxnSpPr>
        <p:spPr>
          <a:xfrm rot="10800000" flipH="1">
            <a:off x="2162134" y="1519724"/>
            <a:ext cx="489585" cy="0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91D223F-6FE9-F061-E577-EBB27B359FF3}"/>
              </a:ext>
            </a:extLst>
          </p:cNvPr>
          <p:cNvCxnSpPr>
            <a:cxnSpLocks/>
          </p:cNvCxnSpPr>
          <p:nvPr/>
        </p:nvCxnSpPr>
        <p:spPr>
          <a:xfrm flipH="1">
            <a:off x="962025" y="1584960"/>
            <a:ext cx="489585" cy="0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42E476-1218-AF20-8F12-2E0403A49D72}"/>
              </a:ext>
            </a:extLst>
          </p:cNvPr>
          <p:cNvCxnSpPr>
            <a:cxnSpLocks/>
          </p:cNvCxnSpPr>
          <p:nvPr/>
        </p:nvCxnSpPr>
        <p:spPr>
          <a:xfrm flipH="1">
            <a:off x="1672549" y="1519724"/>
            <a:ext cx="489585" cy="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0188EB0-E698-F432-394D-8032B7340145}"/>
              </a:ext>
            </a:extLst>
          </p:cNvPr>
          <p:cNvCxnSpPr>
            <a:cxnSpLocks/>
          </p:cNvCxnSpPr>
          <p:nvPr/>
        </p:nvCxnSpPr>
        <p:spPr>
          <a:xfrm rot="10800000" flipH="1">
            <a:off x="1452045" y="1584743"/>
            <a:ext cx="489585" cy="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C51ACE35-3F6E-42AA-4D3E-0C1E4FBE8B9E}"/>
              </a:ext>
            </a:extLst>
          </p:cNvPr>
          <p:cNvSpPr/>
          <p:nvPr/>
        </p:nvSpPr>
        <p:spPr>
          <a:xfrm>
            <a:off x="1421367" y="1555215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F118F3BF-4E2E-150A-9E02-7A7E625EDA9F}"/>
              </a:ext>
            </a:extLst>
          </p:cNvPr>
          <p:cNvSpPr/>
          <p:nvPr/>
        </p:nvSpPr>
        <p:spPr>
          <a:xfrm>
            <a:off x="2135939" y="1490599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6F68E1A7-6F48-4098-4397-4168AE2D7CD7}"/>
              </a:ext>
            </a:extLst>
          </p:cNvPr>
          <p:cNvSpPr txBox="1"/>
          <p:nvPr/>
        </p:nvSpPr>
        <p:spPr>
          <a:xfrm>
            <a:off x="2472848" y="1085037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4E0CC01-D9CD-A95C-8FFF-9BDDE07FDFA7}"/>
              </a:ext>
            </a:extLst>
          </p:cNvPr>
          <p:cNvSpPr txBox="1"/>
          <p:nvPr/>
        </p:nvSpPr>
        <p:spPr>
          <a:xfrm>
            <a:off x="682925" y="1609882"/>
            <a:ext cx="41540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9F2B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5657636-F25E-468C-F57C-809A04A9F8E3}"/>
              </a:ext>
            </a:extLst>
          </p:cNvPr>
          <p:cNvSpPr txBox="1"/>
          <p:nvPr/>
        </p:nvSpPr>
        <p:spPr>
          <a:xfrm>
            <a:off x="1860045" y="708420"/>
            <a:ext cx="44614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e-DE" sz="12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8BDA02AA-A1BB-A577-4158-5B1D6F7C24A7}"/>
              </a:ext>
            </a:extLst>
          </p:cNvPr>
          <p:cNvCxnSpPr>
            <a:cxnSpLocks/>
          </p:cNvCxnSpPr>
          <p:nvPr/>
        </p:nvCxnSpPr>
        <p:spPr>
          <a:xfrm flipH="1">
            <a:off x="1833888" y="954158"/>
            <a:ext cx="185412" cy="505072"/>
          </a:xfrm>
          <a:prstGeom prst="straightConnector1">
            <a:avLst/>
          </a:prstGeom>
          <a:ln w="9525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E1CB01EC-0D54-C3EB-03FC-8F6FE03F0BA6}"/>
              </a:ext>
            </a:extLst>
          </p:cNvPr>
          <p:cNvSpPr/>
          <p:nvPr/>
        </p:nvSpPr>
        <p:spPr>
          <a:xfrm rot="5400000">
            <a:off x="1501003" y="536289"/>
            <a:ext cx="267607" cy="392680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B6982A4-2E4C-50C4-1FCE-97AD22FA6E6F}"/>
              </a:ext>
            </a:extLst>
          </p:cNvPr>
          <p:cNvCxnSpPr>
            <a:cxnSpLocks/>
          </p:cNvCxnSpPr>
          <p:nvPr/>
        </p:nvCxnSpPr>
        <p:spPr>
          <a:xfrm>
            <a:off x="1634805" y="530448"/>
            <a:ext cx="1" cy="448887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334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94D8-A08D-2668-5F39-10C8762B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8322120-9486-15B2-793A-781AA21C1310}"/>
              </a:ext>
            </a:extLst>
          </p:cNvPr>
          <p:cNvSpPr/>
          <p:nvPr/>
        </p:nvSpPr>
        <p:spPr>
          <a:xfrm>
            <a:off x="270394" y="2066040"/>
            <a:ext cx="527166" cy="392680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1D88BDF-85F0-10BF-7714-917900D8219D}"/>
              </a:ext>
            </a:extLst>
          </p:cNvPr>
          <p:cNvSpPr/>
          <p:nvPr/>
        </p:nvSpPr>
        <p:spPr>
          <a:xfrm rot="5400000">
            <a:off x="1638235" y="792509"/>
            <a:ext cx="330042" cy="1579186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E5C3173-4C25-305A-14B2-423FA8BCA8EA}"/>
              </a:ext>
            </a:extLst>
          </p:cNvPr>
          <p:cNvSpPr/>
          <p:nvPr/>
        </p:nvSpPr>
        <p:spPr>
          <a:xfrm rot="5400000">
            <a:off x="1638235" y="1139219"/>
            <a:ext cx="330042" cy="1579186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E5BC28A-90AD-CBC0-7FC6-9F6564432604}"/>
              </a:ext>
            </a:extLst>
          </p:cNvPr>
          <p:cNvSpPr/>
          <p:nvPr/>
        </p:nvSpPr>
        <p:spPr>
          <a:xfrm>
            <a:off x="948590" y="1352321"/>
            <a:ext cx="267607" cy="804501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241BB53-16F4-0732-665D-9FF50ACE7B16}"/>
              </a:ext>
            </a:extLst>
          </p:cNvPr>
          <p:cNvSpPr/>
          <p:nvPr/>
        </p:nvSpPr>
        <p:spPr>
          <a:xfrm rot="10800000">
            <a:off x="2384253" y="1344872"/>
            <a:ext cx="267607" cy="804501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0A948A8-91C1-8960-E07B-BF217BC66D79}"/>
              </a:ext>
            </a:extLst>
          </p:cNvPr>
          <p:cNvGrpSpPr/>
          <p:nvPr/>
        </p:nvGrpSpPr>
        <p:grpSpPr>
          <a:xfrm rot="5400000">
            <a:off x="1631099" y="1613066"/>
            <a:ext cx="341906" cy="1191377"/>
            <a:chOff x="2037556" y="960696"/>
            <a:chExt cx="489585" cy="1191377"/>
          </a:xfrm>
        </p:grpSpPr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862CA21F-BDD4-9692-D907-AE0413528D46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037556" y="2152073"/>
              <a:ext cx="489585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D1DE06FA-3D8A-E0E9-2AC9-71F374E2C5B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037556" y="960696"/>
              <a:ext cx="489585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E8C5386-C180-9D06-DA11-F9CF837FB3DF}"/>
              </a:ext>
            </a:extLst>
          </p:cNvPr>
          <p:cNvGrpSpPr/>
          <p:nvPr/>
        </p:nvGrpSpPr>
        <p:grpSpPr>
          <a:xfrm rot="16200000">
            <a:off x="1631099" y="718883"/>
            <a:ext cx="341906" cy="1191377"/>
            <a:chOff x="2037556" y="960696"/>
            <a:chExt cx="489585" cy="1191377"/>
          </a:xfrm>
        </p:grpSpPr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02CD8A59-E149-D241-EDC3-DCABCD89F62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037556" y="2152073"/>
              <a:ext cx="489585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 Verbindung mit Pfeil 56">
              <a:extLst>
                <a:ext uri="{FF2B5EF4-FFF2-40B4-BE49-F238E27FC236}">
                  <a16:creationId xmlns:a16="http://schemas.microsoft.com/office/drawing/2014/main" id="{BF7EF74E-EB61-D95A-FC64-28733F3EDE17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037556" y="960696"/>
              <a:ext cx="489585" cy="0"/>
            </a:xfrm>
            <a:prstGeom prst="straightConnector1">
              <a:avLst/>
            </a:prstGeom>
            <a:ln w="25400" cap="rnd">
              <a:solidFill>
                <a:srgbClr val="FF0000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Rechteck 58">
            <a:extLst>
              <a:ext uri="{FF2B5EF4-FFF2-40B4-BE49-F238E27FC236}">
                <a16:creationId xmlns:a16="http://schemas.microsoft.com/office/drawing/2014/main" id="{E88015E3-2962-C443-A70E-A0196F49D385}"/>
              </a:ext>
            </a:extLst>
          </p:cNvPr>
          <p:cNvSpPr/>
          <p:nvPr/>
        </p:nvSpPr>
        <p:spPr>
          <a:xfrm>
            <a:off x="1968702" y="1408633"/>
            <a:ext cx="320041" cy="691515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402498BD-1FA2-BE8C-26B0-8A100D5C30EF}"/>
              </a:ext>
            </a:extLst>
          </p:cNvPr>
          <p:cNvSpPr/>
          <p:nvPr/>
        </p:nvSpPr>
        <p:spPr>
          <a:xfrm rot="10800000">
            <a:off x="1306661" y="1408632"/>
            <a:ext cx="323881" cy="691515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FE5548-9CD6-9854-5DE1-4A95F124D6ED}"/>
              </a:ext>
            </a:extLst>
          </p:cNvPr>
          <p:cNvSpPr/>
          <p:nvPr/>
        </p:nvSpPr>
        <p:spPr>
          <a:xfrm rot="5400000">
            <a:off x="1192410" y="1837240"/>
            <a:ext cx="1213492" cy="337228"/>
          </a:xfrm>
          <a:custGeom>
            <a:avLst/>
            <a:gdLst>
              <a:gd name="csX0" fmla="*/ 0 w 1021954"/>
              <a:gd name="csY0" fmla="*/ 483 h 259520"/>
              <a:gd name="csX1" fmla="*/ 964300 w 1021954"/>
              <a:gd name="csY1" fmla="*/ 0 h 259520"/>
              <a:gd name="csX2" fmla="*/ 1020050 w 1021954"/>
              <a:gd name="csY2" fmla="*/ 33315 h 259520"/>
              <a:gd name="csX3" fmla="*/ 1021954 w 1021954"/>
              <a:gd name="csY3" fmla="*/ 222386 h 259520"/>
              <a:gd name="csX4" fmla="*/ 971046 w 1021954"/>
              <a:gd name="csY4" fmla="*/ 259520 h 259520"/>
              <a:gd name="csX5" fmla="*/ 0 w 1021954"/>
              <a:gd name="csY5" fmla="*/ 259520 h 259520"/>
              <a:gd name="csX6" fmla="*/ 0 w 1021954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54" h="259520">
                <a:moveTo>
                  <a:pt x="0" y="483"/>
                </a:moveTo>
                <a:lnTo>
                  <a:pt x="964300" y="0"/>
                </a:lnTo>
                <a:lnTo>
                  <a:pt x="1020050" y="33315"/>
                </a:lnTo>
                <a:cubicBezTo>
                  <a:pt x="1020393" y="96500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93BC3D9F-3F9F-5406-119D-1ECD868EADE8}"/>
              </a:ext>
            </a:extLst>
          </p:cNvPr>
          <p:cNvGrpSpPr/>
          <p:nvPr/>
        </p:nvGrpSpPr>
        <p:grpSpPr>
          <a:xfrm rot="5400000">
            <a:off x="1647470" y="808341"/>
            <a:ext cx="303372" cy="756241"/>
            <a:chOff x="1133952" y="1178264"/>
            <a:chExt cx="303372" cy="756241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0B55E6D-2B41-8DBE-BFD7-28647219C25F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327FAAF2-D927-7472-0B47-35AC30001E56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2F70949F-82D2-AAAD-B7F9-15233815A50F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FBC8569F-DD72-3956-9D89-561D24063175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30457F53-C19B-E623-96B1-A0F4553A2216}"/>
              </a:ext>
            </a:extLst>
          </p:cNvPr>
          <p:cNvSpPr/>
          <p:nvPr/>
        </p:nvSpPr>
        <p:spPr>
          <a:xfrm rot="5400000">
            <a:off x="1776296" y="940003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B1338E09-74F4-831B-BF36-6F7AF5C2B647}"/>
              </a:ext>
            </a:extLst>
          </p:cNvPr>
          <p:cNvCxnSpPr>
            <a:cxnSpLocks/>
          </p:cNvCxnSpPr>
          <p:nvPr/>
        </p:nvCxnSpPr>
        <p:spPr>
          <a:xfrm flipV="1">
            <a:off x="1770580" y="1143619"/>
            <a:ext cx="1" cy="255489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C355BB3-4467-9939-943D-068B7785E729}"/>
              </a:ext>
            </a:extLst>
          </p:cNvPr>
          <p:cNvCxnSpPr>
            <a:cxnSpLocks/>
          </p:cNvCxnSpPr>
          <p:nvPr/>
        </p:nvCxnSpPr>
        <p:spPr>
          <a:xfrm rot="5400000" flipH="1">
            <a:off x="1591024" y="2117769"/>
            <a:ext cx="489585" cy="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CDD308F1-0CBC-1233-03F8-0C2B896C193D}"/>
              </a:ext>
            </a:extLst>
          </p:cNvPr>
          <p:cNvCxnSpPr>
            <a:cxnSpLocks/>
          </p:cNvCxnSpPr>
          <p:nvPr/>
        </p:nvCxnSpPr>
        <p:spPr>
          <a:xfrm>
            <a:off x="1770797" y="1399542"/>
            <a:ext cx="1" cy="235704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Ellipse 44">
            <a:extLst>
              <a:ext uri="{FF2B5EF4-FFF2-40B4-BE49-F238E27FC236}">
                <a16:creationId xmlns:a16="http://schemas.microsoft.com/office/drawing/2014/main" id="{ADD99A8C-3866-5B93-A37C-4459FD3E4BA6}"/>
              </a:ext>
            </a:extLst>
          </p:cNvPr>
          <p:cNvSpPr/>
          <p:nvPr/>
        </p:nvSpPr>
        <p:spPr>
          <a:xfrm rot="5400000">
            <a:off x="1741271" y="1368865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0C148CA9-E53D-5234-E1CF-685077A99A4B}"/>
              </a:ext>
            </a:extLst>
          </p:cNvPr>
          <p:cNvCxnSpPr>
            <a:cxnSpLocks/>
          </p:cNvCxnSpPr>
          <p:nvPr/>
        </p:nvCxnSpPr>
        <p:spPr>
          <a:xfrm>
            <a:off x="1937289" y="1702956"/>
            <a:ext cx="0" cy="885304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55A844F-2AC2-7CBE-53A4-CB061E463F5E}"/>
              </a:ext>
            </a:extLst>
          </p:cNvPr>
          <p:cNvCxnSpPr>
            <a:cxnSpLocks/>
          </p:cNvCxnSpPr>
          <p:nvPr/>
        </p:nvCxnSpPr>
        <p:spPr>
          <a:xfrm rot="5400000">
            <a:off x="1934890" y="1667240"/>
            <a:ext cx="37606" cy="30015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FF67DF1-95F3-3D68-F622-3AE05B4EB777}"/>
              </a:ext>
            </a:extLst>
          </p:cNvPr>
          <p:cNvCxnSpPr>
            <a:cxnSpLocks/>
          </p:cNvCxnSpPr>
          <p:nvPr/>
        </p:nvCxnSpPr>
        <p:spPr>
          <a:xfrm rot="5400000" flipV="1">
            <a:off x="1621810" y="1662708"/>
            <a:ext cx="44766" cy="35730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ABB59A5-47B5-60B4-760B-EA1FE83DCD6D}"/>
              </a:ext>
            </a:extLst>
          </p:cNvPr>
          <p:cNvCxnSpPr>
            <a:cxnSpLocks/>
          </p:cNvCxnSpPr>
          <p:nvPr/>
        </p:nvCxnSpPr>
        <p:spPr>
          <a:xfrm>
            <a:off x="1661064" y="1705812"/>
            <a:ext cx="0" cy="882451"/>
          </a:xfrm>
          <a:prstGeom prst="line">
            <a:avLst/>
          </a:prstGeom>
          <a:ln w="9525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BE8CB700-34B6-628A-6C71-C28D4EC96973}"/>
              </a:ext>
            </a:extLst>
          </p:cNvPr>
          <p:cNvSpPr/>
          <p:nvPr/>
        </p:nvSpPr>
        <p:spPr>
          <a:xfrm rot="5400000">
            <a:off x="1776296" y="1697716"/>
            <a:ext cx="45720" cy="872490"/>
          </a:xfrm>
          <a:prstGeom prst="rect">
            <a:avLst/>
          </a:prstGeom>
          <a:solidFill>
            <a:schemeClr val="bg1">
              <a:lumMod val="85000"/>
            </a:schemeClr>
          </a:solidFill>
          <a:ln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9202872-12DD-D206-5AB3-CBBFD189A24D}"/>
              </a:ext>
            </a:extLst>
          </p:cNvPr>
          <p:cNvGrpSpPr/>
          <p:nvPr/>
        </p:nvGrpSpPr>
        <p:grpSpPr>
          <a:xfrm rot="5400000">
            <a:off x="1647470" y="1940864"/>
            <a:ext cx="303372" cy="756241"/>
            <a:chOff x="1133952" y="1178264"/>
            <a:chExt cx="303372" cy="756241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209B330-7052-EEF6-7A91-00F925CB1AC5}"/>
                </a:ext>
              </a:extLst>
            </p:cNvPr>
            <p:cNvSpPr/>
            <p:nvPr/>
          </p:nvSpPr>
          <p:spPr>
            <a:xfrm>
              <a:off x="1137285" y="1264920"/>
              <a:ext cx="298611" cy="5829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3542F419-31E1-3A8B-6E07-0952D9367B45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7AB234FE-56D1-3333-1583-B3273EA39E2B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D4EA283B-1E24-403B-A612-263D85CA199A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3F595984-7BB3-4D7B-68F2-A1482B5E4D5D}"/>
              </a:ext>
            </a:extLst>
          </p:cNvPr>
          <p:cNvCxnSpPr>
            <a:cxnSpLocks/>
          </p:cNvCxnSpPr>
          <p:nvPr/>
        </p:nvCxnSpPr>
        <p:spPr>
          <a:xfrm>
            <a:off x="1835816" y="2109631"/>
            <a:ext cx="1" cy="252933"/>
          </a:xfrm>
          <a:prstGeom prst="straightConnector1">
            <a:avLst/>
          </a:prstGeom>
          <a:ln w="25400" cap="rnd">
            <a:solidFill>
              <a:srgbClr val="FF9F2B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Ellipse 46">
            <a:extLst>
              <a:ext uri="{FF2B5EF4-FFF2-40B4-BE49-F238E27FC236}">
                <a16:creationId xmlns:a16="http://schemas.microsoft.com/office/drawing/2014/main" id="{0C67E3F4-CEA4-E13C-058F-3F49D758F527}"/>
              </a:ext>
            </a:extLst>
          </p:cNvPr>
          <p:cNvSpPr/>
          <p:nvPr/>
        </p:nvSpPr>
        <p:spPr>
          <a:xfrm rot="5400000">
            <a:off x="1805887" y="2083437"/>
            <a:ext cx="59055" cy="59055"/>
          </a:xfrm>
          <a:prstGeom prst="ellipse">
            <a:avLst/>
          </a:prstGeom>
          <a:solidFill>
            <a:srgbClr val="086F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063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D992-AD46-8C71-952D-F40848F7A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FA7C9612-C93B-9A8C-4F2B-EE25F5E2063E}"/>
              </a:ext>
            </a:extLst>
          </p:cNvPr>
          <p:cNvSpPr/>
          <p:nvPr/>
        </p:nvSpPr>
        <p:spPr>
          <a:xfrm>
            <a:off x="1094932" y="1041831"/>
            <a:ext cx="1410586" cy="141058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D4ACDC8-A1BF-9340-F448-5D2C0B8F3985}"/>
              </a:ext>
            </a:extLst>
          </p:cNvPr>
          <p:cNvSpPr/>
          <p:nvPr/>
        </p:nvSpPr>
        <p:spPr>
          <a:xfrm rot="5400000">
            <a:off x="1647707" y="-91322"/>
            <a:ext cx="330042" cy="3346848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5C58A13-B846-8907-AC0B-10DD679C1A7F}"/>
              </a:ext>
            </a:extLst>
          </p:cNvPr>
          <p:cNvSpPr/>
          <p:nvPr/>
        </p:nvSpPr>
        <p:spPr>
          <a:xfrm>
            <a:off x="1106805" y="1049893"/>
            <a:ext cx="1386840" cy="13868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93684DE-A3B1-A9C1-800C-9956A58B0B35}"/>
              </a:ext>
            </a:extLst>
          </p:cNvPr>
          <p:cNvSpPr/>
          <p:nvPr/>
        </p:nvSpPr>
        <p:spPr>
          <a:xfrm rot="5400000">
            <a:off x="1772763" y="113506"/>
            <a:ext cx="79930" cy="3346848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8216D99-F248-03D2-8D36-F9BFD7BEE312}"/>
              </a:ext>
            </a:extLst>
          </p:cNvPr>
          <p:cNvSpPr/>
          <p:nvPr/>
        </p:nvSpPr>
        <p:spPr>
          <a:xfrm>
            <a:off x="1362563" y="1305798"/>
            <a:ext cx="875030" cy="87503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134298-C798-D14B-EFC2-4420AC1746C8}"/>
              </a:ext>
            </a:extLst>
          </p:cNvPr>
          <p:cNvSpPr/>
          <p:nvPr/>
        </p:nvSpPr>
        <p:spPr>
          <a:xfrm rot="5400000">
            <a:off x="1581850" y="1591459"/>
            <a:ext cx="402620" cy="1354375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78D534B-B135-02C5-7CB0-9B54EF573FEB}"/>
              </a:ext>
            </a:extLst>
          </p:cNvPr>
          <p:cNvSpPr/>
          <p:nvPr/>
        </p:nvSpPr>
        <p:spPr>
          <a:xfrm rot="5400000">
            <a:off x="1646875" y="255861"/>
            <a:ext cx="330042" cy="3346848"/>
          </a:xfrm>
          <a:prstGeom prst="rect">
            <a:avLst/>
          </a:prstGeom>
          <a:solidFill>
            <a:schemeClr val="bg1">
              <a:lumMod val="75000"/>
            </a:schemeClr>
          </a:solidFill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B8B0A56D-714C-6813-4761-C899CB83B36C}"/>
              </a:ext>
            </a:extLst>
          </p:cNvPr>
          <p:cNvCxnSpPr>
            <a:cxnSpLocks/>
          </p:cNvCxnSpPr>
          <p:nvPr/>
        </p:nvCxnSpPr>
        <p:spPr>
          <a:xfrm>
            <a:off x="1813654" y="2007157"/>
            <a:ext cx="0" cy="271699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DF83D94E-FF86-30BF-A0B9-DFDF214158EE}"/>
              </a:ext>
            </a:extLst>
          </p:cNvPr>
          <p:cNvCxnSpPr>
            <a:cxnSpLocks/>
          </p:cNvCxnSpPr>
          <p:nvPr/>
        </p:nvCxnSpPr>
        <p:spPr>
          <a:xfrm flipV="1">
            <a:off x="1800078" y="902255"/>
            <a:ext cx="0" cy="280035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04D338A8-E56A-AF19-2BCB-75DAEF42B0DF}"/>
              </a:ext>
            </a:extLst>
          </p:cNvPr>
          <p:cNvSpPr/>
          <p:nvPr/>
        </p:nvSpPr>
        <p:spPr>
          <a:xfrm>
            <a:off x="827966" y="1411840"/>
            <a:ext cx="320041" cy="691515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94AD674-5F5E-7C62-D5A7-81E67378B5D6}"/>
              </a:ext>
            </a:extLst>
          </p:cNvPr>
          <p:cNvGrpSpPr/>
          <p:nvPr/>
        </p:nvGrpSpPr>
        <p:grpSpPr>
          <a:xfrm>
            <a:off x="218854" y="1036079"/>
            <a:ext cx="872490" cy="1577824"/>
            <a:chOff x="250548" y="1034776"/>
            <a:chExt cx="872490" cy="1577824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58AB8457-8913-3FA1-03FC-773BA048E731}"/>
                </a:ext>
              </a:extLst>
            </p:cNvPr>
            <p:cNvSpPr/>
            <p:nvPr/>
          </p:nvSpPr>
          <p:spPr>
            <a:xfrm rot="5400000">
              <a:off x="80047" y="1837240"/>
              <a:ext cx="1213492" cy="337228"/>
            </a:xfrm>
            <a:custGeom>
              <a:avLst/>
              <a:gdLst>
                <a:gd name="csX0" fmla="*/ 0 w 1021954"/>
                <a:gd name="csY0" fmla="*/ 483 h 259520"/>
                <a:gd name="csX1" fmla="*/ 964300 w 1021954"/>
                <a:gd name="csY1" fmla="*/ 0 h 259520"/>
                <a:gd name="csX2" fmla="*/ 1020050 w 1021954"/>
                <a:gd name="csY2" fmla="*/ 33315 h 259520"/>
                <a:gd name="csX3" fmla="*/ 1021954 w 1021954"/>
                <a:gd name="csY3" fmla="*/ 222386 h 259520"/>
                <a:gd name="csX4" fmla="*/ 971046 w 1021954"/>
                <a:gd name="csY4" fmla="*/ 259520 h 259520"/>
                <a:gd name="csX5" fmla="*/ 0 w 1021954"/>
                <a:gd name="csY5" fmla="*/ 259520 h 259520"/>
                <a:gd name="csX6" fmla="*/ 0 w 1021954"/>
                <a:gd name="csY6" fmla="*/ 483 h 259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1954" h="259520">
                  <a:moveTo>
                    <a:pt x="0" y="483"/>
                  </a:moveTo>
                  <a:lnTo>
                    <a:pt x="964300" y="0"/>
                  </a:lnTo>
                  <a:lnTo>
                    <a:pt x="1020050" y="33315"/>
                  </a:lnTo>
                  <a:cubicBezTo>
                    <a:pt x="1020393" y="96500"/>
                    <a:pt x="1021611" y="159201"/>
                    <a:pt x="1021954" y="222386"/>
                  </a:cubicBezTo>
                  <a:lnTo>
                    <a:pt x="971046" y="259520"/>
                  </a:lnTo>
                  <a:lnTo>
                    <a:pt x="0" y="259520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516027B7-B575-7DF7-C960-33BB9C2DFE95}"/>
                </a:ext>
              </a:extLst>
            </p:cNvPr>
            <p:cNvGrpSpPr/>
            <p:nvPr/>
          </p:nvGrpSpPr>
          <p:grpSpPr>
            <a:xfrm rot="5400000">
              <a:off x="535107" y="808341"/>
              <a:ext cx="303372" cy="756241"/>
              <a:chOff x="1133952" y="1178264"/>
              <a:chExt cx="303372" cy="75624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223785EB-070E-E8A8-DF07-DBFE7A8F596D}"/>
                  </a:ext>
                </a:extLst>
              </p:cNvPr>
              <p:cNvSpPr/>
              <p:nvPr/>
            </p:nvSpPr>
            <p:spPr>
              <a:xfrm>
                <a:off x="1138239" y="1264920"/>
                <a:ext cx="297657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Freihandform: Form 15">
                <a:extLst>
                  <a:ext uri="{FF2B5EF4-FFF2-40B4-BE49-F238E27FC236}">
                    <a16:creationId xmlns:a16="http://schemas.microsoft.com/office/drawing/2014/main" id="{920D2CCD-8C41-47A8-AF63-C3454B3C4E73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2FE191C0-6A40-F6F5-BB6E-68F20EAEC71D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Freihandform: Form 19">
                <a:extLst>
                  <a:ext uri="{FF2B5EF4-FFF2-40B4-BE49-F238E27FC236}">
                    <a16:creationId xmlns:a16="http://schemas.microsoft.com/office/drawing/2014/main" id="{E0A7CD7A-1DD0-1ECA-9CDD-BE355B637D74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ACD689C0-670E-6F57-16D5-3D4078EA9414}"/>
                </a:ext>
              </a:extLst>
            </p:cNvPr>
            <p:cNvSpPr/>
            <p:nvPr/>
          </p:nvSpPr>
          <p:spPr>
            <a:xfrm rot="5400000">
              <a:off x="663933" y="940003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E7563A22-463C-F9BC-9284-06EC4287E8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87" y="1143619"/>
              <a:ext cx="1" cy="255489"/>
            </a:xfrm>
            <a:prstGeom prst="straightConnector1">
              <a:avLst/>
            </a:prstGeom>
            <a:ln w="25400" cap="rnd">
              <a:solidFill>
                <a:srgbClr val="FF9F2B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74DA2EB6-1A24-0180-52A3-5E10EB74639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40561" y="2117769"/>
              <a:ext cx="489585" cy="0"/>
            </a:xfrm>
            <a:prstGeom prst="straightConnector1">
              <a:avLst/>
            </a:prstGeom>
            <a:ln w="25400" cap="rnd">
              <a:solidFill>
                <a:srgbClr val="086FBD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70D75823-6DCF-7020-1B7B-B9F5D78BACC9}"/>
                </a:ext>
              </a:extLst>
            </p:cNvPr>
            <p:cNvCxnSpPr>
              <a:cxnSpLocks/>
            </p:cNvCxnSpPr>
            <p:nvPr/>
          </p:nvCxnSpPr>
          <p:spPr>
            <a:xfrm>
              <a:off x="685104" y="1399542"/>
              <a:ext cx="1" cy="235704"/>
            </a:xfrm>
            <a:prstGeom prst="straightConnector1">
              <a:avLst/>
            </a:prstGeom>
            <a:ln w="25400" cap="rnd">
              <a:solidFill>
                <a:srgbClr val="086FBD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F3F8FED4-1CC7-CB68-F72A-0A7C4FA88567}"/>
                </a:ext>
              </a:extLst>
            </p:cNvPr>
            <p:cNvSpPr/>
            <p:nvPr/>
          </p:nvSpPr>
          <p:spPr>
            <a:xfrm rot="5400000">
              <a:off x="655578" y="1368865"/>
              <a:ext cx="59055" cy="59055"/>
            </a:xfrm>
            <a:prstGeom prst="ellipse">
              <a:avLst/>
            </a:prstGeom>
            <a:solidFill>
              <a:srgbClr val="08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8BA13095-6DF9-8B09-244F-28F4F0DE418B}"/>
                </a:ext>
              </a:extLst>
            </p:cNvPr>
            <p:cNvCxnSpPr>
              <a:cxnSpLocks/>
            </p:cNvCxnSpPr>
            <p:nvPr/>
          </p:nvCxnSpPr>
          <p:spPr>
            <a:xfrm>
              <a:off x="824926" y="1702956"/>
              <a:ext cx="0" cy="885304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50">
              <a:extLst>
                <a:ext uri="{FF2B5EF4-FFF2-40B4-BE49-F238E27FC236}">
                  <a16:creationId xmlns:a16="http://schemas.microsoft.com/office/drawing/2014/main" id="{4FE28001-5738-3ADB-0611-D8D53EB6C4A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2527" y="1667240"/>
              <a:ext cx="37606" cy="3001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32D1021C-C9C8-EBD6-E3E2-0F777D94990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09447" y="1662708"/>
              <a:ext cx="44766" cy="3573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6B8383FE-B760-6421-E691-9582367E0692}"/>
                </a:ext>
              </a:extLst>
            </p:cNvPr>
            <p:cNvCxnSpPr>
              <a:cxnSpLocks/>
            </p:cNvCxnSpPr>
            <p:nvPr/>
          </p:nvCxnSpPr>
          <p:spPr>
            <a:xfrm>
              <a:off x="548701" y="1705812"/>
              <a:ext cx="0" cy="882451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41CB628-E6B6-138E-5E27-FEEDCAA9A871}"/>
                </a:ext>
              </a:extLst>
            </p:cNvPr>
            <p:cNvSpPr/>
            <p:nvPr/>
          </p:nvSpPr>
          <p:spPr>
            <a:xfrm rot="5400000">
              <a:off x="663933" y="1697716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246E122-7122-AA26-78E4-EFF9A626E32C}"/>
                </a:ext>
              </a:extLst>
            </p:cNvPr>
            <p:cNvGrpSpPr/>
            <p:nvPr/>
          </p:nvGrpSpPr>
          <p:grpSpPr>
            <a:xfrm rot="5400000">
              <a:off x="535107" y="1940864"/>
              <a:ext cx="303372" cy="756241"/>
              <a:chOff x="1133952" y="1178264"/>
              <a:chExt cx="303372" cy="756241"/>
            </a:xfrm>
          </p:grpSpPr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31E2F93B-325B-7AFC-C281-E40592B5A0E0}"/>
                  </a:ext>
                </a:extLst>
              </p:cNvPr>
              <p:cNvSpPr/>
              <p:nvPr/>
            </p:nvSpPr>
            <p:spPr>
              <a:xfrm>
                <a:off x="1137285" y="1264920"/>
                <a:ext cx="298611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689E5C44-2A69-8CA6-D0DB-99AC0C6B72CC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C8901FE9-63EB-3FEA-4A5A-090F59AF4181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C20B6B-F144-366A-A539-0EDE37D70FA7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E1C9B60F-F59A-C222-DB44-EB3D4479D728}"/>
                </a:ext>
              </a:extLst>
            </p:cNvPr>
            <p:cNvCxnSpPr>
              <a:cxnSpLocks/>
            </p:cNvCxnSpPr>
            <p:nvPr/>
          </p:nvCxnSpPr>
          <p:spPr>
            <a:xfrm>
              <a:off x="685353" y="2109631"/>
              <a:ext cx="1" cy="252933"/>
            </a:xfrm>
            <a:prstGeom prst="straightConnector1">
              <a:avLst/>
            </a:prstGeom>
            <a:ln w="25400" cap="rnd">
              <a:solidFill>
                <a:srgbClr val="FF9F2B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6C0CCC9-B9E0-AFD7-5106-48382E238CF4}"/>
                </a:ext>
              </a:extLst>
            </p:cNvPr>
            <p:cNvSpPr/>
            <p:nvPr/>
          </p:nvSpPr>
          <p:spPr>
            <a:xfrm rot="5400000">
              <a:off x="655424" y="2083437"/>
              <a:ext cx="59055" cy="59055"/>
            </a:xfrm>
            <a:prstGeom prst="ellipse">
              <a:avLst/>
            </a:prstGeom>
            <a:solidFill>
              <a:srgbClr val="08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9" name="Rechteck 78">
            <a:extLst>
              <a:ext uri="{FF2B5EF4-FFF2-40B4-BE49-F238E27FC236}">
                <a16:creationId xmlns:a16="http://schemas.microsoft.com/office/drawing/2014/main" id="{D50831EC-773C-338A-4187-0E84D6231F86}"/>
              </a:ext>
            </a:extLst>
          </p:cNvPr>
          <p:cNvSpPr/>
          <p:nvPr/>
        </p:nvSpPr>
        <p:spPr>
          <a:xfrm rot="10800000">
            <a:off x="2454054" y="1411839"/>
            <a:ext cx="320041" cy="691515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092E2188-CFE6-716A-2DCF-F54AF874B433}"/>
              </a:ext>
            </a:extLst>
          </p:cNvPr>
          <p:cNvGrpSpPr/>
          <p:nvPr/>
        </p:nvGrpSpPr>
        <p:grpSpPr>
          <a:xfrm>
            <a:off x="2509106" y="1036079"/>
            <a:ext cx="872490" cy="1577824"/>
            <a:chOff x="250548" y="1034776"/>
            <a:chExt cx="872490" cy="1577824"/>
          </a:xfrm>
        </p:grpSpPr>
        <p:sp>
          <p:nvSpPr>
            <p:cNvPr id="43" name="Rechteck 11">
              <a:extLst>
                <a:ext uri="{FF2B5EF4-FFF2-40B4-BE49-F238E27FC236}">
                  <a16:creationId xmlns:a16="http://schemas.microsoft.com/office/drawing/2014/main" id="{4379A21C-31BF-9836-A18F-52B7E21EC664}"/>
                </a:ext>
              </a:extLst>
            </p:cNvPr>
            <p:cNvSpPr/>
            <p:nvPr/>
          </p:nvSpPr>
          <p:spPr>
            <a:xfrm rot="5400000">
              <a:off x="80047" y="1837240"/>
              <a:ext cx="1213492" cy="337228"/>
            </a:xfrm>
            <a:custGeom>
              <a:avLst/>
              <a:gdLst>
                <a:gd name="csX0" fmla="*/ 0 w 1021954"/>
                <a:gd name="csY0" fmla="*/ 483 h 259520"/>
                <a:gd name="csX1" fmla="*/ 964300 w 1021954"/>
                <a:gd name="csY1" fmla="*/ 0 h 259520"/>
                <a:gd name="csX2" fmla="*/ 1020050 w 1021954"/>
                <a:gd name="csY2" fmla="*/ 33315 h 259520"/>
                <a:gd name="csX3" fmla="*/ 1021954 w 1021954"/>
                <a:gd name="csY3" fmla="*/ 222386 h 259520"/>
                <a:gd name="csX4" fmla="*/ 971046 w 1021954"/>
                <a:gd name="csY4" fmla="*/ 259520 h 259520"/>
                <a:gd name="csX5" fmla="*/ 0 w 1021954"/>
                <a:gd name="csY5" fmla="*/ 259520 h 259520"/>
                <a:gd name="csX6" fmla="*/ 0 w 1021954"/>
                <a:gd name="csY6" fmla="*/ 483 h 259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1954" h="259520">
                  <a:moveTo>
                    <a:pt x="0" y="483"/>
                  </a:moveTo>
                  <a:lnTo>
                    <a:pt x="964300" y="0"/>
                  </a:lnTo>
                  <a:lnTo>
                    <a:pt x="1020050" y="33315"/>
                  </a:lnTo>
                  <a:cubicBezTo>
                    <a:pt x="1020393" y="96500"/>
                    <a:pt x="1021611" y="159201"/>
                    <a:pt x="1021954" y="222386"/>
                  </a:cubicBezTo>
                  <a:lnTo>
                    <a:pt x="971046" y="259520"/>
                  </a:lnTo>
                  <a:lnTo>
                    <a:pt x="0" y="259520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59344FF1-E3DE-4F75-D16D-89E1FB5B5C09}"/>
                </a:ext>
              </a:extLst>
            </p:cNvPr>
            <p:cNvGrpSpPr/>
            <p:nvPr/>
          </p:nvGrpSpPr>
          <p:grpSpPr>
            <a:xfrm rot="5400000">
              <a:off x="535107" y="808341"/>
              <a:ext cx="303372" cy="756241"/>
              <a:chOff x="1133952" y="1178264"/>
              <a:chExt cx="303372" cy="756241"/>
            </a:xfrm>
          </p:grpSpPr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C4479934-58AC-EEB0-5BF9-23F32761144A}"/>
                  </a:ext>
                </a:extLst>
              </p:cNvPr>
              <p:cNvSpPr/>
              <p:nvPr/>
            </p:nvSpPr>
            <p:spPr>
              <a:xfrm>
                <a:off x="1138239" y="1264920"/>
                <a:ext cx="297657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E01FC312-0E4F-395D-078F-02E593CE313D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A6F2659C-78F8-9566-BFE0-2B958B5A274F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0AD17811-FDAA-0760-32D3-03A78D6D83A1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EC2E16D5-F2DB-69C4-A681-6B09D98EBFE5}"/>
                </a:ext>
              </a:extLst>
            </p:cNvPr>
            <p:cNvSpPr/>
            <p:nvPr/>
          </p:nvSpPr>
          <p:spPr>
            <a:xfrm rot="5400000">
              <a:off x="663933" y="940003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86B7DDDB-8733-0557-7E13-7AFF15F9E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87" y="1143619"/>
              <a:ext cx="1" cy="255489"/>
            </a:xfrm>
            <a:prstGeom prst="straightConnector1">
              <a:avLst/>
            </a:prstGeom>
            <a:ln w="25400" cap="rnd">
              <a:solidFill>
                <a:srgbClr val="FF9F2B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35479A1D-0695-97B8-F433-91188FD1993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40561" y="2117769"/>
              <a:ext cx="489585" cy="0"/>
            </a:xfrm>
            <a:prstGeom prst="straightConnector1">
              <a:avLst/>
            </a:prstGeom>
            <a:ln w="25400" cap="rnd">
              <a:solidFill>
                <a:srgbClr val="086FBD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118126E5-0154-B038-FA2A-96AABD8FAF38}"/>
                </a:ext>
              </a:extLst>
            </p:cNvPr>
            <p:cNvCxnSpPr>
              <a:cxnSpLocks/>
            </p:cNvCxnSpPr>
            <p:nvPr/>
          </p:nvCxnSpPr>
          <p:spPr>
            <a:xfrm>
              <a:off x="685104" y="1399542"/>
              <a:ext cx="1" cy="235704"/>
            </a:xfrm>
            <a:prstGeom prst="straightConnector1">
              <a:avLst/>
            </a:prstGeom>
            <a:ln w="25400" cap="rnd">
              <a:solidFill>
                <a:srgbClr val="086FBD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69044CA4-72D3-D01E-78AB-362B1E6B0D2B}"/>
                </a:ext>
              </a:extLst>
            </p:cNvPr>
            <p:cNvSpPr/>
            <p:nvPr/>
          </p:nvSpPr>
          <p:spPr>
            <a:xfrm rot="5400000">
              <a:off x="655578" y="1368865"/>
              <a:ext cx="59055" cy="59055"/>
            </a:xfrm>
            <a:prstGeom prst="ellipse">
              <a:avLst/>
            </a:prstGeom>
            <a:solidFill>
              <a:srgbClr val="08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4FDAE8F6-9689-F31A-C7D7-F9F88A603D49}"/>
                </a:ext>
              </a:extLst>
            </p:cNvPr>
            <p:cNvCxnSpPr>
              <a:cxnSpLocks/>
            </p:cNvCxnSpPr>
            <p:nvPr/>
          </p:nvCxnSpPr>
          <p:spPr>
            <a:xfrm>
              <a:off x="824926" y="1702956"/>
              <a:ext cx="0" cy="885304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722F3F0C-477C-C190-C9D9-5597EC8DD0D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2527" y="1667240"/>
              <a:ext cx="37606" cy="3001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E822EA8A-A0FC-789F-1307-5E2F20DCC28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09447" y="1662708"/>
              <a:ext cx="44766" cy="3573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A803C3EA-3C81-434B-8780-A2570636397A}"/>
                </a:ext>
              </a:extLst>
            </p:cNvPr>
            <p:cNvCxnSpPr>
              <a:cxnSpLocks/>
            </p:cNvCxnSpPr>
            <p:nvPr/>
          </p:nvCxnSpPr>
          <p:spPr>
            <a:xfrm>
              <a:off x="548701" y="1705812"/>
              <a:ext cx="0" cy="882451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AA6AFC02-3D84-6501-6AA5-919980C469C4}"/>
                </a:ext>
              </a:extLst>
            </p:cNvPr>
            <p:cNvSpPr/>
            <p:nvPr/>
          </p:nvSpPr>
          <p:spPr>
            <a:xfrm rot="5400000">
              <a:off x="663933" y="1697716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FA6725DC-FE50-49E0-6BB0-181939FE018B}"/>
                </a:ext>
              </a:extLst>
            </p:cNvPr>
            <p:cNvGrpSpPr/>
            <p:nvPr/>
          </p:nvGrpSpPr>
          <p:grpSpPr>
            <a:xfrm rot="5400000">
              <a:off x="535107" y="1940864"/>
              <a:ext cx="303372" cy="756241"/>
              <a:chOff x="1133952" y="1178264"/>
              <a:chExt cx="303372" cy="756241"/>
            </a:xfrm>
          </p:grpSpPr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815DB23-5CAF-0ACD-0A7B-5AC21B168D2A}"/>
                  </a:ext>
                </a:extLst>
              </p:cNvPr>
              <p:cNvSpPr/>
              <p:nvPr/>
            </p:nvSpPr>
            <p:spPr>
              <a:xfrm>
                <a:off x="1137285" y="1264920"/>
                <a:ext cx="298611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90E71DE-FD23-F57D-0C29-916F5545283A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61B639AC-9F94-1220-8AF6-8583030AB4CD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52B3A0C-045C-CF71-E4F3-4F4F5EBEFBE1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5ED13D65-E29C-B13A-A125-F10C25D56A58}"/>
                </a:ext>
              </a:extLst>
            </p:cNvPr>
            <p:cNvCxnSpPr>
              <a:cxnSpLocks/>
            </p:cNvCxnSpPr>
            <p:nvPr/>
          </p:nvCxnSpPr>
          <p:spPr>
            <a:xfrm>
              <a:off x="685353" y="2109631"/>
              <a:ext cx="1" cy="252933"/>
            </a:xfrm>
            <a:prstGeom prst="straightConnector1">
              <a:avLst/>
            </a:prstGeom>
            <a:ln w="25400" cap="rnd">
              <a:solidFill>
                <a:srgbClr val="FF9F2B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751150B7-114F-AD62-A1C5-3A661CB29F68}"/>
                </a:ext>
              </a:extLst>
            </p:cNvPr>
            <p:cNvSpPr/>
            <p:nvPr/>
          </p:nvSpPr>
          <p:spPr>
            <a:xfrm rot="5400000">
              <a:off x="655424" y="2083437"/>
              <a:ext cx="59055" cy="59055"/>
            </a:xfrm>
            <a:prstGeom prst="ellipse">
              <a:avLst/>
            </a:prstGeom>
            <a:solidFill>
              <a:srgbClr val="08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87874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3648-99FD-DF6F-11C6-F125396B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FFA60373-C3E4-8175-6240-0960A7F5AD82}"/>
              </a:ext>
            </a:extLst>
          </p:cNvPr>
          <p:cNvCxnSpPr>
            <a:cxnSpLocks/>
          </p:cNvCxnSpPr>
          <p:nvPr/>
        </p:nvCxnSpPr>
        <p:spPr>
          <a:xfrm flipV="1">
            <a:off x="3033712" y="1768782"/>
            <a:ext cx="0" cy="1056571"/>
          </a:xfrm>
          <a:prstGeom prst="line">
            <a:avLst/>
          </a:prstGeom>
          <a:ln w="19050" cap="rnd">
            <a:solidFill>
              <a:srgbClr val="086FBD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17D34BE9-A51C-CFBC-DACE-957F7227016C}"/>
              </a:ext>
            </a:extLst>
          </p:cNvPr>
          <p:cNvSpPr/>
          <p:nvPr/>
        </p:nvSpPr>
        <p:spPr>
          <a:xfrm>
            <a:off x="1123474" y="1299447"/>
            <a:ext cx="1718310" cy="1262380"/>
          </a:xfrm>
          <a:custGeom>
            <a:avLst/>
            <a:gdLst>
              <a:gd name="csX0" fmla="*/ 0 w 1711960"/>
              <a:gd name="csY0" fmla="*/ 508000 h 1262380"/>
              <a:gd name="csX1" fmla="*/ 256540 w 1711960"/>
              <a:gd name="csY1" fmla="*/ 957580 h 1262380"/>
              <a:gd name="csX2" fmla="*/ 309880 w 1711960"/>
              <a:gd name="csY2" fmla="*/ 1010920 h 1262380"/>
              <a:gd name="csX3" fmla="*/ 375920 w 1711960"/>
              <a:gd name="csY3" fmla="*/ 1041400 h 1262380"/>
              <a:gd name="csX4" fmla="*/ 444500 w 1711960"/>
              <a:gd name="csY4" fmla="*/ 1056640 h 1262380"/>
              <a:gd name="csX5" fmla="*/ 525780 w 1711960"/>
              <a:gd name="csY5" fmla="*/ 1043940 h 1262380"/>
              <a:gd name="csX6" fmla="*/ 594360 w 1711960"/>
              <a:gd name="csY6" fmla="*/ 1016000 h 1262380"/>
              <a:gd name="csX7" fmla="*/ 650240 w 1711960"/>
              <a:gd name="csY7" fmla="*/ 952500 h 1262380"/>
              <a:gd name="csX8" fmla="*/ 716280 w 1711960"/>
              <a:gd name="csY8" fmla="*/ 840740 h 1262380"/>
              <a:gd name="csX9" fmla="*/ 1201420 w 1711960"/>
              <a:gd name="csY9" fmla="*/ 2540 h 1262380"/>
              <a:gd name="csX10" fmla="*/ 1536700 w 1711960"/>
              <a:gd name="csY10" fmla="*/ 0 h 1262380"/>
              <a:gd name="csX11" fmla="*/ 1711960 w 1711960"/>
              <a:gd name="csY11" fmla="*/ 299720 h 1262380"/>
              <a:gd name="csX12" fmla="*/ 1711960 w 1711960"/>
              <a:gd name="csY12" fmla="*/ 1262380 h 1262380"/>
              <a:gd name="csX13" fmla="*/ 2540 w 1711960"/>
              <a:gd name="csY13" fmla="*/ 1262380 h 1262380"/>
              <a:gd name="csX14" fmla="*/ 0 w 1711960"/>
              <a:gd name="csY14" fmla="*/ 508000 h 1262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711960" h="1262380">
                <a:moveTo>
                  <a:pt x="0" y="508000"/>
                </a:moveTo>
                <a:lnTo>
                  <a:pt x="256540" y="957580"/>
                </a:lnTo>
                <a:lnTo>
                  <a:pt x="309880" y="1010920"/>
                </a:lnTo>
                <a:lnTo>
                  <a:pt x="375920" y="1041400"/>
                </a:lnTo>
                <a:lnTo>
                  <a:pt x="444500" y="1056640"/>
                </a:lnTo>
                <a:lnTo>
                  <a:pt x="525780" y="1043940"/>
                </a:lnTo>
                <a:lnTo>
                  <a:pt x="594360" y="1016000"/>
                </a:lnTo>
                <a:lnTo>
                  <a:pt x="650240" y="952500"/>
                </a:lnTo>
                <a:lnTo>
                  <a:pt x="716280" y="840740"/>
                </a:lnTo>
                <a:lnTo>
                  <a:pt x="1201420" y="2540"/>
                </a:lnTo>
                <a:lnTo>
                  <a:pt x="1536700" y="0"/>
                </a:lnTo>
                <a:lnTo>
                  <a:pt x="1711960" y="299720"/>
                </a:lnTo>
                <a:lnTo>
                  <a:pt x="1711960" y="1262380"/>
                </a:lnTo>
                <a:lnTo>
                  <a:pt x="2540" y="1262380"/>
                </a:lnTo>
                <a:cubicBezTo>
                  <a:pt x="1693" y="1010920"/>
                  <a:pt x="847" y="759460"/>
                  <a:pt x="0" y="50800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FEEE085C-6F06-1EBC-1930-EDF143B7720B}"/>
              </a:ext>
            </a:extLst>
          </p:cNvPr>
          <p:cNvSpPr/>
          <p:nvPr/>
        </p:nvSpPr>
        <p:spPr>
          <a:xfrm>
            <a:off x="1254284" y="842247"/>
            <a:ext cx="1579880" cy="1315720"/>
          </a:xfrm>
          <a:custGeom>
            <a:avLst/>
            <a:gdLst>
              <a:gd name="csX0" fmla="*/ 0 w 1574800"/>
              <a:gd name="csY0" fmla="*/ 0 h 1305560"/>
              <a:gd name="csX1" fmla="*/ 1574800 w 1574800"/>
              <a:gd name="csY1" fmla="*/ 0 h 1305560"/>
              <a:gd name="csX2" fmla="*/ 1574800 w 1574800"/>
              <a:gd name="csY2" fmla="*/ 685165 h 1305560"/>
              <a:gd name="csX3" fmla="*/ 1374140 w 1574800"/>
              <a:gd name="csY3" fmla="*/ 340360 h 1305560"/>
              <a:gd name="csX4" fmla="*/ 1097280 w 1574800"/>
              <a:gd name="csY4" fmla="*/ 340360 h 1305560"/>
              <a:gd name="csX5" fmla="*/ 546100 w 1574800"/>
              <a:gd name="csY5" fmla="*/ 1305560 h 1305560"/>
              <a:gd name="csX6" fmla="*/ 111760 w 1574800"/>
              <a:gd name="csY6" fmla="*/ 1305560 h 1305560"/>
              <a:gd name="csX7" fmla="*/ 2540 w 1574800"/>
              <a:gd name="csY7" fmla="*/ 1117600 h 1305560"/>
              <a:gd name="csX8" fmla="*/ 0 w 1574800"/>
              <a:gd name="csY8" fmla="*/ 0 h 1305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74800" h="1305560">
                <a:moveTo>
                  <a:pt x="0" y="0"/>
                </a:moveTo>
                <a:lnTo>
                  <a:pt x="1574800" y="0"/>
                </a:lnTo>
                <a:lnTo>
                  <a:pt x="1574800" y="685165"/>
                </a:lnTo>
                <a:lnTo>
                  <a:pt x="1374140" y="340360"/>
                </a:lnTo>
                <a:lnTo>
                  <a:pt x="1097280" y="340360"/>
                </a:lnTo>
                <a:lnTo>
                  <a:pt x="546100" y="1305560"/>
                </a:lnTo>
                <a:lnTo>
                  <a:pt x="111760" y="1305560"/>
                </a:lnTo>
                <a:lnTo>
                  <a:pt x="2540" y="1117600"/>
                </a:lnTo>
                <a:cubicBezTo>
                  <a:pt x="1693" y="745067"/>
                  <a:pt x="847" y="372533"/>
                  <a:pt x="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E1B3E2A9-E25C-B824-5F5E-00EE664F8481}"/>
              </a:ext>
            </a:extLst>
          </p:cNvPr>
          <p:cNvCxnSpPr>
            <a:cxnSpLocks/>
          </p:cNvCxnSpPr>
          <p:nvPr/>
        </p:nvCxnSpPr>
        <p:spPr>
          <a:xfrm>
            <a:off x="1253728" y="853677"/>
            <a:ext cx="0" cy="1114425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1A2AD43-7A9D-D0EC-5F74-D6BD6D064950}"/>
              </a:ext>
            </a:extLst>
          </p:cNvPr>
          <p:cNvCxnSpPr>
            <a:cxnSpLocks/>
          </p:cNvCxnSpPr>
          <p:nvPr/>
        </p:nvCxnSpPr>
        <p:spPr>
          <a:xfrm>
            <a:off x="1253728" y="1968102"/>
            <a:ext cx="110595" cy="191557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FF345EE-94E1-7CB0-7A7F-539C6E656808}"/>
              </a:ext>
            </a:extLst>
          </p:cNvPr>
          <p:cNvCxnSpPr>
            <a:cxnSpLocks/>
          </p:cNvCxnSpPr>
          <p:nvPr/>
        </p:nvCxnSpPr>
        <p:spPr>
          <a:xfrm flipH="1">
            <a:off x="1364323" y="2159660"/>
            <a:ext cx="432330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0F250E1-4E7A-318B-21DE-F98119F337EC}"/>
              </a:ext>
            </a:extLst>
          </p:cNvPr>
          <p:cNvCxnSpPr>
            <a:cxnSpLocks/>
          </p:cNvCxnSpPr>
          <p:nvPr/>
        </p:nvCxnSpPr>
        <p:spPr>
          <a:xfrm>
            <a:off x="2625328" y="1192026"/>
            <a:ext cx="196228" cy="339878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10CB9BD4-5B5B-6B11-92FE-03FA64F64090}"/>
              </a:ext>
            </a:extLst>
          </p:cNvPr>
          <p:cNvCxnSpPr>
            <a:cxnSpLocks/>
          </p:cNvCxnSpPr>
          <p:nvPr/>
        </p:nvCxnSpPr>
        <p:spPr>
          <a:xfrm>
            <a:off x="1134958" y="1810835"/>
            <a:ext cx="246326" cy="426651"/>
          </a:xfrm>
          <a:prstGeom prst="line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B6AE206-B998-25EF-5F9C-2AF0B0842AA6}"/>
              </a:ext>
            </a:extLst>
          </p:cNvPr>
          <p:cNvCxnSpPr>
            <a:cxnSpLocks/>
          </p:cNvCxnSpPr>
          <p:nvPr/>
        </p:nvCxnSpPr>
        <p:spPr>
          <a:xfrm>
            <a:off x="2660068" y="1299265"/>
            <a:ext cx="167282" cy="289742"/>
          </a:xfrm>
          <a:prstGeom prst="line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089DF4C-8452-2402-51AA-59A54FE20195}"/>
              </a:ext>
            </a:extLst>
          </p:cNvPr>
          <p:cNvCxnSpPr>
            <a:cxnSpLocks/>
          </p:cNvCxnSpPr>
          <p:nvPr/>
        </p:nvCxnSpPr>
        <p:spPr>
          <a:xfrm rot="1800000">
            <a:off x="2075259" y="1119888"/>
            <a:ext cx="0" cy="1114425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D31078C-16A4-CBDA-9E46-41535DCDE69F}"/>
              </a:ext>
            </a:extLst>
          </p:cNvPr>
          <p:cNvCxnSpPr>
            <a:cxnSpLocks/>
          </p:cNvCxnSpPr>
          <p:nvPr/>
        </p:nvCxnSpPr>
        <p:spPr>
          <a:xfrm flipH="1">
            <a:off x="2353866" y="1192026"/>
            <a:ext cx="271462" cy="0"/>
          </a:xfrm>
          <a:prstGeom prst="line">
            <a:avLst/>
          </a:prstGeom>
          <a:ln w="254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1AB57A79-F17E-36CC-846E-BAEBB8EE38DF}"/>
              </a:ext>
            </a:extLst>
          </p:cNvPr>
          <p:cNvCxnSpPr>
            <a:cxnSpLocks/>
          </p:cNvCxnSpPr>
          <p:nvPr/>
        </p:nvCxnSpPr>
        <p:spPr>
          <a:xfrm flipV="1">
            <a:off x="534591" y="1307306"/>
            <a:ext cx="0" cy="1518047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2646F9A-D16D-32F2-BAF6-C6387CBA3DF2}"/>
              </a:ext>
            </a:extLst>
          </p:cNvPr>
          <p:cNvCxnSpPr>
            <a:cxnSpLocks/>
          </p:cNvCxnSpPr>
          <p:nvPr/>
        </p:nvCxnSpPr>
        <p:spPr>
          <a:xfrm flipV="1">
            <a:off x="944169" y="2357437"/>
            <a:ext cx="0" cy="467916"/>
          </a:xfrm>
          <a:prstGeom prst="line">
            <a:avLst/>
          </a:prstGeom>
          <a:ln w="19050" cap="rnd">
            <a:solidFill>
              <a:srgbClr val="129F57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48176325-072D-8C14-DCE1-A505285255AF}"/>
              </a:ext>
            </a:extLst>
          </p:cNvPr>
          <p:cNvCxnSpPr>
            <a:cxnSpLocks/>
          </p:cNvCxnSpPr>
          <p:nvPr/>
        </p:nvCxnSpPr>
        <p:spPr>
          <a:xfrm>
            <a:off x="871538" y="2351007"/>
            <a:ext cx="707231" cy="0"/>
          </a:xfrm>
          <a:prstGeom prst="line">
            <a:avLst/>
          </a:prstGeom>
          <a:ln w="19050" cap="rnd">
            <a:solidFill>
              <a:srgbClr val="129F57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Bogen 39">
            <a:extLst>
              <a:ext uri="{FF2B5EF4-FFF2-40B4-BE49-F238E27FC236}">
                <a16:creationId xmlns:a16="http://schemas.microsoft.com/office/drawing/2014/main" id="{63779C0E-8A0B-6911-7CB9-2BE8535F563D}"/>
              </a:ext>
            </a:extLst>
          </p:cNvPr>
          <p:cNvSpPr/>
          <p:nvPr/>
        </p:nvSpPr>
        <p:spPr>
          <a:xfrm>
            <a:off x="1350662" y="1892599"/>
            <a:ext cx="458408" cy="458408"/>
          </a:xfrm>
          <a:prstGeom prst="arc">
            <a:avLst>
              <a:gd name="adj1" fmla="val 1702990"/>
              <a:gd name="adj2" fmla="val 9095753"/>
            </a:avLst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D8C3FA1-9986-F923-AD94-D25533B59BBF}"/>
              </a:ext>
            </a:extLst>
          </p:cNvPr>
          <p:cNvCxnSpPr>
            <a:cxnSpLocks/>
          </p:cNvCxnSpPr>
          <p:nvPr/>
        </p:nvCxnSpPr>
        <p:spPr>
          <a:xfrm flipH="1">
            <a:off x="464344" y="1299186"/>
            <a:ext cx="1889522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0FAF1BD-CFD3-1962-B4E0-F89200F8836C}"/>
              </a:ext>
            </a:extLst>
          </p:cNvPr>
          <p:cNvCxnSpPr>
            <a:cxnSpLocks/>
          </p:cNvCxnSpPr>
          <p:nvPr/>
        </p:nvCxnSpPr>
        <p:spPr>
          <a:xfrm flipH="1">
            <a:off x="2326278" y="1299265"/>
            <a:ext cx="333790" cy="0"/>
          </a:xfrm>
          <a:prstGeom prst="line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0F8BD50-2FDD-CED7-E5E6-AB541FA02ACD}"/>
              </a:ext>
            </a:extLst>
          </p:cNvPr>
          <p:cNvCxnSpPr>
            <a:cxnSpLocks/>
          </p:cNvCxnSpPr>
          <p:nvPr/>
        </p:nvCxnSpPr>
        <p:spPr>
          <a:xfrm flipH="1">
            <a:off x="1776543" y="1299265"/>
            <a:ext cx="542152" cy="939034"/>
          </a:xfrm>
          <a:prstGeom prst="line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Bogen 68">
            <a:extLst>
              <a:ext uri="{FF2B5EF4-FFF2-40B4-BE49-F238E27FC236}">
                <a16:creationId xmlns:a16="http://schemas.microsoft.com/office/drawing/2014/main" id="{83938D83-386C-6130-3C04-83D6A5E0A15C}"/>
              </a:ext>
            </a:extLst>
          </p:cNvPr>
          <p:cNvSpPr/>
          <p:nvPr/>
        </p:nvSpPr>
        <p:spPr>
          <a:xfrm>
            <a:off x="1943100" y="522025"/>
            <a:ext cx="1097280" cy="1097280"/>
          </a:xfrm>
          <a:prstGeom prst="arc">
            <a:avLst>
              <a:gd name="adj1" fmla="val 3444594"/>
              <a:gd name="adj2" fmla="val 7362056"/>
            </a:avLst>
          </a:prstGeom>
          <a:ln w="19050" cap="rnd">
            <a:solidFill>
              <a:schemeClr val="accent5">
                <a:lumMod val="75000"/>
              </a:schemeClr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227C6A32-67F6-767E-1D8B-39F2FAB97710}"/>
              </a:ext>
            </a:extLst>
          </p:cNvPr>
          <p:cNvSpPr txBox="1"/>
          <p:nvPr/>
        </p:nvSpPr>
        <p:spPr>
          <a:xfrm>
            <a:off x="2251263" y="1294728"/>
            <a:ext cx="54215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60°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406BE07A-AA2A-4A01-ED39-74AEF838B39D}"/>
              </a:ext>
            </a:extLst>
          </p:cNvPr>
          <p:cNvSpPr txBox="1"/>
          <p:nvPr/>
        </p:nvSpPr>
        <p:spPr>
          <a:xfrm>
            <a:off x="1271032" y="814443"/>
            <a:ext cx="9360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Mutter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637D8646-A935-83C2-6161-58DB3B85D5D9}"/>
              </a:ext>
            </a:extLst>
          </p:cNvPr>
          <p:cNvSpPr txBox="1"/>
          <p:nvPr/>
        </p:nvSpPr>
        <p:spPr>
          <a:xfrm>
            <a:off x="1830705" y="2264307"/>
            <a:ext cx="10622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Schraube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C8EC96EF-A4F1-5933-9BD7-17B0BDB79FDE}"/>
              </a:ext>
            </a:extLst>
          </p:cNvPr>
          <p:cNvSpPr/>
          <p:nvPr/>
        </p:nvSpPr>
        <p:spPr>
          <a:xfrm rot="16200000">
            <a:off x="1727587" y="1231094"/>
            <a:ext cx="210739" cy="3092075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1561EB07-B67D-7CB8-D5AD-EE55718FD0EF}"/>
              </a:ext>
            </a:extLst>
          </p:cNvPr>
          <p:cNvSpPr txBox="1"/>
          <p:nvPr/>
        </p:nvSpPr>
        <p:spPr>
          <a:xfrm>
            <a:off x="293783" y="1854883"/>
            <a:ext cx="22015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5AE8FFFC-09F5-EE07-4FA7-63DFB991AA5B}"/>
              </a:ext>
            </a:extLst>
          </p:cNvPr>
          <p:cNvSpPr txBox="1"/>
          <p:nvPr/>
        </p:nvSpPr>
        <p:spPr>
          <a:xfrm>
            <a:off x="596096" y="2392550"/>
            <a:ext cx="3576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solidFill>
                  <a:srgbClr val="129F57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solidFill>
                  <a:srgbClr val="129F57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A97D623-D15D-46D0-E160-8D188240D0F0}"/>
              </a:ext>
            </a:extLst>
          </p:cNvPr>
          <p:cNvCxnSpPr>
            <a:cxnSpLocks/>
          </p:cNvCxnSpPr>
          <p:nvPr/>
        </p:nvCxnSpPr>
        <p:spPr>
          <a:xfrm flipH="1">
            <a:off x="914400" y="1768782"/>
            <a:ext cx="2164557" cy="0"/>
          </a:xfrm>
          <a:prstGeom prst="line">
            <a:avLst/>
          </a:prstGeom>
          <a:ln w="12700" cap="rnd">
            <a:solidFill>
              <a:srgbClr val="086FBD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feld 85">
            <a:extLst>
              <a:ext uri="{FF2B5EF4-FFF2-40B4-BE49-F238E27FC236}">
                <a16:creationId xmlns:a16="http://schemas.microsoft.com/office/drawing/2014/main" id="{EFEF53EA-4794-3F70-7C46-8456415EBA8C}"/>
              </a:ext>
            </a:extLst>
          </p:cNvPr>
          <p:cNvSpPr txBox="1"/>
          <p:nvPr/>
        </p:nvSpPr>
        <p:spPr>
          <a:xfrm>
            <a:off x="2981840" y="2124044"/>
            <a:ext cx="3576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7571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5D4A-7296-5640-980D-8ED633D0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4427904A-2012-DC85-4434-A9E5CCD0E682}"/>
              </a:ext>
            </a:extLst>
          </p:cNvPr>
          <p:cNvGrpSpPr/>
          <p:nvPr/>
        </p:nvGrpSpPr>
        <p:grpSpPr>
          <a:xfrm>
            <a:off x="406400" y="676879"/>
            <a:ext cx="2787650" cy="2126896"/>
            <a:chOff x="193507" y="509489"/>
            <a:chExt cx="3186485" cy="2431196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89C7C0B0-2F38-D65E-8340-D4B41A4604A6}"/>
                </a:ext>
              </a:extLst>
            </p:cNvPr>
            <p:cNvCxnSpPr>
              <a:cxnSpLocks/>
              <a:stCxn id="2" idx="2"/>
            </p:cNvCxnSpPr>
            <p:nvPr/>
          </p:nvCxnSpPr>
          <p:spPr>
            <a:xfrm flipV="1">
              <a:off x="817245" y="725170"/>
              <a:ext cx="0" cy="123253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5E7DCF88-B553-F885-39EC-09D0E757F694}"/>
                </a:ext>
              </a:extLst>
            </p:cNvPr>
            <p:cNvCxnSpPr>
              <a:cxnSpLocks/>
              <a:stCxn id="2" idx="6"/>
            </p:cNvCxnSpPr>
            <p:nvPr/>
          </p:nvCxnSpPr>
          <p:spPr>
            <a:xfrm flipV="1">
              <a:off x="2783205" y="725170"/>
              <a:ext cx="0" cy="1232535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E2F58065-8000-AB9D-B944-9C8A876981A6}"/>
                </a:ext>
              </a:extLst>
            </p:cNvPr>
            <p:cNvSpPr/>
            <p:nvPr/>
          </p:nvSpPr>
          <p:spPr>
            <a:xfrm>
              <a:off x="817245" y="974725"/>
              <a:ext cx="1965960" cy="196596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22ADDCC-07E3-365E-CBD4-825760A5705B}"/>
                </a:ext>
              </a:extLst>
            </p:cNvPr>
            <p:cNvSpPr/>
            <p:nvPr/>
          </p:nvSpPr>
          <p:spPr>
            <a:xfrm>
              <a:off x="899160" y="1056640"/>
              <a:ext cx="1802130" cy="1802130"/>
            </a:xfrm>
            <a:prstGeom prst="ellipse">
              <a:avLst/>
            </a:prstGeom>
            <a:solidFill>
              <a:schemeClr val="bg1"/>
            </a:solidFill>
            <a:ln w="25400" cap="rnd">
              <a:solidFill>
                <a:srgbClr val="086FBD"/>
              </a:solidFill>
              <a:prstDash val="lgDashDot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97023228-5B6E-AC7B-E72E-4350A671E985}"/>
                </a:ext>
              </a:extLst>
            </p:cNvPr>
            <p:cNvSpPr/>
            <p:nvPr/>
          </p:nvSpPr>
          <p:spPr>
            <a:xfrm>
              <a:off x="984885" y="1142365"/>
              <a:ext cx="1630680" cy="1630680"/>
            </a:xfrm>
            <a:prstGeom prst="ellipse">
              <a:avLst/>
            </a:prstGeom>
            <a:solidFill>
              <a:srgbClr val="129F57">
                <a:alpha val="35000"/>
              </a:srgbClr>
            </a:solidFill>
            <a:ln w="25400">
              <a:solidFill>
                <a:srgbClr val="129F5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8F0A33D1-907F-F632-9881-8AE080B97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0783" y="1146175"/>
              <a:ext cx="0" cy="1619885"/>
            </a:xfrm>
            <a:prstGeom prst="line">
              <a:avLst/>
            </a:prstGeom>
            <a:ln w="19050" cap="rnd">
              <a:solidFill>
                <a:srgbClr val="129F57"/>
              </a:solidFill>
              <a:round/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1CF72555-6B8F-20A1-F5CB-988FF2CB1B6D}"/>
                </a:ext>
              </a:extLst>
            </p:cNvPr>
            <p:cNvSpPr txBox="1"/>
            <p:nvPr/>
          </p:nvSpPr>
          <p:spPr>
            <a:xfrm>
              <a:off x="2923092" y="1764210"/>
              <a:ext cx="456900" cy="386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600" i="1" dirty="0">
                  <a:solidFill>
                    <a:srgbClr val="129F57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baseline="-25000" dirty="0">
                  <a:solidFill>
                    <a:srgbClr val="129F57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3</a:t>
              </a:r>
            </a:p>
          </p:txBody>
        </p: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8895C2E3-6012-1A1A-7464-13223F7CD341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1800225" y="1142365"/>
              <a:ext cx="1238250" cy="0"/>
            </a:xfrm>
            <a:prstGeom prst="line">
              <a:avLst/>
            </a:prstGeom>
            <a:ln w="19050" cap="rnd">
              <a:solidFill>
                <a:srgbClr val="129F57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CCE1007D-54D8-81D3-A6DB-474A4E6FEEE3}"/>
                </a:ext>
              </a:extLst>
            </p:cNvPr>
            <p:cNvCxnSpPr>
              <a:cxnSpLocks/>
              <a:endCxn id="6" idx="4"/>
            </p:cNvCxnSpPr>
            <p:nvPr/>
          </p:nvCxnSpPr>
          <p:spPr>
            <a:xfrm flipH="1">
              <a:off x="1800225" y="2773045"/>
              <a:ext cx="1238250" cy="0"/>
            </a:xfrm>
            <a:prstGeom prst="line">
              <a:avLst/>
            </a:prstGeom>
            <a:ln w="19050" cap="rnd">
              <a:solidFill>
                <a:srgbClr val="129F57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437D8054-2EB3-5FAD-CDB5-EDD3A6DB6B5D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>
              <a:off x="556260" y="1056640"/>
              <a:ext cx="1243965" cy="0"/>
            </a:xfrm>
            <a:prstGeom prst="line">
              <a:avLst/>
            </a:prstGeom>
            <a:ln w="19050" cap="rnd">
              <a:solidFill>
                <a:srgbClr val="086FBD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69A681B-54AF-33A8-F2AB-63D4E14DA90B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 flipH="1">
              <a:off x="556260" y="2858770"/>
              <a:ext cx="1243965" cy="0"/>
            </a:xfrm>
            <a:prstGeom prst="line">
              <a:avLst/>
            </a:prstGeom>
            <a:ln w="19050" cap="rnd">
              <a:solidFill>
                <a:srgbClr val="086FBD"/>
              </a:solidFill>
              <a:round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52DC53A-0C50-AB97-941B-30A4446244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583" y="1064260"/>
              <a:ext cx="0" cy="1784985"/>
            </a:xfrm>
            <a:prstGeom prst="line">
              <a:avLst/>
            </a:prstGeom>
            <a:ln w="19050" cap="rnd">
              <a:solidFill>
                <a:srgbClr val="086FBD"/>
              </a:solidFill>
              <a:round/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33191FB3-F27D-574C-FE2B-24CA0F091EA6}"/>
                </a:ext>
              </a:extLst>
            </p:cNvPr>
            <p:cNvSpPr txBox="1"/>
            <p:nvPr/>
          </p:nvSpPr>
          <p:spPr>
            <a:xfrm>
              <a:off x="193507" y="1764210"/>
              <a:ext cx="456901" cy="386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600" i="1" dirty="0">
                  <a:solidFill>
                    <a:srgbClr val="086FBD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baseline="-25000" dirty="0">
                  <a:solidFill>
                    <a:srgbClr val="086FBD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ECADDDB5-38C0-2603-8A95-0EAF9B3F43A7}"/>
                </a:ext>
              </a:extLst>
            </p:cNvPr>
            <p:cNvCxnSpPr>
              <a:cxnSpLocks/>
            </p:cNvCxnSpPr>
            <p:nvPr/>
          </p:nvCxnSpPr>
          <p:spPr>
            <a:xfrm>
              <a:off x="825103" y="800418"/>
              <a:ext cx="1954529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6DA3E31B-CA8C-D382-C140-93AAF558476E}"/>
                </a:ext>
              </a:extLst>
            </p:cNvPr>
            <p:cNvSpPr txBox="1"/>
            <p:nvPr/>
          </p:nvSpPr>
          <p:spPr>
            <a:xfrm>
              <a:off x="1621415" y="509489"/>
              <a:ext cx="357620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endPara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6527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3B93-B037-6820-1D45-BE764485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A76A884-B71E-A9EB-5505-C6E9542D5BB5}"/>
              </a:ext>
            </a:extLst>
          </p:cNvPr>
          <p:cNvCxnSpPr>
            <a:cxnSpLocks/>
            <a:stCxn id="2" idx="2"/>
          </p:cNvCxnSpPr>
          <p:nvPr/>
        </p:nvCxnSpPr>
        <p:spPr>
          <a:xfrm flipV="1">
            <a:off x="952068" y="865564"/>
            <a:ext cx="0" cy="1078265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9D8D0B3-ED75-0329-9190-B25103E32616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2671960" y="865564"/>
            <a:ext cx="0" cy="1078265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62173DF4-37DE-E070-E2BA-03EC2A21A9B6}"/>
              </a:ext>
            </a:extLst>
          </p:cNvPr>
          <p:cNvSpPr/>
          <p:nvPr/>
        </p:nvSpPr>
        <p:spPr>
          <a:xfrm>
            <a:off x="952068" y="1083884"/>
            <a:ext cx="1719891" cy="1719891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75D84EB-4F7F-95DF-E3CA-9B82E7884A0D}"/>
              </a:ext>
            </a:extLst>
          </p:cNvPr>
          <p:cNvSpPr/>
          <p:nvPr/>
        </p:nvSpPr>
        <p:spPr>
          <a:xfrm>
            <a:off x="1098726" y="1318171"/>
            <a:ext cx="1426577" cy="1426576"/>
          </a:xfrm>
          <a:prstGeom prst="ellipse">
            <a:avLst/>
          </a:prstGeom>
          <a:solidFill>
            <a:srgbClr val="FF0000">
              <a:alpha val="35000"/>
            </a:srgb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60ECBBB-B0AA-CFA2-BB95-2DDCD482CCEE}"/>
              </a:ext>
            </a:extLst>
          </p:cNvPr>
          <p:cNvCxnSpPr>
            <a:cxnSpLocks/>
          </p:cNvCxnSpPr>
          <p:nvPr/>
        </p:nvCxnSpPr>
        <p:spPr>
          <a:xfrm flipV="1">
            <a:off x="2844808" y="1321504"/>
            <a:ext cx="0" cy="1417133"/>
          </a:xfrm>
          <a:prstGeom prst="line">
            <a:avLst/>
          </a:prstGeom>
          <a:ln w="19050" cap="rnd">
            <a:solidFill>
              <a:srgbClr val="FF0000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B5E0D72-3967-004B-1C08-E34B7335F5B6}"/>
              </a:ext>
            </a:extLst>
          </p:cNvPr>
          <p:cNvSpPr txBox="1"/>
          <p:nvPr/>
        </p:nvSpPr>
        <p:spPr>
          <a:xfrm>
            <a:off x="2779098" y="1862182"/>
            <a:ext cx="39971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6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40C3713-1D5D-13FB-4E2B-583064C6197A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1812014" y="1318171"/>
            <a:ext cx="1083265" cy="0"/>
          </a:xfrm>
          <a:prstGeom prst="line">
            <a:avLst/>
          </a:prstGeom>
          <a:ln w="19050" cap="rnd">
            <a:solidFill>
              <a:srgbClr val="FF0000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45E3E20-58B2-7B94-CB36-4C88808636E1}"/>
              </a:ext>
            </a:extLst>
          </p:cNvPr>
          <p:cNvCxnSpPr>
            <a:cxnSpLocks/>
            <a:endCxn id="6" idx="4"/>
          </p:cNvCxnSpPr>
          <p:nvPr/>
        </p:nvCxnSpPr>
        <p:spPr>
          <a:xfrm flipH="1">
            <a:off x="1812014" y="2744748"/>
            <a:ext cx="1083265" cy="0"/>
          </a:xfrm>
          <a:prstGeom prst="line">
            <a:avLst/>
          </a:prstGeom>
          <a:ln w="19050" cap="rnd">
            <a:solidFill>
              <a:srgbClr val="FF0000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0D0A3A3-5027-E18C-DFD3-1CA948834B96}"/>
              </a:ext>
            </a:extLst>
          </p:cNvPr>
          <p:cNvCxnSpPr>
            <a:cxnSpLocks/>
          </p:cNvCxnSpPr>
          <p:nvPr/>
        </p:nvCxnSpPr>
        <p:spPr>
          <a:xfrm>
            <a:off x="958943" y="931394"/>
            <a:ext cx="1709891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46BB7BED-85B5-1734-20DB-CB5852400559}"/>
              </a:ext>
            </a:extLst>
          </p:cNvPr>
          <p:cNvSpPr txBox="1"/>
          <p:nvPr/>
        </p:nvSpPr>
        <p:spPr>
          <a:xfrm>
            <a:off x="1655585" y="676879"/>
            <a:ext cx="312859" cy="2961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52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1980-70C7-5D62-6D52-EB204829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506F955D-C9D0-3706-764A-5101D59D5CC4}"/>
              </a:ext>
            </a:extLst>
          </p:cNvPr>
          <p:cNvGrpSpPr/>
          <p:nvPr/>
        </p:nvGrpSpPr>
        <p:grpSpPr>
          <a:xfrm>
            <a:off x="293370" y="1552852"/>
            <a:ext cx="3013710" cy="802919"/>
            <a:chOff x="293370" y="1513561"/>
            <a:chExt cx="3013710" cy="802919"/>
          </a:xfrm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F779B9E0-F2FB-4035-CC03-6F14B693A2D4}"/>
                </a:ext>
              </a:extLst>
            </p:cNvPr>
            <p:cNvSpPr/>
            <p:nvPr/>
          </p:nvSpPr>
          <p:spPr>
            <a:xfrm>
              <a:off x="293370" y="1514467"/>
              <a:ext cx="3013710" cy="802013"/>
            </a:xfrm>
            <a:custGeom>
              <a:avLst/>
              <a:gdLst>
                <a:gd name="csX0" fmla="*/ 0 w 3013710"/>
                <a:gd name="csY0" fmla="*/ 516215 h 803694"/>
                <a:gd name="csX1" fmla="*/ 0 w 3013710"/>
                <a:gd name="csY1" fmla="*/ 803694 h 803694"/>
                <a:gd name="csX2" fmla="*/ 3011170 w 3013710"/>
                <a:gd name="csY2" fmla="*/ 803694 h 803694"/>
                <a:gd name="csX3" fmla="*/ 3013710 w 3013710"/>
                <a:gd name="csY3" fmla="*/ 514310 h 803694"/>
                <a:gd name="csX4" fmla="*/ 2710815 w 3013710"/>
                <a:gd name="csY4" fmla="*/ 0 h 803694"/>
                <a:gd name="csX5" fmla="*/ 2472690 w 3013710"/>
                <a:gd name="csY5" fmla="*/ 1909 h 803694"/>
                <a:gd name="csX6" fmla="*/ 2183130 w 3013710"/>
                <a:gd name="csY6" fmla="*/ 512405 h 803694"/>
                <a:gd name="csX7" fmla="*/ 2156460 w 3013710"/>
                <a:gd name="csY7" fmla="*/ 548600 h 803694"/>
                <a:gd name="csX8" fmla="*/ 2125980 w 3013710"/>
                <a:gd name="csY8" fmla="*/ 569555 h 803694"/>
                <a:gd name="csX9" fmla="*/ 2080260 w 3013710"/>
                <a:gd name="csY9" fmla="*/ 580985 h 803694"/>
                <a:gd name="csX10" fmla="*/ 2032635 w 3013710"/>
                <a:gd name="csY10" fmla="*/ 586700 h 803694"/>
                <a:gd name="csX11" fmla="*/ 1998345 w 3013710"/>
                <a:gd name="csY11" fmla="*/ 575270 h 803694"/>
                <a:gd name="csX12" fmla="*/ 1960245 w 3013710"/>
                <a:gd name="csY12" fmla="*/ 558125 h 803694"/>
                <a:gd name="csX13" fmla="*/ 1929765 w 3013710"/>
                <a:gd name="csY13" fmla="*/ 531455 h 803694"/>
                <a:gd name="csX14" fmla="*/ 1903095 w 3013710"/>
                <a:gd name="csY14" fmla="*/ 489545 h 803694"/>
                <a:gd name="csX15" fmla="*/ 1630680 w 3013710"/>
                <a:gd name="csY15" fmla="*/ 3818 h 803694"/>
                <a:gd name="csX16" fmla="*/ 1386840 w 3013710"/>
                <a:gd name="csY16" fmla="*/ 3818 h 803694"/>
                <a:gd name="csX17" fmla="*/ 1091565 w 3013710"/>
                <a:gd name="csY17" fmla="*/ 521930 h 803694"/>
                <a:gd name="csX18" fmla="*/ 1062990 w 3013710"/>
                <a:gd name="csY18" fmla="*/ 554315 h 803694"/>
                <a:gd name="csX19" fmla="*/ 1024890 w 3013710"/>
                <a:gd name="csY19" fmla="*/ 571460 h 803694"/>
                <a:gd name="csX20" fmla="*/ 973455 w 3013710"/>
                <a:gd name="csY20" fmla="*/ 588605 h 803694"/>
                <a:gd name="csX21" fmla="*/ 933450 w 3013710"/>
                <a:gd name="csY21" fmla="*/ 588605 h 803694"/>
                <a:gd name="csX22" fmla="*/ 891540 w 3013710"/>
                <a:gd name="csY22" fmla="*/ 571460 h 803694"/>
                <a:gd name="csX23" fmla="*/ 857250 w 3013710"/>
                <a:gd name="csY23" fmla="*/ 546695 h 803694"/>
                <a:gd name="csX24" fmla="*/ 828675 w 3013710"/>
                <a:gd name="csY24" fmla="*/ 516215 h 803694"/>
                <a:gd name="csX25" fmla="*/ 539115 w 3013710"/>
                <a:gd name="csY25" fmla="*/ 8 h 803694"/>
                <a:gd name="csX26" fmla="*/ 302895 w 3013710"/>
                <a:gd name="csY26" fmla="*/ 8 h 803694"/>
                <a:gd name="csX27" fmla="*/ 0 w 3013710"/>
                <a:gd name="csY27" fmla="*/ 516215 h 803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013710" h="803694">
                  <a:moveTo>
                    <a:pt x="0" y="516215"/>
                  </a:moveTo>
                  <a:lnTo>
                    <a:pt x="0" y="803694"/>
                  </a:lnTo>
                  <a:lnTo>
                    <a:pt x="3011170" y="803694"/>
                  </a:lnTo>
                  <a:cubicBezTo>
                    <a:pt x="3012017" y="707233"/>
                    <a:pt x="3012863" y="610771"/>
                    <a:pt x="3013710" y="514310"/>
                  </a:cubicBezTo>
                  <a:lnTo>
                    <a:pt x="2710815" y="0"/>
                  </a:lnTo>
                  <a:lnTo>
                    <a:pt x="2472690" y="1909"/>
                  </a:lnTo>
                  <a:lnTo>
                    <a:pt x="2183130" y="512405"/>
                  </a:lnTo>
                  <a:lnTo>
                    <a:pt x="2156460" y="548600"/>
                  </a:lnTo>
                  <a:lnTo>
                    <a:pt x="2125980" y="569555"/>
                  </a:lnTo>
                  <a:lnTo>
                    <a:pt x="2080260" y="580985"/>
                  </a:lnTo>
                  <a:lnTo>
                    <a:pt x="2032635" y="586700"/>
                  </a:lnTo>
                  <a:lnTo>
                    <a:pt x="1998345" y="575270"/>
                  </a:lnTo>
                  <a:lnTo>
                    <a:pt x="1960245" y="558125"/>
                  </a:lnTo>
                  <a:lnTo>
                    <a:pt x="1929765" y="531455"/>
                  </a:lnTo>
                  <a:lnTo>
                    <a:pt x="1903095" y="489545"/>
                  </a:lnTo>
                  <a:lnTo>
                    <a:pt x="1630680" y="3818"/>
                  </a:lnTo>
                  <a:lnTo>
                    <a:pt x="1386840" y="3818"/>
                  </a:lnTo>
                  <a:lnTo>
                    <a:pt x="1091565" y="521930"/>
                  </a:lnTo>
                  <a:lnTo>
                    <a:pt x="1062990" y="554315"/>
                  </a:lnTo>
                  <a:lnTo>
                    <a:pt x="1024890" y="571460"/>
                  </a:lnTo>
                  <a:lnTo>
                    <a:pt x="973455" y="588605"/>
                  </a:lnTo>
                  <a:lnTo>
                    <a:pt x="933450" y="588605"/>
                  </a:lnTo>
                  <a:lnTo>
                    <a:pt x="891540" y="571460"/>
                  </a:lnTo>
                  <a:lnTo>
                    <a:pt x="857250" y="546695"/>
                  </a:lnTo>
                  <a:lnTo>
                    <a:pt x="828675" y="516215"/>
                  </a:lnTo>
                  <a:lnTo>
                    <a:pt x="539115" y="8"/>
                  </a:lnTo>
                  <a:lnTo>
                    <a:pt x="302895" y="8"/>
                  </a:lnTo>
                  <a:lnTo>
                    <a:pt x="0" y="51621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6EB03A3-959D-97AC-C619-EE0EF782B6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811" y="1515081"/>
              <a:ext cx="295993" cy="512674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772CB063-CFDF-B07B-69EB-A14299738FAD}"/>
                </a:ext>
              </a:extLst>
            </p:cNvPr>
            <p:cNvCxnSpPr>
              <a:cxnSpLocks/>
            </p:cNvCxnSpPr>
            <p:nvPr/>
          </p:nvCxnSpPr>
          <p:spPr>
            <a:xfrm>
              <a:off x="831598" y="1514475"/>
              <a:ext cx="296343" cy="51328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2C88EC40-0F54-1147-C92E-15E7DE0E3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265" y="1513561"/>
              <a:ext cx="23675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Bogen 26">
              <a:extLst>
                <a:ext uri="{FF2B5EF4-FFF2-40B4-BE49-F238E27FC236}">
                  <a16:creationId xmlns:a16="http://schemas.microsoft.com/office/drawing/2014/main" id="{955F3F71-ECA7-EAAE-1DB9-C36EEC9F3757}"/>
                </a:ext>
              </a:extLst>
            </p:cNvPr>
            <p:cNvSpPr/>
            <p:nvPr/>
          </p:nvSpPr>
          <p:spPr>
            <a:xfrm>
              <a:off x="1106445" y="1799590"/>
              <a:ext cx="301710" cy="301710"/>
            </a:xfrm>
            <a:prstGeom prst="arc">
              <a:avLst>
                <a:gd name="adj1" fmla="val 1908854"/>
                <a:gd name="adj2" fmla="val 9077643"/>
              </a:avLst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F9CB834A-69FA-B58C-DDF7-4797F2197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6658" y="1514033"/>
              <a:ext cx="296598" cy="513722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53AD20F8-6230-1B41-E45A-3F42E3650A67}"/>
                </a:ext>
              </a:extLst>
            </p:cNvPr>
            <p:cNvCxnSpPr>
              <a:cxnSpLocks/>
            </p:cNvCxnSpPr>
            <p:nvPr/>
          </p:nvCxnSpPr>
          <p:spPr>
            <a:xfrm>
              <a:off x="1917447" y="1514477"/>
              <a:ext cx="296341" cy="513278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B617F03A-79A2-918C-A968-770B3C587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4020" y="1513561"/>
              <a:ext cx="232410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5ED97826-E72A-5CAC-06BB-8B99A9310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2512" y="1514257"/>
              <a:ext cx="296469" cy="513499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E50C9D8F-7A6E-134E-8705-8F062BFEB395}"/>
                </a:ext>
              </a:extLst>
            </p:cNvPr>
            <p:cNvCxnSpPr>
              <a:cxnSpLocks/>
            </p:cNvCxnSpPr>
            <p:nvPr/>
          </p:nvCxnSpPr>
          <p:spPr>
            <a:xfrm>
              <a:off x="3003172" y="1514255"/>
              <a:ext cx="296470" cy="513501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01CF8FAA-372B-ED30-FC95-12BDC84395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7965" y="1513562"/>
              <a:ext cx="236220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Bogen 35">
              <a:extLst>
                <a:ext uri="{FF2B5EF4-FFF2-40B4-BE49-F238E27FC236}">
                  <a16:creationId xmlns:a16="http://schemas.microsoft.com/office/drawing/2014/main" id="{D03CBF26-DCCF-4101-45B5-F66397D00946}"/>
                </a:ext>
              </a:extLst>
            </p:cNvPr>
            <p:cNvSpPr/>
            <p:nvPr/>
          </p:nvSpPr>
          <p:spPr>
            <a:xfrm>
              <a:off x="2192295" y="1799590"/>
              <a:ext cx="301710" cy="301710"/>
            </a:xfrm>
            <a:prstGeom prst="arc">
              <a:avLst>
                <a:gd name="adj1" fmla="val 1908854"/>
                <a:gd name="adj2" fmla="val 9077643"/>
              </a:avLst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D4E96C72-5464-BEA0-35E3-7CE0EF6FDB55}"/>
              </a:ext>
            </a:extLst>
          </p:cNvPr>
          <p:cNvGrpSpPr/>
          <p:nvPr/>
        </p:nvGrpSpPr>
        <p:grpSpPr>
          <a:xfrm>
            <a:off x="293370" y="1279446"/>
            <a:ext cx="3011805" cy="777240"/>
            <a:chOff x="293370" y="1242060"/>
            <a:chExt cx="3011805" cy="777240"/>
          </a:xfrm>
        </p:grpSpPr>
        <p:sp>
          <p:nvSpPr>
            <p:cNvPr id="86" name="Freihandform: Form 85">
              <a:extLst>
                <a:ext uri="{FF2B5EF4-FFF2-40B4-BE49-F238E27FC236}">
                  <a16:creationId xmlns:a16="http://schemas.microsoft.com/office/drawing/2014/main" id="{2C68EED2-A180-850F-64B0-B8D99C1A1236}"/>
                </a:ext>
              </a:extLst>
            </p:cNvPr>
            <p:cNvSpPr/>
            <p:nvPr/>
          </p:nvSpPr>
          <p:spPr>
            <a:xfrm>
              <a:off x="293370" y="1242060"/>
              <a:ext cx="3011805" cy="777240"/>
            </a:xfrm>
            <a:custGeom>
              <a:avLst/>
              <a:gdLst>
                <a:gd name="csX0" fmla="*/ 5715 w 3011805"/>
                <a:gd name="csY0" fmla="*/ 756285 h 777240"/>
                <a:gd name="csX1" fmla="*/ 0 w 3011805"/>
                <a:gd name="csY1" fmla="*/ 0 h 777240"/>
                <a:gd name="csX2" fmla="*/ 3011805 w 3011805"/>
                <a:gd name="csY2" fmla="*/ 0 h 777240"/>
                <a:gd name="csX3" fmla="*/ 3011805 w 3011805"/>
                <a:gd name="csY3" fmla="*/ 756285 h 777240"/>
                <a:gd name="csX4" fmla="*/ 2712720 w 3011805"/>
                <a:gd name="csY4" fmla="*/ 243840 h 777240"/>
                <a:gd name="csX5" fmla="*/ 2676525 w 3011805"/>
                <a:gd name="csY5" fmla="*/ 209550 h 777240"/>
                <a:gd name="csX6" fmla="*/ 2626995 w 3011805"/>
                <a:gd name="csY6" fmla="*/ 188595 h 777240"/>
                <a:gd name="csX7" fmla="*/ 2575560 w 3011805"/>
                <a:gd name="csY7" fmla="*/ 186690 h 777240"/>
                <a:gd name="csX8" fmla="*/ 2531745 w 3011805"/>
                <a:gd name="csY8" fmla="*/ 196215 h 777240"/>
                <a:gd name="csX9" fmla="*/ 2493645 w 3011805"/>
                <a:gd name="csY9" fmla="*/ 217170 h 777240"/>
                <a:gd name="csX10" fmla="*/ 2463165 w 3011805"/>
                <a:gd name="csY10" fmla="*/ 251460 h 777240"/>
                <a:gd name="csX11" fmla="*/ 2446020 w 3011805"/>
                <a:gd name="csY11" fmla="*/ 280035 h 777240"/>
                <a:gd name="csX12" fmla="*/ 2160270 w 3011805"/>
                <a:gd name="csY12" fmla="*/ 777240 h 777240"/>
                <a:gd name="csX13" fmla="*/ 1933575 w 3011805"/>
                <a:gd name="csY13" fmla="*/ 777240 h 777240"/>
                <a:gd name="csX14" fmla="*/ 1636395 w 3011805"/>
                <a:gd name="csY14" fmla="*/ 260985 h 777240"/>
                <a:gd name="csX15" fmla="*/ 1600200 w 3011805"/>
                <a:gd name="csY15" fmla="*/ 219075 h 777240"/>
                <a:gd name="csX16" fmla="*/ 1562100 w 3011805"/>
                <a:gd name="csY16" fmla="*/ 198120 h 777240"/>
                <a:gd name="csX17" fmla="*/ 1522095 w 3011805"/>
                <a:gd name="csY17" fmla="*/ 188595 h 777240"/>
                <a:gd name="csX18" fmla="*/ 1463040 w 3011805"/>
                <a:gd name="csY18" fmla="*/ 190500 h 777240"/>
                <a:gd name="csX19" fmla="*/ 1424940 w 3011805"/>
                <a:gd name="csY19" fmla="*/ 205740 h 777240"/>
                <a:gd name="csX20" fmla="*/ 1392555 w 3011805"/>
                <a:gd name="csY20" fmla="*/ 232410 h 777240"/>
                <a:gd name="csX21" fmla="*/ 1377315 w 3011805"/>
                <a:gd name="csY21" fmla="*/ 259080 h 777240"/>
                <a:gd name="csX22" fmla="*/ 1078230 w 3011805"/>
                <a:gd name="csY22" fmla="*/ 775335 h 777240"/>
                <a:gd name="csX23" fmla="*/ 843915 w 3011805"/>
                <a:gd name="csY23" fmla="*/ 775335 h 777240"/>
                <a:gd name="csX24" fmla="*/ 544830 w 3011805"/>
                <a:gd name="csY24" fmla="*/ 241935 h 777240"/>
                <a:gd name="csX25" fmla="*/ 504825 w 3011805"/>
                <a:gd name="csY25" fmla="*/ 201930 h 777240"/>
                <a:gd name="csX26" fmla="*/ 455295 w 3011805"/>
                <a:gd name="csY26" fmla="*/ 188595 h 777240"/>
                <a:gd name="csX27" fmla="*/ 405765 w 3011805"/>
                <a:gd name="csY27" fmla="*/ 186690 h 777240"/>
                <a:gd name="csX28" fmla="*/ 371475 w 3011805"/>
                <a:gd name="csY28" fmla="*/ 194310 h 777240"/>
                <a:gd name="csX29" fmla="*/ 337185 w 3011805"/>
                <a:gd name="csY29" fmla="*/ 209550 h 777240"/>
                <a:gd name="csX30" fmla="*/ 312420 w 3011805"/>
                <a:gd name="csY30" fmla="*/ 230505 h 777240"/>
                <a:gd name="csX31" fmla="*/ 281940 w 3011805"/>
                <a:gd name="csY31" fmla="*/ 266700 h 777240"/>
                <a:gd name="csX32" fmla="*/ 5715 w 3011805"/>
                <a:gd name="csY32" fmla="*/ 756285 h 777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3011805" h="777240">
                  <a:moveTo>
                    <a:pt x="5715" y="756285"/>
                  </a:moveTo>
                  <a:lnTo>
                    <a:pt x="0" y="0"/>
                  </a:lnTo>
                  <a:lnTo>
                    <a:pt x="3011805" y="0"/>
                  </a:lnTo>
                  <a:lnTo>
                    <a:pt x="3011805" y="756285"/>
                  </a:lnTo>
                  <a:lnTo>
                    <a:pt x="2712720" y="243840"/>
                  </a:lnTo>
                  <a:lnTo>
                    <a:pt x="2676525" y="209550"/>
                  </a:lnTo>
                  <a:lnTo>
                    <a:pt x="2626995" y="188595"/>
                  </a:lnTo>
                  <a:lnTo>
                    <a:pt x="2575560" y="186690"/>
                  </a:lnTo>
                  <a:lnTo>
                    <a:pt x="2531745" y="196215"/>
                  </a:lnTo>
                  <a:lnTo>
                    <a:pt x="2493645" y="217170"/>
                  </a:lnTo>
                  <a:lnTo>
                    <a:pt x="2463165" y="251460"/>
                  </a:lnTo>
                  <a:lnTo>
                    <a:pt x="2446020" y="280035"/>
                  </a:lnTo>
                  <a:lnTo>
                    <a:pt x="2160270" y="777240"/>
                  </a:lnTo>
                  <a:lnTo>
                    <a:pt x="1933575" y="777240"/>
                  </a:lnTo>
                  <a:lnTo>
                    <a:pt x="1636395" y="260985"/>
                  </a:lnTo>
                  <a:lnTo>
                    <a:pt x="1600200" y="219075"/>
                  </a:lnTo>
                  <a:lnTo>
                    <a:pt x="1562100" y="198120"/>
                  </a:lnTo>
                  <a:lnTo>
                    <a:pt x="1522095" y="188595"/>
                  </a:lnTo>
                  <a:lnTo>
                    <a:pt x="1463040" y="190500"/>
                  </a:lnTo>
                  <a:lnTo>
                    <a:pt x="1424940" y="205740"/>
                  </a:lnTo>
                  <a:lnTo>
                    <a:pt x="1392555" y="232410"/>
                  </a:lnTo>
                  <a:lnTo>
                    <a:pt x="1377315" y="259080"/>
                  </a:lnTo>
                  <a:lnTo>
                    <a:pt x="1078230" y="775335"/>
                  </a:lnTo>
                  <a:lnTo>
                    <a:pt x="843915" y="775335"/>
                  </a:lnTo>
                  <a:lnTo>
                    <a:pt x="544830" y="241935"/>
                  </a:lnTo>
                  <a:lnTo>
                    <a:pt x="504825" y="201930"/>
                  </a:lnTo>
                  <a:lnTo>
                    <a:pt x="455295" y="188595"/>
                  </a:lnTo>
                  <a:lnTo>
                    <a:pt x="405765" y="186690"/>
                  </a:lnTo>
                  <a:lnTo>
                    <a:pt x="371475" y="194310"/>
                  </a:lnTo>
                  <a:lnTo>
                    <a:pt x="337185" y="209550"/>
                  </a:lnTo>
                  <a:lnTo>
                    <a:pt x="312420" y="230505"/>
                  </a:lnTo>
                  <a:lnTo>
                    <a:pt x="281940" y="266700"/>
                  </a:lnTo>
                  <a:lnTo>
                    <a:pt x="5715" y="7562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6F9DEBB9-EAAC-E873-ED6D-4712302F5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722" y="1502604"/>
              <a:ext cx="282833" cy="489882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Bogen 73">
              <a:extLst>
                <a:ext uri="{FF2B5EF4-FFF2-40B4-BE49-F238E27FC236}">
                  <a16:creationId xmlns:a16="http://schemas.microsoft.com/office/drawing/2014/main" id="{CC13492A-F7B2-8F2E-BF08-68637B351CB6}"/>
                </a:ext>
              </a:extLst>
            </p:cNvPr>
            <p:cNvSpPr/>
            <p:nvPr/>
          </p:nvSpPr>
          <p:spPr>
            <a:xfrm rot="10800000">
              <a:off x="2734507" y="1429059"/>
              <a:ext cx="301710" cy="301710"/>
            </a:xfrm>
            <a:prstGeom prst="arc">
              <a:avLst>
                <a:gd name="adj1" fmla="val 1908854"/>
                <a:gd name="adj2" fmla="val 9077643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D4224359-6582-70AA-6A56-4A779BF6B3D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459406" y="1502604"/>
              <a:ext cx="296598" cy="513722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10487814-EE52-0E97-2970-F1A9F6BA3A1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928874" y="1502604"/>
              <a:ext cx="296341" cy="513278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rader Verbinder 76">
              <a:extLst>
                <a:ext uri="{FF2B5EF4-FFF2-40B4-BE49-F238E27FC236}">
                  <a16:creationId xmlns:a16="http://schemas.microsoft.com/office/drawing/2014/main" id="{4AA28AA8-3575-9316-778B-6E64705AEDB1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26232" y="2016798"/>
              <a:ext cx="232410" cy="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CEFE2FE5-7B5D-EF99-EB79-73B554E2D7F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373681" y="1502603"/>
              <a:ext cx="296469" cy="513499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E647419B-85C1-D18C-B2AE-EE2465083C2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43020" y="1502603"/>
              <a:ext cx="296470" cy="513501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11AEBA8C-3405-4134-2782-C3C734828DCE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138477" y="2016797"/>
              <a:ext cx="236220" cy="0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Bogen 80">
              <a:extLst>
                <a:ext uri="{FF2B5EF4-FFF2-40B4-BE49-F238E27FC236}">
                  <a16:creationId xmlns:a16="http://schemas.microsoft.com/office/drawing/2014/main" id="{7C35D25D-D004-9EBB-5CF5-AE8C4F2CF344}"/>
                </a:ext>
              </a:extLst>
            </p:cNvPr>
            <p:cNvSpPr/>
            <p:nvPr/>
          </p:nvSpPr>
          <p:spPr>
            <a:xfrm rot="10800000">
              <a:off x="1648657" y="1429059"/>
              <a:ext cx="301710" cy="301710"/>
            </a:xfrm>
            <a:prstGeom prst="arc">
              <a:avLst>
                <a:gd name="adj1" fmla="val 1908854"/>
                <a:gd name="adj2" fmla="val 9077643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4442483A-551F-325A-B662-CB8CAD2CC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895" y="1501912"/>
              <a:ext cx="282182" cy="488754"/>
            </a:xfrm>
            <a:prstGeom prst="line">
              <a:avLst/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Bogen 83">
              <a:extLst>
                <a:ext uri="{FF2B5EF4-FFF2-40B4-BE49-F238E27FC236}">
                  <a16:creationId xmlns:a16="http://schemas.microsoft.com/office/drawing/2014/main" id="{5BAAA59E-AFF8-8FEA-C067-7022BB2ADA73}"/>
                </a:ext>
              </a:extLst>
            </p:cNvPr>
            <p:cNvSpPr/>
            <p:nvPr/>
          </p:nvSpPr>
          <p:spPr>
            <a:xfrm rot="10800000">
              <a:off x="563585" y="1428367"/>
              <a:ext cx="301710" cy="301710"/>
            </a:xfrm>
            <a:prstGeom prst="arc">
              <a:avLst>
                <a:gd name="adj1" fmla="val 1908854"/>
                <a:gd name="adj2" fmla="val 9077643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0" name="Bogen 89">
            <a:extLst>
              <a:ext uri="{FF2B5EF4-FFF2-40B4-BE49-F238E27FC236}">
                <a16:creationId xmlns:a16="http://schemas.microsoft.com/office/drawing/2014/main" id="{A72AAB6E-8886-BAA7-3CCB-E4A01FB4BCD6}"/>
              </a:ext>
            </a:extLst>
          </p:cNvPr>
          <p:cNvSpPr/>
          <p:nvPr/>
        </p:nvSpPr>
        <p:spPr>
          <a:xfrm>
            <a:off x="710730" y="1549999"/>
            <a:ext cx="1097280" cy="1097280"/>
          </a:xfrm>
          <a:prstGeom prst="arc">
            <a:avLst>
              <a:gd name="adj1" fmla="val 13938811"/>
              <a:gd name="adj2" fmla="val 18440532"/>
            </a:avLst>
          </a:prstGeom>
          <a:ln w="19050" cap="rnd">
            <a:solidFill>
              <a:schemeClr val="accent5">
                <a:lumMod val="75000"/>
              </a:schemeClr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9B02243-6BD0-0161-6BAC-94F0B9DB7B44}"/>
              </a:ext>
            </a:extLst>
          </p:cNvPr>
          <p:cNvSpPr txBox="1"/>
          <p:nvPr/>
        </p:nvSpPr>
        <p:spPr>
          <a:xfrm>
            <a:off x="1020874" y="1250744"/>
            <a:ext cx="54215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60°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1B822314-3F17-0E8F-5476-BA82FA84830C}"/>
              </a:ext>
            </a:extLst>
          </p:cNvPr>
          <p:cNvSpPr/>
          <p:nvPr/>
        </p:nvSpPr>
        <p:spPr>
          <a:xfrm>
            <a:off x="293370" y="1247257"/>
            <a:ext cx="3011805" cy="1097280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5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C78EF-8528-4CED-1A46-798BAAD5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ihandform: Form 69">
            <a:extLst>
              <a:ext uri="{FF2B5EF4-FFF2-40B4-BE49-F238E27FC236}">
                <a16:creationId xmlns:a16="http://schemas.microsoft.com/office/drawing/2014/main" id="{BB999AC0-23CA-575C-4F02-BCC36F1B64E2}"/>
              </a:ext>
            </a:extLst>
          </p:cNvPr>
          <p:cNvSpPr/>
          <p:nvPr/>
        </p:nvSpPr>
        <p:spPr>
          <a:xfrm>
            <a:off x="294640" y="1254760"/>
            <a:ext cx="3017520" cy="754380"/>
          </a:xfrm>
          <a:custGeom>
            <a:avLst/>
            <a:gdLst>
              <a:gd name="csX0" fmla="*/ 0 w 3017520"/>
              <a:gd name="csY0" fmla="*/ 749300 h 754380"/>
              <a:gd name="csX1" fmla="*/ 0 w 3017520"/>
              <a:gd name="csY1" fmla="*/ 0 h 754380"/>
              <a:gd name="csX2" fmla="*/ 3017520 w 3017520"/>
              <a:gd name="csY2" fmla="*/ 0 h 754380"/>
              <a:gd name="csX3" fmla="*/ 3017520 w 3017520"/>
              <a:gd name="csY3" fmla="*/ 754380 h 754380"/>
              <a:gd name="csX4" fmla="*/ 2926080 w 3017520"/>
              <a:gd name="csY4" fmla="*/ 754380 h 754380"/>
              <a:gd name="csX5" fmla="*/ 2773680 w 3017520"/>
              <a:gd name="csY5" fmla="*/ 182880 h 754380"/>
              <a:gd name="csX6" fmla="*/ 2397760 w 3017520"/>
              <a:gd name="csY6" fmla="*/ 182880 h 754380"/>
              <a:gd name="csX7" fmla="*/ 2247900 w 3017520"/>
              <a:gd name="csY7" fmla="*/ 751840 h 754380"/>
              <a:gd name="csX8" fmla="*/ 1849120 w 3017520"/>
              <a:gd name="csY8" fmla="*/ 751840 h 754380"/>
              <a:gd name="csX9" fmla="*/ 1696720 w 3017520"/>
              <a:gd name="csY9" fmla="*/ 185420 h 754380"/>
              <a:gd name="csX10" fmla="*/ 1320800 w 3017520"/>
              <a:gd name="csY10" fmla="*/ 185420 h 754380"/>
              <a:gd name="csX11" fmla="*/ 1170940 w 3017520"/>
              <a:gd name="csY11" fmla="*/ 754380 h 754380"/>
              <a:gd name="csX12" fmla="*/ 769620 w 3017520"/>
              <a:gd name="csY12" fmla="*/ 754380 h 754380"/>
              <a:gd name="csX13" fmla="*/ 617220 w 3017520"/>
              <a:gd name="csY13" fmla="*/ 182880 h 754380"/>
              <a:gd name="csX14" fmla="*/ 238760 w 3017520"/>
              <a:gd name="csY14" fmla="*/ 182880 h 754380"/>
              <a:gd name="csX15" fmla="*/ 91440 w 3017520"/>
              <a:gd name="csY15" fmla="*/ 751840 h 754380"/>
              <a:gd name="csX16" fmla="*/ 0 w 3017520"/>
              <a:gd name="csY16" fmla="*/ 749300 h 754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17520" h="754380">
                <a:moveTo>
                  <a:pt x="0" y="749300"/>
                </a:moveTo>
                <a:lnTo>
                  <a:pt x="0" y="0"/>
                </a:lnTo>
                <a:lnTo>
                  <a:pt x="3017520" y="0"/>
                </a:lnTo>
                <a:lnTo>
                  <a:pt x="3017520" y="754380"/>
                </a:lnTo>
                <a:lnTo>
                  <a:pt x="2926080" y="754380"/>
                </a:lnTo>
                <a:lnTo>
                  <a:pt x="2773680" y="182880"/>
                </a:lnTo>
                <a:lnTo>
                  <a:pt x="2397760" y="182880"/>
                </a:lnTo>
                <a:lnTo>
                  <a:pt x="2247900" y="751840"/>
                </a:lnTo>
                <a:lnTo>
                  <a:pt x="1849120" y="751840"/>
                </a:lnTo>
                <a:lnTo>
                  <a:pt x="1696720" y="185420"/>
                </a:lnTo>
                <a:lnTo>
                  <a:pt x="1320800" y="185420"/>
                </a:lnTo>
                <a:lnTo>
                  <a:pt x="1170940" y="754380"/>
                </a:lnTo>
                <a:lnTo>
                  <a:pt x="769620" y="754380"/>
                </a:lnTo>
                <a:lnTo>
                  <a:pt x="617220" y="182880"/>
                </a:lnTo>
                <a:lnTo>
                  <a:pt x="238760" y="182880"/>
                </a:lnTo>
                <a:lnTo>
                  <a:pt x="91440" y="751840"/>
                </a:lnTo>
                <a:lnTo>
                  <a:pt x="0" y="7493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C3DEBC11-F19C-8B6C-6248-22119FBA6EC0}"/>
              </a:ext>
            </a:extLst>
          </p:cNvPr>
          <p:cNvGrpSpPr/>
          <p:nvPr/>
        </p:nvGrpSpPr>
        <p:grpSpPr>
          <a:xfrm>
            <a:off x="292100" y="1551940"/>
            <a:ext cx="3017520" cy="792480"/>
            <a:chOff x="292100" y="1551940"/>
            <a:chExt cx="3017520" cy="792480"/>
          </a:xfrm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1F2ADC0-FE3C-B48A-DC45-2C70A3B3B29F}"/>
                </a:ext>
              </a:extLst>
            </p:cNvPr>
            <p:cNvSpPr/>
            <p:nvPr/>
          </p:nvSpPr>
          <p:spPr>
            <a:xfrm>
              <a:off x="292100" y="1551940"/>
              <a:ext cx="3017520" cy="792480"/>
            </a:xfrm>
            <a:custGeom>
              <a:avLst/>
              <a:gdLst>
                <a:gd name="csX0" fmla="*/ 0 w 3017520"/>
                <a:gd name="csY0" fmla="*/ 792480 h 792480"/>
                <a:gd name="csX1" fmla="*/ 0 w 3017520"/>
                <a:gd name="csY1" fmla="*/ 563880 h 792480"/>
                <a:gd name="csX2" fmla="*/ 83820 w 3017520"/>
                <a:gd name="csY2" fmla="*/ 563880 h 792480"/>
                <a:gd name="csX3" fmla="*/ 236220 w 3017520"/>
                <a:gd name="csY3" fmla="*/ 2540 h 792480"/>
                <a:gd name="csX4" fmla="*/ 632460 w 3017520"/>
                <a:gd name="csY4" fmla="*/ 2540 h 792480"/>
                <a:gd name="csX5" fmla="*/ 787400 w 3017520"/>
                <a:gd name="csY5" fmla="*/ 566420 h 792480"/>
                <a:gd name="csX6" fmla="*/ 1163320 w 3017520"/>
                <a:gd name="csY6" fmla="*/ 566420 h 792480"/>
                <a:gd name="csX7" fmla="*/ 1313180 w 3017520"/>
                <a:gd name="csY7" fmla="*/ 0 h 792480"/>
                <a:gd name="csX8" fmla="*/ 1711960 w 3017520"/>
                <a:gd name="csY8" fmla="*/ 0 h 792480"/>
                <a:gd name="csX9" fmla="*/ 1859280 w 3017520"/>
                <a:gd name="csY9" fmla="*/ 566420 h 792480"/>
                <a:gd name="csX10" fmla="*/ 2237740 w 3017520"/>
                <a:gd name="csY10" fmla="*/ 566420 h 792480"/>
                <a:gd name="csX11" fmla="*/ 2390140 w 3017520"/>
                <a:gd name="csY11" fmla="*/ 0 h 792480"/>
                <a:gd name="csX12" fmla="*/ 2791460 w 3017520"/>
                <a:gd name="csY12" fmla="*/ 0 h 792480"/>
                <a:gd name="csX13" fmla="*/ 2941320 w 3017520"/>
                <a:gd name="csY13" fmla="*/ 568960 h 792480"/>
                <a:gd name="csX14" fmla="*/ 3017520 w 3017520"/>
                <a:gd name="csY14" fmla="*/ 568960 h 792480"/>
                <a:gd name="csX15" fmla="*/ 3017520 w 3017520"/>
                <a:gd name="csY15" fmla="*/ 789940 h 792480"/>
                <a:gd name="csX16" fmla="*/ 0 w 3017520"/>
                <a:gd name="csY16" fmla="*/ 792480 h 7924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017520" h="792480">
                  <a:moveTo>
                    <a:pt x="0" y="792480"/>
                  </a:moveTo>
                  <a:lnTo>
                    <a:pt x="0" y="563880"/>
                  </a:lnTo>
                  <a:lnTo>
                    <a:pt x="83820" y="563880"/>
                  </a:lnTo>
                  <a:lnTo>
                    <a:pt x="236220" y="2540"/>
                  </a:lnTo>
                  <a:lnTo>
                    <a:pt x="632460" y="2540"/>
                  </a:lnTo>
                  <a:lnTo>
                    <a:pt x="787400" y="566420"/>
                  </a:lnTo>
                  <a:lnTo>
                    <a:pt x="1163320" y="566420"/>
                  </a:lnTo>
                  <a:lnTo>
                    <a:pt x="1313180" y="0"/>
                  </a:lnTo>
                  <a:lnTo>
                    <a:pt x="1711960" y="0"/>
                  </a:lnTo>
                  <a:lnTo>
                    <a:pt x="1859280" y="566420"/>
                  </a:lnTo>
                  <a:lnTo>
                    <a:pt x="2237740" y="566420"/>
                  </a:lnTo>
                  <a:lnTo>
                    <a:pt x="2390140" y="0"/>
                  </a:lnTo>
                  <a:lnTo>
                    <a:pt x="2791460" y="0"/>
                  </a:lnTo>
                  <a:lnTo>
                    <a:pt x="2941320" y="568960"/>
                  </a:lnTo>
                  <a:lnTo>
                    <a:pt x="3017520" y="568960"/>
                  </a:lnTo>
                  <a:lnTo>
                    <a:pt x="3017520" y="78994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95A4A8F3-61A2-A649-3B6A-20CBB9F623E5}"/>
                </a:ext>
              </a:extLst>
            </p:cNvPr>
            <p:cNvCxnSpPr>
              <a:cxnSpLocks/>
            </p:cNvCxnSpPr>
            <p:nvPr/>
          </p:nvCxnSpPr>
          <p:spPr>
            <a:xfrm>
              <a:off x="2004777" y="1553044"/>
              <a:ext cx="151789" cy="566487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4C786F19-5F83-9C5A-8F75-DD05AB656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0847" y="1552852"/>
              <a:ext cx="150943" cy="563327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2BF48FA9-FC55-53F1-C541-132DB2372E05}"/>
                </a:ext>
              </a:extLst>
            </p:cNvPr>
            <p:cNvCxnSpPr>
              <a:cxnSpLocks/>
            </p:cNvCxnSpPr>
            <p:nvPr/>
          </p:nvCxnSpPr>
          <p:spPr>
            <a:xfrm>
              <a:off x="3082435" y="1552891"/>
              <a:ext cx="150933" cy="563288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23A1CBF6-59F4-8FD7-B788-9AA6006FCA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1790" y="1552852"/>
              <a:ext cx="400500" cy="1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Gerader Verbinder 1">
              <a:extLst>
                <a:ext uri="{FF2B5EF4-FFF2-40B4-BE49-F238E27FC236}">
                  <a16:creationId xmlns:a16="http://schemas.microsoft.com/office/drawing/2014/main" id="{63FFAB5B-80B8-84C7-1965-86D3BDA560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6566" y="2119531"/>
              <a:ext cx="37517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3A4862F6-379C-2318-A2D7-500EB049A6DF}"/>
                </a:ext>
              </a:extLst>
            </p:cNvPr>
            <p:cNvCxnSpPr>
              <a:cxnSpLocks/>
            </p:cNvCxnSpPr>
            <p:nvPr/>
          </p:nvCxnSpPr>
          <p:spPr>
            <a:xfrm>
              <a:off x="928017" y="1553044"/>
              <a:ext cx="151789" cy="566487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E3A81697-64C7-5545-0803-2D075D6354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087" y="1552852"/>
              <a:ext cx="150943" cy="563327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C0C66CD9-0835-B77E-5773-EC8A77880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030" y="1552852"/>
              <a:ext cx="400500" cy="1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92C7EF16-04D3-6EF8-791B-B73B054AE4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9806" y="2119531"/>
              <a:ext cx="37517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70ADFE67-8401-EA19-4768-E363B4835D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281" y="1552852"/>
              <a:ext cx="150943" cy="563327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45B80648-3CD1-B0F9-DC0D-1BE6356857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224" y="1552852"/>
              <a:ext cx="400500" cy="1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37783F4F-9065-ED35-BCFB-A4AA985BC1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322" y="2116179"/>
              <a:ext cx="7995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2AB32EA3-AD0C-664C-0F68-437AA525A0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3368" y="2116179"/>
              <a:ext cx="7275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DC41063-A607-36A4-38A1-B4DDC05F0BCA}"/>
              </a:ext>
            </a:extLst>
          </p:cNvPr>
          <p:cNvCxnSpPr>
            <a:cxnSpLocks/>
          </p:cNvCxnSpPr>
          <p:nvPr/>
        </p:nvCxnSpPr>
        <p:spPr>
          <a:xfrm rot="10800000">
            <a:off x="1990989" y="1439242"/>
            <a:ext cx="151789" cy="56648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A933EA0-142E-C7D4-B3A0-64DA271ABB8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465765" y="1442594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FE3A341-C342-D879-9321-FDAA0FB45E36}"/>
              </a:ext>
            </a:extLst>
          </p:cNvPr>
          <p:cNvCxnSpPr>
            <a:cxnSpLocks/>
          </p:cNvCxnSpPr>
          <p:nvPr/>
        </p:nvCxnSpPr>
        <p:spPr>
          <a:xfrm rot="10800000">
            <a:off x="914187" y="1442594"/>
            <a:ext cx="150933" cy="563288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9D6D8B7-7910-6AFF-0E0A-A843DE93F89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65265" y="2005920"/>
            <a:ext cx="400500" cy="1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EDB54EE-0C4D-ED0C-46FF-4BF26E4D550C}"/>
              </a:ext>
            </a:extLst>
          </p:cNvPr>
          <p:cNvCxnSpPr>
            <a:cxnSpLocks/>
          </p:cNvCxnSpPr>
          <p:nvPr/>
        </p:nvCxnSpPr>
        <p:spPr>
          <a:xfrm rot="10800000" flipH="1">
            <a:off x="1615810" y="1439242"/>
            <a:ext cx="375179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B7BDB99-5024-7338-4507-DB5AC39F2015}"/>
              </a:ext>
            </a:extLst>
          </p:cNvPr>
          <p:cNvCxnSpPr>
            <a:cxnSpLocks/>
          </p:cNvCxnSpPr>
          <p:nvPr/>
        </p:nvCxnSpPr>
        <p:spPr>
          <a:xfrm rot="10800000">
            <a:off x="3067749" y="1439242"/>
            <a:ext cx="151789" cy="56648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B28ACCCD-C024-B6C0-62A7-4BA89820C74E}"/>
              </a:ext>
            </a:extLst>
          </p:cNvPr>
          <p:cNvCxnSpPr>
            <a:cxnSpLocks/>
          </p:cNvCxnSpPr>
          <p:nvPr/>
        </p:nvCxnSpPr>
        <p:spPr>
          <a:xfrm rot="10800000" flipH="1">
            <a:off x="2542525" y="1442594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D21AF224-FB34-FAC3-3DF2-4F060E53BC4E}"/>
              </a:ext>
            </a:extLst>
          </p:cNvPr>
          <p:cNvCxnSpPr>
            <a:cxnSpLocks/>
          </p:cNvCxnSpPr>
          <p:nvPr/>
        </p:nvCxnSpPr>
        <p:spPr>
          <a:xfrm rot="10800000" flipH="1">
            <a:off x="2142025" y="2005920"/>
            <a:ext cx="400500" cy="1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2CE2F7D-27C2-A8B4-122B-8769FB18640B}"/>
              </a:ext>
            </a:extLst>
          </p:cNvPr>
          <p:cNvCxnSpPr>
            <a:cxnSpLocks/>
          </p:cNvCxnSpPr>
          <p:nvPr/>
        </p:nvCxnSpPr>
        <p:spPr>
          <a:xfrm rot="10800000" flipH="1">
            <a:off x="2692570" y="1439242"/>
            <a:ext cx="375179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5B473ADC-F848-90AA-B8BB-CEDD0FA9CE90}"/>
              </a:ext>
            </a:extLst>
          </p:cNvPr>
          <p:cNvCxnSpPr>
            <a:cxnSpLocks/>
          </p:cNvCxnSpPr>
          <p:nvPr/>
        </p:nvCxnSpPr>
        <p:spPr>
          <a:xfrm flipV="1">
            <a:off x="3221831" y="2005921"/>
            <a:ext cx="87933" cy="1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56AFF4BA-FA76-5547-9AAF-BD80B61C4883}"/>
              </a:ext>
            </a:extLst>
          </p:cNvPr>
          <p:cNvCxnSpPr>
            <a:cxnSpLocks/>
          </p:cNvCxnSpPr>
          <p:nvPr/>
        </p:nvCxnSpPr>
        <p:spPr>
          <a:xfrm rot="10800000" flipH="1">
            <a:off x="385935" y="1442593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FB1830F-A5BE-0B72-E9DB-D44DB708EE40}"/>
              </a:ext>
            </a:extLst>
          </p:cNvPr>
          <p:cNvCxnSpPr>
            <a:cxnSpLocks/>
          </p:cNvCxnSpPr>
          <p:nvPr/>
        </p:nvCxnSpPr>
        <p:spPr>
          <a:xfrm>
            <a:off x="290830" y="2005919"/>
            <a:ext cx="95105" cy="1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E7557573-3A3A-7B9A-F70B-692EF2483BAE}"/>
              </a:ext>
            </a:extLst>
          </p:cNvPr>
          <p:cNvCxnSpPr>
            <a:cxnSpLocks/>
          </p:cNvCxnSpPr>
          <p:nvPr/>
        </p:nvCxnSpPr>
        <p:spPr>
          <a:xfrm rot="10800000" flipH="1">
            <a:off x="535980" y="1439241"/>
            <a:ext cx="375179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0BC8B262-B8CC-8BD8-4F0D-116148FD8250}"/>
              </a:ext>
            </a:extLst>
          </p:cNvPr>
          <p:cNvSpPr/>
          <p:nvPr/>
        </p:nvSpPr>
        <p:spPr>
          <a:xfrm>
            <a:off x="294322" y="1251585"/>
            <a:ext cx="3011805" cy="1097280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Bogen 72">
            <a:extLst>
              <a:ext uri="{FF2B5EF4-FFF2-40B4-BE49-F238E27FC236}">
                <a16:creationId xmlns:a16="http://schemas.microsoft.com/office/drawing/2014/main" id="{B2D0D38B-AD7A-21FA-AD65-1704C625041F}"/>
              </a:ext>
            </a:extLst>
          </p:cNvPr>
          <p:cNvSpPr/>
          <p:nvPr/>
        </p:nvSpPr>
        <p:spPr>
          <a:xfrm>
            <a:off x="282064" y="1533055"/>
            <a:ext cx="1966900" cy="1966900"/>
          </a:xfrm>
          <a:prstGeom prst="arc">
            <a:avLst>
              <a:gd name="adj1" fmla="val 15108925"/>
              <a:gd name="adj2" fmla="val 17291101"/>
            </a:avLst>
          </a:prstGeom>
          <a:ln w="19050" cap="rnd">
            <a:solidFill>
              <a:schemeClr val="accent5">
                <a:lumMod val="75000"/>
              </a:schemeClr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3E41724-7076-5E1D-D265-C4556CA918DC}"/>
              </a:ext>
            </a:extLst>
          </p:cNvPr>
          <p:cNvSpPr txBox="1"/>
          <p:nvPr/>
        </p:nvSpPr>
        <p:spPr>
          <a:xfrm>
            <a:off x="1020874" y="1250744"/>
            <a:ext cx="54215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30°</a:t>
            </a:r>
          </a:p>
        </p:txBody>
      </p:sp>
    </p:spTree>
    <p:extLst>
      <p:ext uri="{BB962C8B-B14F-4D97-AF65-F5344CB8AC3E}">
        <p14:creationId xmlns:p14="http://schemas.microsoft.com/office/powerpoint/2010/main" val="149345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E4938-D142-2A7D-A7EC-63CFC93E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ihandform: Form 69">
            <a:extLst>
              <a:ext uri="{FF2B5EF4-FFF2-40B4-BE49-F238E27FC236}">
                <a16:creationId xmlns:a16="http://schemas.microsoft.com/office/drawing/2014/main" id="{4B7C2E7B-6BDB-4754-5C82-ED08F0199194}"/>
              </a:ext>
            </a:extLst>
          </p:cNvPr>
          <p:cNvSpPr/>
          <p:nvPr/>
        </p:nvSpPr>
        <p:spPr>
          <a:xfrm>
            <a:off x="294640" y="1254760"/>
            <a:ext cx="3017520" cy="876300"/>
          </a:xfrm>
          <a:custGeom>
            <a:avLst/>
            <a:gdLst>
              <a:gd name="csX0" fmla="*/ 3810 w 3017520"/>
              <a:gd name="csY0" fmla="*/ 863600 h 876300"/>
              <a:gd name="csX1" fmla="*/ 0 w 3017520"/>
              <a:gd name="csY1" fmla="*/ 0 h 876300"/>
              <a:gd name="csX2" fmla="*/ 3017520 w 3017520"/>
              <a:gd name="csY2" fmla="*/ 0 h 876300"/>
              <a:gd name="csX3" fmla="*/ 3009900 w 3017520"/>
              <a:gd name="csY3" fmla="*/ 876300 h 876300"/>
              <a:gd name="csX4" fmla="*/ 2926080 w 3017520"/>
              <a:gd name="csY4" fmla="*/ 754380 h 876300"/>
              <a:gd name="csX5" fmla="*/ 2773680 w 3017520"/>
              <a:gd name="csY5" fmla="*/ 182880 h 876300"/>
              <a:gd name="csX6" fmla="*/ 2698115 w 3017520"/>
              <a:gd name="csY6" fmla="*/ 95885 h 876300"/>
              <a:gd name="csX7" fmla="*/ 2583815 w 3017520"/>
              <a:gd name="csY7" fmla="*/ 67310 h 876300"/>
              <a:gd name="csX8" fmla="*/ 2469515 w 3017520"/>
              <a:gd name="csY8" fmla="*/ 97790 h 876300"/>
              <a:gd name="csX9" fmla="*/ 2397760 w 3017520"/>
              <a:gd name="csY9" fmla="*/ 182880 h 876300"/>
              <a:gd name="csX10" fmla="*/ 2247900 w 3017520"/>
              <a:gd name="csY10" fmla="*/ 751840 h 876300"/>
              <a:gd name="csX11" fmla="*/ 2168525 w 3017520"/>
              <a:gd name="csY11" fmla="*/ 844550 h 876300"/>
              <a:gd name="csX12" fmla="*/ 2038985 w 3017520"/>
              <a:gd name="csY12" fmla="*/ 875030 h 876300"/>
              <a:gd name="csX13" fmla="*/ 1924685 w 3017520"/>
              <a:gd name="csY13" fmla="*/ 842645 h 876300"/>
              <a:gd name="csX14" fmla="*/ 1849120 w 3017520"/>
              <a:gd name="csY14" fmla="*/ 751840 h 876300"/>
              <a:gd name="csX15" fmla="*/ 1696720 w 3017520"/>
              <a:gd name="csY15" fmla="*/ 185420 h 876300"/>
              <a:gd name="csX16" fmla="*/ 1619885 w 3017520"/>
              <a:gd name="csY16" fmla="*/ 92075 h 876300"/>
              <a:gd name="csX17" fmla="*/ 1499870 w 3017520"/>
              <a:gd name="csY17" fmla="*/ 61595 h 876300"/>
              <a:gd name="csX18" fmla="*/ 1381760 w 3017520"/>
              <a:gd name="csY18" fmla="*/ 99695 h 876300"/>
              <a:gd name="csX19" fmla="*/ 1320800 w 3017520"/>
              <a:gd name="csY19" fmla="*/ 185420 h 876300"/>
              <a:gd name="csX20" fmla="*/ 1170940 w 3017520"/>
              <a:gd name="csY20" fmla="*/ 754380 h 876300"/>
              <a:gd name="csX21" fmla="*/ 1090295 w 3017520"/>
              <a:gd name="csY21" fmla="*/ 848360 h 876300"/>
              <a:gd name="csX22" fmla="*/ 966470 w 3017520"/>
              <a:gd name="csY22" fmla="*/ 873125 h 876300"/>
              <a:gd name="csX23" fmla="*/ 846455 w 3017520"/>
              <a:gd name="csY23" fmla="*/ 842645 h 876300"/>
              <a:gd name="csX24" fmla="*/ 769620 w 3017520"/>
              <a:gd name="csY24" fmla="*/ 754380 h 876300"/>
              <a:gd name="csX25" fmla="*/ 617220 w 3017520"/>
              <a:gd name="csY25" fmla="*/ 182880 h 876300"/>
              <a:gd name="csX26" fmla="*/ 543560 w 3017520"/>
              <a:gd name="csY26" fmla="*/ 90170 h 876300"/>
              <a:gd name="csX27" fmla="*/ 431165 w 3017520"/>
              <a:gd name="csY27" fmla="*/ 69215 h 876300"/>
              <a:gd name="csX28" fmla="*/ 330200 w 3017520"/>
              <a:gd name="csY28" fmla="*/ 95885 h 876300"/>
              <a:gd name="csX29" fmla="*/ 242570 w 3017520"/>
              <a:gd name="csY29" fmla="*/ 184785 h 876300"/>
              <a:gd name="csX30" fmla="*/ 91440 w 3017520"/>
              <a:gd name="csY30" fmla="*/ 751840 h 876300"/>
              <a:gd name="csX31" fmla="*/ 3810 w 3017520"/>
              <a:gd name="csY31" fmla="*/ 863600 h 876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017520" h="876300">
                <a:moveTo>
                  <a:pt x="3810" y="863600"/>
                </a:moveTo>
                <a:lnTo>
                  <a:pt x="0" y="0"/>
                </a:lnTo>
                <a:lnTo>
                  <a:pt x="3017520" y="0"/>
                </a:lnTo>
                <a:lnTo>
                  <a:pt x="3009900" y="876300"/>
                </a:lnTo>
                <a:lnTo>
                  <a:pt x="2926080" y="754380"/>
                </a:lnTo>
                <a:lnTo>
                  <a:pt x="2773680" y="182880"/>
                </a:lnTo>
                <a:cubicBezTo>
                  <a:pt x="2748492" y="153882"/>
                  <a:pt x="2742353" y="136313"/>
                  <a:pt x="2698115" y="95885"/>
                </a:cubicBezTo>
                <a:lnTo>
                  <a:pt x="2583815" y="67310"/>
                </a:lnTo>
                <a:lnTo>
                  <a:pt x="2469515" y="97790"/>
                </a:lnTo>
                <a:lnTo>
                  <a:pt x="2397760" y="182880"/>
                </a:lnTo>
                <a:lnTo>
                  <a:pt x="2247900" y="751840"/>
                </a:lnTo>
                <a:lnTo>
                  <a:pt x="2168525" y="844550"/>
                </a:lnTo>
                <a:lnTo>
                  <a:pt x="2038985" y="875030"/>
                </a:lnTo>
                <a:lnTo>
                  <a:pt x="1924685" y="842645"/>
                </a:lnTo>
                <a:lnTo>
                  <a:pt x="1849120" y="751840"/>
                </a:lnTo>
                <a:lnTo>
                  <a:pt x="1696720" y="185420"/>
                </a:lnTo>
                <a:cubicBezTo>
                  <a:pt x="1671108" y="152400"/>
                  <a:pt x="1677882" y="140335"/>
                  <a:pt x="1619885" y="92075"/>
                </a:cubicBezTo>
                <a:cubicBezTo>
                  <a:pt x="1576070" y="70485"/>
                  <a:pt x="1539875" y="69850"/>
                  <a:pt x="1499870" y="61595"/>
                </a:cubicBezTo>
                <a:cubicBezTo>
                  <a:pt x="1460500" y="74295"/>
                  <a:pt x="1432560" y="71755"/>
                  <a:pt x="1381760" y="99695"/>
                </a:cubicBezTo>
                <a:lnTo>
                  <a:pt x="1320800" y="185420"/>
                </a:lnTo>
                <a:lnTo>
                  <a:pt x="1170940" y="754380"/>
                </a:lnTo>
                <a:lnTo>
                  <a:pt x="1090295" y="848360"/>
                </a:lnTo>
                <a:lnTo>
                  <a:pt x="966470" y="873125"/>
                </a:lnTo>
                <a:lnTo>
                  <a:pt x="846455" y="842645"/>
                </a:lnTo>
                <a:lnTo>
                  <a:pt x="769620" y="754380"/>
                </a:lnTo>
                <a:lnTo>
                  <a:pt x="617220" y="182880"/>
                </a:lnTo>
                <a:cubicBezTo>
                  <a:pt x="592667" y="151977"/>
                  <a:pt x="590973" y="130598"/>
                  <a:pt x="543560" y="90170"/>
                </a:cubicBezTo>
                <a:cubicBezTo>
                  <a:pt x="505460" y="81915"/>
                  <a:pt x="478790" y="75565"/>
                  <a:pt x="431165" y="69215"/>
                </a:cubicBezTo>
                <a:cubicBezTo>
                  <a:pt x="382270" y="73025"/>
                  <a:pt x="369570" y="86360"/>
                  <a:pt x="330200" y="95885"/>
                </a:cubicBezTo>
                <a:cubicBezTo>
                  <a:pt x="292100" y="126153"/>
                  <a:pt x="274955" y="133562"/>
                  <a:pt x="242570" y="184785"/>
                </a:cubicBezTo>
                <a:lnTo>
                  <a:pt x="91440" y="751840"/>
                </a:lnTo>
                <a:lnTo>
                  <a:pt x="3810" y="8636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Freihandform: Form 47">
            <a:extLst>
              <a:ext uri="{FF2B5EF4-FFF2-40B4-BE49-F238E27FC236}">
                <a16:creationId xmlns:a16="http://schemas.microsoft.com/office/drawing/2014/main" id="{F07E393D-F541-6DF2-1A38-2A4F4A03AA64}"/>
              </a:ext>
            </a:extLst>
          </p:cNvPr>
          <p:cNvSpPr/>
          <p:nvPr/>
        </p:nvSpPr>
        <p:spPr>
          <a:xfrm>
            <a:off x="292100" y="1419225"/>
            <a:ext cx="3017520" cy="925195"/>
          </a:xfrm>
          <a:custGeom>
            <a:avLst/>
            <a:gdLst>
              <a:gd name="csX0" fmla="*/ 0 w 3017520"/>
              <a:gd name="csY0" fmla="*/ 925195 h 925195"/>
              <a:gd name="csX1" fmla="*/ 9525 w 3017520"/>
              <a:gd name="csY1" fmla="*/ 799465 h 925195"/>
              <a:gd name="csX2" fmla="*/ 83820 w 3017520"/>
              <a:gd name="csY2" fmla="*/ 696595 h 925195"/>
              <a:gd name="csX3" fmla="*/ 236220 w 3017520"/>
              <a:gd name="csY3" fmla="*/ 135255 h 925195"/>
              <a:gd name="csX4" fmla="*/ 306070 w 3017520"/>
              <a:gd name="csY4" fmla="*/ 34290 h 925195"/>
              <a:gd name="csX5" fmla="*/ 433705 w 3017520"/>
              <a:gd name="csY5" fmla="*/ 0 h 925195"/>
              <a:gd name="csX6" fmla="*/ 557530 w 3017520"/>
              <a:gd name="csY6" fmla="*/ 36195 h 925195"/>
              <a:gd name="csX7" fmla="*/ 632460 w 3017520"/>
              <a:gd name="csY7" fmla="*/ 135255 h 925195"/>
              <a:gd name="csX8" fmla="*/ 787400 w 3017520"/>
              <a:gd name="csY8" fmla="*/ 699135 h 925195"/>
              <a:gd name="csX9" fmla="*/ 856615 w 3017520"/>
              <a:gd name="csY9" fmla="*/ 777240 h 925195"/>
              <a:gd name="csX10" fmla="*/ 972820 w 3017520"/>
              <a:gd name="csY10" fmla="*/ 815340 h 925195"/>
              <a:gd name="csX11" fmla="*/ 1090930 w 3017520"/>
              <a:gd name="csY11" fmla="*/ 781050 h 925195"/>
              <a:gd name="csX12" fmla="*/ 1163320 w 3017520"/>
              <a:gd name="csY12" fmla="*/ 699135 h 925195"/>
              <a:gd name="csX13" fmla="*/ 1313180 w 3017520"/>
              <a:gd name="csY13" fmla="*/ 132715 h 925195"/>
              <a:gd name="csX14" fmla="*/ 1378585 w 3017520"/>
              <a:gd name="csY14" fmla="*/ 41910 h 925195"/>
              <a:gd name="csX15" fmla="*/ 1508125 w 3017520"/>
              <a:gd name="csY15" fmla="*/ 1905 h 925195"/>
              <a:gd name="csX16" fmla="*/ 1635760 w 3017520"/>
              <a:gd name="csY16" fmla="*/ 30480 h 925195"/>
              <a:gd name="csX17" fmla="*/ 1711960 w 3017520"/>
              <a:gd name="csY17" fmla="*/ 132715 h 925195"/>
              <a:gd name="csX18" fmla="*/ 1859280 w 3017520"/>
              <a:gd name="csY18" fmla="*/ 699135 h 925195"/>
              <a:gd name="csX19" fmla="*/ 1934845 w 3017520"/>
              <a:gd name="csY19" fmla="*/ 782955 h 925195"/>
              <a:gd name="csX20" fmla="*/ 2045335 w 3017520"/>
              <a:gd name="csY20" fmla="*/ 813435 h 925195"/>
              <a:gd name="csX21" fmla="*/ 2169160 w 3017520"/>
              <a:gd name="csY21" fmla="*/ 775335 h 925195"/>
              <a:gd name="csX22" fmla="*/ 2237740 w 3017520"/>
              <a:gd name="csY22" fmla="*/ 699135 h 925195"/>
              <a:gd name="csX23" fmla="*/ 2390140 w 3017520"/>
              <a:gd name="csY23" fmla="*/ 132715 h 925195"/>
              <a:gd name="csX24" fmla="*/ 2460625 w 3017520"/>
              <a:gd name="csY24" fmla="*/ 45720 h 925195"/>
              <a:gd name="csX25" fmla="*/ 2586355 w 3017520"/>
              <a:gd name="csY25" fmla="*/ 9525 h 925195"/>
              <a:gd name="csX26" fmla="*/ 2715895 w 3017520"/>
              <a:gd name="csY26" fmla="*/ 38100 h 925195"/>
              <a:gd name="csX27" fmla="*/ 2791460 w 3017520"/>
              <a:gd name="csY27" fmla="*/ 132715 h 925195"/>
              <a:gd name="csX28" fmla="*/ 2941320 w 3017520"/>
              <a:gd name="csY28" fmla="*/ 701675 h 925195"/>
              <a:gd name="csX29" fmla="*/ 3007995 w 3017520"/>
              <a:gd name="csY29" fmla="*/ 802640 h 925195"/>
              <a:gd name="csX30" fmla="*/ 3017520 w 3017520"/>
              <a:gd name="csY30" fmla="*/ 922655 h 925195"/>
              <a:gd name="csX31" fmla="*/ 0 w 3017520"/>
              <a:gd name="csY31" fmla="*/ 925195 h 925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017520" h="925195">
                <a:moveTo>
                  <a:pt x="0" y="925195"/>
                </a:moveTo>
                <a:lnTo>
                  <a:pt x="9525" y="799465"/>
                </a:lnTo>
                <a:lnTo>
                  <a:pt x="83820" y="696595"/>
                </a:lnTo>
                <a:lnTo>
                  <a:pt x="236220" y="135255"/>
                </a:lnTo>
                <a:lnTo>
                  <a:pt x="306070" y="34290"/>
                </a:lnTo>
                <a:lnTo>
                  <a:pt x="433705" y="0"/>
                </a:lnTo>
                <a:lnTo>
                  <a:pt x="557530" y="36195"/>
                </a:lnTo>
                <a:cubicBezTo>
                  <a:pt x="595842" y="73025"/>
                  <a:pt x="607483" y="102235"/>
                  <a:pt x="632460" y="135255"/>
                </a:cubicBezTo>
                <a:lnTo>
                  <a:pt x="787400" y="699135"/>
                </a:lnTo>
                <a:lnTo>
                  <a:pt x="856615" y="777240"/>
                </a:lnTo>
                <a:lnTo>
                  <a:pt x="972820" y="815340"/>
                </a:lnTo>
                <a:lnTo>
                  <a:pt x="1090930" y="781050"/>
                </a:lnTo>
                <a:lnTo>
                  <a:pt x="1163320" y="699135"/>
                </a:lnTo>
                <a:lnTo>
                  <a:pt x="1313180" y="132715"/>
                </a:lnTo>
                <a:lnTo>
                  <a:pt x="1378585" y="41910"/>
                </a:lnTo>
                <a:lnTo>
                  <a:pt x="1508125" y="1905"/>
                </a:lnTo>
                <a:lnTo>
                  <a:pt x="1635760" y="30480"/>
                </a:lnTo>
                <a:lnTo>
                  <a:pt x="1711960" y="132715"/>
                </a:lnTo>
                <a:lnTo>
                  <a:pt x="1859280" y="699135"/>
                </a:lnTo>
                <a:lnTo>
                  <a:pt x="1934845" y="782955"/>
                </a:lnTo>
                <a:lnTo>
                  <a:pt x="2045335" y="813435"/>
                </a:lnTo>
                <a:lnTo>
                  <a:pt x="2169160" y="775335"/>
                </a:lnTo>
                <a:lnTo>
                  <a:pt x="2237740" y="699135"/>
                </a:lnTo>
                <a:lnTo>
                  <a:pt x="2390140" y="132715"/>
                </a:lnTo>
                <a:cubicBezTo>
                  <a:pt x="2413635" y="103717"/>
                  <a:pt x="2421890" y="80433"/>
                  <a:pt x="2460625" y="45720"/>
                </a:cubicBezTo>
                <a:cubicBezTo>
                  <a:pt x="2517775" y="22225"/>
                  <a:pt x="2544445" y="21590"/>
                  <a:pt x="2586355" y="9525"/>
                </a:cubicBezTo>
                <a:cubicBezTo>
                  <a:pt x="2629535" y="19050"/>
                  <a:pt x="2667000" y="17145"/>
                  <a:pt x="2715895" y="38100"/>
                </a:cubicBezTo>
                <a:cubicBezTo>
                  <a:pt x="2754418" y="77258"/>
                  <a:pt x="2766272" y="101177"/>
                  <a:pt x="2791460" y="132715"/>
                </a:cubicBezTo>
                <a:lnTo>
                  <a:pt x="2941320" y="701675"/>
                </a:lnTo>
                <a:lnTo>
                  <a:pt x="3007995" y="802640"/>
                </a:lnTo>
                <a:lnTo>
                  <a:pt x="3017520" y="922655"/>
                </a:lnTo>
                <a:lnTo>
                  <a:pt x="0" y="92519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04CD142-4373-F43B-ADF9-2299AB552700}"/>
              </a:ext>
            </a:extLst>
          </p:cNvPr>
          <p:cNvCxnSpPr>
            <a:cxnSpLocks/>
          </p:cNvCxnSpPr>
          <p:nvPr/>
        </p:nvCxnSpPr>
        <p:spPr>
          <a:xfrm>
            <a:off x="2002872" y="1553044"/>
            <a:ext cx="151789" cy="566487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ED95AA1E-6AFC-5693-1A05-DCFB471B8234}"/>
              </a:ext>
            </a:extLst>
          </p:cNvPr>
          <p:cNvCxnSpPr>
            <a:cxnSpLocks/>
          </p:cNvCxnSpPr>
          <p:nvPr/>
        </p:nvCxnSpPr>
        <p:spPr>
          <a:xfrm flipH="1">
            <a:off x="2527037" y="1552852"/>
            <a:ext cx="150943" cy="563327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27EFA03F-3468-60B7-A571-743677DB1DEB}"/>
              </a:ext>
            </a:extLst>
          </p:cNvPr>
          <p:cNvCxnSpPr>
            <a:cxnSpLocks/>
          </p:cNvCxnSpPr>
          <p:nvPr/>
        </p:nvCxnSpPr>
        <p:spPr>
          <a:xfrm>
            <a:off x="3074815" y="1552891"/>
            <a:ext cx="150933" cy="563288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FA4D578-1FAF-36AB-8AD1-819BE8E6BDC3}"/>
              </a:ext>
            </a:extLst>
          </p:cNvPr>
          <p:cNvCxnSpPr>
            <a:cxnSpLocks/>
          </p:cNvCxnSpPr>
          <p:nvPr/>
        </p:nvCxnSpPr>
        <p:spPr>
          <a:xfrm>
            <a:off x="928017" y="1553044"/>
            <a:ext cx="151789" cy="566487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410496E-64CA-3E5A-B4BB-D93D20009BF8}"/>
              </a:ext>
            </a:extLst>
          </p:cNvPr>
          <p:cNvCxnSpPr>
            <a:cxnSpLocks/>
          </p:cNvCxnSpPr>
          <p:nvPr/>
        </p:nvCxnSpPr>
        <p:spPr>
          <a:xfrm flipH="1">
            <a:off x="1454087" y="1552852"/>
            <a:ext cx="150943" cy="563327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DAF7130-46DF-E44B-E34C-955F520C272C}"/>
              </a:ext>
            </a:extLst>
          </p:cNvPr>
          <p:cNvCxnSpPr>
            <a:cxnSpLocks/>
          </p:cNvCxnSpPr>
          <p:nvPr/>
        </p:nvCxnSpPr>
        <p:spPr>
          <a:xfrm flipH="1">
            <a:off x="376186" y="1552852"/>
            <a:ext cx="150943" cy="563327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Bogen 72">
            <a:extLst>
              <a:ext uri="{FF2B5EF4-FFF2-40B4-BE49-F238E27FC236}">
                <a16:creationId xmlns:a16="http://schemas.microsoft.com/office/drawing/2014/main" id="{071DDA86-8378-75B9-B1E1-C206552125D2}"/>
              </a:ext>
            </a:extLst>
          </p:cNvPr>
          <p:cNvSpPr/>
          <p:nvPr/>
        </p:nvSpPr>
        <p:spPr>
          <a:xfrm>
            <a:off x="282064" y="1533055"/>
            <a:ext cx="1966900" cy="1966900"/>
          </a:xfrm>
          <a:prstGeom prst="arc">
            <a:avLst>
              <a:gd name="adj1" fmla="val 15108925"/>
              <a:gd name="adj2" fmla="val 17291101"/>
            </a:avLst>
          </a:prstGeom>
          <a:ln w="19050" cap="rnd">
            <a:solidFill>
              <a:schemeClr val="accent5">
                <a:lumMod val="75000"/>
              </a:schemeClr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5652B01C-6E29-BB1A-4440-5723ACA31CE0}"/>
              </a:ext>
            </a:extLst>
          </p:cNvPr>
          <p:cNvSpPr txBox="1"/>
          <p:nvPr/>
        </p:nvSpPr>
        <p:spPr>
          <a:xfrm>
            <a:off x="1020874" y="1250744"/>
            <a:ext cx="54215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30°</a:t>
            </a:r>
          </a:p>
        </p:txBody>
      </p:sp>
      <p:sp>
        <p:nvSpPr>
          <p:cNvPr id="4" name="Bogen 3">
            <a:extLst>
              <a:ext uri="{FF2B5EF4-FFF2-40B4-BE49-F238E27FC236}">
                <a16:creationId xmlns:a16="http://schemas.microsoft.com/office/drawing/2014/main" id="{B16EE968-4B3F-9072-1B81-1029F56277F5}"/>
              </a:ext>
            </a:extLst>
          </p:cNvPr>
          <p:cNvSpPr/>
          <p:nvPr/>
        </p:nvSpPr>
        <p:spPr>
          <a:xfrm rot="10800000">
            <a:off x="523874" y="1326515"/>
            <a:ext cx="405765" cy="365184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Bogen 5">
            <a:extLst>
              <a:ext uri="{FF2B5EF4-FFF2-40B4-BE49-F238E27FC236}">
                <a16:creationId xmlns:a16="http://schemas.microsoft.com/office/drawing/2014/main" id="{32AB3419-922B-6B0D-CB31-74CF88C41F65}"/>
              </a:ext>
            </a:extLst>
          </p:cNvPr>
          <p:cNvSpPr/>
          <p:nvPr/>
        </p:nvSpPr>
        <p:spPr>
          <a:xfrm rot="10800000">
            <a:off x="512445" y="1425112"/>
            <a:ext cx="426719" cy="389298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ogen 7">
            <a:extLst>
              <a:ext uri="{FF2B5EF4-FFF2-40B4-BE49-F238E27FC236}">
                <a16:creationId xmlns:a16="http://schemas.microsoft.com/office/drawing/2014/main" id="{29E990F7-79CD-A387-5E72-5344DF8760E3}"/>
              </a:ext>
            </a:extLst>
          </p:cNvPr>
          <p:cNvSpPr/>
          <p:nvPr/>
        </p:nvSpPr>
        <p:spPr>
          <a:xfrm rot="10800000">
            <a:off x="1604010" y="1322646"/>
            <a:ext cx="399782" cy="365184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ogen 9">
            <a:extLst>
              <a:ext uri="{FF2B5EF4-FFF2-40B4-BE49-F238E27FC236}">
                <a16:creationId xmlns:a16="http://schemas.microsoft.com/office/drawing/2014/main" id="{ACB60C64-F63E-9C4C-95EC-2599A0A11DF7}"/>
              </a:ext>
            </a:extLst>
          </p:cNvPr>
          <p:cNvSpPr/>
          <p:nvPr/>
        </p:nvSpPr>
        <p:spPr>
          <a:xfrm rot="10800000">
            <a:off x="1592580" y="1425052"/>
            <a:ext cx="423368" cy="389298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ACB3442-BEAE-556F-2C1B-3C7E4CB6182E}"/>
              </a:ext>
            </a:extLst>
          </p:cNvPr>
          <p:cNvCxnSpPr>
            <a:cxnSpLocks/>
          </p:cNvCxnSpPr>
          <p:nvPr/>
        </p:nvCxnSpPr>
        <p:spPr>
          <a:xfrm rot="10800000">
            <a:off x="1990989" y="1439242"/>
            <a:ext cx="151789" cy="56648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A9D0C6B-9AE7-E52B-C244-A39DB1AB80DC}"/>
              </a:ext>
            </a:extLst>
          </p:cNvPr>
          <p:cNvCxnSpPr>
            <a:cxnSpLocks/>
          </p:cNvCxnSpPr>
          <p:nvPr/>
        </p:nvCxnSpPr>
        <p:spPr>
          <a:xfrm rot="10800000" flipH="1">
            <a:off x="1465765" y="1442594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88ADA89-854B-D2CE-C2C8-75511BC797DF}"/>
              </a:ext>
            </a:extLst>
          </p:cNvPr>
          <p:cNvCxnSpPr>
            <a:cxnSpLocks/>
          </p:cNvCxnSpPr>
          <p:nvPr/>
        </p:nvCxnSpPr>
        <p:spPr>
          <a:xfrm rot="10800000">
            <a:off x="916092" y="1442594"/>
            <a:ext cx="150933" cy="563288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4E5E269-FDC4-34FF-6BBF-A97D3A4FE229}"/>
              </a:ext>
            </a:extLst>
          </p:cNvPr>
          <p:cNvCxnSpPr>
            <a:cxnSpLocks/>
          </p:cNvCxnSpPr>
          <p:nvPr/>
        </p:nvCxnSpPr>
        <p:spPr>
          <a:xfrm rot="10800000" flipH="1">
            <a:off x="385935" y="1442593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gen 11">
            <a:extLst>
              <a:ext uri="{FF2B5EF4-FFF2-40B4-BE49-F238E27FC236}">
                <a16:creationId xmlns:a16="http://schemas.microsoft.com/office/drawing/2014/main" id="{FC2B1910-FF51-BF31-4F17-78DECC1AD9FF}"/>
              </a:ext>
            </a:extLst>
          </p:cNvPr>
          <p:cNvSpPr/>
          <p:nvPr/>
        </p:nvSpPr>
        <p:spPr>
          <a:xfrm rot="10800000">
            <a:off x="2674009" y="1330266"/>
            <a:ext cx="406373" cy="365184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bg1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994EADDF-6170-5B72-16C3-4664646627AB}"/>
              </a:ext>
            </a:extLst>
          </p:cNvPr>
          <p:cNvSpPr/>
          <p:nvPr/>
        </p:nvSpPr>
        <p:spPr>
          <a:xfrm rot="10800000">
            <a:off x="2665354" y="1428862"/>
            <a:ext cx="424556" cy="389298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376180BC-CDEE-200E-9827-D771F57638FB}"/>
              </a:ext>
            </a:extLst>
          </p:cNvPr>
          <p:cNvCxnSpPr>
            <a:cxnSpLocks/>
          </p:cNvCxnSpPr>
          <p:nvPr/>
        </p:nvCxnSpPr>
        <p:spPr>
          <a:xfrm rot="10800000">
            <a:off x="3063939" y="1439242"/>
            <a:ext cx="151789" cy="56648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F0D63A6F-969E-99E6-27B7-C28E985DC3F1}"/>
              </a:ext>
            </a:extLst>
          </p:cNvPr>
          <p:cNvCxnSpPr>
            <a:cxnSpLocks/>
          </p:cNvCxnSpPr>
          <p:nvPr/>
        </p:nvCxnSpPr>
        <p:spPr>
          <a:xfrm rot="10800000" flipH="1">
            <a:off x="2538715" y="1442594"/>
            <a:ext cx="150943" cy="563327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Bogen 16">
            <a:extLst>
              <a:ext uri="{FF2B5EF4-FFF2-40B4-BE49-F238E27FC236}">
                <a16:creationId xmlns:a16="http://schemas.microsoft.com/office/drawing/2014/main" id="{CC87F743-BB58-9010-0BA1-E457DBC76637}"/>
              </a:ext>
            </a:extLst>
          </p:cNvPr>
          <p:cNvSpPr/>
          <p:nvPr/>
        </p:nvSpPr>
        <p:spPr>
          <a:xfrm>
            <a:off x="1062756" y="1860895"/>
            <a:ext cx="405765" cy="365184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Bogen 18">
            <a:extLst>
              <a:ext uri="{FF2B5EF4-FFF2-40B4-BE49-F238E27FC236}">
                <a16:creationId xmlns:a16="http://schemas.microsoft.com/office/drawing/2014/main" id="{EA115380-A783-6DAD-B12C-7040702A7F0D}"/>
              </a:ext>
            </a:extLst>
          </p:cNvPr>
          <p:cNvSpPr/>
          <p:nvPr/>
        </p:nvSpPr>
        <p:spPr>
          <a:xfrm>
            <a:off x="1053231" y="1738184"/>
            <a:ext cx="426719" cy="389298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Bogen 21">
            <a:extLst>
              <a:ext uri="{FF2B5EF4-FFF2-40B4-BE49-F238E27FC236}">
                <a16:creationId xmlns:a16="http://schemas.microsoft.com/office/drawing/2014/main" id="{28D601EE-ECCA-CCD6-57B8-0B4CD932A48B}"/>
              </a:ext>
            </a:extLst>
          </p:cNvPr>
          <p:cNvSpPr/>
          <p:nvPr/>
        </p:nvSpPr>
        <p:spPr>
          <a:xfrm>
            <a:off x="2137725" y="1860839"/>
            <a:ext cx="405765" cy="365184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Bogen 23">
            <a:extLst>
              <a:ext uri="{FF2B5EF4-FFF2-40B4-BE49-F238E27FC236}">
                <a16:creationId xmlns:a16="http://schemas.microsoft.com/office/drawing/2014/main" id="{E31AD02F-3472-8918-C405-88318A178DE3}"/>
              </a:ext>
            </a:extLst>
          </p:cNvPr>
          <p:cNvSpPr/>
          <p:nvPr/>
        </p:nvSpPr>
        <p:spPr>
          <a:xfrm>
            <a:off x="2128200" y="1738128"/>
            <a:ext cx="426719" cy="389298"/>
          </a:xfrm>
          <a:prstGeom prst="arc">
            <a:avLst>
              <a:gd name="adj1" fmla="val 1151559"/>
              <a:gd name="adj2" fmla="val 9637948"/>
            </a:avLst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Bogen 26">
            <a:extLst>
              <a:ext uri="{FF2B5EF4-FFF2-40B4-BE49-F238E27FC236}">
                <a16:creationId xmlns:a16="http://schemas.microsoft.com/office/drawing/2014/main" id="{B1759E70-A903-555E-C9F1-D7439801CD60}"/>
              </a:ext>
            </a:extLst>
          </p:cNvPr>
          <p:cNvSpPr/>
          <p:nvPr/>
        </p:nvSpPr>
        <p:spPr>
          <a:xfrm>
            <a:off x="-15857" y="1862744"/>
            <a:ext cx="405765" cy="365184"/>
          </a:xfrm>
          <a:prstGeom prst="arc">
            <a:avLst>
              <a:gd name="adj1" fmla="val 1151559"/>
              <a:gd name="adj2" fmla="val 3202927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Bogen 30">
            <a:extLst>
              <a:ext uri="{FF2B5EF4-FFF2-40B4-BE49-F238E27FC236}">
                <a16:creationId xmlns:a16="http://schemas.microsoft.com/office/drawing/2014/main" id="{CB993EE7-46AC-25AB-5281-874F70E17BF1}"/>
              </a:ext>
            </a:extLst>
          </p:cNvPr>
          <p:cNvSpPr/>
          <p:nvPr/>
        </p:nvSpPr>
        <p:spPr>
          <a:xfrm>
            <a:off x="-25382" y="1738128"/>
            <a:ext cx="426719" cy="389298"/>
          </a:xfrm>
          <a:prstGeom prst="arc">
            <a:avLst>
              <a:gd name="adj1" fmla="val 1151559"/>
              <a:gd name="adj2" fmla="val 3495597"/>
            </a:avLst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Bogen 36">
            <a:extLst>
              <a:ext uri="{FF2B5EF4-FFF2-40B4-BE49-F238E27FC236}">
                <a16:creationId xmlns:a16="http://schemas.microsoft.com/office/drawing/2014/main" id="{6DBF449F-D6FB-0367-48E1-3ED223BBA193}"/>
              </a:ext>
            </a:extLst>
          </p:cNvPr>
          <p:cNvSpPr/>
          <p:nvPr/>
        </p:nvSpPr>
        <p:spPr>
          <a:xfrm>
            <a:off x="3209870" y="1860839"/>
            <a:ext cx="405765" cy="365184"/>
          </a:xfrm>
          <a:prstGeom prst="arc">
            <a:avLst>
              <a:gd name="adj1" fmla="val 7703059"/>
              <a:gd name="adj2" fmla="val 9637948"/>
            </a:avLst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Bogen 39">
            <a:extLst>
              <a:ext uri="{FF2B5EF4-FFF2-40B4-BE49-F238E27FC236}">
                <a16:creationId xmlns:a16="http://schemas.microsoft.com/office/drawing/2014/main" id="{C6DE6B71-4F41-4D6F-898D-222BABBD18A6}"/>
              </a:ext>
            </a:extLst>
          </p:cNvPr>
          <p:cNvSpPr/>
          <p:nvPr/>
        </p:nvSpPr>
        <p:spPr>
          <a:xfrm>
            <a:off x="3200345" y="1738128"/>
            <a:ext cx="426719" cy="389298"/>
          </a:xfrm>
          <a:prstGeom prst="arc">
            <a:avLst>
              <a:gd name="adj1" fmla="val 7485783"/>
              <a:gd name="adj2" fmla="val 9637948"/>
            </a:avLst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F78000E4-B249-9F84-DC20-EA708E44B31E}"/>
              </a:ext>
            </a:extLst>
          </p:cNvPr>
          <p:cNvSpPr/>
          <p:nvPr/>
        </p:nvSpPr>
        <p:spPr>
          <a:xfrm>
            <a:off x="294322" y="1251585"/>
            <a:ext cx="3011805" cy="1097280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088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08CE-4237-7BEE-B467-F53B030F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DB4C5427-9380-7FDC-6DC2-017DD819B6DD}"/>
              </a:ext>
            </a:extLst>
          </p:cNvPr>
          <p:cNvGrpSpPr/>
          <p:nvPr/>
        </p:nvGrpSpPr>
        <p:grpSpPr>
          <a:xfrm>
            <a:off x="294322" y="1546860"/>
            <a:ext cx="3011805" cy="803910"/>
            <a:chOff x="294322" y="1546860"/>
            <a:chExt cx="3011805" cy="803910"/>
          </a:xfrm>
        </p:grpSpPr>
        <p:sp>
          <p:nvSpPr>
            <p:cNvPr id="105" name="Freihandform: Form 104">
              <a:extLst>
                <a:ext uri="{FF2B5EF4-FFF2-40B4-BE49-F238E27FC236}">
                  <a16:creationId xmlns:a16="http://schemas.microsoft.com/office/drawing/2014/main" id="{02080047-C27C-BDBD-45FE-C89951871A96}"/>
                </a:ext>
              </a:extLst>
            </p:cNvPr>
            <p:cNvSpPr/>
            <p:nvPr/>
          </p:nvSpPr>
          <p:spPr>
            <a:xfrm>
              <a:off x="297180" y="1546860"/>
              <a:ext cx="3004185" cy="803910"/>
            </a:xfrm>
            <a:custGeom>
              <a:avLst/>
              <a:gdLst>
                <a:gd name="csX0" fmla="*/ 0 w 3004185"/>
                <a:gd name="csY0" fmla="*/ 632460 h 803910"/>
                <a:gd name="csX1" fmla="*/ 198120 w 3004185"/>
                <a:gd name="csY1" fmla="*/ 632460 h 803910"/>
                <a:gd name="csX2" fmla="*/ 523875 w 3004185"/>
                <a:gd name="csY2" fmla="*/ 0 h 803910"/>
                <a:gd name="csX3" fmla="*/ 802005 w 3004185"/>
                <a:gd name="csY3" fmla="*/ 0 h 803910"/>
                <a:gd name="csX4" fmla="*/ 840105 w 3004185"/>
                <a:gd name="csY4" fmla="*/ 634365 h 803910"/>
                <a:gd name="csX5" fmla="*/ 1152525 w 3004185"/>
                <a:gd name="csY5" fmla="*/ 634365 h 803910"/>
                <a:gd name="csX6" fmla="*/ 1478280 w 3004185"/>
                <a:gd name="csY6" fmla="*/ 3810 h 803910"/>
                <a:gd name="csX7" fmla="*/ 1756410 w 3004185"/>
                <a:gd name="csY7" fmla="*/ 3810 h 803910"/>
                <a:gd name="csX8" fmla="*/ 1788795 w 3004185"/>
                <a:gd name="csY8" fmla="*/ 632460 h 803910"/>
                <a:gd name="csX9" fmla="*/ 2105025 w 3004185"/>
                <a:gd name="csY9" fmla="*/ 632460 h 803910"/>
                <a:gd name="csX10" fmla="*/ 2428875 w 3004185"/>
                <a:gd name="csY10" fmla="*/ 1905 h 803910"/>
                <a:gd name="csX11" fmla="*/ 2705100 w 3004185"/>
                <a:gd name="csY11" fmla="*/ 1905 h 803910"/>
                <a:gd name="csX12" fmla="*/ 2743200 w 3004185"/>
                <a:gd name="csY12" fmla="*/ 634365 h 803910"/>
                <a:gd name="csX13" fmla="*/ 3004185 w 3004185"/>
                <a:gd name="csY13" fmla="*/ 634365 h 803910"/>
                <a:gd name="csX14" fmla="*/ 3004185 w 3004185"/>
                <a:gd name="csY14" fmla="*/ 803910 h 803910"/>
                <a:gd name="csX15" fmla="*/ 0 w 3004185"/>
                <a:gd name="csY15" fmla="*/ 803910 h 803910"/>
                <a:gd name="csX16" fmla="*/ 0 w 3004185"/>
                <a:gd name="csY16" fmla="*/ 632460 h 8039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3004185" h="803910">
                  <a:moveTo>
                    <a:pt x="0" y="632460"/>
                  </a:moveTo>
                  <a:lnTo>
                    <a:pt x="198120" y="632460"/>
                  </a:lnTo>
                  <a:lnTo>
                    <a:pt x="523875" y="0"/>
                  </a:lnTo>
                  <a:lnTo>
                    <a:pt x="802005" y="0"/>
                  </a:lnTo>
                  <a:lnTo>
                    <a:pt x="840105" y="634365"/>
                  </a:lnTo>
                  <a:lnTo>
                    <a:pt x="1152525" y="634365"/>
                  </a:lnTo>
                  <a:lnTo>
                    <a:pt x="1478280" y="3810"/>
                  </a:lnTo>
                  <a:lnTo>
                    <a:pt x="1756410" y="3810"/>
                  </a:lnTo>
                  <a:lnTo>
                    <a:pt x="1788795" y="632460"/>
                  </a:lnTo>
                  <a:lnTo>
                    <a:pt x="2105025" y="632460"/>
                  </a:lnTo>
                  <a:lnTo>
                    <a:pt x="2428875" y="1905"/>
                  </a:lnTo>
                  <a:lnTo>
                    <a:pt x="2705100" y="1905"/>
                  </a:lnTo>
                  <a:lnTo>
                    <a:pt x="2743200" y="634365"/>
                  </a:lnTo>
                  <a:lnTo>
                    <a:pt x="3004185" y="634365"/>
                  </a:lnTo>
                  <a:lnTo>
                    <a:pt x="3004185" y="803910"/>
                  </a:lnTo>
                  <a:lnTo>
                    <a:pt x="0" y="803910"/>
                  </a:lnTo>
                  <a:lnTo>
                    <a:pt x="0" y="63246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22D0BB8-FA62-8360-DE7B-401BC8B7075F}"/>
                </a:ext>
              </a:extLst>
            </p:cNvPr>
            <p:cNvCxnSpPr>
              <a:cxnSpLocks/>
            </p:cNvCxnSpPr>
            <p:nvPr/>
          </p:nvCxnSpPr>
          <p:spPr>
            <a:xfrm rot="720000">
              <a:off x="1035411" y="1560806"/>
              <a:ext cx="164531" cy="60747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FEAF60A-F7EC-F858-F409-0F99CB992D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7092" y="1550522"/>
              <a:ext cx="322410" cy="625995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5FB87FE8-C918-6A15-548B-7EFF33853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6775" y="2178560"/>
              <a:ext cx="311206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4352FEF2-F6EF-1554-B4F5-663D522AD6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322" y="2178100"/>
              <a:ext cx="203799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57E25EB5-EAC3-56FC-4EAF-F50B84CB7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150" y="1550522"/>
              <a:ext cx="281926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6CE4F757-F880-9BBF-13EE-FFF0570007A5}"/>
                </a:ext>
              </a:extLst>
            </p:cNvPr>
            <p:cNvCxnSpPr>
              <a:cxnSpLocks/>
            </p:cNvCxnSpPr>
            <p:nvPr/>
          </p:nvCxnSpPr>
          <p:spPr>
            <a:xfrm rot="720000">
              <a:off x="1987600" y="1560806"/>
              <a:ext cx="164531" cy="60747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A0CBB5AD-801C-8002-938E-A6D9C5B29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281" y="1550522"/>
              <a:ext cx="322410" cy="625995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D42E7FAA-0E91-3150-26B6-FF58B349C5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8964" y="2178560"/>
              <a:ext cx="311206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CA011571-9EDF-42FE-7095-9E115E3EC8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339" y="1550522"/>
              <a:ext cx="281926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Gerader Verbinder 94">
              <a:extLst>
                <a:ext uri="{FF2B5EF4-FFF2-40B4-BE49-F238E27FC236}">
                  <a16:creationId xmlns:a16="http://schemas.microsoft.com/office/drawing/2014/main" id="{3EB53B8A-0DAA-B785-2C30-47A89EFDCD82}"/>
                </a:ext>
              </a:extLst>
            </p:cNvPr>
            <p:cNvCxnSpPr>
              <a:cxnSpLocks/>
            </p:cNvCxnSpPr>
            <p:nvPr/>
          </p:nvCxnSpPr>
          <p:spPr>
            <a:xfrm rot="720000">
              <a:off x="2940091" y="1560806"/>
              <a:ext cx="164531" cy="60747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74D57E3F-7D03-EC23-9E34-7462336932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01772" y="1550522"/>
              <a:ext cx="322410" cy="625995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72590D53-8967-9537-D775-C61C14307D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1455" y="2178560"/>
              <a:ext cx="264672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9">
              <a:extLst>
                <a:ext uri="{FF2B5EF4-FFF2-40B4-BE49-F238E27FC236}">
                  <a16:creationId xmlns:a16="http://schemas.microsoft.com/office/drawing/2014/main" id="{1A354C2E-092D-EA95-D090-365D46D85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3830" y="1550522"/>
              <a:ext cx="281926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A97A43CD-A1AA-A82E-2985-4DB0AD514D85}"/>
              </a:ext>
            </a:extLst>
          </p:cNvPr>
          <p:cNvGrpSpPr/>
          <p:nvPr/>
        </p:nvGrpSpPr>
        <p:grpSpPr>
          <a:xfrm>
            <a:off x="291465" y="1253490"/>
            <a:ext cx="3011805" cy="880110"/>
            <a:chOff x="293370" y="1253490"/>
            <a:chExt cx="3011805" cy="880110"/>
          </a:xfrm>
        </p:grpSpPr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BB079873-3C40-0F35-B00E-6E439A397C30}"/>
                </a:ext>
              </a:extLst>
            </p:cNvPr>
            <p:cNvSpPr/>
            <p:nvPr/>
          </p:nvSpPr>
          <p:spPr>
            <a:xfrm>
              <a:off x="293370" y="1253490"/>
              <a:ext cx="3011805" cy="880110"/>
            </a:xfrm>
            <a:custGeom>
              <a:avLst/>
              <a:gdLst>
                <a:gd name="csX0" fmla="*/ 0 w 3011805"/>
                <a:gd name="csY0" fmla="*/ 870585 h 880110"/>
                <a:gd name="csX1" fmla="*/ 0 w 3011805"/>
                <a:gd name="csY1" fmla="*/ 0 h 880110"/>
                <a:gd name="csX2" fmla="*/ 3011805 w 3011805"/>
                <a:gd name="csY2" fmla="*/ 0 h 880110"/>
                <a:gd name="csX3" fmla="*/ 3011805 w 3011805"/>
                <a:gd name="csY3" fmla="*/ 880110 h 880110"/>
                <a:gd name="csX4" fmla="*/ 2762250 w 3011805"/>
                <a:gd name="csY4" fmla="*/ 880110 h 880110"/>
                <a:gd name="csX5" fmla="*/ 2729865 w 3011805"/>
                <a:gd name="csY5" fmla="*/ 295275 h 880110"/>
                <a:gd name="csX6" fmla="*/ 2699385 w 3011805"/>
                <a:gd name="csY6" fmla="*/ 220980 h 880110"/>
                <a:gd name="csX7" fmla="*/ 2647950 w 3011805"/>
                <a:gd name="csY7" fmla="*/ 177165 h 880110"/>
                <a:gd name="csX8" fmla="*/ 2590800 w 3011805"/>
                <a:gd name="csY8" fmla="*/ 154305 h 880110"/>
                <a:gd name="csX9" fmla="*/ 2518410 w 3011805"/>
                <a:gd name="csY9" fmla="*/ 152400 h 880110"/>
                <a:gd name="csX10" fmla="*/ 2453640 w 3011805"/>
                <a:gd name="csY10" fmla="*/ 173355 h 880110"/>
                <a:gd name="csX11" fmla="*/ 2398395 w 3011805"/>
                <a:gd name="csY11" fmla="*/ 215265 h 880110"/>
                <a:gd name="csX12" fmla="*/ 2362200 w 3011805"/>
                <a:gd name="csY12" fmla="*/ 274320 h 880110"/>
                <a:gd name="csX13" fmla="*/ 2051685 w 3011805"/>
                <a:gd name="csY13" fmla="*/ 880110 h 880110"/>
                <a:gd name="csX14" fmla="*/ 1807845 w 3011805"/>
                <a:gd name="csY14" fmla="*/ 880110 h 880110"/>
                <a:gd name="csX15" fmla="*/ 1777365 w 3011805"/>
                <a:gd name="csY15" fmla="*/ 295275 h 880110"/>
                <a:gd name="csX16" fmla="*/ 1752600 w 3011805"/>
                <a:gd name="csY16" fmla="*/ 224790 h 880110"/>
                <a:gd name="csX17" fmla="*/ 1706880 w 3011805"/>
                <a:gd name="csY17" fmla="*/ 182880 h 880110"/>
                <a:gd name="csX18" fmla="*/ 1647825 w 3011805"/>
                <a:gd name="csY18" fmla="*/ 156210 h 880110"/>
                <a:gd name="csX19" fmla="*/ 1571625 w 3011805"/>
                <a:gd name="csY19" fmla="*/ 150495 h 880110"/>
                <a:gd name="csX20" fmla="*/ 1512570 w 3011805"/>
                <a:gd name="csY20" fmla="*/ 165735 h 880110"/>
                <a:gd name="csX21" fmla="*/ 1463040 w 3011805"/>
                <a:gd name="csY21" fmla="*/ 196215 h 880110"/>
                <a:gd name="csX22" fmla="*/ 1428750 w 3011805"/>
                <a:gd name="csY22" fmla="*/ 243840 h 880110"/>
                <a:gd name="csX23" fmla="*/ 1099185 w 3011805"/>
                <a:gd name="csY23" fmla="*/ 880110 h 880110"/>
                <a:gd name="csX24" fmla="*/ 857250 w 3011805"/>
                <a:gd name="csY24" fmla="*/ 880110 h 880110"/>
                <a:gd name="csX25" fmla="*/ 826770 w 3011805"/>
                <a:gd name="csY25" fmla="*/ 297180 h 880110"/>
                <a:gd name="csX26" fmla="*/ 805815 w 3011805"/>
                <a:gd name="csY26" fmla="*/ 234315 h 880110"/>
                <a:gd name="csX27" fmla="*/ 765810 w 3011805"/>
                <a:gd name="csY27" fmla="*/ 190500 h 880110"/>
                <a:gd name="csX28" fmla="*/ 714375 w 3011805"/>
                <a:gd name="csY28" fmla="*/ 165735 h 880110"/>
                <a:gd name="csX29" fmla="*/ 666750 w 3011805"/>
                <a:gd name="csY29" fmla="*/ 148590 h 880110"/>
                <a:gd name="csX30" fmla="*/ 607695 w 3011805"/>
                <a:gd name="csY30" fmla="*/ 152400 h 880110"/>
                <a:gd name="csX31" fmla="*/ 550545 w 3011805"/>
                <a:gd name="csY31" fmla="*/ 171450 h 880110"/>
                <a:gd name="csX32" fmla="*/ 502920 w 3011805"/>
                <a:gd name="csY32" fmla="*/ 203835 h 880110"/>
                <a:gd name="csX33" fmla="*/ 470535 w 3011805"/>
                <a:gd name="csY33" fmla="*/ 255270 h 880110"/>
                <a:gd name="csX34" fmla="*/ 148590 w 3011805"/>
                <a:gd name="csY34" fmla="*/ 874395 h 880110"/>
                <a:gd name="csX35" fmla="*/ 0 w 3011805"/>
                <a:gd name="csY35" fmla="*/ 870585 h 8801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3011805" h="880110">
                  <a:moveTo>
                    <a:pt x="0" y="870585"/>
                  </a:moveTo>
                  <a:lnTo>
                    <a:pt x="0" y="0"/>
                  </a:lnTo>
                  <a:lnTo>
                    <a:pt x="3011805" y="0"/>
                  </a:lnTo>
                  <a:lnTo>
                    <a:pt x="3011805" y="880110"/>
                  </a:lnTo>
                  <a:lnTo>
                    <a:pt x="2762250" y="880110"/>
                  </a:lnTo>
                  <a:lnTo>
                    <a:pt x="2729865" y="295275"/>
                  </a:lnTo>
                  <a:lnTo>
                    <a:pt x="2699385" y="220980"/>
                  </a:lnTo>
                  <a:lnTo>
                    <a:pt x="2647950" y="177165"/>
                  </a:lnTo>
                  <a:lnTo>
                    <a:pt x="2590800" y="154305"/>
                  </a:lnTo>
                  <a:lnTo>
                    <a:pt x="2518410" y="152400"/>
                  </a:lnTo>
                  <a:lnTo>
                    <a:pt x="2453640" y="173355"/>
                  </a:lnTo>
                  <a:lnTo>
                    <a:pt x="2398395" y="215265"/>
                  </a:lnTo>
                  <a:lnTo>
                    <a:pt x="2362200" y="274320"/>
                  </a:lnTo>
                  <a:lnTo>
                    <a:pt x="2051685" y="880110"/>
                  </a:lnTo>
                  <a:lnTo>
                    <a:pt x="1807845" y="880110"/>
                  </a:lnTo>
                  <a:lnTo>
                    <a:pt x="1777365" y="295275"/>
                  </a:lnTo>
                  <a:lnTo>
                    <a:pt x="1752600" y="224790"/>
                  </a:lnTo>
                  <a:lnTo>
                    <a:pt x="1706880" y="182880"/>
                  </a:lnTo>
                  <a:lnTo>
                    <a:pt x="1647825" y="156210"/>
                  </a:lnTo>
                  <a:lnTo>
                    <a:pt x="1571625" y="150495"/>
                  </a:lnTo>
                  <a:lnTo>
                    <a:pt x="1512570" y="165735"/>
                  </a:lnTo>
                  <a:lnTo>
                    <a:pt x="1463040" y="196215"/>
                  </a:lnTo>
                  <a:lnTo>
                    <a:pt x="1428750" y="243840"/>
                  </a:lnTo>
                  <a:lnTo>
                    <a:pt x="1099185" y="880110"/>
                  </a:lnTo>
                  <a:lnTo>
                    <a:pt x="857250" y="880110"/>
                  </a:lnTo>
                  <a:lnTo>
                    <a:pt x="826770" y="297180"/>
                  </a:lnTo>
                  <a:lnTo>
                    <a:pt x="805815" y="234315"/>
                  </a:lnTo>
                  <a:lnTo>
                    <a:pt x="765810" y="190500"/>
                  </a:lnTo>
                  <a:lnTo>
                    <a:pt x="714375" y="165735"/>
                  </a:lnTo>
                  <a:lnTo>
                    <a:pt x="666750" y="148590"/>
                  </a:lnTo>
                  <a:lnTo>
                    <a:pt x="607695" y="152400"/>
                  </a:lnTo>
                  <a:lnTo>
                    <a:pt x="550545" y="171450"/>
                  </a:lnTo>
                  <a:lnTo>
                    <a:pt x="502920" y="203835"/>
                  </a:lnTo>
                  <a:lnTo>
                    <a:pt x="470535" y="255270"/>
                  </a:lnTo>
                  <a:lnTo>
                    <a:pt x="148590" y="874395"/>
                  </a:lnTo>
                  <a:lnTo>
                    <a:pt x="0" y="8705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Bogen 3">
              <a:extLst>
                <a:ext uri="{FF2B5EF4-FFF2-40B4-BE49-F238E27FC236}">
                  <a16:creationId xmlns:a16="http://schemas.microsoft.com/office/drawing/2014/main" id="{81D4DDE6-9A90-0E67-9F9A-2B4A579C387E}"/>
                </a:ext>
              </a:extLst>
            </p:cNvPr>
            <p:cNvSpPr/>
            <p:nvPr/>
          </p:nvSpPr>
          <p:spPr>
            <a:xfrm rot="10800000">
              <a:off x="748664" y="1403538"/>
              <a:ext cx="371473" cy="341906"/>
            </a:xfrm>
            <a:prstGeom prst="arc">
              <a:avLst>
                <a:gd name="adj1" fmla="val 1391932"/>
                <a:gd name="adj2" fmla="val 10650327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860A6B60-1BC3-94D6-FB8B-17E483228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4703" y="1497311"/>
              <a:ext cx="324646" cy="630339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78C3CA9A-91FB-A97E-C9A2-02F4ECA1F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322" y="2127650"/>
              <a:ext cx="150381" cy="0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D60FBB3-B6CB-BD5B-CC26-3B14058C8E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1972" y="2131736"/>
              <a:ext cx="240583" cy="0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D8004493-8299-313F-6C21-E11A4C154CAF}"/>
                </a:ext>
              </a:extLst>
            </p:cNvPr>
            <p:cNvCxnSpPr>
              <a:cxnSpLocks/>
            </p:cNvCxnSpPr>
            <p:nvPr/>
          </p:nvCxnSpPr>
          <p:spPr>
            <a:xfrm>
              <a:off x="1119457" y="1555441"/>
              <a:ext cx="31761" cy="576254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Bogen 87">
              <a:extLst>
                <a:ext uri="{FF2B5EF4-FFF2-40B4-BE49-F238E27FC236}">
                  <a16:creationId xmlns:a16="http://schemas.microsoft.com/office/drawing/2014/main" id="{FC67EDDC-28BE-10FA-64B8-5C5858E069C4}"/>
                </a:ext>
              </a:extLst>
            </p:cNvPr>
            <p:cNvSpPr/>
            <p:nvPr/>
          </p:nvSpPr>
          <p:spPr>
            <a:xfrm rot="10800000">
              <a:off x="1700853" y="1403538"/>
              <a:ext cx="371473" cy="341906"/>
            </a:xfrm>
            <a:prstGeom prst="arc">
              <a:avLst>
                <a:gd name="adj1" fmla="val 1391932"/>
                <a:gd name="adj2" fmla="val 10650327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97D5D901-0F07-10D3-D1FC-794AE32EF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6892" y="1497311"/>
              <a:ext cx="324646" cy="630339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Gerader Verbinder 92">
              <a:extLst>
                <a:ext uri="{FF2B5EF4-FFF2-40B4-BE49-F238E27FC236}">
                  <a16:creationId xmlns:a16="http://schemas.microsoft.com/office/drawing/2014/main" id="{0291D5A2-FC41-C8C6-2CB7-BDC4EBC904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4161" y="2131736"/>
              <a:ext cx="240583" cy="0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Gerader Verbinder 93">
              <a:extLst>
                <a:ext uri="{FF2B5EF4-FFF2-40B4-BE49-F238E27FC236}">
                  <a16:creationId xmlns:a16="http://schemas.microsoft.com/office/drawing/2014/main" id="{32E60DA4-B933-6A0C-83E1-8FA8C5120BE3}"/>
                </a:ext>
              </a:extLst>
            </p:cNvPr>
            <p:cNvCxnSpPr>
              <a:cxnSpLocks/>
            </p:cNvCxnSpPr>
            <p:nvPr/>
          </p:nvCxnSpPr>
          <p:spPr>
            <a:xfrm>
              <a:off x="2071646" y="1555441"/>
              <a:ext cx="31761" cy="576254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Bogen 96">
              <a:extLst>
                <a:ext uri="{FF2B5EF4-FFF2-40B4-BE49-F238E27FC236}">
                  <a16:creationId xmlns:a16="http://schemas.microsoft.com/office/drawing/2014/main" id="{97C2A132-3ED1-1379-BA9D-4CDBA903D2C8}"/>
                </a:ext>
              </a:extLst>
            </p:cNvPr>
            <p:cNvSpPr/>
            <p:nvPr/>
          </p:nvSpPr>
          <p:spPr>
            <a:xfrm rot="10800000">
              <a:off x="2653344" y="1403538"/>
              <a:ext cx="371473" cy="341906"/>
            </a:xfrm>
            <a:prstGeom prst="arc">
              <a:avLst>
                <a:gd name="adj1" fmla="val 1391932"/>
                <a:gd name="adj2" fmla="val 10650327"/>
              </a:avLst>
            </a:prstGeom>
            <a:ln cap="rnd">
              <a:solidFill>
                <a:schemeClr val="bg1">
                  <a:lumMod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8" name="Gerader Verbinder 97">
              <a:extLst>
                <a:ext uri="{FF2B5EF4-FFF2-40B4-BE49-F238E27FC236}">
                  <a16:creationId xmlns:a16="http://schemas.microsoft.com/office/drawing/2014/main" id="{7D42B1A7-7FD5-DE19-0CAC-6CF653E1B5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9383" y="1497311"/>
              <a:ext cx="324646" cy="630339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r Verbinder 100">
              <a:extLst>
                <a:ext uri="{FF2B5EF4-FFF2-40B4-BE49-F238E27FC236}">
                  <a16:creationId xmlns:a16="http://schemas.microsoft.com/office/drawing/2014/main" id="{3B4DEB7A-ED41-8A36-02A7-B0B9DE11E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6652" y="2131736"/>
              <a:ext cx="240583" cy="0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81AED6F7-3ACE-BBB2-FA14-A9FC3C324A8E}"/>
                </a:ext>
              </a:extLst>
            </p:cNvPr>
            <p:cNvCxnSpPr>
              <a:cxnSpLocks/>
            </p:cNvCxnSpPr>
            <p:nvPr/>
          </p:nvCxnSpPr>
          <p:spPr>
            <a:xfrm>
              <a:off x="3024137" y="1555441"/>
              <a:ext cx="31761" cy="576254"/>
            </a:xfrm>
            <a:prstGeom prst="line">
              <a:avLst/>
            </a:prstGeom>
            <a:ln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hteck 91">
            <a:extLst>
              <a:ext uri="{FF2B5EF4-FFF2-40B4-BE49-F238E27FC236}">
                <a16:creationId xmlns:a16="http://schemas.microsoft.com/office/drawing/2014/main" id="{9B498F6C-CBE6-25BC-8F95-394EC8981AA0}"/>
              </a:ext>
            </a:extLst>
          </p:cNvPr>
          <p:cNvSpPr/>
          <p:nvPr/>
        </p:nvSpPr>
        <p:spPr>
          <a:xfrm>
            <a:off x="294322" y="1251585"/>
            <a:ext cx="3011805" cy="1097280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Bogen 72">
            <a:extLst>
              <a:ext uri="{FF2B5EF4-FFF2-40B4-BE49-F238E27FC236}">
                <a16:creationId xmlns:a16="http://schemas.microsoft.com/office/drawing/2014/main" id="{CC65418E-3DAF-2779-5F4F-67448ECBEE97}"/>
              </a:ext>
            </a:extLst>
          </p:cNvPr>
          <p:cNvSpPr/>
          <p:nvPr/>
        </p:nvSpPr>
        <p:spPr>
          <a:xfrm>
            <a:off x="193683" y="1574491"/>
            <a:ext cx="1966900" cy="1966900"/>
          </a:xfrm>
          <a:prstGeom prst="arc">
            <a:avLst>
              <a:gd name="adj1" fmla="val 16030802"/>
              <a:gd name="adj2" fmla="val 17788990"/>
            </a:avLst>
          </a:prstGeom>
          <a:ln w="19050" cap="rnd">
            <a:solidFill>
              <a:schemeClr val="accent5">
                <a:lumMod val="75000"/>
              </a:schemeClr>
            </a:solidFill>
            <a:round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E1F16200-3F1F-CD89-7C58-8CA1894CCC6A}"/>
              </a:ext>
            </a:extLst>
          </p:cNvPr>
          <p:cNvSpPr txBox="1"/>
          <p:nvPr/>
        </p:nvSpPr>
        <p:spPr>
          <a:xfrm>
            <a:off x="1170106" y="1282891"/>
            <a:ext cx="54215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solidFill>
                  <a:schemeClr val="accent5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30°</a:t>
            </a:r>
          </a:p>
        </p:txBody>
      </p:sp>
    </p:spTree>
    <p:extLst>
      <p:ext uri="{BB962C8B-B14F-4D97-AF65-F5344CB8AC3E}">
        <p14:creationId xmlns:p14="http://schemas.microsoft.com/office/powerpoint/2010/main" val="821688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A893-A01F-5D38-DB9C-3779ED57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7FC18CDA-8A21-D3FD-EB9B-9C0003EF5FFB}"/>
              </a:ext>
            </a:extLst>
          </p:cNvPr>
          <p:cNvSpPr/>
          <p:nvPr/>
        </p:nvSpPr>
        <p:spPr>
          <a:xfrm>
            <a:off x="289560" y="1251585"/>
            <a:ext cx="3015615" cy="807720"/>
          </a:xfrm>
          <a:custGeom>
            <a:avLst/>
            <a:gdLst>
              <a:gd name="csX0" fmla="*/ 0 w 3015615"/>
              <a:gd name="csY0" fmla="*/ 807720 h 807720"/>
              <a:gd name="csX1" fmla="*/ 0 w 3015615"/>
              <a:gd name="csY1" fmla="*/ 0 h 807720"/>
              <a:gd name="csX2" fmla="*/ 3015615 w 3015615"/>
              <a:gd name="csY2" fmla="*/ 0 h 807720"/>
              <a:gd name="csX3" fmla="*/ 3015615 w 3015615"/>
              <a:gd name="csY3" fmla="*/ 805815 h 807720"/>
              <a:gd name="csX4" fmla="*/ 2773680 w 3015615"/>
              <a:gd name="csY4" fmla="*/ 805815 h 807720"/>
              <a:gd name="csX5" fmla="*/ 2773680 w 3015615"/>
              <a:gd name="csY5" fmla="*/ 175260 h 807720"/>
              <a:gd name="csX6" fmla="*/ 2255520 w 3015615"/>
              <a:gd name="csY6" fmla="*/ 175260 h 807720"/>
              <a:gd name="csX7" fmla="*/ 2255520 w 3015615"/>
              <a:gd name="csY7" fmla="*/ 803910 h 807720"/>
              <a:gd name="csX8" fmla="*/ 1769745 w 3015615"/>
              <a:gd name="csY8" fmla="*/ 803910 h 807720"/>
              <a:gd name="csX9" fmla="*/ 1769745 w 3015615"/>
              <a:gd name="csY9" fmla="*/ 173355 h 807720"/>
              <a:gd name="csX10" fmla="*/ 1247775 w 3015615"/>
              <a:gd name="csY10" fmla="*/ 173355 h 807720"/>
              <a:gd name="csX11" fmla="*/ 1247775 w 3015615"/>
              <a:gd name="csY11" fmla="*/ 803910 h 807720"/>
              <a:gd name="csX12" fmla="*/ 763905 w 3015615"/>
              <a:gd name="csY12" fmla="*/ 803910 h 807720"/>
              <a:gd name="csX13" fmla="*/ 763905 w 3015615"/>
              <a:gd name="csY13" fmla="*/ 179070 h 807720"/>
              <a:gd name="csX14" fmla="*/ 243840 w 3015615"/>
              <a:gd name="csY14" fmla="*/ 179070 h 807720"/>
              <a:gd name="csX15" fmla="*/ 243840 w 3015615"/>
              <a:gd name="csY15" fmla="*/ 807720 h 807720"/>
              <a:gd name="csX16" fmla="*/ 0 w 3015615"/>
              <a:gd name="csY16" fmla="*/ 807720 h 8077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15615" h="807720">
                <a:moveTo>
                  <a:pt x="0" y="807720"/>
                </a:moveTo>
                <a:lnTo>
                  <a:pt x="0" y="0"/>
                </a:lnTo>
                <a:lnTo>
                  <a:pt x="3015615" y="0"/>
                </a:lnTo>
                <a:lnTo>
                  <a:pt x="3015615" y="805815"/>
                </a:lnTo>
                <a:lnTo>
                  <a:pt x="2773680" y="805815"/>
                </a:lnTo>
                <a:lnTo>
                  <a:pt x="2773680" y="175260"/>
                </a:lnTo>
                <a:lnTo>
                  <a:pt x="2255520" y="175260"/>
                </a:lnTo>
                <a:lnTo>
                  <a:pt x="2255520" y="803910"/>
                </a:lnTo>
                <a:lnTo>
                  <a:pt x="1769745" y="803910"/>
                </a:lnTo>
                <a:lnTo>
                  <a:pt x="1769745" y="173355"/>
                </a:lnTo>
                <a:lnTo>
                  <a:pt x="1247775" y="173355"/>
                </a:lnTo>
                <a:lnTo>
                  <a:pt x="1247775" y="803910"/>
                </a:lnTo>
                <a:lnTo>
                  <a:pt x="763905" y="803910"/>
                </a:lnTo>
                <a:lnTo>
                  <a:pt x="763905" y="179070"/>
                </a:lnTo>
                <a:lnTo>
                  <a:pt x="243840" y="179070"/>
                </a:lnTo>
                <a:lnTo>
                  <a:pt x="243840" y="807720"/>
                </a:lnTo>
                <a:lnTo>
                  <a:pt x="0" y="80772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Freihandform: Form 104">
            <a:extLst>
              <a:ext uri="{FF2B5EF4-FFF2-40B4-BE49-F238E27FC236}">
                <a16:creationId xmlns:a16="http://schemas.microsoft.com/office/drawing/2014/main" id="{6BE5310E-61CB-9A3A-F5F3-93E7C45CF38C}"/>
              </a:ext>
            </a:extLst>
          </p:cNvPr>
          <p:cNvSpPr/>
          <p:nvPr/>
        </p:nvSpPr>
        <p:spPr>
          <a:xfrm>
            <a:off x="298132" y="1547697"/>
            <a:ext cx="3004185" cy="803910"/>
          </a:xfrm>
          <a:custGeom>
            <a:avLst/>
            <a:gdLst>
              <a:gd name="csX0" fmla="*/ 0 w 3004185"/>
              <a:gd name="csY0" fmla="*/ 632460 h 803910"/>
              <a:gd name="csX1" fmla="*/ 253365 w 3004185"/>
              <a:gd name="csY1" fmla="*/ 632460 h 803910"/>
              <a:gd name="csX2" fmla="*/ 249555 w 3004185"/>
              <a:gd name="csY2" fmla="*/ 5715 h 803910"/>
              <a:gd name="csX3" fmla="*/ 731520 w 3004185"/>
              <a:gd name="csY3" fmla="*/ 3810 h 803910"/>
              <a:gd name="csX4" fmla="*/ 737235 w 3004185"/>
              <a:gd name="csY4" fmla="*/ 628650 h 803910"/>
              <a:gd name="csX5" fmla="*/ 1255395 w 3004185"/>
              <a:gd name="csY5" fmla="*/ 634365 h 803910"/>
              <a:gd name="csX6" fmla="*/ 1261110 w 3004185"/>
              <a:gd name="csY6" fmla="*/ 1905 h 803910"/>
              <a:gd name="csX7" fmla="*/ 1743075 w 3004185"/>
              <a:gd name="csY7" fmla="*/ 1905 h 803910"/>
              <a:gd name="csX8" fmla="*/ 1741170 w 3004185"/>
              <a:gd name="csY8" fmla="*/ 634365 h 803910"/>
              <a:gd name="csX9" fmla="*/ 2263140 w 3004185"/>
              <a:gd name="csY9" fmla="*/ 630555 h 803910"/>
              <a:gd name="csX10" fmla="*/ 2266950 w 3004185"/>
              <a:gd name="csY10" fmla="*/ 0 h 803910"/>
              <a:gd name="csX11" fmla="*/ 2754630 w 3004185"/>
              <a:gd name="csY11" fmla="*/ 0 h 803910"/>
              <a:gd name="csX12" fmla="*/ 2752725 w 3004185"/>
              <a:gd name="csY12" fmla="*/ 626745 h 803910"/>
              <a:gd name="csX13" fmla="*/ 3004185 w 3004185"/>
              <a:gd name="csY13" fmla="*/ 628650 h 803910"/>
              <a:gd name="csX14" fmla="*/ 3004185 w 3004185"/>
              <a:gd name="csY14" fmla="*/ 803910 h 803910"/>
              <a:gd name="csX15" fmla="*/ 0 w 3004185"/>
              <a:gd name="csY15" fmla="*/ 803910 h 803910"/>
              <a:gd name="csX16" fmla="*/ 0 w 3004185"/>
              <a:gd name="csY16" fmla="*/ 632460 h 803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04185" h="803910">
                <a:moveTo>
                  <a:pt x="0" y="632460"/>
                </a:moveTo>
                <a:lnTo>
                  <a:pt x="253365" y="632460"/>
                </a:lnTo>
                <a:lnTo>
                  <a:pt x="249555" y="5715"/>
                </a:lnTo>
                <a:lnTo>
                  <a:pt x="731520" y="3810"/>
                </a:lnTo>
                <a:lnTo>
                  <a:pt x="737235" y="628650"/>
                </a:lnTo>
                <a:lnTo>
                  <a:pt x="1255395" y="634365"/>
                </a:lnTo>
                <a:lnTo>
                  <a:pt x="1261110" y="1905"/>
                </a:lnTo>
                <a:lnTo>
                  <a:pt x="1743075" y="1905"/>
                </a:lnTo>
                <a:lnTo>
                  <a:pt x="1741170" y="634365"/>
                </a:lnTo>
                <a:lnTo>
                  <a:pt x="2263140" y="630555"/>
                </a:lnTo>
                <a:lnTo>
                  <a:pt x="2266950" y="0"/>
                </a:lnTo>
                <a:lnTo>
                  <a:pt x="2754630" y="0"/>
                </a:lnTo>
                <a:lnTo>
                  <a:pt x="2752725" y="626745"/>
                </a:lnTo>
                <a:lnTo>
                  <a:pt x="3004185" y="628650"/>
                </a:lnTo>
                <a:lnTo>
                  <a:pt x="3004185" y="803910"/>
                </a:lnTo>
                <a:lnTo>
                  <a:pt x="0" y="803910"/>
                </a:lnTo>
                <a:lnTo>
                  <a:pt x="0" y="63246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5B77DC0-D1A0-6C43-C505-515270F5CC2B}"/>
              </a:ext>
            </a:extLst>
          </p:cNvPr>
          <p:cNvCxnSpPr>
            <a:cxnSpLocks/>
          </p:cNvCxnSpPr>
          <p:nvPr/>
        </p:nvCxnSpPr>
        <p:spPr>
          <a:xfrm flipH="1">
            <a:off x="1036320" y="2178560"/>
            <a:ext cx="521970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8EBAD73-5FB4-0B05-5833-B165E415E31C}"/>
              </a:ext>
            </a:extLst>
          </p:cNvPr>
          <p:cNvCxnSpPr>
            <a:cxnSpLocks/>
          </p:cNvCxnSpPr>
          <p:nvPr/>
        </p:nvCxnSpPr>
        <p:spPr>
          <a:xfrm flipH="1">
            <a:off x="294322" y="2178100"/>
            <a:ext cx="255234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170B9F4A-9E06-8CDE-D71D-65F4E469E4FE}"/>
              </a:ext>
            </a:extLst>
          </p:cNvPr>
          <p:cNvCxnSpPr>
            <a:cxnSpLocks/>
          </p:cNvCxnSpPr>
          <p:nvPr/>
        </p:nvCxnSpPr>
        <p:spPr>
          <a:xfrm flipH="1">
            <a:off x="550545" y="1550522"/>
            <a:ext cx="485775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BC5C70C6-7D92-DC55-7B89-1C69CDDA9CAC}"/>
              </a:ext>
            </a:extLst>
          </p:cNvPr>
          <p:cNvCxnSpPr>
            <a:cxnSpLocks/>
          </p:cNvCxnSpPr>
          <p:nvPr/>
        </p:nvCxnSpPr>
        <p:spPr>
          <a:xfrm>
            <a:off x="551461" y="1550670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20870EB-61F7-B27B-6AC3-0FF9909F4A3D}"/>
              </a:ext>
            </a:extLst>
          </p:cNvPr>
          <p:cNvCxnSpPr>
            <a:cxnSpLocks/>
          </p:cNvCxnSpPr>
          <p:nvPr/>
        </p:nvCxnSpPr>
        <p:spPr>
          <a:xfrm>
            <a:off x="1037222" y="1550670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D867223-1413-D0ED-84E1-22013F7C5374}"/>
              </a:ext>
            </a:extLst>
          </p:cNvPr>
          <p:cNvCxnSpPr>
            <a:cxnSpLocks/>
          </p:cNvCxnSpPr>
          <p:nvPr/>
        </p:nvCxnSpPr>
        <p:spPr>
          <a:xfrm flipH="1">
            <a:off x="2044065" y="2178100"/>
            <a:ext cx="521970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5E147A4-0809-2DBE-FE78-D1C7DAA41CDF}"/>
              </a:ext>
            </a:extLst>
          </p:cNvPr>
          <p:cNvCxnSpPr>
            <a:cxnSpLocks/>
          </p:cNvCxnSpPr>
          <p:nvPr/>
        </p:nvCxnSpPr>
        <p:spPr>
          <a:xfrm flipH="1">
            <a:off x="1558290" y="1550062"/>
            <a:ext cx="485775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72589B54-5999-6E0D-5A76-036E1FE87BBB}"/>
              </a:ext>
            </a:extLst>
          </p:cNvPr>
          <p:cNvCxnSpPr>
            <a:cxnSpLocks/>
          </p:cNvCxnSpPr>
          <p:nvPr/>
        </p:nvCxnSpPr>
        <p:spPr>
          <a:xfrm>
            <a:off x="1559206" y="1550210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BE24408-A9B3-C7AD-7452-6C276EF3FE04}"/>
              </a:ext>
            </a:extLst>
          </p:cNvPr>
          <p:cNvCxnSpPr>
            <a:cxnSpLocks/>
          </p:cNvCxnSpPr>
          <p:nvPr/>
        </p:nvCxnSpPr>
        <p:spPr>
          <a:xfrm>
            <a:off x="2044967" y="1550210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A7B767B5-6B5C-F5AC-55D6-6200593AC62D}"/>
              </a:ext>
            </a:extLst>
          </p:cNvPr>
          <p:cNvCxnSpPr>
            <a:cxnSpLocks/>
          </p:cNvCxnSpPr>
          <p:nvPr/>
        </p:nvCxnSpPr>
        <p:spPr>
          <a:xfrm flipH="1">
            <a:off x="3051810" y="2175735"/>
            <a:ext cx="249555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B00E3565-0564-2692-9243-21FB451C166F}"/>
              </a:ext>
            </a:extLst>
          </p:cNvPr>
          <p:cNvCxnSpPr>
            <a:cxnSpLocks/>
          </p:cNvCxnSpPr>
          <p:nvPr/>
        </p:nvCxnSpPr>
        <p:spPr>
          <a:xfrm flipH="1">
            <a:off x="2566035" y="1547697"/>
            <a:ext cx="485775" cy="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C84F03F-51E5-58EA-181A-90631CB7C3C6}"/>
              </a:ext>
            </a:extLst>
          </p:cNvPr>
          <p:cNvCxnSpPr>
            <a:cxnSpLocks/>
          </p:cNvCxnSpPr>
          <p:nvPr/>
        </p:nvCxnSpPr>
        <p:spPr>
          <a:xfrm>
            <a:off x="2566951" y="1547845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1BA5278-174F-D172-0001-0E235A863721}"/>
              </a:ext>
            </a:extLst>
          </p:cNvPr>
          <p:cNvCxnSpPr>
            <a:cxnSpLocks/>
          </p:cNvCxnSpPr>
          <p:nvPr/>
        </p:nvCxnSpPr>
        <p:spPr>
          <a:xfrm>
            <a:off x="3052712" y="1547845"/>
            <a:ext cx="0" cy="627430"/>
          </a:xfrm>
          <a:prstGeom prst="line">
            <a:avLst/>
          </a:prstGeom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4492D18-0AAA-ACC6-2BBE-3A245965CA62}"/>
              </a:ext>
            </a:extLst>
          </p:cNvPr>
          <p:cNvCxnSpPr>
            <a:cxnSpLocks/>
          </p:cNvCxnSpPr>
          <p:nvPr/>
        </p:nvCxnSpPr>
        <p:spPr>
          <a:xfrm>
            <a:off x="1541045" y="1429587"/>
            <a:ext cx="520165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46C14CF-CF7E-E3BE-568A-1C1FC5821D8C}"/>
              </a:ext>
            </a:extLst>
          </p:cNvPr>
          <p:cNvCxnSpPr>
            <a:cxnSpLocks/>
          </p:cNvCxnSpPr>
          <p:nvPr/>
        </p:nvCxnSpPr>
        <p:spPr>
          <a:xfrm rot="10800000" flipH="1">
            <a:off x="2063015" y="2057625"/>
            <a:ext cx="485775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AE6EED54-DF2E-2722-71AF-286FD1CA41CC}"/>
              </a:ext>
            </a:extLst>
          </p:cNvPr>
          <p:cNvCxnSpPr>
            <a:cxnSpLocks/>
          </p:cNvCxnSpPr>
          <p:nvPr/>
        </p:nvCxnSpPr>
        <p:spPr>
          <a:xfrm rot="10800000">
            <a:off x="2547874" y="1430047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18B8D3B-2EF2-C9ED-0BEA-8F7830EAD575}"/>
              </a:ext>
            </a:extLst>
          </p:cNvPr>
          <p:cNvCxnSpPr>
            <a:cxnSpLocks/>
          </p:cNvCxnSpPr>
          <p:nvPr/>
        </p:nvCxnSpPr>
        <p:spPr>
          <a:xfrm rot="10800000">
            <a:off x="2062113" y="1430047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6F5B6DFE-2BC2-FB0E-BB52-93B346D0FEEE}"/>
              </a:ext>
            </a:extLst>
          </p:cNvPr>
          <p:cNvCxnSpPr>
            <a:cxnSpLocks/>
          </p:cNvCxnSpPr>
          <p:nvPr/>
        </p:nvCxnSpPr>
        <p:spPr>
          <a:xfrm>
            <a:off x="533300" y="1430047"/>
            <a:ext cx="518260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5696DF4-9D1C-1960-8D6B-14DA724DF1AB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55270" y="2058085"/>
            <a:ext cx="485775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D8C54B99-F5EE-1DFD-595A-368D85DD9623}"/>
              </a:ext>
            </a:extLst>
          </p:cNvPr>
          <p:cNvCxnSpPr>
            <a:cxnSpLocks/>
          </p:cNvCxnSpPr>
          <p:nvPr/>
        </p:nvCxnSpPr>
        <p:spPr>
          <a:xfrm rot="10800000">
            <a:off x="1540129" y="1430507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D9F6CCE-072A-3EE4-82AE-A53794A68E7B}"/>
              </a:ext>
            </a:extLst>
          </p:cNvPr>
          <p:cNvCxnSpPr>
            <a:cxnSpLocks/>
          </p:cNvCxnSpPr>
          <p:nvPr/>
        </p:nvCxnSpPr>
        <p:spPr>
          <a:xfrm rot="10800000">
            <a:off x="1054368" y="1430507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F0D4FF7-F101-0AAA-E88C-C78657289480}"/>
              </a:ext>
            </a:extLst>
          </p:cNvPr>
          <p:cNvCxnSpPr>
            <a:cxnSpLocks/>
          </p:cNvCxnSpPr>
          <p:nvPr/>
        </p:nvCxnSpPr>
        <p:spPr>
          <a:xfrm>
            <a:off x="296227" y="2060450"/>
            <a:ext cx="237072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97A7368-29C7-892E-B093-2A0431BC07B6}"/>
              </a:ext>
            </a:extLst>
          </p:cNvPr>
          <p:cNvCxnSpPr>
            <a:cxnSpLocks/>
          </p:cNvCxnSpPr>
          <p:nvPr/>
        </p:nvCxnSpPr>
        <p:spPr>
          <a:xfrm rot="10800000">
            <a:off x="532384" y="1432872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60FDAE6-9731-0E1A-8D8E-445FAC5F9293}"/>
              </a:ext>
            </a:extLst>
          </p:cNvPr>
          <p:cNvCxnSpPr>
            <a:cxnSpLocks/>
          </p:cNvCxnSpPr>
          <p:nvPr/>
        </p:nvCxnSpPr>
        <p:spPr>
          <a:xfrm>
            <a:off x="2546082" y="1429588"/>
            <a:ext cx="519063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D359B65-FC97-172E-A222-15589D969ADC}"/>
              </a:ext>
            </a:extLst>
          </p:cNvPr>
          <p:cNvCxnSpPr>
            <a:cxnSpLocks/>
          </p:cNvCxnSpPr>
          <p:nvPr/>
        </p:nvCxnSpPr>
        <p:spPr>
          <a:xfrm>
            <a:off x="3068051" y="2057626"/>
            <a:ext cx="233314" cy="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83506F8-1510-D38D-FAB5-CEDDD87B07CD}"/>
              </a:ext>
            </a:extLst>
          </p:cNvPr>
          <p:cNvCxnSpPr>
            <a:cxnSpLocks/>
          </p:cNvCxnSpPr>
          <p:nvPr/>
        </p:nvCxnSpPr>
        <p:spPr>
          <a:xfrm rot="10800000">
            <a:off x="3067150" y="1430048"/>
            <a:ext cx="0" cy="627430"/>
          </a:xfrm>
          <a:prstGeom prst="line">
            <a:avLst/>
          </a:prstGeom>
          <a:ln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C752A273-27D4-952A-54F6-C1A33DBE9BAD}"/>
              </a:ext>
            </a:extLst>
          </p:cNvPr>
          <p:cNvSpPr/>
          <p:nvPr/>
        </p:nvSpPr>
        <p:spPr>
          <a:xfrm>
            <a:off x="294322" y="1251585"/>
            <a:ext cx="3011805" cy="1097280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3555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5F373-EB64-62D3-C4EF-E1C84766B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hteck 58">
            <a:extLst>
              <a:ext uri="{FF2B5EF4-FFF2-40B4-BE49-F238E27FC236}">
                <a16:creationId xmlns:a16="http://schemas.microsoft.com/office/drawing/2014/main" id="{76098B3F-1100-AB52-21C8-FEA237DCCB79}"/>
              </a:ext>
            </a:extLst>
          </p:cNvPr>
          <p:cNvSpPr/>
          <p:nvPr/>
        </p:nvSpPr>
        <p:spPr>
          <a:xfrm rot="5400000">
            <a:off x="1390968" y="1778847"/>
            <a:ext cx="1689059" cy="397027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44251D4-40B4-FD0B-F907-C06BDCD1EBEC}"/>
              </a:ext>
            </a:extLst>
          </p:cNvPr>
          <p:cNvSpPr/>
          <p:nvPr/>
        </p:nvSpPr>
        <p:spPr>
          <a:xfrm rot="5400000">
            <a:off x="521438" y="1780649"/>
            <a:ext cx="1689059" cy="397027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FB336BD-167D-E7D0-9B21-59B987C9F13A}"/>
              </a:ext>
            </a:extLst>
          </p:cNvPr>
          <p:cNvSpPr/>
          <p:nvPr/>
        </p:nvSpPr>
        <p:spPr>
          <a:xfrm>
            <a:off x="1131210" y="1105689"/>
            <a:ext cx="267607" cy="1754173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A075680-A9F8-F785-F03A-CC30B89CC6B8}"/>
              </a:ext>
            </a:extLst>
          </p:cNvPr>
          <p:cNvSpPr/>
          <p:nvPr/>
        </p:nvSpPr>
        <p:spPr>
          <a:xfrm rot="10800000">
            <a:off x="2196147" y="1107661"/>
            <a:ext cx="267607" cy="1754173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179B9E3-446A-C5DD-99BD-29BD45322D08}"/>
              </a:ext>
            </a:extLst>
          </p:cNvPr>
          <p:cNvSpPr/>
          <p:nvPr/>
        </p:nvSpPr>
        <p:spPr>
          <a:xfrm>
            <a:off x="2032162" y="1116173"/>
            <a:ext cx="236220" cy="1723111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7E87FF6-1101-2D98-209E-BF96B146A852}"/>
              </a:ext>
            </a:extLst>
          </p:cNvPr>
          <p:cNvSpPr/>
          <p:nvPr/>
        </p:nvSpPr>
        <p:spPr>
          <a:xfrm rot="10800000">
            <a:off x="1337350" y="1116173"/>
            <a:ext cx="236220" cy="1722018"/>
          </a:xfrm>
          <a:prstGeom prst="rect">
            <a:avLst/>
          </a:prstGeom>
          <a:gradFill>
            <a:gsLst>
              <a:gs pos="0">
                <a:srgbClr val="C00000">
                  <a:alpha val="50000"/>
                </a:srgb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9E5C0793-6CC9-681A-D564-3F57FE4FA8C0}"/>
              </a:ext>
            </a:extLst>
          </p:cNvPr>
          <p:cNvCxnSpPr>
            <a:cxnSpLocks/>
          </p:cNvCxnSpPr>
          <p:nvPr/>
        </p:nvCxnSpPr>
        <p:spPr>
          <a:xfrm flipV="1">
            <a:off x="1413769" y="517369"/>
            <a:ext cx="0" cy="57785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39C209E2-181A-8EE7-D977-BCA77F061BE0}"/>
              </a:ext>
            </a:extLst>
          </p:cNvPr>
          <p:cNvCxnSpPr>
            <a:cxnSpLocks/>
          </p:cNvCxnSpPr>
          <p:nvPr/>
        </p:nvCxnSpPr>
        <p:spPr>
          <a:xfrm flipV="1">
            <a:off x="2190686" y="523084"/>
            <a:ext cx="0" cy="56261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BB04108-9DDE-1C97-E878-98930D24E518}"/>
              </a:ext>
            </a:extLst>
          </p:cNvPr>
          <p:cNvCxnSpPr>
            <a:cxnSpLocks/>
          </p:cNvCxnSpPr>
          <p:nvPr/>
        </p:nvCxnSpPr>
        <p:spPr>
          <a:xfrm>
            <a:off x="1418739" y="579287"/>
            <a:ext cx="76629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C23A07EE-1FC4-FA38-47B2-01FD67373F20}"/>
              </a:ext>
            </a:extLst>
          </p:cNvPr>
          <p:cNvSpPr txBox="1"/>
          <p:nvPr/>
        </p:nvSpPr>
        <p:spPr>
          <a:xfrm>
            <a:off x="1225883" y="185383"/>
            <a:ext cx="11439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2F1A6FE-EF02-BB6E-0978-BD18694F67B9}"/>
              </a:ext>
            </a:extLst>
          </p:cNvPr>
          <p:cNvCxnSpPr>
            <a:cxnSpLocks/>
          </p:cNvCxnSpPr>
          <p:nvPr/>
        </p:nvCxnSpPr>
        <p:spPr>
          <a:xfrm flipH="1">
            <a:off x="941070" y="1130926"/>
            <a:ext cx="708660" cy="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97D7E0D-F0CA-0866-7487-6F1DA39285A5}"/>
              </a:ext>
            </a:extLst>
          </p:cNvPr>
          <p:cNvCxnSpPr>
            <a:cxnSpLocks/>
          </p:cNvCxnSpPr>
          <p:nvPr/>
        </p:nvCxnSpPr>
        <p:spPr>
          <a:xfrm flipH="1">
            <a:off x="941070" y="2824856"/>
            <a:ext cx="708660" cy="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4A88D19-FEF6-1ADB-BB0B-62B0E1CADACF}"/>
              </a:ext>
            </a:extLst>
          </p:cNvPr>
          <p:cNvGrpSpPr/>
          <p:nvPr/>
        </p:nvGrpSpPr>
        <p:grpSpPr>
          <a:xfrm>
            <a:off x="1363980" y="752204"/>
            <a:ext cx="872490" cy="2630289"/>
            <a:chOff x="1363980" y="752204"/>
            <a:chExt cx="872490" cy="2630289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8ECDDC2A-DA54-8942-FA38-FBD97645AAC7}"/>
                </a:ext>
              </a:extLst>
            </p:cNvPr>
            <p:cNvSpPr/>
            <p:nvPr/>
          </p:nvSpPr>
          <p:spPr>
            <a:xfrm rot="5400000">
              <a:off x="660461" y="2074115"/>
              <a:ext cx="2279528" cy="337228"/>
            </a:xfrm>
            <a:custGeom>
              <a:avLst/>
              <a:gdLst>
                <a:gd name="csX0" fmla="*/ 0 w 1021954"/>
                <a:gd name="csY0" fmla="*/ 483 h 259520"/>
                <a:gd name="csX1" fmla="*/ 994404 w 1021954"/>
                <a:gd name="csY1" fmla="*/ 0 h 259520"/>
                <a:gd name="csX2" fmla="*/ 1020050 w 1021954"/>
                <a:gd name="csY2" fmla="*/ 33315 h 259520"/>
                <a:gd name="csX3" fmla="*/ 1021954 w 1021954"/>
                <a:gd name="csY3" fmla="*/ 222386 h 259520"/>
                <a:gd name="csX4" fmla="*/ 996635 w 1021954"/>
                <a:gd name="csY4" fmla="*/ 259520 h 259520"/>
                <a:gd name="csX5" fmla="*/ 0 w 1021954"/>
                <a:gd name="csY5" fmla="*/ 259520 h 259520"/>
                <a:gd name="csX6" fmla="*/ 0 w 1021954"/>
                <a:gd name="csY6" fmla="*/ 483 h 259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1954" h="259520">
                  <a:moveTo>
                    <a:pt x="0" y="483"/>
                  </a:moveTo>
                  <a:lnTo>
                    <a:pt x="994404" y="0"/>
                  </a:lnTo>
                  <a:lnTo>
                    <a:pt x="1020050" y="33315"/>
                  </a:lnTo>
                  <a:cubicBezTo>
                    <a:pt x="1020393" y="96500"/>
                    <a:pt x="1021611" y="159201"/>
                    <a:pt x="1021954" y="222386"/>
                  </a:cubicBezTo>
                  <a:lnTo>
                    <a:pt x="996635" y="259520"/>
                  </a:lnTo>
                  <a:lnTo>
                    <a:pt x="0" y="259520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28228175-757C-ACCE-A274-B4F0C1F29029}"/>
                </a:ext>
              </a:extLst>
            </p:cNvPr>
            <p:cNvGrpSpPr/>
            <p:nvPr/>
          </p:nvGrpSpPr>
          <p:grpSpPr>
            <a:xfrm rot="5400000">
              <a:off x="1648540" y="525769"/>
              <a:ext cx="303372" cy="756241"/>
              <a:chOff x="1126337" y="1178264"/>
              <a:chExt cx="303372" cy="75624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D74C1AE3-E85B-A52D-134D-73B8A72A5D47}"/>
                  </a:ext>
                </a:extLst>
              </p:cNvPr>
              <p:cNvSpPr/>
              <p:nvPr/>
            </p:nvSpPr>
            <p:spPr>
              <a:xfrm>
                <a:off x="1130619" y="1264920"/>
                <a:ext cx="297657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4951397A-4117-3F2C-B282-B44AA6310D2E}"/>
                  </a:ext>
                </a:extLst>
              </p:cNvPr>
              <p:cNvSpPr/>
              <p:nvPr/>
            </p:nvSpPr>
            <p:spPr>
              <a:xfrm>
                <a:off x="1126337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82BBEEF4-5BF2-CF59-B9B6-E50DE7061E2C}"/>
                  </a:ext>
                </a:extLst>
              </p:cNvPr>
              <p:cNvSpPr/>
              <p:nvPr/>
            </p:nvSpPr>
            <p:spPr>
              <a:xfrm>
                <a:off x="1126337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46D9B58-61FF-C303-DDC3-AA4CBAE70EE9}"/>
                  </a:ext>
                </a:extLst>
              </p:cNvPr>
              <p:cNvSpPr/>
              <p:nvPr/>
            </p:nvSpPr>
            <p:spPr>
              <a:xfrm>
                <a:off x="1126337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0AF0069-FA4F-A2D8-377A-C64DD003CA50}"/>
                </a:ext>
              </a:extLst>
            </p:cNvPr>
            <p:cNvSpPr/>
            <p:nvPr/>
          </p:nvSpPr>
          <p:spPr>
            <a:xfrm rot="5400000">
              <a:off x="1777365" y="657425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E84BEF3-FD35-024A-F224-9DDFF6E69809}"/>
                </a:ext>
              </a:extLst>
            </p:cNvPr>
            <p:cNvCxnSpPr>
              <a:cxnSpLocks/>
            </p:cNvCxnSpPr>
            <p:nvPr/>
          </p:nvCxnSpPr>
          <p:spPr>
            <a:xfrm>
              <a:off x="1936453" y="2574808"/>
              <a:ext cx="0" cy="788631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2F1F4B2-013D-8053-6CEE-3004E13B1D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4054" y="2539092"/>
              <a:ext cx="37606" cy="3001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62FE2ECB-D1E9-972C-C3CC-6040579105C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622879" y="2534560"/>
              <a:ext cx="44766" cy="3573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0CCE0DE-E130-DBCF-04F0-64BBCAD14884}"/>
                </a:ext>
              </a:extLst>
            </p:cNvPr>
            <p:cNvCxnSpPr>
              <a:cxnSpLocks/>
            </p:cNvCxnSpPr>
            <p:nvPr/>
          </p:nvCxnSpPr>
          <p:spPr>
            <a:xfrm>
              <a:off x="1662133" y="2577664"/>
              <a:ext cx="0" cy="78577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52AD6FAB-C8EE-8EE1-8AE0-3943D4D2D469}"/>
                </a:ext>
              </a:extLst>
            </p:cNvPr>
            <p:cNvGrpSpPr/>
            <p:nvPr/>
          </p:nvGrpSpPr>
          <p:grpSpPr>
            <a:xfrm>
              <a:off x="1363980" y="2840713"/>
              <a:ext cx="872490" cy="359570"/>
              <a:chOff x="1363980" y="1674254"/>
              <a:chExt cx="872490" cy="359570"/>
            </a:xfrm>
          </p:grpSpPr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1C8AE8E9-B9A3-197A-57BA-674184A8A776}"/>
                  </a:ext>
                </a:extLst>
              </p:cNvPr>
              <p:cNvSpPr/>
              <p:nvPr/>
            </p:nvSpPr>
            <p:spPr>
              <a:xfrm rot="5400000">
                <a:off x="1777365" y="1260869"/>
                <a:ext cx="45720" cy="87249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D1CCF665-37AA-CE8C-5926-312223719983}"/>
                  </a:ext>
                </a:extLst>
              </p:cNvPr>
              <p:cNvGrpSpPr/>
              <p:nvPr/>
            </p:nvGrpSpPr>
            <p:grpSpPr>
              <a:xfrm rot="5400000">
                <a:off x="1648539" y="1504017"/>
                <a:ext cx="303372" cy="756241"/>
                <a:chOff x="1133952" y="1178264"/>
                <a:chExt cx="303372" cy="756241"/>
              </a:xfrm>
            </p:grpSpPr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52F7FAA3-8A9D-5F0B-D92B-F5122CE3CA9B}"/>
                    </a:ext>
                  </a:extLst>
                </p:cNvPr>
                <p:cNvSpPr/>
                <p:nvPr/>
              </p:nvSpPr>
              <p:spPr>
                <a:xfrm>
                  <a:off x="1137285" y="1264920"/>
                  <a:ext cx="298611" cy="58293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" name="Freihandform: Form 18">
                  <a:extLst>
                    <a:ext uri="{FF2B5EF4-FFF2-40B4-BE49-F238E27FC236}">
                      <a16:creationId xmlns:a16="http://schemas.microsoft.com/office/drawing/2014/main" id="{5B269C29-B920-612C-1FAE-D38BF823E567}"/>
                    </a:ext>
                  </a:extLst>
                </p:cNvPr>
                <p:cNvSpPr/>
                <p:nvPr/>
              </p:nvSpPr>
              <p:spPr>
                <a:xfrm>
                  <a:off x="1133952" y="1178264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" name="Freihandform: Form 19">
                  <a:extLst>
                    <a:ext uri="{FF2B5EF4-FFF2-40B4-BE49-F238E27FC236}">
                      <a16:creationId xmlns:a16="http://schemas.microsoft.com/office/drawing/2014/main" id="{35E1C211-7DAF-FF35-0FE3-F64102AC863D}"/>
                    </a:ext>
                  </a:extLst>
                </p:cNvPr>
                <p:cNvSpPr/>
                <p:nvPr/>
              </p:nvSpPr>
              <p:spPr>
                <a:xfrm>
                  <a:off x="1133952" y="1357335"/>
                  <a:ext cx="303372" cy="398102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" name="Freihandform: Form 20">
                  <a:extLst>
                    <a:ext uri="{FF2B5EF4-FFF2-40B4-BE49-F238E27FC236}">
                      <a16:creationId xmlns:a16="http://schemas.microsoft.com/office/drawing/2014/main" id="{F8357909-EB66-0D0E-456A-0E403469D5FC}"/>
                    </a:ext>
                  </a:extLst>
                </p:cNvPr>
                <p:cNvSpPr/>
                <p:nvPr/>
              </p:nvSpPr>
              <p:spPr>
                <a:xfrm>
                  <a:off x="1133952" y="1755435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</p:grp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309A247-7BC2-C2AD-3C31-B31876DC9E83}"/>
              </a:ext>
            </a:extLst>
          </p:cNvPr>
          <p:cNvCxnSpPr>
            <a:cxnSpLocks/>
          </p:cNvCxnSpPr>
          <p:nvPr/>
        </p:nvCxnSpPr>
        <p:spPr>
          <a:xfrm>
            <a:off x="1010358" y="1130926"/>
            <a:ext cx="0" cy="1696094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44FC9BDE-FEB8-0816-0115-5867199DC98D}"/>
              </a:ext>
            </a:extLst>
          </p:cNvPr>
          <p:cNvSpPr txBox="1"/>
          <p:nvPr/>
        </p:nvSpPr>
        <p:spPr>
          <a:xfrm>
            <a:off x="666890" y="1815470"/>
            <a:ext cx="41049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7E4113A-D9C3-1DFC-D584-6837FAFC2C2D}"/>
              </a:ext>
            </a:extLst>
          </p:cNvPr>
          <p:cNvCxnSpPr>
            <a:cxnSpLocks/>
          </p:cNvCxnSpPr>
          <p:nvPr/>
        </p:nvCxnSpPr>
        <p:spPr>
          <a:xfrm>
            <a:off x="2029681" y="246142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BDB0C81-6B33-64C8-AC86-1323212848F9}"/>
              </a:ext>
            </a:extLst>
          </p:cNvPr>
          <p:cNvCxnSpPr>
            <a:cxnSpLocks/>
          </p:cNvCxnSpPr>
          <p:nvPr/>
        </p:nvCxnSpPr>
        <p:spPr>
          <a:xfrm>
            <a:off x="1305780" y="246142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3BB9FF27-6D4F-5463-A0F0-4AD3F4D9BB17}"/>
              </a:ext>
            </a:extLst>
          </p:cNvPr>
          <p:cNvSpPr txBox="1"/>
          <p:nvPr/>
        </p:nvSpPr>
        <p:spPr>
          <a:xfrm>
            <a:off x="2216284" y="2292150"/>
            <a:ext cx="5127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5934740-D869-90FF-B604-3D8246C1A1FF}"/>
              </a:ext>
            </a:extLst>
          </p:cNvPr>
          <p:cNvCxnSpPr>
            <a:cxnSpLocks/>
          </p:cNvCxnSpPr>
          <p:nvPr/>
        </p:nvCxnSpPr>
        <p:spPr>
          <a:xfrm>
            <a:off x="1508759" y="2461427"/>
            <a:ext cx="56064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F713DA62-8EDC-B6E8-EF42-4CB5D1950CE0}"/>
              </a:ext>
            </a:extLst>
          </p:cNvPr>
          <p:cNvCxnSpPr>
            <a:cxnSpLocks/>
          </p:cNvCxnSpPr>
          <p:nvPr/>
        </p:nvCxnSpPr>
        <p:spPr>
          <a:xfrm>
            <a:off x="1800225" y="646317"/>
            <a:ext cx="0" cy="2830152"/>
          </a:xfrm>
          <a:prstGeom prst="line">
            <a:avLst/>
          </a:prstGeom>
          <a:ln w="6350" cap="rnd">
            <a:solidFill>
              <a:schemeClr val="tx1"/>
            </a:solidFill>
            <a:prstDash val="lgDash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156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7ADF-691C-FDA1-7D5B-13AAA7A25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CD512C38-0205-1DC7-D253-D985C347DC45}"/>
              </a:ext>
            </a:extLst>
          </p:cNvPr>
          <p:cNvCxnSpPr>
            <a:cxnSpLocks/>
          </p:cNvCxnSpPr>
          <p:nvPr/>
        </p:nvCxnSpPr>
        <p:spPr>
          <a:xfrm flipV="1">
            <a:off x="707728" y="297180"/>
            <a:ext cx="0" cy="1056561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E0C2123-8D03-C7B7-EEBF-DDC7BE4A9230}"/>
              </a:ext>
            </a:extLst>
          </p:cNvPr>
          <p:cNvCxnSpPr>
            <a:cxnSpLocks/>
          </p:cNvCxnSpPr>
          <p:nvPr/>
        </p:nvCxnSpPr>
        <p:spPr>
          <a:xfrm flipV="1">
            <a:off x="2891338" y="297180"/>
            <a:ext cx="0" cy="1056561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51BA42BC-6493-49C6-B636-AD9FAECD7786}"/>
              </a:ext>
            </a:extLst>
          </p:cNvPr>
          <p:cNvSpPr/>
          <p:nvPr/>
        </p:nvSpPr>
        <p:spPr>
          <a:xfrm rot="5400000">
            <a:off x="1611378" y="1657622"/>
            <a:ext cx="1691088" cy="86972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666E417-8D8F-7881-6151-9528C9D13B90}"/>
              </a:ext>
            </a:extLst>
          </p:cNvPr>
          <p:cNvSpPr/>
          <p:nvPr/>
        </p:nvSpPr>
        <p:spPr>
          <a:xfrm rot="5400000">
            <a:off x="297984" y="1661678"/>
            <a:ext cx="1691088" cy="86972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ABA4C558-96C9-8F0E-F5EE-8B91D09D2A72}"/>
              </a:ext>
            </a:extLst>
          </p:cNvPr>
          <p:cNvGrpSpPr/>
          <p:nvPr/>
        </p:nvGrpSpPr>
        <p:grpSpPr>
          <a:xfrm>
            <a:off x="835959" y="1244005"/>
            <a:ext cx="755105" cy="1704089"/>
            <a:chOff x="835957" y="1244980"/>
            <a:chExt cx="789015" cy="1703113"/>
          </a:xfrm>
        </p:grpSpPr>
        <p:sp>
          <p:nvSpPr>
            <p:cNvPr id="6" name="Rechteck 36">
              <a:extLst>
                <a:ext uri="{FF2B5EF4-FFF2-40B4-BE49-F238E27FC236}">
                  <a16:creationId xmlns:a16="http://schemas.microsoft.com/office/drawing/2014/main" id="{636A672E-7393-2356-A30B-562BB76B426E}"/>
                </a:ext>
              </a:extLst>
            </p:cNvPr>
            <p:cNvSpPr/>
            <p:nvPr/>
          </p:nvSpPr>
          <p:spPr>
            <a:xfrm rot="10800000" flipV="1">
              <a:off x="836215" y="2092961"/>
              <a:ext cx="787226" cy="855132"/>
            </a:xfrm>
            <a:custGeom>
              <a:avLst/>
              <a:gdLst>
                <a:gd name="csX0" fmla="*/ 171 w 574211"/>
                <a:gd name="csY0" fmla="*/ 0 h 988695"/>
                <a:gd name="csX1" fmla="*/ 574211 w 574211"/>
                <a:gd name="csY1" fmla="*/ 0 h 988695"/>
                <a:gd name="csX2" fmla="*/ 233851 w 574211"/>
                <a:gd name="csY2" fmla="*/ 988695 h 988695"/>
                <a:gd name="csX3" fmla="*/ 535 w 574211"/>
                <a:gd name="csY3" fmla="*/ 986492 h 988695"/>
                <a:gd name="csX4" fmla="*/ 171 w 574211"/>
                <a:gd name="csY4" fmla="*/ 0 h 988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4211" h="988695">
                  <a:moveTo>
                    <a:pt x="171" y="0"/>
                  </a:moveTo>
                  <a:lnTo>
                    <a:pt x="574211" y="0"/>
                  </a:lnTo>
                  <a:lnTo>
                    <a:pt x="233851" y="988695"/>
                  </a:lnTo>
                  <a:lnTo>
                    <a:pt x="535" y="986492"/>
                  </a:lnTo>
                  <a:cubicBezTo>
                    <a:pt x="-1158" y="656080"/>
                    <a:pt x="1864" y="330412"/>
                    <a:pt x="171" y="0"/>
                  </a:cubicBezTo>
                  <a:close/>
                </a:path>
              </a:pathLst>
            </a:custGeom>
            <a:gradFill>
              <a:gsLst>
                <a:gs pos="25000">
                  <a:srgbClr val="C00000">
                    <a:alpha val="40000"/>
                  </a:srgbClr>
                </a:gs>
                <a:gs pos="58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9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Rechteck 36">
              <a:extLst>
                <a:ext uri="{FF2B5EF4-FFF2-40B4-BE49-F238E27FC236}">
                  <a16:creationId xmlns:a16="http://schemas.microsoft.com/office/drawing/2014/main" id="{E24DF627-DA11-97C6-34F7-B914A8724CEF}"/>
                </a:ext>
              </a:extLst>
            </p:cNvPr>
            <p:cNvSpPr/>
            <p:nvPr/>
          </p:nvSpPr>
          <p:spPr>
            <a:xfrm rot="10800000">
              <a:off x="835957" y="1244980"/>
              <a:ext cx="789015" cy="849226"/>
            </a:xfrm>
            <a:custGeom>
              <a:avLst/>
              <a:gdLst>
                <a:gd name="csX0" fmla="*/ 1477 w 575517"/>
                <a:gd name="csY0" fmla="*/ 0 h 988695"/>
                <a:gd name="csX1" fmla="*/ 575517 w 575517"/>
                <a:gd name="csY1" fmla="*/ 0 h 988695"/>
                <a:gd name="csX2" fmla="*/ 235157 w 575517"/>
                <a:gd name="csY2" fmla="*/ 988695 h 988695"/>
                <a:gd name="csX3" fmla="*/ 389 w 575517"/>
                <a:gd name="csY3" fmla="*/ 986477 h 988695"/>
                <a:gd name="csX4" fmla="*/ 1477 w 575517"/>
                <a:gd name="csY4" fmla="*/ 0 h 988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517" h="988695">
                  <a:moveTo>
                    <a:pt x="1477" y="0"/>
                  </a:moveTo>
                  <a:lnTo>
                    <a:pt x="575517" y="0"/>
                  </a:lnTo>
                  <a:lnTo>
                    <a:pt x="235157" y="988695"/>
                  </a:lnTo>
                  <a:lnTo>
                    <a:pt x="389" y="986477"/>
                  </a:lnTo>
                  <a:cubicBezTo>
                    <a:pt x="-1304" y="656065"/>
                    <a:pt x="3170" y="330412"/>
                    <a:pt x="1477" y="0"/>
                  </a:cubicBezTo>
                  <a:close/>
                </a:path>
              </a:pathLst>
            </a:custGeom>
            <a:gradFill>
              <a:gsLst>
                <a:gs pos="25000">
                  <a:srgbClr val="C00000">
                    <a:alpha val="40000"/>
                  </a:srgbClr>
                </a:gs>
                <a:gs pos="58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9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B2D8FFF8-8B5F-7FFC-6C65-2412BFE26822}"/>
              </a:ext>
            </a:extLst>
          </p:cNvPr>
          <p:cNvCxnSpPr>
            <a:cxnSpLocks/>
          </p:cNvCxnSpPr>
          <p:nvPr/>
        </p:nvCxnSpPr>
        <p:spPr>
          <a:xfrm flipV="1">
            <a:off x="1413769" y="639289"/>
            <a:ext cx="0" cy="57785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36699F9-7BEF-4E94-61C6-C1C5B1189FB4}"/>
              </a:ext>
            </a:extLst>
          </p:cNvPr>
          <p:cNvCxnSpPr>
            <a:cxnSpLocks/>
          </p:cNvCxnSpPr>
          <p:nvPr/>
        </p:nvCxnSpPr>
        <p:spPr>
          <a:xfrm flipV="1">
            <a:off x="2186876" y="645004"/>
            <a:ext cx="0" cy="56261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BF6DAE9-FF44-6A19-52EC-E4C4C9B64A2B}"/>
              </a:ext>
            </a:extLst>
          </p:cNvPr>
          <p:cNvCxnSpPr>
            <a:cxnSpLocks/>
          </p:cNvCxnSpPr>
          <p:nvPr/>
        </p:nvCxnSpPr>
        <p:spPr>
          <a:xfrm>
            <a:off x="1416834" y="701207"/>
            <a:ext cx="76629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87E76C10-0F1E-34B4-9D9C-572E7AEF76B5}"/>
              </a:ext>
            </a:extLst>
          </p:cNvPr>
          <p:cNvSpPr txBox="1"/>
          <p:nvPr/>
        </p:nvSpPr>
        <p:spPr>
          <a:xfrm>
            <a:off x="1225883" y="356833"/>
            <a:ext cx="11439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9CE02A2-11F2-43EF-556A-F3F0E25162BD}"/>
              </a:ext>
            </a:extLst>
          </p:cNvPr>
          <p:cNvSpPr txBox="1"/>
          <p:nvPr/>
        </p:nvSpPr>
        <p:spPr>
          <a:xfrm>
            <a:off x="1578388" y="46602"/>
            <a:ext cx="459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5FFBEB6-395E-C5C3-9714-48E10B960A44}"/>
              </a:ext>
            </a:extLst>
          </p:cNvPr>
          <p:cNvCxnSpPr>
            <a:cxnSpLocks/>
          </p:cNvCxnSpPr>
          <p:nvPr/>
        </p:nvCxnSpPr>
        <p:spPr>
          <a:xfrm>
            <a:off x="707728" y="356833"/>
            <a:ext cx="2184055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1C3CDDF0-57DE-E550-C695-BDE72EF10882}"/>
              </a:ext>
            </a:extLst>
          </p:cNvPr>
          <p:cNvGrpSpPr/>
          <p:nvPr/>
        </p:nvGrpSpPr>
        <p:grpSpPr>
          <a:xfrm rot="10800000">
            <a:off x="2013391" y="1242941"/>
            <a:ext cx="755105" cy="1704089"/>
            <a:chOff x="835957" y="1244980"/>
            <a:chExt cx="789015" cy="1703113"/>
          </a:xfrm>
        </p:grpSpPr>
        <p:sp>
          <p:nvSpPr>
            <p:cNvPr id="69" name="Rechteck 36">
              <a:extLst>
                <a:ext uri="{FF2B5EF4-FFF2-40B4-BE49-F238E27FC236}">
                  <a16:creationId xmlns:a16="http://schemas.microsoft.com/office/drawing/2014/main" id="{DD10964D-CF71-A49B-60F1-EDD31589E731}"/>
                </a:ext>
              </a:extLst>
            </p:cNvPr>
            <p:cNvSpPr/>
            <p:nvPr/>
          </p:nvSpPr>
          <p:spPr>
            <a:xfrm rot="10800000" flipV="1">
              <a:off x="836215" y="2092961"/>
              <a:ext cx="787226" cy="855132"/>
            </a:xfrm>
            <a:custGeom>
              <a:avLst/>
              <a:gdLst>
                <a:gd name="csX0" fmla="*/ 171 w 574211"/>
                <a:gd name="csY0" fmla="*/ 0 h 988695"/>
                <a:gd name="csX1" fmla="*/ 574211 w 574211"/>
                <a:gd name="csY1" fmla="*/ 0 h 988695"/>
                <a:gd name="csX2" fmla="*/ 233851 w 574211"/>
                <a:gd name="csY2" fmla="*/ 988695 h 988695"/>
                <a:gd name="csX3" fmla="*/ 535 w 574211"/>
                <a:gd name="csY3" fmla="*/ 986492 h 988695"/>
                <a:gd name="csX4" fmla="*/ 171 w 574211"/>
                <a:gd name="csY4" fmla="*/ 0 h 988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4211" h="988695">
                  <a:moveTo>
                    <a:pt x="171" y="0"/>
                  </a:moveTo>
                  <a:lnTo>
                    <a:pt x="574211" y="0"/>
                  </a:lnTo>
                  <a:lnTo>
                    <a:pt x="233851" y="988695"/>
                  </a:lnTo>
                  <a:lnTo>
                    <a:pt x="535" y="986492"/>
                  </a:lnTo>
                  <a:cubicBezTo>
                    <a:pt x="-1158" y="656080"/>
                    <a:pt x="1864" y="330412"/>
                    <a:pt x="171" y="0"/>
                  </a:cubicBezTo>
                  <a:close/>
                </a:path>
              </a:pathLst>
            </a:custGeom>
            <a:gradFill>
              <a:gsLst>
                <a:gs pos="25000">
                  <a:srgbClr val="C00000">
                    <a:alpha val="40000"/>
                  </a:srgbClr>
                </a:gs>
                <a:gs pos="58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9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0" name="Rechteck 36">
              <a:extLst>
                <a:ext uri="{FF2B5EF4-FFF2-40B4-BE49-F238E27FC236}">
                  <a16:creationId xmlns:a16="http://schemas.microsoft.com/office/drawing/2014/main" id="{2520567D-A1E2-50ED-23AD-E84EBDFB3969}"/>
                </a:ext>
              </a:extLst>
            </p:cNvPr>
            <p:cNvSpPr/>
            <p:nvPr/>
          </p:nvSpPr>
          <p:spPr>
            <a:xfrm rot="10800000">
              <a:off x="835957" y="1244980"/>
              <a:ext cx="789015" cy="849226"/>
            </a:xfrm>
            <a:custGeom>
              <a:avLst/>
              <a:gdLst>
                <a:gd name="csX0" fmla="*/ 1477 w 575517"/>
                <a:gd name="csY0" fmla="*/ 0 h 988695"/>
                <a:gd name="csX1" fmla="*/ 575517 w 575517"/>
                <a:gd name="csY1" fmla="*/ 0 h 988695"/>
                <a:gd name="csX2" fmla="*/ 235157 w 575517"/>
                <a:gd name="csY2" fmla="*/ 988695 h 988695"/>
                <a:gd name="csX3" fmla="*/ 389 w 575517"/>
                <a:gd name="csY3" fmla="*/ 986477 h 988695"/>
                <a:gd name="csX4" fmla="*/ 1477 w 575517"/>
                <a:gd name="csY4" fmla="*/ 0 h 9886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75517" h="988695">
                  <a:moveTo>
                    <a:pt x="1477" y="0"/>
                  </a:moveTo>
                  <a:lnTo>
                    <a:pt x="575517" y="0"/>
                  </a:lnTo>
                  <a:lnTo>
                    <a:pt x="235157" y="988695"/>
                  </a:lnTo>
                  <a:lnTo>
                    <a:pt x="389" y="986477"/>
                  </a:lnTo>
                  <a:cubicBezTo>
                    <a:pt x="-1304" y="656065"/>
                    <a:pt x="3170" y="330412"/>
                    <a:pt x="1477" y="0"/>
                  </a:cubicBezTo>
                  <a:close/>
                </a:path>
              </a:pathLst>
            </a:custGeom>
            <a:gradFill>
              <a:gsLst>
                <a:gs pos="25000">
                  <a:srgbClr val="C00000">
                    <a:alpha val="40000"/>
                  </a:srgbClr>
                </a:gs>
                <a:gs pos="58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9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2E8A4427-EBAD-8BAA-3195-24C81368BA19}"/>
              </a:ext>
            </a:extLst>
          </p:cNvPr>
          <p:cNvCxnSpPr>
            <a:cxnSpLocks/>
          </p:cNvCxnSpPr>
          <p:nvPr/>
        </p:nvCxnSpPr>
        <p:spPr>
          <a:xfrm>
            <a:off x="2014441" y="246142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47DD126-8D78-06DA-92AF-47C0D43843BB}"/>
              </a:ext>
            </a:extLst>
          </p:cNvPr>
          <p:cNvCxnSpPr>
            <a:cxnSpLocks/>
          </p:cNvCxnSpPr>
          <p:nvPr/>
        </p:nvCxnSpPr>
        <p:spPr>
          <a:xfrm>
            <a:off x="1317210" y="246142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11CBDA27-E8FC-7FCE-1662-F3B5174F5B1C}"/>
              </a:ext>
            </a:extLst>
          </p:cNvPr>
          <p:cNvSpPr txBox="1"/>
          <p:nvPr/>
        </p:nvSpPr>
        <p:spPr>
          <a:xfrm>
            <a:off x="2199139" y="2292150"/>
            <a:ext cx="5127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8833E279-F735-6BDA-40D3-BBD04118634D}"/>
              </a:ext>
            </a:extLst>
          </p:cNvPr>
          <p:cNvCxnSpPr>
            <a:cxnSpLocks/>
          </p:cNvCxnSpPr>
          <p:nvPr/>
        </p:nvCxnSpPr>
        <p:spPr>
          <a:xfrm flipV="1">
            <a:off x="1454409" y="1232891"/>
            <a:ext cx="0" cy="1721129"/>
          </a:xfrm>
          <a:prstGeom prst="line">
            <a:avLst/>
          </a:prstGeom>
          <a:ln w="12700" cap="rnd">
            <a:solidFill>
              <a:schemeClr val="tx1"/>
            </a:solidFill>
            <a:prstDash val="lgDash"/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64C9A5DF-B9D4-EF46-525E-1D0D4943A866}"/>
              </a:ext>
            </a:extLst>
          </p:cNvPr>
          <p:cNvCxnSpPr>
            <a:cxnSpLocks/>
          </p:cNvCxnSpPr>
          <p:nvPr/>
        </p:nvCxnSpPr>
        <p:spPr>
          <a:xfrm flipV="1">
            <a:off x="2147829" y="1231907"/>
            <a:ext cx="0" cy="1721129"/>
          </a:xfrm>
          <a:prstGeom prst="line">
            <a:avLst/>
          </a:prstGeom>
          <a:ln w="12700" cap="rnd">
            <a:solidFill>
              <a:schemeClr val="tx1"/>
            </a:solidFill>
            <a:prstDash val="lgDash"/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DE8ABF29-68B6-3D51-9CAE-F945BA83A0F9}"/>
              </a:ext>
            </a:extLst>
          </p:cNvPr>
          <p:cNvGrpSpPr/>
          <p:nvPr/>
        </p:nvGrpSpPr>
        <p:grpSpPr>
          <a:xfrm>
            <a:off x="1363980" y="760138"/>
            <a:ext cx="872490" cy="2816182"/>
            <a:chOff x="1363980" y="219118"/>
            <a:chExt cx="872490" cy="2816182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0CF8057D-6D93-7144-45F9-794CDF0022E6}"/>
                </a:ext>
              </a:extLst>
            </p:cNvPr>
            <p:cNvSpPr/>
            <p:nvPr/>
          </p:nvSpPr>
          <p:spPr>
            <a:xfrm rot="5400000">
              <a:off x="661098" y="1648819"/>
              <a:ext cx="2278254" cy="337228"/>
            </a:xfrm>
            <a:custGeom>
              <a:avLst/>
              <a:gdLst>
                <a:gd name="csX0" fmla="*/ 0 w 1021954"/>
                <a:gd name="csY0" fmla="*/ 483 h 259520"/>
                <a:gd name="csX1" fmla="*/ 994404 w 1021954"/>
                <a:gd name="csY1" fmla="*/ 0 h 259520"/>
                <a:gd name="csX2" fmla="*/ 1020050 w 1021954"/>
                <a:gd name="csY2" fmla="*/ 33315 h 259520"/>
                <a:gd name="csX3" fmla="*/ 1021954 w 1021954"/>
                <a:gd name="csY3" fmla="*/ 222386 h 259520"/>
                <a:gd name="csX4" fmla="*/ 996635 w 1021954"/>
                <a:gd name="csY4" fmla="*/ 259520 h 259520"/>
                <a:gd name="csX5" fmla="*/ 0 w 1021954"/>
                <a:gd name="csY5" fmla="*/ 259520 h 259520"/>
                <a:gd name="csX6" fmla="*/ 0 w 1021954"/>
                <a:gd name="csY6" fmla="*/ 483 h 259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1954" h="259520">
                  <a:moveTo>
                    <a:pt x="0" y="483"/>
                  </a:moveTo>
                  <a:lnTo>
                    <a:pt x="994404" y="0"/>
                  </a:lnTo>
                  <a:lnTo>
                    <a:pt x="1020050" y="33315"/>
                  </a:lnTo>
                  <a:cubicBezTo>
                    <a:pt x="1020393" y="96500"/>
                    <a:pt x="1021611" y="159201"/>
                    <a:pt x="1021954" y="222386"/>
                  </a:cubicBezTo>
                  <a:lnTo>
                    <a:pt x="996635" y="259520"/>
                  </a:lnTo>
                  <a:lnTo>
                    <a:pt x="0" y="259520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5EF0568E-7D96-3E19-D03A-ADB8DF63B75A}"/>
                </a:ext>
              </a:extLst>
            </p:cNvPr>
            <p:cNvGrpSpPr/>
            <p:nvPr/>
          </p:nvGrpSpPr>
          <p:grpSpPr>
            <a:xfrm rot="5400000">
              <a:off x="1648539" y="101104"/>
              <a:ext cx="303372" cy="756241"/>
              <a:chOff x="1133952" y="1178264"/>
              <a:chExt cx="303372" cy="75624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6AF1D163-4A2F-B361-11F2-20E415A11691}"/>
                  </a:ext>
                </a:extLst>
              </p:cNvPr>
              <p:cNvSpPr/>
              <p:nvPr/>
            </p:nvSpPr>
            <p:spPr>
              <a:xfrm>
                <a:off x="1138239" y="1264920"/>
                <a:ext cx="297657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D86B7228-EF57-3506-E9AC-23433E9667E0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2F784A42-1E0E-1273-0EE8-39175684B136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8370778E-D8D8-1B73-540B-B2F972A6315D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CA27271-6CA8-8D5C-5A1E-CD42F03CF58D}"/>
                </a:ext>
              </a:extLst>
            </p:cNvPr>
            <p:cNvSpPr/>
            <p:nvPr/>
          </p:nvSpPr>
          <p:spPr>
            <a:xfrm rot="5400000">
              <a:off x="1777365" y="232766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CA3D453A-9F17-BC4C-BE16-F6ED501811DF}"/>
                </a:ext>
              </a:extLst>
            </p:cNvPr>
            <p:cNvCxnSpPr>
              <a:cxnSpLocks/>
            </p:cNvCxnSpPr>
            <p:nvPr/>
          </p:nvCxnSpPr>
          <p:spPr>
            <a:xfrm>
              <a:off x="1936453" y="2142611"/>
              <a:ext cx="0" cy="788631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A3F8817-6889-53F9-D9FD-582A0D08D4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4054" y="2106895"/>
              <a:ext cx="37606" cy="3001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030CE55C-C8B1-E4C4-10B0-12969803134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622879" y="2102363"/>
              <a:ext cx="44766" cy="3573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6EB22A24-CF27-3849-9218-7DFB7626F440}"/>
                </a:ext>
              </a:extLst>
            </p:cNvPr>
            <p:cNvCxnSpPr>
              <a:cxnSpLocks/>
            </p:cNvCxnSpPr>
            <p:nvPr/>
          </p:nvCxnSpPr>
          <p:spPr>
            <a:xfrm>
              <a:off x="1662133" y="2145467"/>
              <a:ext cx="0" cy="78577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7005DBF3-3CBF-16BA-2243-894D48325B67}"/>
                </a:ext>
              </a:extLst>
            </p:cNvPr>
            <p:cNvGrpSpPr/>
            <p:nvPr/>
          </p:nvGrpSpPr>
          <p:grpSpPr>
            <a:xfrm>
              <a:off x="1363980" y="2416054"/>
              <a:ext cx="872490" cy="359570"/>
              <a:chOff x="1363980" y="1674254"/>
              <a:chExt cx="872490" cy="359570"/>
            </a:xfrm>
          </p:grpSpPr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EC6557F6-0146-4765-1EAB-FEEEBFB7A0D0}"/>
                  </a:ext>
                </a:extLst>
              </p:cNvPr>
              <p:cNvSpPr/>
              <p:nvPr/>
            </p:nvSpPr>
            <p:spPr>
              <a:xfrm rot="5400000">
                <a:off x="1777365" y="1260869"/>
                <a:ext cx="45720" cy="87249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BD94FD15-F208-195C-B8E7-347D7291DA22}"/>
                  </a:ext>
                </a:extLst>
              </p:cNvPr>
              <p:cNvGrpSpPr/>
              <p:nvPr/>
            </p:nvGrpSpPr>
            <p:grpSpPr>
              <a:xfrm rot="5400000">
                <a:off x="1648539" y="1504017"/>
                <a:ext cx="303372" cy="756241"/>
                <a:chOff x="1133952" y="1178264"/>
                <a:chExt cx="303372" cy="756241"/>
              </a:xfrm>
            </p:grpSpPr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AE2129DB-7840-6E86-4C25-8DCC9F23A3E8}"/>
                    </a:ext>
                  </a:extLst>
                </p:cNvPr>
                <p:cNvSpPr/>
                <p:nvPr/>
              </p:nvSpPr>
              <p:spPr>
                <a:xfrm>
                  <a:off x="1137285" y="1264920"/>
                  <a:ext cx="298611" cy="58293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" name="Freihandform: Form 18">
                  <a:extLst>
                    <a:ext uri="{FF2B5EF4-FFF2-40B4-BE49-F238E27FC236}">
                      <a16:creationId xmlns:a16="http://schemas.microsoft.com/office/drawing/2014/main" id="{0664E50C-C06C-3CA9-3922-B1851530F7CF}"/>
                    </a:ext>
                  </a:extLst>
                </p:cNvPr>
                <p:cNvSpPr/>
                <p:nvPr/>
              </p:nvSpPr>
              <p:spPr>
                <a:xfrm>
                  <a:off x="1133952" y="1178264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" name="Freihandform: Form 19">
                  <a:extLst>
                    <a:ext uri="{FF2B5EF4-FFF2-40B4-BE49-F238E27FC236}">
                      <a16:creationId xmlns:a16="http://schemas.microsoft.com/office/drawing/2014/main" id="{7E017F20-5B5B-7DEB-2ECD-DF78C6221917}"/>
                    </a:ext>
                  </a:extLst>
                </p:cNvPr>
                <p:cNvSpPr/>
                <p:nvPr/>
              </p:nvSpPr>
              <p:spPr>
                <a:xfrm>
                  <a:off x="1133952" y="1357335"/>
                  <a:ext cx="303372" cy="398102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" name="Freihandform: Form 20">
                  <a:extLst>
                    <a:ext uri="{FF2B5EF4-FFF2-40B4-BE49-F238E27FC236}">
                      <a16:creationId xmlns:a16="http://schemas.microsoft.com/office/drawing/2014/main" id="{1DCEC3A9-B087-3563-F7F7-F053FB08A62E}"/>
                    </a:ext>
                  </a:extLst>
                </p:cNvPr>
                <p:cNvSpPr/>
                <p:nvPr/>
              </p:nvSpPr>
              <p:spPr>
                <a:xfrm>
                  <a:off x="1133952" y="1755435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9328DFDA-7113-C08B-7A6E-4EBF420BA0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0225" y="219118"/>
              <a:ext cx="0" cy="2816182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A3C9D0A3-E5C0-E9E0-E5ED-6EA4BBB795D5}"/>
              </a:ext>
            </a:extLst>
          </p:cNvPr>
          <p:cNvCxnSpPr>
            <a:cxnSpLocks/>
          </p:cNvCxnSpPr>
          <p:nvPr/>
        </p:nvCxnSpPr>
        <p:spPr>
          <a:xfrm>
            <a:off x="1508759" y="2461427"/>
            <a:ext cx="56064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74B3CB87-8616-1AB3-DA14-5D10530DE56E}"/>
              </a:ext>
            </a:extLst>
          </p:cNvPr>
          <p:cNvCxnSpPr>
            <a:cxnSpLocks/>
          </p:cNvCxnSpPr>
          <p:nvPr/>
        </p:nvCxnSpPr>
        <p:spPr>
          <a:xfrm>
            <a:off x="2135666" y="193310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43E9C52F-9F73-BC62-1C2D-55BBFED2FCEC}"/>
              </a:ext>
            </a:extLst>
          </p:cNvPr>
          <p:cNvCxnSpPr>
            <a:cxnSpLocks/>
          </p:cNvCxnSpPr>
          <p:nvPr/>
        </p:nvCxnSpPr>
        <p:spPr>
          <a:xfrm>
            <a:off x="1199675" y="193310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11D2D8CB-B938-A556-1C15-47C444F60EB9}"/>
              </a:ext>
            </a:extLst>
          </p:cNvPr>
          <p:cNvCxnSpPr>
            <a:cxnSpLocks/>
          </p:cNvCxnSpPr>
          <p:nvPr/>
        </p:nvCxnSpPr>
        <p:spPr>
          <a:xfrm>
            <a:off x="1391224" y="1933107"/>
            <a:ext cx="756605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E2C1B004-8E75-73CF-97FC-339BE5FB5D79}"/>
              </a:ext>
            </a:extLst>
          </p:cNvPr>
          <p:cNvSpPr txBox="1"/>
          <p:nvPr/>
        </p:nvSpPr>
        <p:spPr>
          <a:xfrm>
            <a:off x="2372746" y="1770059"/>
            <a:ext cx="5127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ers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9071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F1EE-92A5-46D9-2F76-51AAEBE94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965BBDA-9C4C-0119-B4F1-973AA7BB21BF}"/>
              </a:ext>
            </a:extLst>
          </p:cNvPr>
          <p:cNvCxnSpPr>
            <a:cxnSpLocks/>
          </p:cNvCxnSpPr>
          <p:nvPr/>
        </p:nvCxnSpPr>
        <p:spPr>
          <a:xfrm flipV="1">
            <a:off x="3075571" y="297180"/>
            <a:ext cx="0" cy="1056561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A5B2AC91-9E2A-9503-4691-7A0BF1F48C46}"/>
              </a:ext>
            </a:extLst>
          </p:cNvPr>
          <p:cNvSpPr/>
          <p:nvPr/>
        </p:nvSpPr>
        <p:spPr>
          <a:xfrm rot="5400000">
            <a:off x="2076042" y="1565554"/>
            <a:ext cx="1691088" cy="105689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57F58FA-07D2-C592-DF43-114C7DC1577E}"/>
              </a:ext>
            </a:extLst>
          </p:cNvPr>
          <p:cNvSpPr/>
          <p:nvPr/>
        </p:nvSpPr>
        <p:spPr>
          <a:xfrm rot="5400000">
            <a:off x="1705568" y="1565554"/>
            <a:ext cx="1691088" cy="105689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24DA767-D654-58F6-6BA6-4423D58AA0AE}"/>
              </a:ext>
            </a:extLst>
          </p:cNvPr>
          <p:cNvSpPr/>
          <p:nvPr/>
        </p:nvSpPr>
        <p:spPr>
          <a:xfrm rot="5400000">
            <a:off x="-166680" y="1568094"/>
            <a:ext cx="1691088" cy="105689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5E45688-3D5D-EC88-0E87-C4666DAFA725}"/>
              </a:ext>
            </a:extLst>
          </p:cNvPr>
          <p:cNvCxnSpPr>
            <a:cxnSpLocks/>
          </p:cNvCxnSpPr>
          <p:nvPr/>
        </p:nvCxnSpPr>
        <p:spPr>
          <a:xfrm flipV="1">
            <a:off x="520478" y="297180"/>
            <a:ext cx="0" cy="1056561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9F0635B8-9791-CDDC-24B4-D57D3DC08078}"/>
              </a:ext>
            </a:extLst>
          </p:cNvPr>
          <p:cNvSpPr/>
          <p:nvPr/>
        </p:nvSpPr>
        <p:spPr>
          <a:xfrm rot="5400000">
            <a:off x="204399" y="1568093"/>
            <a:ext cx="1691088" cy="1056891"/>
          </a:xfrm>
          <a:prstGeom prst="rect">
            <a:avLst/>
          </a:prstGeom>
          <a:solidFill>
            <a:schemeClr val="bg1">
              <a:lumMod val="50000"/>
            </a:schemeClr>
          </a:solidFill>
          <a:ln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86EE74A8-986B-51C4-C21F-370366E12ACB}"/>
              </a:ext>
            </a:extLst>
          </p:cNvPr>
          <p:cNvCxnSpPr>
            <a:cxnSpLocks/>
          </p:cNvCxnSpPr>
          <p:nvPr/>
        </p:nvCxnSpPr>
        <p:spPr>
          <a:xfrm flipV="1">
            <a:off x="1413769" y="639289"/>
            <a:ext cx="0" cy="57785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3C0E4AD4-0746-A350-FA54-6E820BA1342B}"/>
              </a:ext>
            </a:extLst>
          </p:cNvPr>
          <p:cNvCxnSpPr>
            <a:cxnSpLocks/>
          </p:cNvCxnSpPr>
          <p:nvPr/>
        </p:nvCxnSpPr>
        <p:spPr>
          <a:xfrm flipV="1">
            <a:off x="2186876" y="645004"/>
            <a:ext cx="0" cy="562610"/>
          </a:xfrm>
          <a:prstGeom prst="line">
            <a:avLst/>
          </a:prstGeom>
          <a:ln w="1270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B146DD4-4E6B-5C3B-364C-2A4D48321142}"/>
              </a:ext>
            </a:extLst>
          </p:cNvPr>
          <p:cNvCxnSpPr>
            <a:cxnSpLocks/>
          </p:cNvCxnSpPr>
          <p:nvPr/>
        </p:nvCxnSpPr>
        <p:spPr>
          <a:xfrm>
            <a:off x="1416834" y="701207"/>
            <a:ext cx="76629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4B23ACEE-96BE-4E60-F861-A38573AD244E}"/>
              </a:ext>
            </a:extLst>
          </p:cNvPr>
          <p:cNvSpPr txBox="1"/>
          <p:nvPr/>
        </p:nvSpPr>
        <p:spPr>
          <a:xfrm>
            <a:off x="1225883" y="374693"/>
            <a:ext cx="11439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78A75A35-A513-3631-6CCB-21F2CA0D8358}"/>
              </a:ext>
            </a:extLst>
          </p:cNvPr>
          <p:cNvSpPr txBox="1"/>
          <p:nvPr/>
        </p:nvSpPr>
        <p:spPr>
          <a:xfrm>
            <a:off x="919117" y="166"/>
            <a:ext cx="177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+ </a:t>
            </a:r>
            <a:r>
              <a:rPr lang="de-DE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  <a:r>
              <a:rPr lang="de-DE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</a:t>
            </a:r>
            <a:endParaRPr lang="de-DE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C4F10A6-CDDC-9FFB-DDE8-F8B3F4F4EE32}"/>
              </a:ext>
            </a:extLst>
          </p:cNvPr>
          <p:cNvCxnSpPr>
            <a:cxnSpLocks/>
          </p:cNvCxnSpPr>
          <p:nvPr/>
        </p:nvCxnSpPr>
        <p:spPr>
          <a:xfrm>
            <a:off x="526098" y="356833"/>
            <a:ext cx="254674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ABD7DEDE-1969-175A-8A9C-BDB019A06BEF}"/>
              </a:ext>
            </a:extLst>
          </p:cNvPr>
          <p:cNvGrpSpPr/>
          <p:nvPr/>
        </p:nvGrpSpPr>
        <p:grpSpPr>
          <a:xfrm>
            <a:off x="688108" y="1245432"/>
            <a:ext cx="901216" cy="1703507"/>
            <a:chOff x="688108" y="1245427"/>
            <a:chExt cx="901216" cy="1697805"/>
          </a:xfrm>
        </p:grpSpPr>
        <p:sp>
          <p:nvSpPr>
            <p:cNvPr id="16" name="Rechteck 36">
              <a:extLst>
                <a:ext uri="{FF2B5EF4-FFF2-40B4-BE49-F238E27FC236}">
                  <a16:creationId xmlns:a16="http://schemas.microsoft.com/office/drawing/2014/main" id="{AFD89645-6A64-B7C0-15F1-C9026A14079C}"/>
                </a:ext>
              </a:extLst>
            </p:cNvPr>
            <p:cNvSpPr/>
            <p:nvPr/>
          </p:nvSpPr>
          <p:spPr>
            <a:xfrm rot="10800000">
              <a:off x="689609" y="1245427"/>
              <a:ext cx="899715" cy="849951"/>
            </a:xfrm>
            <a:custGeom>
              <a:avLst/>
              <a:gdLst>
                <a:gd name="csX0" fmla="*/ 744 w 538311"/>
                <a:gd name="csY0" fmla="*/ 0 h 988972"/>
                <a:gd name="csX1" fmla="*/ 538311 w 538311"/>
                <a:gd name="csY1" fmla="*/ 0 h 988972"/>
                <a:gd name="csX2" fmla="*/ 235018 w 538311"/>
                <a:gd name="csY2" fmla="*/ 988972 h 988972"/>
                <a:gd name="csX3" fmla="*/ 458 w 538311"/>
                <a:gd name="csY3" fmla="*/ 986477 h 988972"/>
                <a:gd name="csX4" fmla="*/ 744 w 538311"/>
                <a:gd name="csY4" fmla="*/ 0 h 988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8311" h="988972">
                  <a:moveTo>
                    <a:pt x="744" y="0"/>
                  </a:moveTo>
                  <a:lnTo>
                    <a:pt x="538311" y="0"/>
                  </a:lnTo>
                  <a:lnTo>
                    <a:pt x="235018" y="988972"/>
                  </a:lnTo>
                  <a:lnTo>
                    <a:pt x="458" y="986477"/>
                  </a:lnTo>
                  <a:cubicBezTo>
                    <a:pt x="-1235" y="656065"/>
                    <a:pt x="2437" y="330412"/>
                    <a:pt x="744" y="0"/>
                  </a:cubicBezTo>
                  <a:close/>
                </a:path>
              </a:pathLst>
            </a:custGeom>
            <a:gradFill>
              <a:gsLst>
                <a:gs pos="39000">
                  <a:srgbClr val="C00000">
                    <a:alpha val="40000"/>
                  </a:srgbClr>
                </a:gs>
                <a:gs pos="66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Rechteck 36">
              <a:extLst>
                <a:ext uri="{FF2B5EF4-FFF2-40B4-BE49-F238E27FC236}">
                  <a16:creationId xmlns:a16="http://schemas.microsoft.com/office/drawing/2014/main" id="{07E841BC-FC33-07BD-BDE2-D718FC740B39}"/>
                </a:ext>
              </a:extLst>
            </p:cNvPr>
            <p:cNvSpPr/>
            <p:nvPr/>
          </p:nvSpPr>
          <p:spPr>
            <a:xfrm rot="10800000" flipV="1">
              <a:off x="688108" y="2093281"/>
              <a:ext cx="899715" cy="849951"/>
            </a:xfrm>
            <a:custGeom>
              <a:avLst/>
              <a:gdLst>
                <a:gd name="csX0" fmla="*/ 744 w 538311"/>
                <a:gd name="csY0" fmla="*/ 0 h 988972"/>
                <a:gd name="csX1" fmla="*/ 538311 w 538311"/>
                <a:gd name="csY1" fmla="*/ 0 h 988972"/>
                <a:gd name="csX2" fmla="*/ 235018 w 538311"/>
                <a:gd name="csY2" fmla="*/ 988972 h 988972"/>
                <a:gd name="csX3" fmla="*/ 458 w 538311"/>
                <a:gd name="csY3" fmla="*/ 986477 h 988972"/>
                <a:gd name="csX4" fmla="*/ 744 w 538311"/>
                <a:gd name="csY4" fmla="*/ 0 h 988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8311" h="988972">
                  <a:moveTo>
                    <a:pt x="744" y="0"/>
                  </a:moveTo>
                  <a:lnTo>
                    <a:pt x="538311" y="0"/>
                  </a:lnTo>
                  <a:lnTo>
                    <a:pt x="235018" y="988972"/>
                  </a:lnTo>
                  <a:lnTo>
                    <a:pt x="458" y="986477"/>
                  </a:lnTo>
                  <a:cubicBezTo>
                    <a:pt x="-1235" y="656065"/>
                    <a:pt x="2437" y="330412"/>
                    <a:pt x="744" y="0"/>
                  </a:cubicBezTo>
                  <a:close/>
                </a:path>
              </a:pathLst>
            </a:custGeom>
            <a:gradFill>
              <a:gsLst>
                <a:gs pos="39000">
                  <a:srgbClr val="C00000">
                    <a:alpha val="40000"/>
                  </a:srgbClr>
                </a:gs>
                <a:gs pos="66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37F69CEF-C148-A252-80EE-D529D6139203}"/>
              </a:ext>
            </a:extLst>
          </p:cNvPr>
          <p:cNvCxnSpPr>
            <a:cxnSpLocks/>
          </p:cNvCxnSpPr>
          <p:nvPr/>
        </p:nvCxnSpPr>
        <p:spPr>
          <a:xfrm>
            <a:off x="1317210" y="246142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2A649FD-8FE1-3747-1BE0-4247F282FF50}"/>
              </a:ext>
            </a:extLst>
          </p:cNvPr>
          <p:cNvCxnSpPr>
            <a:cxnSpLocks/>
          </p:cNvCxnSpPr>
          <p:nvPr/>
        </p:nvCxnSpPr>
        <p:spPr>
          <a:xfrm flipV="1">
            <a:off x="1243671" y="1250036"/>
            <a:ext cx="0" cy="1689379"/>
          </a:xfrm>
          <a:prstGeom prst="line">
            <a:avLst/>
          </a:prstGeom>
          <a:ln w="12700" cap="rnd">
            <a:solidFill>
              <a:schemeClr val="tx1"/>
            </a:solidFill>
            <a:prstDash val="lgDash"/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DF0ACF33-3416-CBEF-EF16-6EA463E7A670}"/>
              </a:ext>
            </a:extLst>
          </p:cNvPr>
          <p:cNvCxnSpPr>
            <a:cxnSpLocks/>
          </p:cNvCxnSpPr>
          <p:nvPr/>
        </p:nvCxnSpPr>
        <p:spPr>
          <a:xfrm>
            <a:off x="982505" y="1933107"/>
            <a:ext cx="27155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857AB698-FB22-F50C-7D3E-122B9E20A2E1}"/>
              </a:ext>
            </a:extLst>
          </p:cNvPr>
          <p:cNvGrpSpPr/>
          <p:nvPr/>
        </p:nvGrpSpPr>
        <p:grpSpPr>
          <a:xfrm rot="10800000">
            <a:off x="2011126" y="1238250"/>
            <a:ext cx="901216" cy="1710251"/>
            <a:chOff x="688108" y="1243766"/>
            <a:chExt cx="901216" cy="1699466"/>
          </a:xfrm>
        </p:grpSpPr>
        <p:sp>
          <p:nvSpPr>
            <p:cNvPr id="10" name="Rechteck 36">
              <a:extLst>
                <a:ext uri="{FF2B5EF4-FFF2-40B4-BE49-F238E27FC236}">
                  <a16:creationId xmlns:a16="http://schemas.microsoft.com/office/drawing/2014/main" id="{4C92E796-B2C8-4429-219B-8686F89CA335}"/>
                </a:ext>
              </a:extLst>
            </p:cNvPr>
            <p:cNvSpPr/>
            <p:nvPr/>
          </p:nvSpPr>
          <p:spPr>
            <a:xfrm rot="10800000">
              <a:off x="689609" y="1243766"/>
              <a:ext cx="899715" cy="849951"/>
            </a:xfrm>
            <a:custGeom>
              <a:avLst/>
              <a:gdLst>
                <a:gd name="csX0" fmla="*/ 744 w 538311"/>
                <a:gd name="csY0" fmla="*/ 0 h 988972"/>
                <a:gd name="csX1" fmla="*/ 538311 w 538311"/>
                <a:gd name="csY1" fmla="*/ 0 h 988972"/>
                <a:gd name="csX2" fmla="*/ 235018 w 538311"/>
                <a:gd name="csY2" fmla="*/ 988972 h 988972"/>
                <a:gd name="csX3" fmla="*/ 458 w 538311"/>
                <a:gd name="csY3" fmla="*/ 986477 h 988972"/>
                <a:gd name="csX4" fmla="*/ 744 w 538311"/>
                <a:gd name="csY4" fmla="*/ 0 h 988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8311" h="988972">
                  <a:moveTo>
                    <a:pt x="744" y="0"/>
                  </a:moveTo>
                  <a:lnTo>
                    <a:pt x="538311" y="0"/>
                  </a:lnTo>
                  <a:lnTo>
                    <a:pt x="235018" y="988972"/>
                  </a:lnTo>
                  <a:lnTo>
                    <a:pt x="458" y="986477"/>
                  </a:lnTo>
                  <a:cubicBezTo>
                    <a:pt x="-1235" y="656065"/>
                    <a:pt x="2437" y="330412"/>
                    <a:pt x="744" y="0"/>
                  </a:cubicBezTo>
                  <a:close/>
                </a:path>
              </a:pathLst>
            </a:custGeom>
            <a:gradFill>
              <a:gsLst>
                <a:gs pos="39000">
                  <a:srgbClr val="C00000">
                    <a:alpha val="40000"/>
                  </a:srgbClr>
                </a:gs>
                <a:gs pos="66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Rechteck 36">
              <a:extLst>
                <a:ext uri="{FF2B5EF4-FFF2-40B4-BE49-F238E27FC236}">
                  <a16:creationId xmlns:a16="http://schemas.microsoft.com/office/drawing/2014/main" id="{FCD144FA-F42D-F055-78A1-3A0B73A73BEA}"/>
                </a:ext>
              </a:extLst>
            </p:cNvPr>
            <p:cNvSpPr/>
            <p:nvPr/>
          </p:nvSpPr>
          <p:spPr>
            <a:xfrm rot="10800000" flipV="1">
              <a:off x="688108" y="2093281"/>
              <a:ext cx="899715" cy="849951"/>
            </a:xfrm>
            <a:custGeom>
              <a:avLst/>
              <a:gdLst>
                <a:gd name="csX0" fmla="*/ 744 w 538311"/>
                <a:gd name="csY0" fmla="*/ 0 h 988972"/>
                <a:gd name="csX1" fmla="*/ 538311 w 538311"/>
                <a:gd name="csY1" fmla="*/ 0 h 988972"/>
                <a:gd name="csX2" fmla="*/ 235018 w 538311"/>
                <a:gd name="csY2" fmla="*/ 988972 h 988972"/>
                <a:gd name="csX3" fmla="*/ 458 w 538311"/>
                <a:gd name="csY3" fmla="*/ 986477 h 988972"/>
                <a:gd name="csX4" fmla="*/ 744 w 538311"/>
                <a:gd name="csY4" fmla="*/ 0 h 988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8311" h="988972">
                  <a:moveTo>
                    <a:pt x="744" y="0"/>
                  </a:moveTo>
                  <a:lnTo>
                    <a:pt x="538311" y="0"/>
                  </a:lnTo>
                  <a:lnTo>
                    <a:pt x="235018" y="988972"/>
                  </a:lnTo>
                  <a:lnTo>
                    <a:pt x="458" y="986477"/>
                  </a:lnTo>
                  <a:cubicBezTo>
                    <a:pt x="-1235" y="656065"/>
                    <a:pt x="2437" y="330412"/>
                    <a:pt x="744" y="0"/>
                  </a:cubicBezTo>
                  <a:close/>
                </a:path>
              </a:pathLst>
            </a:custGeom>
            <a:gradFill>
              <a:gsLst>
                <a:gs pos="39000">
                  <a:srgbClr val="C00000">
                    <a:alpha val="40000"/>
                  </a:srgbClr>
                </a:gs>
                <a:gs pos="66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D0A25079-8B64-7F0B-CBEB-8412AC423243}"/>
              </a:ext>
            </a:extLst>
          </p:cNvPr>
          <p:cNvCxnSpPr>
            <a:cxnSpLocks/>
          </p:cNvCxnSpPr>
          <p:nvPr/>
        </p:nvCxnSpPr>
        <p:spPr>
          <a:xfrm>
            <a:off x="2014441" y="2461427"/>
            <a:ext cx="443009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feld 90">
            <a:extLst>
              <a:ext uri="{FF2B5EF4-FFF2-40B4-BE49-F238E27FC236}">
                <a16:creationId xmlns:a16="http://schemas.microsoft.com/office/drawing/2014/main" id="{1ADA8502-7766-C8F6-4A73-2829E87E012B}"/>
              </a:ext>
            </a:extLst>
          </p:cNvPr>
          <p:cNvSpPr txBox="1"/>
          <p:nvPr/>
        </p:nvSpPr>
        <p:spPr>
          <a:xfrm>
            <a:off x="2589194" y="1763888"/>
            <a:ext cx="5127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ers</a:t>
            </a:r>
            <a:endParaRPr lang="de-DE" dirty="0"/>
          </a:p>
        </p:txBody>
      </p: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09074489-F572-BA9B-1E7D-ACEBFE8E002F}"/>
              </a:ext>
            </a:extLst>
          </p:cNvPr>
          <p:cNvCxnSpPr>
            <a:cxnSpLocks/>
          </p:cNvCxnSpPr>
          <p:nvPr/>
        </p:nvCxnSpPr>
        <p:spPr>
          <a:xfrm>
            <a:off x="2356646" y="1933107"/>
            <a:ext cx="250823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triangl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DC68F22B-F97A-B07C-A7EA-0A5B70EF5F50}"/>
              </a:ext>
            </a:extLst>
          </p:cNvPr>
          <p:cNvCxnSpPr>
            <a:cxnSpLocks/>
          </p:cNvCxnSpPr>
          <p:nvPr/>
        </p:nvCxnSpPr>
        <p:spPr>
          <a:xfrm flipV="1">
            <a:off x="2365717" y="1249052"/>
            <a:ext cx="0" cy="1686553"/>
          </a:xfrm>
          <a:prstGeom prst="line">
            <a:avLst/>
          </a:prstGeom>
          <a:ln w="12700" cap="rnd">
            <a:solidFill>
              <a:schemeClr val="tx1"/>
            </a:solidFill>
            <a:prstDash val="lgDash"/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027A562D-90FF-1476-449A-66E463106AFA}"/>
              </a:ext>
            </a:extLst>
          </p:cNvPr>
          <p:cNvGrpSpPr/>
          <p:nvPr/>
        </p:nvGrpSpPr>
        <p:grpSpPr>
          <a:xfrm>
            <a:off x="1363980" y="760138"/>
            <a:ext cx="872490" cy="2816182"/>
            <a:chOff x="1363980" y="219118"/>
            <a:chExt cx="872490" cy="2816182"/>
          </a:xfrm>
        </p:grpSpPr>
        <p:sp>
          <p:nvSpPr>
            <p:cNvPr id="3" name="Rechteck 11">
              <a:extLst>
                <a:ext uri="{FF2B5EF4-FFF2-40B4-BE49-F238E27FC236}">
                  <a16:creationId xmlns:a16="http://schemas.microsoft.com/office/drawing/2014/main" id="{AE60EE26-A795-229B-AD32-0D662780F42A}"/>
                </a:ext>
              </a:extLst>
            </p:cNvPr>
            <p:cNvSpPr/>
            <p:nvPr/>
          </p:nvSpPr>
          <p:spPr>
            <a:xfrm rot="5400000">
              <a:off x="661098" y="1648819"/>
              <a:ext cx="2278254" cy="337228"/>
            </a:xfrm>
            <a:custGeom>
              <a:avLst/>
              <a:gdLst>
                <a:gd name="csX0" fmla="*/ 0 w 1021954"/>
                <a:gd name="csY0" fmla="*/ 483 h 259520"/>
                <a:gd name="csX1" fmla="*/ 994404 w 1021954"/>
                <a:gd name="csY1" fmla="*/ 0 h 259520"/>
                <a:gd name="csX2" fmla="*/ 1020050 w 1021954"/>
                <a:gd name="csY2" fmla="*/ 33315 h 259520"/>
                <a:gd name="csX3" fmla="*/ 1021954 w 1021954"/>
                <a:gd name="csY3" fmla="*/ 222386 h 259520"/>
                <a:gd name="csX4" fmla="*/ 996635 w 1021954"/>
                <a:gd name="csY4" fmla="*/ 259520 h 259520"/>
                <a:gd name="csX5" fmla="*/ 0 w 1021954"/>
                <a:gd name="csY5" fmla="*/ 259520 h 259520"/>
                <a:gd name="csX6" fmla="*/ 0 w 1021954"/>
                <a:gd name="csY6" fmla="*/ 483 h 259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021954" h="259520">
                  <a:moveTo>
                    <a:pt x="0" y="483"/>
                  </a:moveTo>
                  <a:lnTo>
                    <a:pt x="994404" y="0"/>
                  </a:lnTo>
                  <a:lnTo>
                    <a:pt x="1020050" y="33315"/>
                  </a:lnTo>
                  <a:cubicBezTo>
                    <a:pt x="1020393" y="96500"/>
                    <a:pt x="1021611" y="159201"/>
                    <a:pt x="1021954" y="222386"/>
                  </a:cubicBezTo>
                  <a:lnTo>
                    <a:pt x="996635" y="259520"/>
                  </a:lnTo>
                  <a:lnTo>
                    <a:pt x="0" y="259520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818AF905-1DB8-5D9D-E490-8E90060263A9}"/>
                </a:ext>
              </a:extLst>
            </p:cNvPr>
            <p:cNvGrpSpPr/>
            <p:nvPr/>
          </p:nvGrpSpPr>
          <p:grpSpPr>
            <a:xfrm rot="5400000">
              <a:off x="1648539" y="101104"/>
              <a:ext cx="303372" cy="756241"/>
              <a:chOff x="1133952" y="1178264"/>
              <a:chExt cx="303372" cy="756241"/>
            </a:xfrm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889E28D0-53CE-FCC0-FEBB-54FA9874AD54}"/>
                  </a:ext>
                </a:extLst>
              </p:cNvPr>
              <p:cNvSpPr/>
              <p:nvPr/>
            </p:nvSpPr>
            <p:spPr>
              <a:xfrm>
                <a:off x="1138239" y="1264920"/>
                <a:ext cx="297657" cy="582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4CDB39DE-5216-5E1C-5DEA-FCA75C40B2FA}"/>
                  </a:ext>
                </a:extLst>
              </p:cNvPr>
              <p:cNvSpPr/>
              <p:nvPr/>
            </p:nvSpPr>
            <p:spPr>
              <a:xfrm>
                <a:off x="1133952" y="1178264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DF18A356-1832-B425-EDA5-0E9FC1A7AE05}"/>
                  </a:ext>
                </a:extLst>
              </p:cNvPr>
              <p:cNvSpPr/>
              <p:nvPr/>
            </p:nvSpPr>
            <p:spPr>
              <a:xfrm>
                <a:off x="1133952" y="1357335"/>
                <a:ext cx="303372" cy="398102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4AD193D2-D77E-27F1-A250-7D47BA17812A}"/>
                  </a:ext>
                </a:extLst>
              </p:cNvPr>
              <p:cNvSpPr/>
              <p:nvPr/>
            </p:nvSpPr>
            <p:spPr>
              <a:xfrm>
                <a:off x="1133952" y="1755435"/>
                <a:ext cx="303372" cy="179070"/>
              </a:xfrm>
              <a:custGeom>
                <a:avLst/>
                <a:gdLst>
                  <a:gd name="csX0" fmla="*/ 57153 w 352459"/>
                  <a:gd name="csY0" fmla="*/ 382905 h 382905"/>
                  <a:gd name="csX1" fmla="*/ 3 w 352459"/>
                  <a:gd name="csY1" fmla="*/ 196215 h 382905"/>
                  <a:gd name="csX2" fmla="*/ 55248 w 352459"/>
                  <a:gd name="csY2" fmla="*/ 0 h 382905"/>
                  <a:gd name="csX3" fmla="*/ 299088 w 352459"/>
                  <a:gd name="csY3" fmla="*/ 0 h 382905"/>
                  <a:gd name="csX4" fmla="*/ 352428 w 352459"/>
                  <a:gd name="csY4" fmla="*/ 192405 h 382905"/>
                  <a:gd name="csX5" fmla="*/ 300013 w 352459"/>
                  <a:gd name="csY5" fmla="*/ 381000 h 382905"/>
                  <a:gd name="csX6" fmla="*/ 57153 w 352459"/>
                  <a:gd name="csY6" fmla="*/ 382905 h 3829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52459" h="382905">
                    <a:moveTo>
                      <a:pt x="57153" y="382905"/>
                    </a:moveTo>
                    <a:cubicBezTo>
                      <a:pt x="20481" y="318928"/>
                      <a:pt x="320" y="260032"/>
                      <a:pt x="3" y="196215"/>
                    </a:cubicBezTo>
                    <a:cubicBezTo>
                      <a:pt x="-314" y="132398"/>
                      <a:pt x="24768" y="51435"/>
                      <a:pt x="55248" y="0"/>
                    </a:cubicBezTo>
                    <a:lnTo>
                      <a:pt x="299088" y="0"/>
                    </a:lnTo>
                    <a:cubicBezTo>
                      <a:pt x="332743" y="53975"/>
                      <a:pt x="353381" y="128905"/>
                      <a:pt x="352428" y="192405"/>
                    </a:cubicBezTo>
                    <a:cubicBezTo>
                      <a:pt x="351476" y="255905"/>
                      <a:pt x="340018" y="328930"/>
                      <a:pt x="300013" y="381000"/>
                    </a:cubicBezTo>
                    <a:lnTo>
                      <a:pt x="57153" y="38290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12700"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D7CF597-8965-1CBC-C74B-6186F200E9A5}"/>
                </a:ext>
              </a:extLst>
            </p:cNvPr>
            <p:cNvSpPr/>
            <p:nvPr/>
          </p:nvSpPr>
          <p:spPr>
            <a:xfrm rot="5400000">
              <a:off x="1777365" y="232766"/>
              <a:ext cx="45720" cy="8724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1CB7915C-B48A-5449-F97C-AE85F8B8DC83}"/>
                </a:ext>
              </a:extLst>
            </p:cNvPr>
            <p:cNvCxnSpPr>
              <a:cxnSpLocks/>
            </p:cNvCxnSpPr>
            <p:nvPr/>
          </p:nvCxnSpPr>
          <p:spPr>
            <a:xfrm>
              <a:off x="1936453" y="2142611"/>
              <a:ext cx="0" cy="788631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2599EBAC-13B3-BF1E-B738-63FA3B2A88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934054" y="2106895"/>
              <a:ext cx="37606" cy="3001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73292089-0FBA-BC47-38DE-B7BD0D5E6AC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622879" y="2102363"/>
              <a:ext cx="44766" cy="35730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07A39FC2-6EC9-D202-F14C-9F2FC5608297}"/>
                </a:ext>
              </a:extLst>
            </p:cNvPr>
            <p:cNvCxnSpPr>
              <a:cxnSpLocks/>
            </p:cNvCxnSpPr>
            <p:nvPr/>
          </p:nvCxnSpPr>
          <p:spPr>
            <a:xfrm>
              <a:off x="1662133" y="2145467"/>
              <a:ext cx="0" cy="785775"/>
            </a:xfrm>
            <a:prstGeom prst="line">
              <a:avLst/>
            </a:prstGeom>
            <a:ln w="95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23CF623A-0F57-E567-1830-C748BDC2BE55}"/>
                </a:ext>
              </a:extLst>
            </p:cNvPr>
            <p:cNvGrpSpPr/>
            <p:nvPr/>
          </p:nvGrpSpPr>
          <p:grpSpPr>
            <a:xfrm>
              <a:off x="1363980" y="2416054"/>
              <a:ext cx="872490" cy="359570"/>
              <a:chOff x="1363980" y="1674254"/>
              <a:chExt cx="872490" cy="359570"/>
            </a:xfrm>
          </p:grpSpPr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0F5B36BB-9B70-3AC9-A2E8-7377546A34D7}"/>
                  </a:ext>
                </a:extLst>
              </p:cNvPr>
              <p:cNvSpPr/>
              <p:nvPr/>
            </p:nvSpPr>
            <p:spPr>
              <a:xfrm rot="5400000">
                <a:off x="1777365" y="1260869"/>
                <a:ext cx="45720" cy="87249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cap="rnd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9DE7EE4E-3DF5-EF91-2EBC-F750488A1CA3}"/>
                  </a:ext>
                </a:extLst>
              </p:cNvPr>
              <p:cNvGrpSpPr/>
              <p:nvPr/>
            </p:nvGrpSpPr>
            <p:grpSpPr>
              <a:xfrm rot="5400000">
                <a:off x="1648539" y="1504017"/>
                <a:ext cx="303372" cy="756241"/>
                <a:chOff x="1133952" y="1178264"/>
                <a:chExt cx="303372" cy="756241"/>
              </a:xfrm>
            </p:grpSpPr>
            <p:sp>
              <p:nvSpPr>
                <p:cNvPr id="18" name="Rechteck 17">
                  <a:extLst>
                    <a:ext uri="{FF2B5EF4-FFF2-40B4-BE49-F238E27FC236}">
                      <a16:creationId xmlns:a16="http://schemas.microsoft.com/office/drawing/2014/main" id="{36B9A999-04D1-104A-A894-415D543DC218}"/>
                    </a:ext>
                  </a:extLst>
                </p:cNvPr>
                <p:cNvSpPr/>
                <p:nvPr/>
              </p:nvSpPr>
              <p:spPr>
                <a:xfrm>
                  <a:off x="1137285" y="1264920"/>
                  <a:ext cx="298611" cy="582930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" name="Freihandform: Form 18">
                  <a:extLst>
                    <a:ext uri="{FF2B5EF4-FFF2-40B4-BE49-F238E27FC236}">
                      <a16:creationId xmlns:a16="http://schemas.microsoft.com/office/drawing/2014/main" id="{B9F19168-5A59-B547-352F-6818F5F0C032}"/>
                    </a:ext>
                  </a:extLst>
                </p:cNvPr>
                <p:cNvSpPr/>
                <p:nvPr/>
              </p:nvSpPr>
              <p:spPr>
                <a:xfrm>
                  <a:off x="1133952" y="1178264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" name="Freihandform: Form 19">
                  <a:extLst>
                    <a:ext uri="{FF2B5EF4-FFF2-40B4-BE49-F238E27FC236}">
                      <a16:creationId xmlns:a16="http://schemas.microsoft.com/office/drawing/2014/main" id="{C477C271-510A-6FB8-2C58-66F6B71AC4A0}"/>
                    </a:ext>
                  </a:extLst>
                </p:cNvPr>
                <p:cNvSpPr/>
                <p:nvPr/>
              </p:nvSpPr>
              <p:spPr>
                <a:xfrm>
                  <a:off x="1133952" y="1357335"/>
                  <a:ext cx="303372" cy="398102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1" name="Freihandform: Form 20">
                  <a:extLst>
                    <a:ext uri="{FF2B5EF4-FFF2-40B4-BE49-F238E27FC236}">
                      <a16:creationId xmlns:a16="http://schemas.microsoft.com/office/drawing/2014/main" id="{F0F52352-AAF7-8027-616A-6E8C2D9BE437}"/>
                    </a:ext>
                  </a:extLst>
                </p:cNvPr>
                <p:cNvSpPr/>
                <p:nvPr/>
              </p:nvSpPr>
              <p:spPr>
                <a:xfrm>
                  <a:off x="1133952" y="1755435"/>
                  <a:ext cx="303372" cy="179070"/>
                </a:xfrm>
                <a:custGeom>
                  <a:avLst/>
                  <a:gdLst>
                    <a:gd name="csX0" fmla="*/ 57153 w 352459"/>
                    <a:gd name="csY0" fmla="*/ 382905 h 382905"/>
                    <a:gd name="csX1" fmla="*/ 3 w 352459"/>
                    <a:gd name="csY1" fmla="*/ 196215 h 382905"/>
                    <a:gd name="csX2" fmla="*/ 55248 w 352459"/>
                    <a:gd name="csY2" fmla="*/ 0 h 382905"/>
                    <a:gd name="csX3" fmla="*/ 299088 w 352459"/>
                    <a:gd name="csY3" fmla="*/ 0 h 382905"/>
                    <a:gd name="csX4" fmla="*/ 352428 w 352459"/>
                    <a:gd name="csY4" fmla="*/ 192405 h 382905"/>
                    <a:gd name="csX5" fmla="*/ 300013 w 352459"/>
                    <a:gd name="csY5" fmla="*/ 381000 h 382905"/>
                    <a:gd name="csX6" fmla="*/ 57153 w 352459"/>
                    <a:gd name="csY6" fmla="*/ 382905 h 3829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52459" h="382905">
                      <a:moveTo>
                        <a:pt x="57153" y="382905"/>
                      </a:moveTo>
                      <a:cubicBezTo>
                        <a:pt x="20481" y="318928"/>
                        <a:pt x="320" y="260032"/>
                        <a:pt x="3" y="196215"/>
                      </a:cubicBezTo>
                      <a:cubicBezTo>
                        <a:pt x="-314" y="132398"/>
                        <a:pt x="24768" y="51435"/>
                        <a:pt x="55248" y="0"/>
                      </a:cubicBezTo>
                      <a:lnTo>
                        <a:pt x="299088" y="0"/>
                      </a:lnTo>
                      <a:cubicBezTo>
                        <a:pt x="332743" y="53975"/>
                        <a:pt x="353381" y="128905"/>
                        <a:pt x="352428" y="192405"/>
                      </a:cubicBezTo>
                      <a:cubicBezTo>
                        <a:pt x="351476" y="255905"/>
                        <a:pt x="340018" y="328930"/>
                        <a:pt x="300013" y="381000"/>
                      </a:cubicBezTo>
                      <a:lnTo>
                        <a:pt x="57153" y="3829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2700" cap="rnd">
                  <a:solidFill>
                    <a:schemeClr val="tx1">
                      <a:lumMod val="65000"/>
                      <a:lumOff val="3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D2ABF500-E15E-A885-A70F-65170C634673}"/>
                </a:ext>
              </a:extLst>
            </p:cNvPr>
            <p:cNvCxnSpPr>
              <a:cxnSpLocks/>
            </p:cNvCxnSpPr>
            <p:nvPr/>
          </p:nvCxnSpPr>
          <p:spPr>
            <a:xfrm>
              <a:off x="1800225" y="219118"/>
              <a:ext cx="0" cy="2816182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lgDashDot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B83BF305-34B1-158A-0E4A-518D4D8DAA7C}"/>
              </a:ext>
            </a:extLst>
          </p:cNvPr>
          <p:cNvCxnSpPr>
            <a:cxnSpLocks/>
          </p:cNvCxnSpPr>
          <p:nvPr/>
        </p:nvCxnSpPr>
        <p:spPr>
          <a:xfrm>
            <a:off x="1508759" y="2461427"/>
            <a:ext cx="560646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1B849D80-C727-54CA-91B8-4ED7F6224E7E}"/>
              </a:ext>
            </a:extLst>
          </p:cNvPr>
          <p:cNvCxnSpPr>
            <a:cxnSpLocks/>
          </p:cNvCxnSpPr>
          <p:nvPr/>
        </p:nvCxnSpPr>
        <p:spPr>
          <a:xfrm>
            <a:off x="1225883" y="1933107"/>
            <a:ext cx="1185847" cy="0"/>
          </a:xfrm>
          <a:prstGeom prst="line">
            <a:avLst/>
          </a:prstGeom>
          <a:ln w="19050" cap="rnd">
            <a:solidFill>
              <a:schemeClr val="tx1"/>
            </a:solidFill>
            <a:round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feld 76">
            <a:extLst>
              <a:ext uri="{FF2B5EF4-FFF2-40B4-BE49-F238E27FC236}">
                <a16:creationId xmlns:a16="http://schemas.microsoft.com/office/drawing/2014/main" id="{455DFB1E-CAB5-4EF6-E3C3-5498F5A45B6E}"/>
              </a:ext>
            </a:extLst>
          </p:cNvPr>
          <p:cNvSpPr txBox="1"/>
          <p:nvPr/>
        </p:nvSpPr>
        <p:spPr>
          <a:xfrm>
            <a:off x="2365812" y="2289411"/>
            <a:ext cx="51276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6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</a:t>
            </a:r>
            <a:endParaRPr lang="de-DE" sz="16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41E006B6-3FAF-4261-F93D-35F2F8CE0D2F}"/>
              </a:ext>
            </a:extLst>
          </p:cNvPr>
          <p:cNvSpPr/>
          <p:nvPr/>
        </p:nvSpPr>
        <p:spPr>
          <a:xfrm>
            <a:off x="127729" y="1222815"/>
            <a:ext cx="267607" cy="1754173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FB03BD97-2375-1A5A-0054-339E43EB994A}"/>
              </a:ext>
            </a:extLst>
          </p:cNvPr>
          <p:cNvSpPr/>
          <p:nvPr/>
        </p:nvSpPr>
        <p:spPr>
          <a:xfrm rot="10800000">
            <a:off x="3205114" y="1221547"/>
            <a:ext cx="267607" cy="1754173"/>
          </a:xfrm>
          <a:prstGeom prst="rect">
            <a:avLst/>
          </a:prstGeom>
          <a:gradFill>
            <a:gsLst>
              <a:gs pos="3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4694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079C-64B2-0920-5FB6-A3BDE5BA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56E758F-5E8C-4A33-A484-C949DF6AE788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366044" y="1885950"/>
            <a:ext cx="380602" cy="795826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BC248CD-498B-0117-98A2-24FB0480EBA0}"/>
              </a:ext>
            </a:extLst>
          </p:cNvPr>
          <p:cNvCxnSpPr>
            <a:cxnSpLocks/>
          </p:cNvCxnSpPr>
          <p:nvPr/>
        </p:nvCxnSpPr>
        <p:spPr>
          <a:xfrm flipH="1">
            <a:off x="1746646" y="1125141"/>
            <a:ext cx="996554" cy="760809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8F34F80A-EBCC-0478-D19A-F497C3B0974F}"/>
              </a:ext>
            </a:extLst>
          </p:cNvPr>
          <p:cNvSpPr/>
          <p:nvPr/>
        </p:nvSpPr>
        <p:spPr>
          <a:xfrm>
            <a:off x="2743438" y="1001260"/>
            <a:ext cx="344805" cy="124595"/>
          </a:xfrm>
          <a:custGeom>
            <a:avLst/>
            <a:gdLst>
              <a:gd name="csX0" fmla="*/ 0 w 344805"/>
              <a:gd name="csY0" fmla="*/ 124595 h 124595"/>
              <a:gd name="csX1" fmla="*/ 173355 w 344805"/>
              <a:gd name="csY1" fmla="*/ 16010 h 124595"/>
              <a:gd name="csX2" fmla="*/ 344805 w 344805"/>
              <a:gd name="csY2" fmla="*/ 2675 h 124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4805" h="124595">
                <a:moveTo>
                  <a:pt x="0" y="124595"/>
                </a:moveTo>
                <a:cubicBezTo>
                  <a:pt x="57944" y="80462"/>
                  <a:pt x="115888" y="36330"/>
                  <a:pt x="173355" y="16010"/>
                </a:cubicBezTo>
                <a:cubicBezTo>
                  <a:pt x="230822" y="-4310"/>
                  <a:pt x="287813" y="-818"/>
                  <a:pt x="344805" y="2675"/>
                </a:cubicBezTo>
              </a:path>
            </a:pathLst>
          </a:custGeom>
          <a:noFill/>
          <a:ln w="19050" cap="rnd">
            <a:solidFill>
              <a:srgbClr val="FF0000"/>
            </a:solidFill>
            <a:prstDash val="sys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258C77C-4A7A-D452-546A-F782094A844D}"/>
              </a:ext>
            </a:extLst>
          </p:cNvPr>
          <p:cNvSpPr txBox="1"/>
          <p:nvPr/>
        </p:nvSpPr>
        <p:spPr>
          <a:xfrm>
            <a:off x="1746646" y="808316"/>
            <a:ext cx="103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+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Zugkraft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BC3B36-F438-30F7-E5AD-77E92FCC625F}"/>
              </a:ext>
            </a:extLst>
          </p:cNvPr>
          <p:cNvSpPr txBox="1"/>
          <p:nvPr/>
        </p:nvSpPr>
        <p:spPr>
          <a:xfrm>
            <a:off x="1746646" y="2541746"/>
            <a:ext cx="103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−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Druckkraft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D77C840-5B36-FDCB-637F-4F0C4F90550E}"/>
              </a:ext>
            </a:extLst>
          </p:cNvPr>
          <p:cNvCxnSpPr>
            <a:cxnSpLocks/>
          </p:cNvCxnSpPr>
          <p:nvPr/>
        </p:nvCxnSpPr>
        <p:spPr>
          <a:xfrm>
            <a:off x="1746646" y="1983700"/>
            <a:ext cx="903447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51EE311-0F9A-9970-E8B6-FF561FBE8B19}"/>
              </a:ext>
            </a:extLst>
          </p:cNvPr>
          <p:cNvCxnSpPr>
            <a:cxnSpLocks/>
          </p:cNvCxnSpPr>
          <p:nvPr/>
        </p:nvCxnSpPr>
        <p:spPr>
          <a:xfrm flipV="1">
            <a:off x="1746646" y="860822"/>
            <a:ext cx="0" cy="200025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8602C224-82B5-FDCF-B8F8-858E6D65BFE3}"/>
              </a:ext>
            </a:extLst>
          </p:cNvPr>
          <p:cNvCxnSpPr>
            <a:cxnSpLocks/>
          </p:cNvCxnSpPr>
          <p:nvPr/>
        </p:nvCxnSpPr>
        <p:spPr>
          <a:xfrm>
            <a:off x="546497" y="1885950"/>
            <a:ext cx="2875359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A11C55D-615F-C92E-D705-65A66C2476E5}"/>
              </a:ext>
            </a:extLst>
          </p:cNvPr>
          <p:cNvCxnSpPr>
            <a:cxnSpLocks/>
          </p:cNvCxnSpPr>
          <p:nvPr/>
        </p:nvCxnSpPr>
        <p:spPr>
          <a:xfrm flipV="1">
            <a:off x="2650093" y="1194435"/>
            <a:ext cx="0" cy="84201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none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ACB5B8BA-9C02-7E58-5C46-B9A3E0104B5D}"/>
              </a:ext>
            </a:extLst>
          </p:cNvPr>
          <p:cNvSpPr txBox="1"/>
          <p:nvPr/>
        </p:nvSpPr>
        <p:spPr>
          <a:xfrm>
            <a:off x="2053470" y="1967626"/>
            <a:ext cx="2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003B1EF-7C68-A915-E9CF-FA38170D0E8B}"/>
              </a:ext>
            </a:extLst>
          </p:cNvPr>
          <p:cNvSpPr txBox="1"/>
          <p:nvPr/>
        </p:nvSpPr>
        <p:spPr>
          <a:xfrm>
            <a:off x="2613900" y="1467744"/>
            <a:ext cx="834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1F19A157-F5C5-C33D-CA2E-A8E32836B9AD}"/>
              </a:ext>
            </a:extLst>
          </p:cNvPr>
          <p:cNvSpPr txBox="1"/>
          <p:nvPr/>
        </p:nvSpPr>
        <p:spPr>
          <a:xfrm>
            <a:off x="452765" y="1527214"/>
            <a:ext cx="1034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−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  <a:p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Längung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8C5BBFCA-76A7-8024-76D9-34E5A94F3498}"/>
              </a:ext>
            </a:extLst>
          </p:cNvPr>
          <p:cNvSpPr txBox="1"/>
          <p:nvPr/>
        </p:nvSpPr>
        <p:spPr>
          <a:xfrm>
            <a:off x="2895271" y="1947383"/>
            <a:ext cx="594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+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</a:p>
          <a:p>
            <a:pPr algn="r"/>
            <a:r>
              <a:rPr lang="de-DE" sz="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Längung</a:t>
            </a: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D0F6383-8C16-6DE6-2112-331D5079AA18}"/>
              </a:ext>
            </a:extLst>
          </p:cNvPr>
          <p:cNvCxnSpPr>
            <a:cxnSpLocks/>
          </p:cNvCxnSpPr>
          <p:nvPr/>
        </p:nvCxnSpPr>
        <p:spPr>
          <a:xfrm flipH="1">
            <a:off x="1366044" y="1783675"/>
            <a:ext cx="380602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2139BF01-02C5-98FA-7B82-83DB45E8575E}"/>
              </a:ext>
            </a:extLst>
          </p:cNvPr>
          <p:cNvSpPr/>
          <p:nvPr/>
        </p:nvSpPr>
        <p:spPr>
          <a:xfrm rot="9516364">
            <a:off x="1055843" y="2740372"/>
            <a:ext cx="344805" cy="124595"/>
          </a:xfrm>
          <a:custGeom>
            <a:avLst/>
            <a:gdLst>
              <a:gd name="csX0" fmla="*/ 0 w 344805"/>
              <a:gd name="csY0" fmla="*/ 124595 h 124595"/>
              <a:gd name="csX1" fmla="*/ 173355 w 344805"/>
              <a:gd name="csY1" fmla="*/ 16010 h 124595"/>
              <a:gd name="csX2" fmla="*/ 344805 w 344805"/>
              <a:gd name="csY2" fmla="*/ 2675 h 124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44805" h="124595">
                <a:moveTo>
                  <a:pt x="0" y="124595"/>
                </a:moveTo>
                <a:cubicBezTo>
                  <a:pt x="57944" y="80462"/>
                  <a:pt x="115888" y="36330"/>
                  <a:pt x="173355" y="16010"/>
                </a:cubicBezTo>
                <a:cubicBezTo>
                  <a:pt x="230822" y="-4310"/>
                  <a:pt x="287813" y="-818"/>
                  <a:pt x="344805" y="2675"/>
                </a:cubicBezTo>
              </a:path>
            </a:pathLst>
          </a:custGeom>
          <a:noFill/>
          <a:ln w="19050" cap="rnd">
            <a:solidFill>
              <a:srgbClr val="086FBD"/>
            </a:solidFill>
            <a:prstDash val="sys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510E287-5135-5060-27A1-A086E315CD16}"/>
              </a:ext>
            </a:extLst>
          </p:cNvPr>
          <p:cNvCxnSpPr>
            <a:cxnSpLocks/>
          </p:cNvCxnSpPr>
          <p:nvPr/>
        </p:nvCxnSpPr>
        <p:spPr>
          <a:xfrm>
            <a:off x="1373585" y="1735872"/>
            <a:ext cx="0" cy="91017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852668C3-2838-FD24-E9ED-984BAE3EB588}"/>
              </a:ext>
            </a:extLst>
          </p:cNvPr>
          <p:cNvSpPr txBox="1"/>
          <p:nvPr/>
        </p:nvSpPr>
        <p:spPr>
          <a:xfrm>
            <a:off x="1429348" y="1541443"/>
            <a:ext cx="289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A9D5DF0-EF4A-CAEA-C492-FCE869E87F35}"/>
              </a:ext>
            </a:extLst>
          </p:cNvPr>
          <p:cNvSpPr txBox="1"/>
          <p:nvPr/>
        </p:nvSpPr>
        <p:spPr>
          <a:xfrm>
            <a:off x="749855" y="2101333"/>
            <a:ext cx="834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1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8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928E834B-A8BD-4AA7-25F6-2317285A2850}"/>
              </a:ext>
            </a:extLst>
          </p:cNvPr>
          <p:cNvSpPr txBox="1"/>
          <p:nvPr/>
        </p:nvSpPr>
        <p:spPr>
          <a:xfrm>
            <a:off x="54131" y="2464115"/>
            <a:ext cx="1146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Kennlinie der verspannten Platten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2B94EFC6-A58C-3F8B-EA65-358178775FD0}"/>
              </a:ext>
            </a:extLst>
          </p:cNvPr>
          <p:cNvSpPr txBox="1"/>
          <p:nvPr/>
        </p:nvSpPr>
        <p:spPr>
          <a:xfrm>
            <a:off x="2346719" y="736942"/>
            <a:ext cx="11469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Schraubenkennlinie</a:t>
            </a:r>
          </a:p>
        </p:txBody>
      </p:sp>
    </p:spTree>
    <p:extLst>
      <p:ext uri="{BB962C8B-B14F-4D97-AF65-F5344CB8AC3E}">
        <p14:creationId xmlns:p14="http://schemas.microsoft.com/office/powerpoint/2010/main" val="3106273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AA2B-FFEE-1534-017F-A310916E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29C99D4C-8C64-9441-D2C6-A6C44EF51D8D}"/>
              </a:ext>
            </a:extLst>
          </p:cNvPr>
          <p:cNvSpPr txBox="1"/>
          <p:nvPr/>
        </p:nvSpPr>
        <p:spPr>
          <a:xfrm>
            <a:off x="507088" y="559714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411884-7775-269F-B4D0-63745A767B70}"/>
              </a:ext>
            </a:extLst>
          </p:cNvPr>
          <p:cNvSpPr txBox="1"/>
          <p:nvPr/>
        </p:nvSpPr>
        <p:spPr>
          <a:xfrm>
            <a:off x="3186887" y="2637904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E1CEDE2-2238-D8B2-4B64-54C3E159B1B5}"/>
              </a:ext>
            </a:extLst>
          </p:cNvPr>
          <p:cNvCxnSpPr>
            <a:cxnSpLocks/>
          </p:cNvCxnSpPr>
          <p:nvPr/>
        </p:nvCxnSpPr>
        <p:spPr>
          <a:xfrm flipH="1">
            <a:off x="507087" y="906780"/>
            <a:ext cx="2353550" cy="1719976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A834332-C8CB-D890-13D5-516C4C3DBDE7}"/>
              </a:ext>
            </a:extLst>
          </p:cNvPr>
          <p:cNvCxnSpPr>
            <a:cxnSpLocks/>
          </p:cNvCxnSpPr>
          <p:nvPr/>
        </p:nvCxnSpPr>
        <p:spPr>
          <a:xfrm flipH="1" flipV="1">
            <a:off x="2324933" y="1299210"/>
            <a:ext cx="771766" cy="1327546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4720AFC-7E5F-B1E4-19F0-9541FE1CEA1B}"/>
              </a:ext>
            </a:extLst>
          </p:cNvPr>
          <p:cNvCxnSpPr>
            <a:cxnSpLocks/>
          </p:cNvCxnSpPr>
          <p:nvPr/>
        </p:nvCxnSpPr>
        <p:spPr>
          <a:xfrm flipV="1">
            <a:off x="2324935" y="1299210"/>
            <a:ext cx="0" cy="1327546"/>
          </a:xfrm>
          <a:prstGeom prst="straightConnector1">
            <a:avLst/>
          </a:prstGeom>
          <a:ln w="19050" cap="rnd">
            <a:solidFill>
              <a:srgbClr val="8F45A3"/>
            </a:solidFill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AC50AC88-3F57-241A-C949-CE3927493767}"/>
              </a:ext>
            </a:extLst>
          </p:cNvPr>
          <p:cNvCxnSpPr>
            <a:cxnSpLocks/>
          </p:cNvCxnSpPr>
          <p:nvPr/>
        </p:nvCxnSpPr>
        <p:spPr>
          <a:xfrm flipV="1">
            <a:off x="507088" y="626506"/>
            <a:ext cx="0" cy="200025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16982BB4-DB8D-2626-A307-3512141B3187}"/>
              </a:ext>
            </a:extLst>
          </p:cNvPr>
          <p:cNvCxnSpPr>
            <a:cxnSpLocks/>
          </p:cNvCxnSpPr>
          <p:nvPr/>
        </p:nvCxnSpPr>
        <p:spPr>
          <a:xfrm flipV="1">
            <a:off x="2865120" y="2236470"/>
            <a:ext cx="0" cy="59944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7596D7F3-50AB-39D8-FDBC-789E25D1F4D9}"/>
              </a:ext>
            </a:extLst>
          </p:cNvPr>
          <p:cNvCxnSpPr>
            <a:cxnSpLocks/>
          </p:cNvCxnSpPr>
          <p:nvPr/>
        </p:nvCxnSpPr>
        <p:spPr>
          <a:xfrm flipV="1">
            <a:off x="3096699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1445743-BDCE-7C8F-998A-E69300AB6E22}"/>
              </a:ext>
            </a:extLst>
          </p:cNvPr>
          <p:cNvCxnSpPr>
            <a:cxnSpLocks/>
          </p:cNvCxnSpPr>
          <p:nvPr/>
        </p:nvCxnSpPr>
        <p:spPr>
          <a:xfrm flipV="1">
            <a:off x="2324935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F27F04C1-748E-8132-59AE-5E753D432E7D}"/>
              </a:ext>
            </a:extLst>
          </p:cNvPr>
          <p:cNvCxnSpPr>
            <a:cxnSpLocks/>
          </p:cNvCxnSpPr>
          <p:nvPr/>
        </p:nvCxnSpPr>
        <p:spPr>
          <a:xfrm flipV="1">
            <a:off x="507087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7B7E50C4-36BE-7CE1-252B-BB31B7BDE238}"/>
              </a:ext>
            </a:extLst>
          </p:cNvPr>
          <p:cNvCxnSpPr>
            <a:cxnSpLocks/>
          </p:cNvCxnSpPr>
          <p:nvPr/>
        </p:nvCxnSpPr>
        <p:spPr>
          <a:xfrm flipH="1">
            <a:off x="2324935" y="2779078"/>
            <a:ext cx="54018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B93D02C2-7C93-3227-B4AC-85D50F782449}"/>
              </a:ext>
            </a:extLst>
          </p:cNvPr>
          <p:cNvCxnSpPr>
            <a:cxnSpLocks/>
          </p:cNvCxnSpPr>
          <p:nvPr/>
        </p:nvCxnSpPr>
        <p:spPr>
          <a:xfrm flipH="1">
            <a:off x="2324935" y="3054191"/>
            <a:ext cx="77176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F3754CE9-ECA8-667B-91EA-B0BCE33B5F8C}"/>
              </a:ext>
            </a:extLst>
          </p:cNvPr>
          <p:cNvCxnSpPr>
            <a:cxnSpLocks/>
          </p:cNvCxnSpPr>
          <p:nvPr/>
        </p:nvCxnSpPr>
        <p:spPr>
          <a:xfrm flipH="1">
            <a:off x="507087" y="3054191"/>
            <a:ext cx="18178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86DD17A-DD84-31ED-7615-45D58F62AE92}"/>
              </a:ext>
            </a:extLst>
          </p:cNvPr>
          <p:cNvCxnSpPr>
            <a:cxnSpLocks/>
          </p:cNvCxnSpPr>
          <p:nvPr/>
        </p:nvCxnSpPr>
        <p:spPr>
          <a:xfrm>
            <a:off x="266700" y="903505"/>
            <a:ext cx="0" cy="1711108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75A98BEE-DE98-3560-677A-DA4313133819}"/>
              </a:ext>
            </a:extLst>
          </p:cNvPr>
          <p:cNvCxnSpPr>
            <a:cxnSpLocks/>
          </p:cNvCxnSpPr>
          <p:nvPr/>
        </p:nvCxnSpPr>
        <p:spPr>
          <a:xfrm flipV="1">
            <a:off x="2870199" y="900965"/>
            <a:ext cx="0" cy="1327546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6BAAE751-7C2C-9817-F8EA-4C9961B01EE8}"/>
              </a:ext>
            </a:extLst>
          </p:cNvPr>
          <p:cNvCxnSpPr>
            <a:cxnSpLocks/>
          </p:cNvCxnSpPr>
          <p:nvPr/>
        </p:nvCxnSpPr>
        <p:spPr>
          <a:xfrm flipV="1">
            <a:off x="3246119" y="1295002"/>
            <a:ext cx="0" cy="936049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5215B533-2412-02F3-7C0E-FE61DF86C84D}"/>
              </a:ext>
            </a:extLst>
          </p:cNvPr>
          <p:cNvCxnSpPr>
            <a:cxnSpLocks/>
          </p:cNvCxnSpPr>
          <p:nvPr/>
        </p:nvCxnSpPr>
        <p:spPr>
          <a:xfrm flipV="1">
            <a:off x="3246119" y="903505"/>
            <a:ext cx="0" cy="385545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5F5122C-BDA4-7BDB-83D0-9BB36D0DB24E}"/>
              </a:ext>
            </a:extLst>
          </p:cNvPr>
          <p:cNvCxnSpPr>
            <a:cxnSpLocks/>
          </p:cNvCxnSpPr>
          <p:nvPr/>
        </p:nvCxnSpPr>
        <p:spPr>
          <a:xfrm flipH="1">
            <a:off x="2328745" y="1296907"/>
            <a:ext cx="1053702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DC7B4892-A982-B776-0BF0-68B3F3E87141}"/>
              </a:ext>
            </a:extLst>
          </p:cNvPr>
          <p:cNvCxnSpPr>
            <a:cxnSpLocks/>
          </p:cNvCxnSpPr>
          <p:nvPr/>
        </p:nvCxnSpPr>
        <p:spPr>
          <a:xfrm>
            <a:off x="200660" y="2626756"/>
            <a:ext cx="306427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5C33117-E556-EB23-CB47-3818D842C05D}"/>
              </a:ext>
            </a:extLst>
          </p:cNvPr>
          <p:cNvCxnSpPr>
            <a:cxnSpLocks/>
          </p:cNvCxnSpPr>
          <p:nvPr/>
        </p:nvCxnSpPr>
        <p:spPr>
          <a:xfrm flipH="1">
            <a:off x="200660" y="901600"/>
            <a:ext cx="317797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F44F04F4-2161-9788-E9A9-06290888598F}"/>
              </a:ext>
            </a:extLst>
          </p:cNvPr>
          <p:cNvCxnSpPr>
            <a:cxnSpLocks/>
          </p:cNvCxnSpPr>
          <p:nvPr/>
        </p:nvCxnSpPr>
        <p:spPr>
          <a:xfrm flipV="1">
            <a:off x="3246119" y="2231051"/>
            <a:ext cx="0" cy="395705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44C669EE-19E1-F7A2-D6AE-A02A0DC5AD1D}"/>
              </a:ext>
            </a:extLst>
          </p:cNvPr>
          <p:cNvCxnSpPr>
            <a:cxnSpLocks/>
          </p:cNvCxnSpPr>
          <p:nvPr/>
        </p:nvCxnSpPr>
        <p:spPr>
          <a:xfrm flipH="1">
            <a:off x="2865120" y="2235516"/>
            <a:ext cx="517327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ACDEABE0-52EC-B919-438F-E786233B373A}"/>
              </a:ext>
            </a:extLst>
          </p:cNvPr>
          <p:cNvCxnSpPr>
            <a:cxnSpLocks/>
          </p:cNvCxnSpPr>
          <p:nvPr/>
        </p:nvCxnSpPr>
        <p:spPr>
          <a:xfrm>
            <a:off x="507088" y="2626756"/>
            <a:ext cx="2875359" cy="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0513B69D-0A95-2828-AEFA-24D1CD0BA15B}"/>
              </a:ext>
            </a:extLst>
          </p:cNvPr>
          <p:cNvSpPr txBox="1"/>
          <p:nvPr/>
        </p:nvSpPr>
        <p:spPr>
          <a:xfrm>
            <a:off x="-58022" y="1624526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05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DB10E0DB-2EFD-09E2-2C02-4640BB969425}"/>
              </a:ext>
            </a:extLst>
          </p:cNvPr>
          <p:cNvSpPr txBox="1"/>
          <p:nvPr/>
        </p:nvSpPr>
        <p:spPr>
          <a:xfrm>
            <a:off x="1987990" y="1896780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050" baseline="-25000" dirty="0">
              <a:solidFill>
                <a:srgbClr val="8F45A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43E2AA8-EAF8-459F-96CA-C507CFFF2CFF}"/>
              </a:ext>
            </a:extLst>
          </p:cNvPr>
          <p:cNvSpPr txBox="1"/>
          <p:nvPr/>
        </p:nvSpPr>
        <p:spPr>
          <a:xfrm>
            <a:off x="2811841" y="1619197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928A08BA-FD0D-1597-BC55-93119CF75B17}"/>
              </a:ext>
            </a:extLst>
          </p:cNvPr>
          <p:cNvSpPr txBox="1"/>
          <p:nvPr/>
        </p:nvSpPr>
        <p:spPr>
          <a:xfrm>
            <a:off x="3171547" y="1679336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8D822F9E-30EB-6409-9B95-59176995CD33}"/>
              </a:ext>
            </a:extLst>
          </p:cNvPr>
          <p:cNvSpPr txBox="1"/>
          <p:nvPr/>
        </p:nvSpPr>
        <p:spPr>
          <a:xfrm>
            <a:off x="3166467" y="986843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AS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7256C469-6CFE-7883-2735-1A3D81A4B209}"/>
              </a:ext>
            </a:extLst>
          </p:cNvPr>
          <p:cNvSpPr txBox="1"/>
          <p:nvPr/>
        </p:nvSpPr>
        <p:spPr>
          <a:xfrm>
            <a:off x="3154915" y="2306268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Kl</a:t>
            </a:r>
            <a:endParaRPr lang="de-DE" sz="105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7D2E968E-3D91-58CE-6E64-97D76B1680DE}"/>
              </a:ext>
            </a:extLst>
          </p:cNvPr>
          <p:cNvSpPr txBox="1"/>
          <p:nvPr/>
        </p:nvSpPr>
        <p:spPr>
          <a:xfrm>
            <a:off x="2407504" y="2752009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05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76064290-5F30-CF9C-9703-A2E1FA771AB9}"/>
              </a:ext>
            </a:extLst>
          </p:cNvPr>
          <p:cNvSpPr txBox="1"/>
          <p:nvPr/>
        </p:nvSpPr>
        <p:spPr>
          <a:xfrm>
            <a:off x="2523293" y="3029008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sz="105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EEAA113F-3EA6-6B9B-A7C4-E78DE9E48639}"/>
              </a:ext>
            </a:extLst>
          </p:cNvPr>
          <p:cNvSpPr txBox="1"/>
          <p:nvPr/>
        </p:nvSpPr>
        <p:spPr>
          <a:xfrm>
            <a:off x="1229737" y="3030475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05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C3BA9DE5-6E7B-A76A-FFF8-6FE099E93876}"/>
              </a:ext>
            </a:extLst>
          </p:cNvPr>
          <p:cNvSpPr/>
          <p:nvPr/>
        </p:nvSpPr>
        <p:spPr>
          <a:xfrm>
            <a:off x="2302072" y="1273790"/>
            <a:ext cx="45720" cy="457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895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37956-AF41-C0BE-FF93-027994F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95AE0A0B-3369-16ED-DA2E-99F24CDEB36C}"/>
              </a:ext>
            </a:extLst>
          </p:cNvPr>
          <p:cNvSpPr txBox="1"/>
          <p:nvPr/>
        </p:nvSpPr>
        <p:spPr>
          <a:xfrm>
            <a:off x="546379" y="177841"/>
            <a:ext cx="375046" cy="25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3488A0E-A7F3-5CC3-B623-823ED9ECDD71}"/>
              </a:ext>
            </a:extLst>
          </p:cNvPr>
          <p:cNvSpPr txBox="1"/>
          <p:nvPr/>
        </p:nvSpPr>
        <p:spPr>
          <a:xfrm>
            <a:off x="3226179" y="2637904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81E3A99-6585-433B-5BA9-F7E9D1589373}"/>
              </a:ext>
            </a:extLst>
          </p:cNvPr>
          <p:cNvCxnSpPr>
            <a:cxnSpLocks/>
          </p:cNvCxnSpPr>
          <p:nvPr/>
        </p:nvCxnSpPr>
        <p:spPr>
          <a:xfrm flipH="1">
            <a:off x="546379" y="1303232"/>
            <a:ext cx="1811060" cy="1323524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C008D0C-552C-02C1-46BB-67AA19BF4991}"/>
              </a:ext>
            </a:extLst>
          </p:cNvPr>
          <p:cNvCxnSpPr>
            <a:cxnSpLocks/>
          </p:cNvCxnSpPr>
          <p:nvPr/>
        </p:nvCxnSpPr>
        <p:spPr>
          <a:xfrm flipH="1" flipV="1">
            <a:off x="1885950" y="457200"/>
            <a:ext cx="1250041" cy="2169556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E091306-381C-DB76-E590-3DD240CFDCEF}"/>
              </a:ext>
            </a:extLst>
          </p:cNvPr>
          <p:cNvCxnSpPr>
            <a:cxnSpLocks/>
          </p:cNvCxnSpPr>
          <p:nvPr/>
        </p:nvCxnSpPr>
        <p:spPr>
          <a:xfrm flipV="1">
            <a:off x="2368037" y="1299210"/>
            <a:ext cx="0" cy="1327546"/>
          </a:xfrm>
          <a:prstGeom prst="straightConnector1">
            <a:avLst/>
          </a:prstGeom>
          <a:ln w="19050" cap="rnd">
            <a:solidFill>
              <a:srgbClr val="8F45A3"/>
            </a:solidFill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CA4D40FD-B6B8-9A58-C2F3-854D5C4FFB95}"/>
              </a:ext>
            </a:extLst>
          </p:cNvPr>
          <p:cNvCxnSpPr>
            <a:cxnSpLocks/>
          </p:cNvCxnSpPr>
          <p:nvPr/>
        </p:nvCxnSpPr>
        <p:spPr>
          <a:xfrm flipV="1">
            <a:off x="546380" y="248019"/>
            <a:ext cx="0" cy="2378737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2544B07-9F56-D154-6498-F2A344DE24C8}"/>
              </a:ext>
            </a:extLst>
          </p:cNvPr>
          <p:cNvCxnSpPr>
            <a:cxnSpLocks/>
          </p:cNvCxnSpPr>
          <p:nvPr/>
        </p:nvCxnSpPr>
        <p:spPr>
          <a:xfrm flipV="1">
            <a:off x="1881366" y="2626756"/>
            <a:ext cx="0" cy="20153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C5AF754-21E9-2B16-6B57-8D5FE9ADFE67}"/>
              </a:ext>
            </a:extLst>
          </p:cNvPr>
          <p:cNvCxnSpPr>
            <a:cxnSpLocks/>
          </p:cNvCxnSpPr>
          <p:nvPr/>
        </p:nvCxnSpPr>
        <p:spPr>
          <a:xfrm flipV="1">
            <a:off x="3135991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772C187-945C-006E-265C-FEA6B989E61C}"/>
              </a:ext>
            </a:extLst>
          </p:cNvPr>
          <p:cNvCxnSpPr>
            <a:cxnSpLocks/>
          </p:cNvCxnSpPr>
          <p:nvPr/>
        </p:nvCxnSpPr>
        <p:spPr>
          <a:xfrm flipV="1">
            <a:off x="2364227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1120721-2271-0DD7-723F-E6E35DDAD444}"/>
              </a:ext>
            </a:extLst>
          </p:cNvPr>
          <p:cNvCxnSpPr>
            <a:cxnSpLocks/>
          </p:cNvCxnSpPr>
          <p:nvPr/>
        </p:nvCxnSpPr>
        <p:spPr>
          <a:xfrm flipV="1">
            <a:off x="546379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2A6BDD3-B3A5-2B67-8456-DB75A5149C9F}"/>
              </a:ext>
            </a:extLst>
          </p:cNvPr>
          <p:cNvCxnSpPr>
            <a:cxnSpLocks/>
          </p:cNvCxnSpPr>
          <p:nvPr/>
        </p:nvCxnSpPr>
        <p:spPr>
          <a:xfrm>
            <a:off x="1881366" y="2779078"/>
            <a:ext cx="482861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61415A0F-13D7-EA7B-F954-8AF36216CC63}"/>
              </a:ext>
            </a:extLst>
          </p:cNvPr>
          <p:cNvCxnSpPr>
            <a:cxnSpLocks/>
          </p:cNvCxnSpPr>
          <p:nvPr/>
        </p:nvCxnSpPr>
        <p:spPr>
          <a:xfrm flipH="1">
            <a:off x="2364227" y="3054191"/>
            <a:ext cx="77176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AE61124F-9B27-C9E9-8BE6-9A5828097962}"/>
              </a:ext>
            </a:extLst>
          </p:cNvPr>
          <p:cNvCxnSpPr>
            <a:cxnSpLocks/>
          </p:cNvCxnSpPr>
          <p:nvPr/>
        </p:nvCxnSpPr>
        <p:spPr>
          <a:xfrm flipH="1">
            <a:off x="546379" y="3054191"/>
            <a:ext cx="18178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428E91B-9518-4197-8FC2-DA9F59C3AB3F}"/>
              </a:ext>
            </a:extLst>
          </p:cNvPr>
          <p:cNvCxnSpPr>
            <a:cxnSpLocks/>
          </p:cNvCxnSpPr>
          <p:nvPr/>
        </p:nvCxnSpPr>
        <p:spPr>
          <a:xfrm>
            <a:off x="305992" y="446484"/>
            <a:ext cx="0" cy="2180272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headEnd type="triangle" w="med" len="med"/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8C4A9FEA-FE63-92A0-0B0B-1B4B1880CC5F}"/>
              </a:ext>
            </a:extLst>
          </p:cNvPr>
          <p:cNvCxnSpPr>
            <a:cxnSpLocks/>
          </p:cNvCxnSpPr>
          <p:nvPr/>
        </p:nvCxnSpPr>
        <p:spPr>
          <a:xfrm>
            <a:off x="1883271" y="450056"/>
            <a:ext cx="0" cy="1203722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F9EA6233-3FFA-3477-4930-9E5EF529F553}"/>
              </a:ext>
            </a:extLst>
          </p:cNvPr>
          <p:cNvCxnSpPr>
            <a:cxnSpLocks/>
          </p:cNvCxnSpPr>
          <p:nvPr/>
        </p:nvCxnSpPr>
        <p:spPr>
          <a:xfrm>
            <a:off x="1522632" y="455295"/>
            <a:ext cx="0" cy="840105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5FC55E29-9858-62E7-F3E1-607FDEAD539B}"/>
              </a:ext>
            </a:extLst>
          </p:cNvPr>
          <p:cNvCxnSpPr>
            <a:cxnSpLocks/>
          </p:cNvCxnSpPr>
          <p:nvPr/>
        </p:nvCxnSpPr>
        <p:spPr>
          <a:xfrm>
            <a:off x="1522632" y="1299210"/>
            <a:ext cx="0" cy="354089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69602500-D5F5-A9E4-6B13-4B915F32CEDA}"/>
              </a:ext>
            </a:extLst>
          </p:cNvPr>
          <p:cNvCxnSpPr>
            <a:cxnSpLocks/>
          </p:cNvCxnSpPr>
          <p:nvPr/>
        </p:nvCxnSpPr>
        <p:spPr>
          <a:xfrm flipH="1">
            <a:off x="1460898" y="1293097"/>
            <a:ext cx="899987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DBFBF70-5678-0047-A293-B1F4F14F504E}"/>
              </a:ext>
            </a:extLst>
          </p:cNvPr>
          <p:cNvCxnSpPr>
            <a:cxnSpLocks/>
          </p:cNvCxnSpPr>
          <p:nvPr/>
        </p:nvCxnSpPr>
        <p:spPr>
          <a:xfrm>
            <a:off x="246739" y="2626756"/>
            <a:ext cx="29964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F9C34F30-022C-8E3A-19EE-0DA68DBC7A18}"/>
              </a:ext>
            </a:extLst>
          </p:cNvPr>
          <p:cNvCxnSpPr>
            <a:cxnSpLocks/>
          </p:cNvCxnSpPr>
          <p:nvPr/>
        </p:nvCxnSpPr>
        <p:spPr>
          <a:xfrm flipH="1">
            <a:off x="246739" y="446484"/>
            <a:ext cx="1710649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8FBA7228-F563-34C9-F858-B95EB791C0C9}"/>
              </a:ext>
            </a:extLst>
          </p:cNvPr>
          <p:cNvCxnSpPr>
            <a:cxnSpLocks/>
          </p:cNvCxnSpPr>
          <p:nvPr/>
        </p:nvCxnSpPr>
        <p:spPr>
          <a:xfrm flipV="1">
            <a:off x="1883690" y="1653299"/>
            <a:ext cx="0" cy="97345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AF6299C-62F8-774D-C38A-03B3DF5A476F}"/>
              </a:ext>
            </a:extLst>
          </p:cNvPr>
          <p:cNvCxnSpPr>
            <a:cxnSpLocks/>
          </p:cNvCxnSpPr>
          <p:nvPr/>
        </p:nvCxnSpPr>
        <p:spPr>
          <a:xfrm flipH="1">
            <a:off x="1460898" y="1656871"/>
            <a:ext cx="49649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5E9F74-5762-2E7A-9E24-61D533E76509}"/>
              </a:ext>
            </a:extLst>
          </p:cNvPr>
          <p:cNvCxnSpPr>
            <a:cxnSpLocks/>
          </p:cNvCxnSpPr>
          <p:nvPr/>
        </p:nvCxnSpPr>
        <p:spPr>
          <a:xfrm>
            <a:off x="546380" y="2626756"/>
            <a:ext cx="2875359" cy="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8799690B-4BA1-ABE1-AE8B-242161B3BBEE}"/>
              </a:ext>
            </a:extLst>
          </p:cNvPr>
          <p:cNvSpPr txBox="1"/>
          <p:nvPr/>
        </p:nvSpPr>
        <p:spPr>
          <a:xfrm>
            <a:off x="1548235" y="2035279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05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0827211-E098-4B28-830F-F238F5007F59}"/>
              </a:ext>
            </a:extLst>
          </p:cNvPr>
          <p:cNvSpPr txBox="1"/>
          <p:nvPr/>
        </p:nvSpPr>
        <p:spPr>
          <a:xfrm>
            <a:off x="2031623" y="1895448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050" baseline="-25000" dirty="0">
              <a:solidFill>
                <a:srgbClr val="8F45A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24AFC37E-4281-7689-721A-1C93B125B306}"/>
              </a:ext>
            </a:extLst>
          </p:cNvPr>
          <p:cNvSpPr txBox="1"/>
          <p:nvPr/>
        </p:nvSpPr>
        <p:spPr>
          <a:xfrm>
            <a:off x="1533628" y="871397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634652CC-53C8-15FD-6220-12A6B8C91A95}"/>
              </a:ext>
            </a:extLst>
          </p:cNvPr>
          <p:cNvSpPr txBox="1"/>
          <p:nvPr/>
        </p:nvSpPr>
        <p:spPr>
          <a:xfrm>
            <a:off x="1091152" y="731112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7A75D051-36CE-AB25-033E-B27B3B7C9C89}"/>
              </a:ext>
            </a:extLst>
          </p:cNvPr>
          <p:cNvSpPr txBox="1"/>
          <p:nvPr/>
        </p:nvSpPr>
        <p:spPr>
          <a:xfrm>
            <a:off x="1091152" y="1305646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AS</a:t>
            </a:r>
            <a:endParaRPr lang="de-DE" sz="105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8EC3E7CC-7F76-3B12-1B7B-47D253785951}"/>
              </a:ext>
            </a:extLst>
          </p:cNvPr>
          <p:cNvSpPr txBox="1"/>
          <p:nvPr/>
        </p:nvSpPr>
        <p:spPr>
          <a:xfrm>
            <a:off x="-113126" y="1337754"/>
            <a:ext cx="485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Kl</a:t>
            </a:r>
            <a:endParaRPr lang="de-DE" sz="105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9A7C44FB-3D54-3479-4760-5A81B6532C7F}"/>
              </a:ext>
            </a:extLst>
          </p:cNvPr>
          <p:cNvSpPr txBox="1"/>
          <p:nvPr/>
        </p:nvSpPr>
        <p:spPr>
          <a:xfrm>
            <a:off x="1931880" y="2754859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endParaRPr lang="de-DE" sz="105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BF009A98-ABDE-B299-689B-F04700270EF4}"/>
              </a:ext>
            </a:extLst>
          </p:cNvPr>
          <p:cNvSpPr txBox="1"/>
          <p:nvPr/>
        </p:nvSpPr>
        <p:spPr>
          <a:xfrm>
            <a:off x="2562585" y="3029008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sz="105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25D08AC8-A85B-DA0D-2B8C-1F847D2E54C3}"/>
              </a:ext>
            </a:extLst>
          </p:cNvPr>
          <p:cNvSpPr txBox="1"/>
          <p:nvPr/>
        </p:nvSpPr>
        <p:spPr>
          <a:xfrm>
            <a:off x="1269029" y="3030475"/>
            <a:ext cx="375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2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105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44E73CF3-DC36-383E-C8ED-DD0FCB075FCD}"/>
              </a:ext>
            </a:extLst>
          </p:cNvPr>
          <p:cNvSpPr/>
          <p:nvPr/>
        </p:nvSpPr>
        <p:spPr>
          <a:xfrm>
            <a:off x="2345174" y="1269980"/>
            <a:ext cx="45720" cy="457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9BFDC92-7B98-92DE-A84D-1DE4EDD86109}"/>
              </a:ext>
            </a:extLst>
          </p:cNvPr>
          <p:cNvSpPr txBox="1"/>
          <p:nvPr/>
        </p:nvSpPr>
        <p:spPr>
          <a:xfrm>
            <a:off x="2374942" y="500279"/>
            <a:ext cx="969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Vorzeichen beachten!</a:t>
            </a:r>
            <a:endParaRPr lang="de-DE" sz="105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517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2F46-E359-4128-2C52-414F4472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E8CACB79-256F-8F76-1B10-2F03FC227ED8}"/>
              </a:ext>
            </a:extLst>
          </p:cNvPr>
          <p:cNvSpPr/>
          <p:nvPr/>
        </p:nvSpPr>
        <p:spPr>
          <a:xfrm>
            <a:off x="2288858" y="969807"/>
            <a:ext cx="693420" cy="335144"/>
          </a:xfrm>
          <a:custGeom>
            <a:avLst/>
            <a:gdLst>
              <a:gd name="csX0" fmla="*/ 0 w 693420"/>
              <a:gd name="csY0" fmla="*/ 345526 h 350141"/>
              <a:gd name="csX1" fmla="*/ 136525 w 693420"/>
              <a:gd name="csY1" fmla="*/ 5166 h 350141"/>
              <a:gd name="csX2" fmla="*/ 277495 w 693420"/>
              <a:gd name="csY2" fmla="*/ 346161 h 350141"/>
              <a:gd name="csX3" fmla="*/ 422910 w 693420"/>
              <a:gd name="csY3" fmla="*/ 1 h 350141"/>
              <a:gd name="csX4" fmla="*/ 568325 w 693420"/>
              <a:gd name="csY4" fmla="*/ 350141 h 350141"/>
              <a:gd name="csX5" fmla="*/ 693420 w 693420"/>
              <a:gd name="csY5" fmla="*/ 3176 h 350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93420" h="350141">
                <a:moveTo>
                  <a:pt x="0" y="345526"/>
                </a:moveTo>
                <a:cubicBezTo>
                  <a:pt x="59266" y="345314"/>
                  <a:pt x="75036" y="6965"/>
                  <a:pt x="136525" y="5166"/>
                </a:cubicBezTo>
                <a:cubicBezTo>
                  <a:pt x="198014" y="3367"/>
                  <a:pt x="204999" y="343042"/>
                  <a:pt x="277495" y="346161"/>
                </a:cubicBezTo>
                <a:cubicBezTo>
                  <a:pt x="349991" y="349280"/>
                  <a:pt x="361103" y="-662"/>
                  <a:pt x="422910" y="1"/>
                </a:cubicBezTo>
                <a:cubicBezTo>
                  <a:pt x="484717" y="664"/>
                  <a:pt x="492760" y="349611"/>
                  <a:pt x="568325" y="350141"/>
                </a:cubicBezTo>
                <a:cubicBezTo>
                  <a:pt x="643890" y="350671"/>
                  <a:pt x="627380" y="1694"/>
                  <a:pt x="693420" y="3176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6EE74A3-4FFA-190B-6F54-F1024AC5B094}"/>
              </a:ext>
            </a:extLst>
          </p:cNvPr>
          <p:cNvSpPr txBox="1"/>
          <p:nvPr/>
        </p:nvSpPr>
        <p:spPr>
          <a:xfrm>
            <a:off x="85603" y="676064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E36A833-18E6-0D05-5D89-37C9221BED4E}"/>
              </a:ext>
            </a:extLst>
          </p:cNvPr>
          <p:cNvSpPr txBox="1"/>
          <p:nvPr/>
        </p:nvSpPr>
        <p:spPr>
          <a:xfrm>
            <a:off x="3074734" y="2487800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59B0E70-2664-6D29-E4DA-7D03C6BD9F07}"/>
              </a:ext>
            </a:extLst>
          </p:cNvPr>
          <p:cNvCxnSpPr>
            <a:cxnSpLocks/>
          </p:cNvCxnSpPr>
          <p:nvPr/>
        </p:nvCxnSpPr>
        <p:spPr>
          <a:xfrm flipH="1">
            <a:off x="85602" y="974866"/>
            <a:ext cx="2026261" cy="1480794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46EC812-FA91-A80F-8130-F1AD78AA1AEF}"/>
              </a:ext>
            </a:extLst>
          </p:cNvPr>
          <p:cNvCxnSpPr>
            <a:cxnSpLocks/>
          </p:cNvCxnSpPr>
          <p:nvPr/>
        </p:nvCxnSpPr>
        <p:spPr>
          <a:xfrm flipH="1" flipV="1">
            <a:off x="1650655" y="1312725"/>
            <a:ext cx="664443" cy="1142935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1066792-A0F8-458E-98BE-2F9B881E36AE}"/>
              </a:ext>
            </a:extLst>
          </p:cNvPr>
          <p:cNvCxnSpPr>
            <a:cxnSpLocks/>
          </p:cNvCxnSpPr>
          <p:nvPr/>
        </p:nvCxnSpPr>
        <p:spPr>
          <a:xfrm flipV="1">
            <a:off x="1650657" y="1312725"/>
            <a:ext cx="0" cy="1142935"/>
          </a:xfrm>
          <a:prstGeom prst="straightConnector1">
            <a:avLst/>
          </a:prstGeom>
          <a:ln w="19050" cap="rnd">
            <a:solidFill>
              <a:srgbClr val="8F45A3"/>
            </a:solidFill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ECEFEE41-D1C2-45D0-2D68-2ACD64418AD4}"/>
              </a:ext>
            </a:extLst>
          </p:cNvPr>
          <p:cNvCxnSpPr>
            <a:cxnSpLocks/>
          </p:cNvCxnSpPr>
          <p:nvPr/>
        </p:nvCxnSpPr>
        <p:spPr>
          <a:xfrm flipV="1">
            <a:off x="85603" y="733568"/>
            <a:ext cx="0" cy="1722092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EC9508D-1D38-FA44-4FFA-CE67E5CFB26E}"/>
              </a:ext>
            </a:extLst>
          </p:cNvPr>
          <p:cNvGrpSpPr/>
          <p:nvPr/>
        </p:nvGrpSpPr>
        <p:grpSpPr>
          <a:xfrm>
            <a:off x="85602" y="2455661"/>
            <a:ext cx="2234576" cy="231660"/>
            <a:chOff x="85602" y="2455660"/>
            <a:chExt cx="2234576" cy="415147"/>
          </a:xfrm>
        </p:grpSpPr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465E648A-7F40-5535-BE14-204BA4C29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0178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4879C858-B7AC-B027-FE34-DA6EBAFF6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0657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A34E3100-07AA-C191-5DB5-ADEAB04213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2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2E54CDE2-2F16-6BDF-A1E0-34D34E088AFB}"/>
              </a:ext>
            </a:extLst>
          </p:cNvPr>
          <p:cNvCxnSpPr>
            <a:cxnSpLocks/>
          </p:cNvCxnSpPr>
          <p:nvPr/>
        </p:nvCxnSpPr>
        <p:spPr>
          <a:xfrm flipH="1">
            <a:off x="1650657" y="2630615"/>
            <a:ext cx="664441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96AE3594-E867-E3C9-6861-AD7CDFACF8B4}"/>
              </a:ext>
            </a:extLst>
          </p:cNvPr>
          <p:cNvCxnSpPr>
            <a:cxnSpLocks/>
          </p:cNvCxnSpPr>
          <p:nvPr/>
        </p:nvCxnSpPr>
        <p:spPr>
          <a:xfrm flipH="1">
            <a:off x="85602" y="2630615"/>
            <a:ext cx="156505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68E87F18-5061-7BA9-2FEF-7A819E72E31E}"/>
              </a:ext>
            </a:extLst>
          </p:cNvPr>
          <p:cNvCxnSpPr>
            <a:cxnSpLocks/>
          </p:cNvCxnSpPr>
          <p:nvPr/>
        </p:nvCxnSpPr>
        <p:spPr>
          <a:xfrm flipV="1">
            <a:off x="2120096" y="969860"/>
            <a:ext cx="0" cy="1142935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7153BB7-9511-0F3D-2EF3-9DA049D5251F}"/>
              </a:ext>
            </a:extLst>
          </p:cNvPr>
          <p:cNvCxnSpPr>
            <a:cxnSpLocks/>
          </p:cNvCxnSpPr>
          <p:nvPr/>
        </p:nvCxnSpPr>
        <p:spPr>
          <a:xfrm flipH="1">
            <a:off x="1653937" y="1310742"/>
            <a:ext cx="140263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769B635A-DB44-44CF-940C-2D3BB9FE1B1A}"/>
              </a:ext>
            </a:extLst>
          </p:cNvPr>
          <p:cNvCxnSpPr>
            <a:cxnSpLocks/>
          </p:cNvCxnSpPr>
          <p:nvPr/>
        </p:nvCxnSpPr>
        <p:spPr>
          <a:xfrm flipH="1">
            <a:off x="2018108" y="967867"/>
            <a:ext cx="103846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A21C9FAB-0D27-5F21-0D80-E752937A2E3C}"/>
              </a:ext>
            </a:extLst>
          </p:cNvPr>
          <p:cNvCxnSpPr>
            <a:cxnSpLocks/>
          </p:cNvCxnSpPr>
          <p:nvPr/>
        </p:nvCxnSpPr>
        <p:spPr>
          <a:xfrm flipV="1">
            <a:off x="2408180" y="2121841"/>
            <a:ext cx="0" cy="333819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CD2B9A2-309C-60E6-E452-FB7357F7DAEB}"/>
              </a:ext>
            </a:extLst>
          </p:cNvPr>
          <p:cNvCxnSpPr>
            <a:cxnSpLocks/>
          </p:cNvCxnSpPr>
          <p:nvPr/>
        </p:nvCxnSpPr>
        <p:spPr>
          <a:xfrm flipH="1">
            <a:off x="2115723" y="2118827"/>
            <a:ext cx="35220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1F4050C5-3DB2-86D5-14A5-E474A2E4EA59}"/>
              </a:ext>
            </a:extLst>
          </p:cNvPr>
          <p:cNvSpPr txBox="1"/>
          <p:nvPr/>
        </p:nvSpPr>
        <p:spPr>
          <a:xfrm>
            <a:off x="1337195" y="1827195"/>
            <a:ext cx="369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800" baseline="-25000" dirty="0">
              <a:solidFill>
                <a:srgbClr val="8F45A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CAA3C984-17F6-C1B9-E82D-526CA5A91090}"/>
              </a:ext>
            </a:extLst>
          </p:cNvPr>
          <p:cNvSpPr txBox="1"/>
          <p:nvPr/>
        </p:nvSpPr>
        <p:spPr>
          <a:xfrm>
            <a:off x="2068881" y="1476988"/>
            <a:ext cx="3748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Ao</a:t>
            </a:r>
            <a:endParaRPr lang="de-DE" sz="80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145B3D0D-C1A7-8A0F-262F-A4D0C85D1553}"/>
              </a:ext>
            </a:extLst>
          </p:cNvPr>
          <p:cNvSpPr txBox="1"/>
          <p:nvPr/>
        </p:nvSpPr>
        <p:spPr>
          <a:xfrm>
            <a:off x="2282078" y="2177300"/>
            <a:ext cx="681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Kl,min</a:t>
            </a:r>
            <a:endParaRPr lang="de-DE" sz="8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3C5E13C6-14F8-0F2B-E0E8-802FBBE5A4D1}"/>
              </a:ext>
            </a:extLst>
          </p:cNvPr>
          <p:cNvSpPr txBox="1"/>
          <p:nvPr/>
        </p:nvSpPr>
        <p:spPr>
          <a:xfrm>
            <a:off x="1821431" y="2608934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sz="8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9E020142-7715-3FE2-9160-B1FF239A684D}"/>
              </a:ext>
            </a:extLst>
          </p:cNvPr>
          <p:cNvSpPr txBox="1"/>
          <p:nvPr/>
        </p:nvSpPr>
        <p:spPr>
          <a:xfrm>
            <a:off x="707759" y="2610197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3C00FDFF-A5F2-294C-CDC5-5B69E809D558}"/>
              </a:ext>
            </a:extLst>
          </p:cNvPr>
          <p:cNvSpPr/>
          <p:nvPr/>
        </p:nvSpPr>
        <p:spPr>
          <a:xfrm>
            <a:off x="1630973" y="1290840"/>
            <a:ext cx="39362" cy="39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9155719-6D61-21CA-235A-DF89B6EBA8C5}"/>
              </a:ext>
            </a:extLst>
          </p:cNvPr>
          <p:cNvCxnSpPr>
            <a:cxnSpLocks/>
          </p:cNvCxnSpPr>
          <p:nvPr/>
        </p:nvCxnSpPr>
        <p:spPr>
          <a:xfrm flipV="1">
            <a:off x="3010160" y="973642"/>
            <a:ext cx="0" cy="163737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FDE141F-4982-9E6E-1632-B5F7C9AC8A0C}"/>
              </a:ext>
            </a:extLst>
          </p:cNvPr>
          <p:cNvCxnSpPr>
            <a:cxnSpLocks/>
          </p:cNvCxnSpPr>
          <p:nvPr/>
        </p:nvCxnSpPr>
        <p:spPr>
          <a:xfrm flipV="1">
            <a:off x="3010160" y="1142671"/>
            <a:ext cx="0" cy="1315108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5FDD3CE8-B435-1478-E492-5264812BB8D2}"/>
              </a:ext>
            </a:extLst>
          </p:cNvPr>
          <p:cNvCxnSpPr>
            <a:cxnSpLocks/>
          </p:cNvCxnSpPr>
          <p:nvPr/>
        </p:nvCxnSpPr>
        <p:spPr>
          <a:xfrm>
            <a:off x="85603" y="2455660"/>
            <a:ext cx="3260529" cy="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8797DDBE-5628-0F64-098D-A5678AD078DA}"/>
              </a:ext>
            </a:extLst>
          </p:cNvPr>
          <p:cNvCxnSpPr>
            <a:cxnSpLocks/>
          </p:cNvCxnSpPr>
          <p:nvPr/>
        </p:nvCxnSpPr>
        <p:spPr>
          <a:xfrm flipH="1">
            <a:off x="2290762" y="1141197"/>
            <a:ext cx="76581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D2BA86C-F25C-45D8-AB6C-8428EE6DCC11}"/>
              </a:ext>
            </a:extLst>
          </p:cNvPr>
          <p:cNvSpPr txBox="1"/>
          <p:nvPr/>
        </p:nvSpPr>
        <p:spPr>
          <a:xfrm>
            <a:off x="2955236" y="1600098"/>
            <a:ext cx="405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Sm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7904D0E-FEF1-DD6F-6145-F69CA7E53736}"/>
              </a:ext>
            </a:extLst>
          </p:cNvPr>
          <p:cNvSpPr txBox="1"/>
          <p:nvPr/>
        </p:nvSpPr>
        <p:spPr>
          <a:xfrm>
            <a:off x="3001926" y="938515"/>
            <a:ext cx="405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9E1AA5D-2B69-6D42-DA7B-19D74B2ED346}"/>
              </a:ext>
            </a:extLst>
          </p:cNvPr>
          <p:cNvSpPr txBox="1"/>
          <p:nvPr/>
        </p:nvSpPr>
        <p:spPr>
          <a:xfrm>
            <a:off x="2949100" y="1797506"/>
            <a:ext cx="7042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(Mittelwert)</a:t>
            </a:r>
            <a:endParaRPr lang="de-DE" sz="5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3E37B111-4AA3-10D1-EE47-834D8B27721C}"/>
              </a:ext>
            </a:extLst>
          </p:cNvPr>
          <p:cNvSpPr txBox="1"/>
          <p:nvPr/>
        </p:nvSpPr>
        <p:spPr>
          <a:xfrm>
            <a:off x="3004977" y="1113703"/>
            <a:ext cx="6719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(Amplitude)</a:t>
            </a:r>
            <a:endParaRPr lang="de-DE" sz="5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769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1256-6831-679B-4C7F-1AF31F74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B5D49658-23C9-17A0-4197-BFC2DCBE3099}"/>
              </a:ext>
            </a:extLst>
          </p:cNvPr>
          <p:cNvSpPr/>
          <p:nvPr/>
        </p:nvSpPr>
        <p:spPr>
          <a:xfrm>
            <a:off x="2126850" y="1079500"/>
            <a:ext cx="693420" cy="461027"/>
          </a:xfrm>
          <a:custGeom>
            <a:avLst/>
            <a:gdLst>
              <a:gd name="csX0" fmla="*/ 0 w 693420"/>
              <a:gd name="csY0" fmla="*/ 345526 h 350141"/>
              <a:gd name="csX1" fmla="*/ 136525 w 693420"/>
              <a:gd name="csY1" fmla="*/ 5166 h 350141"/>
              <a:gd name="csX2" fmla="*/ 277495 w 693420"/>
              <a:gd name="csY2" fmla="*/ 346161 h 350141"/>
              <a:gd name="csX3" fmla="*/ 422910 w 693420"/>
              <a:gd name="csY3" fmla="*/ 1 h 350141"/>
              <a:gd name="csX4" fmla="*/ 568325 w 693420"/>
              <a:gd name="csY4" fmla="*/ 350141 h 350141"/>
              <a:gd name="csX5" fmla="*/ 693420 w 693420"/>
              <a:gd name="csY5" fmla="*/ 3176 h 350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93420" h="350141">
                <a:moveTo>
                  <a:pt x="0" y="345526"/>
                </a:moveTo>
                <a:cubicBezTo>
                  <a:pt x="59266" y="345314"/>
                  <a:pt x="75036" y="6965"/>
                  <a:pt x="136525" y="5166"/>
                </a:cubicBezTo>
                <a:cubicBezTo>
                  <a:pt x="198014" y="3367"/>
                  <a:pt x="204999" y="343042"/>
                  <a:pt x="277495" y="346161"/>
                </a:cubicBezTo>
                <a:cubicBezTo>
                  <a:pt x="349991" y="349280"/>
                  <a:pt x="361103" y="-662"/>
                  <a:pt x="422910" y="1"/>
                </a:cubicBezTo>
                <a:cubicBezTo>
                  <a:pt x="484717" y="664"/>
                  <a:pt x="492760" y="349611"/>
                  <a:pt x="568325" y="350141"/>
                </a:cubicBezTo>
                <a:cubicBezTo>
                  <a:pt x="643890" y="350671"/>
                  <a:pt x="627380" y="1694"/>
                  <a:pt x="693420" y="3176"/>
                </a:cubicBezTo>
              </a:path>
            </a:pathLst>
          </a:custGeom>
          <a:noFill/>
          <a:ln w="12700" cap="rnd">
            <a:solidFill>
              <a:srgbClr val="FF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5E3CF1-FFB4-94B5-64D4-809C1F030876}"/>
              </a:ext>
            </a:extLst>
          </p:cNvPr>
          <p:cNvSpPr txBox="1"/>
          <p:nvPr/>
        </p:nvSpPr>
        <p:spPr>
          <a:xfrm>
            <a:off x="79713" y="533075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E4BC417-3ED3-5A8B-C057-E5667374F428}"/>
              </a:ext>
            </a:extLst>
          </p:cNvPr>
          <p:cNvSpPr txBox="1"/>
          <p:nvPr/>
        </p:nvSpPr>
        <p:spPr>
          <a:xfrm>
            <a:off x="3074734" y="2487800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8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85DF971-E4C3-5074-966C-491D3379E3C0}"/>
              </a:ext>
            </a:extLst>
          </p:cNvPr>
          <p:cNvCxnSpPr>
            <a:cxnSpLocks/>
          </p:cNvCxnSpPr>
          <p:nvPr/>
        </p:nvCxnSpPr>
        <p:spPr>
          <a:xfrm flipH="1">
            <a:off x="85602" y="1315720"/>
            <a:ext cx="1559850" cy="1139940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226FE8B-7F69-4EB9-604C-269E9DC697D2}"/>
              </a:ext>
            </a:extLst>
          </p:cNvPr>
          <p:cNvCxnSpPr>
            <a:cxnSpLocks/>
          </p:cNvCxnSpPr>
          <p:nvPr/>
        </p:nvCxnSpPr>
        <p:spPr>
          <a:xfrm flipH="1" flipV="1">
            <a:off x="1327539" y="756920"/>
            <a:ext cx="987559" cy="1698740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F15B155-9730-60C2-5C29-3C6F48F770BE}"/>
              </a:ext>
            </a:extLst>
          </p:cNvPr>
          <p:cNvCxnSpPr>
            <a:cxnSpLocks/>
          </p:cNvCxnSpPr>
          <p:nvPr/>
        </p:nvCxnSpPr>
        <p:spPr>
          <a:xfrm flipV="1">
            <a:off x="1650657" y="1312725"/>
            <a:ext cx="0" cy="1142935"/>
          </a:xfrm>
          <a:prstGeom prst="straightConnector1">
            <a:avLst/>
          </a:prstGeom>
          <a:ln w="19050" cap="rnd">
            <a:solidFill>
              <a:srgbClr val="8F45A3"/>
            </a:solidFill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B6225C3D-D505-EC0F-F6EB-203323BC3ACF}"/>
              </a:ext>
            </a:extLst>
          </p:cNvPr>
          <p:cNvCxnSpPr>
            <a:cxnSpLocks/>
          </p:cNvCxnSpPr>
          <p:nvPr/>
        </p:nvCxnSpPr>
        <p:spPr>
          <a:xfrm flipV="1">
            <a:off x="85603" y="596900"/>
            <a:ext cx="0" cy="185876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A303058-3564-2732-E504-7AA9069D0B9C}"/>
              </a:ext>
            </a:extLst>
          </p:cNvPr>
          <p:cNvGrpSpPr/>
          <p:nvPr/>
        </p:nvGrpSpPr>
        <p:grpSpPr>
          <a:xfrm>
            <a:off x="85602" y="2455661"/>
            <a:ext cx="2234576" cy="231660"/>
            <a:chOff x="85602" y="2455660"/>
            <a:chExt cx="2234576" cy="415147"/>
          </a:xfrm>
        </p:grpSpPr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6F6AAEC2-AAAA-BBF9-D1D3-5AA53B2234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0178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8C9B8564-59CB-B269-D170-AD418EE259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0657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C8F79A4D-82DD-F267-1449-057B3E62D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602" y="2455660"/>
              <a:ext cx="0" cy="415147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B51DB32B-A060-E806-EE44-AED5F55D8366}"/>
              </a:ext>
            </a:extLst>
          </p:cNvPr>
          <p:cNvCxnSpPr>
            <a:cxnSpLocks/>
          </p:cNvCxnSpPr>
          <p:nvPr/>
        </p:nvCxnSpPr>
        <p:spPr>
          <a:xfrm flipH="1">
            <a:off x="1650657" y="2630615"/>
            <a:ext cx="664441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113FD85E-1451-8C19-E17C-A49E1421536F}"/>
              </a:ext>
            </a:extLst>
          </p:cNvPr>
          <p:cNvCxnSpPr>
            <a:cxnSpLocks/>
          </p:cNvCxnSpPr>
          <p:nvPr/>
        </p:nvCxnSpPr>
        <p:spPr>
          <a:xfrm flipH="1">
            <a:off x="85602" y="2630615"/>
            <a:ext cx="156505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DD427519-61FF-31E9-8B3C-967FE7A12128}"/>
              </a:ext>
            </a:extLst>
          </p:cNvPr>
          <p:cNvCxnSpPr>
            <a:cxnSpLocks/>
          </p:cNvCxnSpPr>
          <p:nvPr/>
        </p:nvCxnSpPr>
        <p:spPr>
          <a:xfrm flipV="1">
            <a:off x="1979532" y="1074420"/>
            <a:ext cx="0" cy="798047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A6DA4368-FCA5-3B85-C58F-4857E8644707}"/>
              </a:ext>
            </a:extLst>
          </p:cNvPr>
          <p:cNvCxnSpPr>
            <a:cxnSpLocks/>
          </p:cNvCxnSpPr>
          <p:nvPr/>
        </p:nvCxnSpPr>
        <p:spPr>
          <a:xfrm flipH="1">
            <a:off x="1971696" y="1074547"/>
            <a:ext cx="91374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27777B1D-31EB-CA17-F44F-CD0E16E8D846}"/>
              </a:ext>
            </a:extLst>
          </p:cNvPr>
          <p:cNvCxnSpPr>
            <a:cxnSpLocks/>
          </p:cNvCxnSpPr>
          <p:nvPr/>
        </p:nvCxnSpPr>
        <p:spPr>
          <a:xfrm flipV="1">
            <a:off x="2408180" y="1884192"/>
            <a:ext cx="0" cy="571468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A834A771-9845-6724-E256-8BF0D530F16C}"/>
              </a:ext>
            </a:extLst>
          </p:cNvPr>
          <p:cNvCxnSpPr>
            <a:cxnSpLocks/>
          </p:cNvCxnSpPr>
          <p:nvPr/>
        </p:nvCxnSpPr>
        <p:spPr>
          <a:xfrm flipH="1">
            <a:off x="1979532" y="1877039"/>
            <a:ext cx="47156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4253E8BD-48A1-43C7-2C1B-74A76191E06A}"/>
              </a:ext>
            </a:extLst>
          </p:cNvPr>
          <p:cNvSpPr txBox="1"/>
          <p:nvPr/>
        </p:nvSpPr>
        <p:spPr>
          <a:xfrm>
            <a:off x="1337195" y="1827195"/>
            <a:ext cx="369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800" baseline="-25000" dirty="0">
              <a:solidFill>
                <a:srgbClr val="8F45A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B6A3EE61-0EAD-3376-BBEE-DF6BA31DB0C5}"/>
              </a:ext>
            </a:extLst>
          </p:cNvPr>
          <p:cNvSpPr txBox="1"/>
          <p:nvPr/>
        </p:nvSpPr>
        <p:spPr>
          <a:xfrm>
            <a:off x="1940239" y="1580974"/>
            <a:ext cx="3748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Ao</a:t>
            </a:r>
            <a:endParaRPr lang="de-DE" sz="80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826BFA8-5A06-618D-5BC7-ECF24D037DB0}"/>
              </a:ext>
            </a:extLst>
          </p:cNvPr>
          <p:cNvSpPr txBox="1"/>
          <p:nvPr/>
        </p:nvSpPr>
        <p:spPr>
          <a:xfrm>
            <a:off x="2276734" y="2052760"/>
            <a:ext cx="681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Kl,min</a:t>
            </a:r>
            <a:endParaRPr lang="de-DE" sz="8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F7B746A8-A857-36AB-8582-0B3D10BA19AB}"/>
              </a:ext>
            </a:extLst>
          </p:cNvPr>
          <p:cNvSpPr txBox="1"/>
          <p:nvPr/>
        </p:nvSpPr>
        <p:spPr>
          <a:xfrm>
            <a:off x="1821431" y="2608934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endParaRPr lang="de-DE" sz="8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17DD04D6-49D5-716A-4DD8-A7C7F02C9AA5}"/>
              </a:ext>
            </a:extLst>
          </p:cNvPr>
          <p:cNvSpPr txBox="1"/>
          <p:nvPr/>
        </p:nvSpPr>
        <p:spPr>
          <a:xfrm>
            <a:off x="707759" y="2610197"/>
            <a:ext cx="322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A6B77636-1E0E-6FDB-6155-E73445EA1859}"/>
              </a:ext>
            </a:extLst>
          </p:cNvPr>
          <p:cNvSpPr/>
          <p:nvPr/>
        </p:nvSpPr>
        <p:spPr>
          <a:xfrm>
            <a:off x="1630973" y="1290840"/>
            <a:ext cx="39362" cy="393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2E428F0-8FC1-A060-5851-9D3A27CC5BB9}"/>
              </a:ext>
            </a:extLst>
          </p:cNvPr>
          <p:cNvCxnSpPr>
            <a:cxnSpLocks/>
          </p:cNvCxnSpPr>
          <p:nvPr/>
        </p:nvCxnSpPr>
        <p:spPr>
          <a:xfrm flipV="1">
            <a:off x="2862840" y="1076960"/>
            <a:ext cx="0" cy="469900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CBC732A-450B-185C-5415-431111D46DC7}"/>
              </a:ext>
            </a:extLst>
          </p:cNvPr>
          <p:cNvCxnSpPr>
            <a:cxnSpLocks/>
          </p:cNvCxnSpPr>
          <p:nvPr/>
        </p:nvCxnSpPr>
        <p:spPr>
          <a:xfrm flipV="1">
            <a:off x="3010160" y="1308100"/>
            <a:ext cx="0" cy="1149679"/>
          </a:xfrm>
          <a:prstGeom prst="straightConnector1">
            <a:avLst/>
          </a:prstGeom>
          <a:ln w="19050" cap="rnd">
            <a:solidFill>
              <a:srgbClr val="FF0000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006F7B8-9433-F0B5-7772-294E0BC025A3}"/>
              </a:ext>
            </a:extLst>
          </p:cNvPr>
          <p:cNvCxnSpPr>
            <a:cxnSpLocks/>
          </p:cNvCxnSpPr>
          <p:nvPr/>
        </p:nvCxnSpPr>
        <p:spPr>
          <a:xfrm flipH="1">
            <a:off x="2126850" y="1307419"/>
            <a:ext cx="93131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A9585C85-EEB0-D109-B3C3-54C54B070619}"/>
              </a:ext>
            </a:extLst>
          </p:cNvPr>
          <p:cNvSpPr txBox="1"/>
          <p:nvPr/>
        </p:nvSpPr>
        <p:spPr>
          <a:xfrm>
            <a:off x="2955251" y="1813967"/>
            <a:ext cx="405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Sm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57274D4-48FD-5CB2-1713-2CEDED328A65}"/>
              </a:ext>
            </a:extLst>
          </p:cNvPr>
          <p:cNvSpPr txBox="1"/>
          <p:nvPr/>
        </p:nvSpPr>
        <p:spPr>
          <a:xfrm>
            <a:off x="3074734" y="956853"/>
            <a:ext cx="405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EFCE6F6-B78C-5E70-67FA-CBB59E1EB1CD}"/>
              </a:ext>
            </a:extLst>
          </p:cNvPr>
          <p:cNvCxnSpPr>
            <a:cxnSpLocks/>
          </p:cNvCxnSpPr>
          <p:nvPr/>
        </p:nvCxnSpPr>
        <p:spPr>
          <a:xfrm flipH="1">
            <a:off x="1653937" y="1019059"/>
            <a:ext cx="393108" cy="28582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7475E32-2215-33CF-6431-190A1ADA053E}"/>
              </a:ext>
            </a:extLst>
          </p:cNvPr>
          <p:cNvCxnSpPr>
            <a:cxnSpLocks/>
          </p:cNvCxnSpPr>
          <p:nvPr/>
        </p:nvCxnSpPr>
        <p:spPr>
          <a:xfrm>
            <a:off x="1325328" y="757486"/>
            <a:ext cx="0" cy="792967"/>
          </a:xfrm>
          <a:prstGeom prst="straightConnector1">
            <a:avLst/>
          </a:prstGeom>
          <a:ln w="19050" cap="rnd">
            <a:solidFill>
              <a:srgbClr val="3F7E31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27440EFD-B683-6178-1C03-A7081C22F778}"/>
              </a:ext>
            </a:extLst>
          </p:cNvPr>
          <p:cNvSpPr txBox="1"/>
          <p:nvPr/>
        </p:nvSpPr>
        <p:spPr>
          <a:xfrm>
            <a:off x="980069" y="1017655"/>
            <a:ext cx="393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3F7E3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</a:t>
            </a:r>
            <a:endParaRPr lang="de-DE" sz="800" baseline="-25000" dirty="0">
              <a:solidFill>
                <a:srgbClr val="3F7E3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81412199-179C-5B75-B166-AD175EB93C89}"/>
              </a:ext>
            </a:extLst>
          </p:cNvPr>
          <p:cNvCxnSpPr>
            <a:cxnSpLocks/>
          </p:cNvCxnSpPr>
          <p:nvPr/>
        </p:nvCxnSpPr>
        <p:spPr>
          <a:xfrm flipH="1">
            <a:off x="1255112" y="1548015"/>
            <a:ext cx="1637948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1D1D3760-36AB-498E-BF7A-C19EE088FF90}"/>
              </a:ext>
            </a:extLst>
          </p:cNvPr>
          <p:cNvSpPr/>
          <p:nvPr/>
        </p:nvSpPr>
        <p:spPr>
          <a:xfrm>
            <a:off x="2833643" y="1277646"/>
            <a:ext cx="58394" cy="583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2062411-B480-8BC9-063F-F7A8FFECEE9F}"/>
              </a:ext>
            </a:extLst>
          </p:cNvPr>
          <p:cNvCxnSpPr>
            <a:cxnSpLocks/>
          </p:cNvCxnSpPr>
          <p:nvPr/>
        </p:nvCxnSpPr>
        <p:spPr>
          <a:xfrm flipH="1" flipV="1">
            <a:off x="2862840" y="1394196"/>
            <a:ext cx="294925" cy="117564"/>
          </a:xfrm>
          <a:prstGeom prst="straightConnector1">
            <a:avLst/>
          </a:prstGeom>
          <a:ln w="635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11DF7314-8185-3963-D1D3-9F820C369463}"/>
              </a:ext>
            </a:extLst>
          </p:cNvPr>
          <p:cNvCxnSpPr>
            <a:cxnSpLocks/>
          </p:cNvCxnSpPr>
          <p:nvPr/>
        </p:nvCxnSpPr>
        <p:spPr>
          <a:xfrm flipH="1">
            <a:off x="2862466" y="1076325"/>
            <a:ext cx="290309" cy="140136"/>
          </a:xfrm>
          <a:prstGeom prst="straightConnector1">
            <a:avLst/>
          </a:prstGeom>
          <a:ln w="635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6B64380D-3F2A-A497-048F-22D6FF7D2886}"/>
              </a:ext>
            </a:extLst>
          </p:cNvPr>
          <p:cNvSpPr txBox="1"/>
          <p:nvPr/>
        </p:nvSpPr>
        <p:spPr>
          <a:xfrm>
            <a:off x="3068541" y="1416405"/>
            <a:ext cx="405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</a:t>
            </a:r>
            <a:endParaRPr lang="de-DE" sz="800" baseline="-25000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B1406827-48F7-3441-C2F2-BBEC8AC5EF95}"/>
              </a:ext>
            </a:extLst>
          </p:cNvPr>
          <p:cNvCxnSpPr>
            <a:cxnSpLocks/>
          </p:cNvCxnSpPr>
          <p:nvPr/>
        </p:nvCxnSpPr>
        <p:spPr>
          <a:xfrm>
            <a:off x="906780" y="748523"/>
            <a:ext cx="500380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037D912F-6D3A-5DFB-AB5C-32C2C2B98B92}"/>
              </a:ext>
            </a:extLst>
          </p:cNvPr>
          <p:cNvCxnSpPr>
            <a:cxnSpLocks/>
          </p:cNvCxnSpPr>
          <p:nvPr/>
        </p:nvCxnSpPr>
        <p:spPr>
          <a:xfrm flipV="1">
            <a:off x="972709" y="751063"/>
            <a:ext cx="0" cy="1700037"/>
          </a:xfrm>
          <a:prstGeom prst="straightConnector1">
            <a:avLst/>
          </a:prstGeom>
          <a:ln w="19050" cap="rnd">
            <a:solidFill>
              <a:srgbClr val="086FBD"/>
            </a:solidFill>
            <a:rou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C114B506-A193-6C7B-0F34-6E16FF6DCF63}"/>
              </a:ext>
            </a:extLst>
          </p:cNvPr>
          <p:cNvCxnSpPr>
            <a:cxnSpLocks/>
          </p:cNvCxnSpPr>
          <p:nvPr/>
        </p:nvCxnSpPr>
        <p:spPr>
          <a:xfrm>
            <a:off x="85603" y="2455660"/>
            <a:ext cx="3260529" cy="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B70ECC45-998F-6DF8-2328-ADE1BD6199A7}"/>
              </a:ext>
            </a:extLst>
          </p:cNvPr>
          <p:cNvSpPr txBox="1"/>
          <p:nvPr/>
        </p:nvSpPr>
        <p:spPr>
          <a:xfrm>
            <a:off x="394801" y="1407510"/>
            <a:ext cx="681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0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0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Kl,max</a:t>
            </a:r>
            <a:endParaRPr lang="de-DE" sz="800" baseline="-25000" dirty="0">
              <a:solidFill>
                <a:srgbClr val="086FBD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470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1D43-FF70-2797-E638-F6C61D0CB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4369F9C-6384-AE7E-2FB0-67F477A1B5DC}"/>
              </a:ext>
            </a:extLst>
          </p:cNvPr>
          <p:cNvCxnSpPr>
            <a:cxnSpLocks/>
          </p:cNvCxnSpPr>
          <p:nvPr/>
        </p:nvCxnSpPr>
        <p:spPr>
          <a:xfrm flipH="1">
            <a:off x="996570" y="1381854"/>
            <a:ext cx="1527602" cy="1237005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E14CC29-F388-F1CD-384D-3BDC7B840B41}"/>
              </a:ext>
            </a:extLst>
          </p:cNvPr>
          <p:cNvCxnSpPr>
            <a:cxnSpLocks/>
          </p:cNvCxnSpPr>
          <p:nvPr/>
        </p:nvCxnSpPr>
        <p:spPr>
          <a:xfrm flipH="1" flipV="1">
            <a:off x="2523871" y="1382971"/>
            <a:ext cx="648415" cy="1235888"/>
          </a:xfrm>
          <a:prstGeom prst="straightConnector1">
            <a:avLst/>
          </a:prstGeom>
          <a:ln w="25400" cap="rnd">
            <a:solidFill>
              <a:srgbClr val="086FBD"/>
            </a:solidFill>
            <a:prstDash val="sysDash"/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7979018A-1A77-4ACF-232C-FC7C7DF4C425}"/>
              </a:ext>
            </a:extLst>
          </p:cNvPr>
          <p:cNvCxnSpPr>
            <a:cxnSpLocks/>
          </p:cNvCxnSpPr>
          <p:nvPr/>
        </p:nvCxnSpPr>
        <p:spPr>
          <a:xfrm flipV="1">
            <a:off x="2523873" y="1382971"/>
            <a:ext cx="0" cy="1235888"/>
          </a:xfrm>
          <a:prstGeom prst="straightConnector1">
            <a:avLst/>
          </a:prstGeom>
          <a:ln w="19050" cap="rnd">
            <a:solidFill>
              <a:srgbClr val="8F45A3"/>
            </a:solidFill>
            <a:prstDash val="sysDash"/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06AF0983-0932-7B75-29EF-720408602A53}"/>
              </a:ext>
            </a:extLst>
          </p:cNvPr>
          <p:cNvCxnSpPr>
            <a:cxnSpLocks/>
          </p:cNvCxnSpPr>
          <p:nvPr/>
        </p:nvCxnSpPr>
        <p:spPr>
          <a:xfrm flipH="1">
            <a:off x="133229" y="1150619"/>
            <a:ext cx="1818204" cy="1472327"/>
          </a:xfrm>
          <a:prstGeom prst="straightConnector1">
            <a:avLst/>
          </a:prstGeom>
          <a:ln w="25400" cap="rnd">
            <a:solidFill>
              <a:srgbClr val="FF0000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ADAF188-F747-5235-0C65-D47832949846}"/>
              </a:ext>
            </a:extLst>
          </p:cNvPr>
          <p:cNvCxnSpPr>
            <a:cxnSpLocks/>
          </p:cNvCxnSpPr>
          <p:nvPr/>
        </p:nvCxnSpPr>
        <p:spPr>
          <a:xfrm flipH="1" flipV="1">
            <a:off x="1951075" y="1151948"/>
            <a:ext cx="771766" cy="1470998"/>
          </a:xfrm>
          <a:prstGeom prst="straightConnector1">
            <a:avLst/>
          </a:prstGeom>
          <a:ln w="25400" cap="rnd">
            <a:solidFill>
              <a:srgbClr val="086FBD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F8EF8AC-23D0-5B60-9833-5B3EB555FFF5}"/>
              </a:ext>
            </a:extLst>
          </p:cNvPr>
          <p:cNvCxnSpPr>
            <a:cxnSpLocks/>
          </p:cNvCxnSpPr>
          <p:nvPr/>
        </p:nvCxnSpPr>
        <p:spPr>
          <a:xfrm flipV="1">
            <a:off x="1951077" y="1151948"/>
            <a:ext cx="0" cy="1470998"/>
          </a:xfrm>
          <a:prstGeom prst="straightConnector1">
            <a:avLst/>
          </a:prstGeom>
          <a:ln w="19050" cap="rnd">
            <a:solidFill>
              <a:srgbClr val="8F45A3"/>
            </a:solidFill>
            <a:round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Ellipse 90">
            <a:extLst>
              <a:ext uri="{FF2B5EF4-FFF2-40B4-BE49-F238E27FC236}">
                <a16:creationId xmlns:a16="http://schemas.microsoft.com/office/drawing/2014/main" id="{8E289D60-1B33-1120-D96B-E316FD6F540B}"/>
              </a:ext>
            </a:extLst>
          </p:cNvPr>
          <p:cNvSpPr/>
          <p:nvPr/>
        </p:nvSpPr>
        <p:spPr>
          <a:xfrm>
            <a:off x="1921844" y="1122640"/>
            <a:ext cx="58460" cy="584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04F50E4-0CE6-30E6-8E29-9E9B263A0515}"/>
              </a:ext>
            </a:extLst>
          </p:cNvPr>
          <p:cNvSpPr txBox="1"/>
          <p:nvPr/>
        </p:nvSpPr>
        <p:spPr>
          <a:xfrm>
            <a:off x="109198" y="816893"/>
            <a:ext cx="375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D446D09-BD25-48BE-8457-A93A9D94F2BA}"/>
              </a:ext>
            </a:extLst>
          </p:cNvPr>
          <p:cNvSpPr txBox="1"/>
          <p:nvPr/>
        </p:nvSpPr>
        <p:spPr>
          <a:xfrm>
            <a:off x="3246685" y="2674082"/>
            <a:ext cx="3750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endParaRPr lang="de-DE" sz="11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9454F299-52D6-570F-3AF3-F9F1F6220518}"/>
              </a:ext>
            </a:extLst>
          </p:cNvPr>
          <p:cNvCxnSpPr>
            <a:cxnSpLocks/>
          </p:cNvCxnSpPr>
          <p:nvPr/>
        </p:nvCxnSpPr>
        <p:spPr>
          <a:xfrm flipV="1">
            <a:off x="133230" y="850744"/>
            <a:ext cx="0" cy="1776012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BB61030-99B2-3860-75ED-CE9903EEC922}"/>
              </a:ext>
            </a:extLst>
          </p:cNvPr>
          <p:cNvCxnSpPr>
            <a:cxnSpLocks/>
          </p:cNvCxnSpPr>
          <p:nvPr/>
        </p:nvCxnSpPr>
        <p:spPr>
          <a:xfrm flipV="1">
            <a:off x="1950681" y="2626756"/>
            <a:ext cx="0" cy="48220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61DD094-C201-4E81-ED43-73AEC5D859BE}"/>
              </a:ext>
            </a:extLst>
          </p:cNvPr>
          <p:cNvCxnSpPr>
            <a:cxnSpLocks/>
          </p:cNvCxnSpPr>
          <p:nvPr/>
        </p:nvCxnSpPr>
        <p:spPr>
          <a:xfrm flipV="1">
            <a:off x="993808" y="2626757"/>
            <a:ext cx="0" cy="20915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E32A87F-C126-2495-2C6F-418DDA8FD6E1}"/>
              </a:ext>
            </a:extLst>
          </p:cNvPr>
          <p:cNvCxnSpPr>
            <a:cxnSpLocks/>
          </p:cNvCxnSpPr>
          <p:nvPr/>
        </p:nvCxnSpPr>
        <p:spPr>
          <a:xfrm flipV="1">
            <a:off x="133229" y="2626757"/>
            <a:ext cx="0" cy="482202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452199E-E731-00BA-68FB-980DED46C9CB}"/>
              </a:ext>
            </a:extLst>
          </p:cNvPr>
          <p:cNvCxnSpPr>
            <a:cxnSpLocks/>
          </p:cNvCxnSpPr>
          <p:nvPr/>
        </p:nvCxnSpPr>
        <p:spPr>
          <a:xfrm flipH="1">
            <a:off x="133229" y="3046099"/>
            <a:ext cx="1817845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933AE59-0225-E4A5-9D5F-BD3B986DA6BA}"/>
              </a:ext>
            </a:extLst>
          </p:cNvPr>
          <p:cNvCxnSpPr>
            <a:cxnSpLocks/>
          </p:cNvCxnSpPr>
          <p:nvPr/>
        </p:nvCxnSpPr>
        <p:spPr>
          <a:xfrm flipH="1">
            <a:off x="133229" y="2779155"/>
            <a:ext cx="863322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A0167BD-41B5-49E4-2EBF-4CC071296996}"/>
              </a:ext>
            </a:extLst>
          </p:cNvPr>
          <p:cNvCxnSpPr>
            <a:cxnSpLocks/>
          </p:cNvCxnSpPr>
          <p:nvPr/>
        </p:nvCxnSpPr>
        <p:spPr>
          <a:xfrm>
            <a:off x="136682" y="2626756"/>
            <a:ext cx="3378044" cy="0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feld 73">
            <a:extLst>
              <a:ext uri="{FF2B5EF4-FFF2-40B4-BE49-F238E27FC236}">
                <a16:creationId xmlns:a16="http://schemas.microsoft.com/office/drawing/2014/main" id="{630663FE-7CE5-6F22-D51A-13B2C30DE847}"/>
              </a:ext>
            </a:extLst>
          </p:cNvPr>
          <p:cNvSpPr txBox="1"/>
          <p:nvPr/>
        </p:nvSpPr>
        <p:spPr>
          <a:xfrm rot="16200000">
            <a:off x="1341780" y="2178701"/>
            <a:ext cx="97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1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1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8635D666-A4FC-9539-534C-5D4355CF1699}"/>
              </a:ext>
            </a:extLst>
          </p:cNvPr>
          <p:cNvSpPr txBox="1"/>
          <p:nvPr/>
        </p:nvSpPr>
        <p:spPr>
          <a:xfrm>
            <a:off x="251483" y="2769100"/>
            <a:ext cx="626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63BAEAF7-DA0E-4A4A-B95C-91F958D8F7F4}"/>
              </a:ext>
            </a:extLst>
          </p:cNvPr>
          <p:cNvSpPr/>
          <p:nvPr/>
        </p:nvSpPr>
        <p:spPr>
          <a:xfrm>
            <a:off x="2494943" y="1352486"/>
            <a:ext cx="58460" cy="584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14CB3C3-E7D3-C458-CE73-D15524770F7D}"/>
              </a:ext>
            </a:extLst>
          </p:cNvPr>
          <p:cNvSpPr txBox="1"/>
          <p:nvPr/>
        </p:nvSpPr>
        <p:spPr>
          <a:xfrm>
            <a:off x="728549" y="3042542"/>
            <a:ext cx="626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1800FE3-BD43-982B-CAAC-34854EFBE423}"/>
              </a:ext>
            </a:extLst>
          </p:cNvPr>
          <p:cNvSpPr/>
          <p:nvPr/>
        </p:nvSpPr>
        <p:spPr>
          <a:xfrm>
            <a:off x="2279490" y="2067560"/>
            <a:ext cx="212610" cy="28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C2615DA-075A-7CA6-4A44-57BD349A53AD}"/>
              </a:ext>
            </a:extLst>
          </p:cNvPr>
          <p:cNvSpPr txBox="1"/>
          <p:nvPr/>
        </p:nvSpPr>
        <p:spPr>
          <a:xfrm rot="16200000">
            <a:off x="1896133" y="2178701"/>
            <a:ext cx="97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1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de-DE" sz="11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1C9902B-B327-4846-C456-FE4E5E2FA89D}"/>
              </a:ext>
            </a:extLst>
          </p:cNvPr>
          <p:cNvCxnSpPr>
            <a:cxnSpLocks/>
          </p:cNvCxnSpPr>
          <p:nvPr/>
        </p:nvCxnSpPr>
        <p:spPr>
          <a:xfrm flipV="1">
            <a:off x="2722841" y="2626756"/>
            <a:ext cx="0" cy="20915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84167148-FB25-DCBC-029B-EEA3957659F9}"/>
              </a:ext>
            </a:extLst>
          </p:cNvPr>
          <p:cNvCxnSpPr>
            <a:cxnSpLocks/>
          </p:cNvCxnSpPr>
          <p:nvPr/>
        </p:nvCxnSpPr>
        <p:spPr>
          <a:xfrm flipV="1">
            <a:off x="3172286" y="2626756"/>
            <a:ext cx="0" cy="20915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78BDFA5-F0BB-4126-D673-9D71EA2A4638}"/>
              </a:ext>
            </a:extLst>
          </p:cNvPr>
          <p:cNvCxnSpPr>
            <a:cxnSpLocks/>
          </p:cNvCxnSpPr>
          <p:nvPr/>
        </p:nvCxnSpPr>
        <p:spPr>
          <a:xfrm flipH="1">
            <a:off x="1949329" y="2778943"/>
            <a:ext cx="773512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13A1721-E9C6-9952-367B-6CC36C181C7A}"/>
              </a:ext>
            </a:extLst>
          </p:cNvPr>
          <p:cNvCxnSpPr>
            <a:cxnSpLocks/>
          </p:cNvCxnSpPr>
          <p:nvPr/>
        </p:nvCxnSpPr>
        <p:spPr>
          <a:xfrm flipH="1">
            <a:off x="2722841" y="2778943"/>
            <a:ext cx="447871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28BDC91C-0761-361F-B0B5-1D6B960061BA}"/>
              </a:ext>
            </a:extLst>
          </p:cNvPr>
          <p:cNvSpPr txBox="1"/>
          <p:nvPr/>
        </p:nvSpPr>
        <p:spPr>
          <a:xfrm>
            <a:off x="2633369" y="2804887"/>
            <a:ext cx="626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B57166E-C019-5B08-DF94-36F1EB3E2D5D}"/>
              </a:ext>
            </a:extLst>
          </p:cNvPr>
          <p:cNvSpPr txBox="1"/>
          <p:nvPr/>
        </p:nvSpPr>
        <p:spPr>
          <a:xfrm>
            <a:off x="2023355" y="2809941"/>
            <a:ext cx="626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7595E784-A10D-B64F-A611-987B68B341DA}"/>
              </a:ext>
            </a:extLst>
          </p:cNvPr>
          <p:cNvCxnSpPr>
            <a:cxnSpLocks/>
          </p:cNvCxnSpPr>
          <p:nvPr/>
        </p:nvCxnSpPr>
        <p:spPr>
          <a:xfrm>
            <a:off x="1667032" y="1381854"/>
            <a:ext cx="1146336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E0E5AC21-F7C0-1953-CC46-8DB9062D0FF2}"/>
              </a:ext>
            </a:extLst>
          </p:cNvPr>
          <p:cNvSpPr/>
          <p:nvPr/>
        </p:nvSpPr>
        <p:spPr>
          <a:xfrm>
            <a:off x="1635626" y="1352486"/>
            <a:ext cx="58460" cy="584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E776C935-E344-46EB-5228-68C1800AAB4F}"/>
              </a:ext>
            </a:extLst>
          </p:cNvPr>
          <p:cNvSpPr/>
          <p:nvPr/>
        </p:nvSpPr>
        <p:spPr>
          <a:xfrm>
            <a:off x="2045498" y="1352595"/>
            <a:ext cx="58460" cy="584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/>
          </a:p>
        </p:txBody>
      </p: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EE721BD8-899E-0834-D3C4-E3F20BCE1A4C}"/>
              </a:ext>
            </a:extLst>
          </p:cNvPr>
          <p:cNvCxnSpPr>
            <a:cxnSpLocks/>
          </p:cNvCxnSpPr>
          <p:nvPr/>
        </p:nvCxnSpPr>
        <p:spPr>
          <a:xfrm>
            <a:off x="2767422" y="1148173"/>
            <a:ext cx="0" cy="233543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02AE48C1-1247-ECF3-B482-2F4E731ADCC6}"/>
              </a:ext>
            </a:extLst>
          </p:cNvPr>
          <p:cNvCxnSpPr>
            <a:cxnSpLocks/>
          </p:cNvCxnSpPr>
          <p:nvPr/>
        </p:nvCxnSpPr>
        <p:spPr>
          <a:xfrm>
            <a:off x="1956324" y="1148173"/>
            <a:ext cx="857044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638687A5-6160-CCC2-3E80-BD8570F7D666}"/>
              </a:ext>
            </a:extLst>
          </p:cNvPr>
          <p:cNvCxnSpPr>
            <a:cxnSpLocks/>
          </p:cNvCxnSpPr>
          <p:nvPr/>
        </p:nvCxnSpPr>
        <p:spPr>
          <a:xfrm flipV="1">
            <a:off x="1664856" y="967584"/>
            <a:ext cx="0" cy="40623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FF1D234B-1C86-77D8-01FE-3C0F7E8F699E}"/>
              </a:ext>
            </a:extLst>
          </p:cNvPr>
          <p:cNvCxnSpPr>
            <a:cxnSpLocks/>
          </p:cNvCxnSpPr>
          <p:nvPr/>
        </p:nvCxnSpPr>
        <p:spPr>
          <a:xfrm flipV="1">
            <a:off x="2074728" y="967584"/>
            <a:ext cx="0" cy="406234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916C93A5-874D-C989-F8A2-7B4415E72EF9}"/>
              </a:ext>
            </a:extLst>
          </p:cNvPr>
          <p:cNvCxnSpPr>
            <a:cxnSpLocks/>
          </p:cNvCxnSpPr>
          <p:nvPr/>
        </p:nvCxnSpPr>
        <p:spPr>
          <a:xfrm>
            <a:off x="1664856" y="1010920"/>
            <a:ext cx="404292" cy="0"/>
          </a:xfrm>
          <a:prstGeom prst="straightConnector1">
            <a:avLst/>
          </a:prstGeom>
          <a:ln w="12700" cap="rnd">
            <a:solidFill>
              <a:schemeClr val="tx1"/>
            </a:solidFill>
            <a:round/>
            <a:headEnd type="triangle" w="sm" len="med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CADBEECB-653F-B242-17A8-51D269BD1356}"/>
              </a:ext>
            </a:extLst>
          </p:cNvPr>
          <p:cNvSpPr txBox="1"/>
          <p:nvPr/>
        </p:nvSpPr>
        <p:spPr>
          <a:xfrm>
            <a:off x="1233599" y="719939"/>
            <a:ext cx="125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100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</a:t>
            </a:r>
            <a:r>
              <a:rPr lang="de-DE" sz="11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−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i="1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 err="1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</a:t>
            </a:r>
            <a:r>
              <a:rPr lang="de-DE" sz="1100" dirty="0">
                <a:solidFill>
                  <a:srgbClr val="086FBD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E00A2A49-D4DE-7B9A-292B-AAE0A2C750DC}"/>
              </a:ext>
            </a:extLst>
          </p:cNvPr>
          <p:cNvSpPr txBox="1"/>
          <p:nvPr/>
        </p:nvSpPr>
        <p:spPr>
          <a:xfrm>
            <a:off x="2529752" y="1158574"/>
            <a:ext cx="97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rgbClr val="8F45A3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Δ</a:t>
            </a:r>
            <a:r>
              <a:rPr lang="de-DE" sz="1100" i="1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</a:t>
            </a:r>
            <a:r>
              <a:rPr lang="de-DE" sz="1100" baseline="-25000" dirty="0">
                <a:solidFill>
                  <a:srgbClr val="8F45A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dirty="0">
              <a:solidFill>
                <a:srgbClr val="8F45A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79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9980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F2A0-DAC2-87C4-3842-ABC43762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9759DFC-EE17-26AF-916F-23F6765F424E}"/>
              </a:ext>
            </a:extLst>
          </p:cNvPr>
          <p:cNvGrpSpPr/>
          <p:nvPr/>
        </p:nvGrpSpPr>
        <p:grpSpPr>
          <a:xfrm>
            <a:off x="416714" y="455919"/>
            <a:ext cx="551299" cy="662848"/>
            <a:chOff x="566936" y="774646"/>
            <a:chExt cx="958729" cy="814777"/>
          </a:xfrm>
          <a:solidFill>
            <a:schemeClr val="bg1">
              <a:lumMod val="85000"/>
            </a:schemeClr>
          </a:solidFill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E295627B-53A1-FCF9-2AEA-882B6CD61C07}"/>
                </a:ext>
              </a:extLst>
            </p:cNvPr>
            <p:cNvSpPr/>
            <p:nvPr/>
          </p:nvSpPr>
          <p:spPr>
            <a:xfrm>
              <a:off x="755976" y="946330"/>
              <a:ext cx="574021" cy="481888"/>
            </a:xfrm>
            <a:prstGeom prst="rect">
              <a:avLst/>
            </a:prstGeom>
            <a:grpFill/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AA896594-15F7-4EAB-4051-794922376AD8}"/>
                </a:ext>
              </a:extLst>
            </p:cNvPr>
            <p:cNvSpPr/>
            <p:nvPr/>
          </p:nvSpPr>
          <p:spPr>
            <a:xfrm>
              <a:off x="566936" y="774646"/>
              <a:ext cx="958729" cy="171685"/>
            </a:xfrm>
            <a:custGeom>
              <a:avLst/>
              <a:gdLst>
                <a:gd name="csX0" fmla="*/ 8 w 1046567"/>
                <a:gd name="csY0" fmla="*/ 311467 h 311467"/>
                <a:gd name="csX1" fmla="*/ 1046567 w 1046567"/>
                <a:gd name="csY1" fmla="*/ 311467 h 311467"/>
                <a:gd name="csX2" fmla="*/ 754149 w 1046567"/>
                <a:gd name="csY2" fmla="*/ 0 h 311467"/>
                <a:gd name="csX3" fmla="*/ 272661 w 1046567"/>
                <a:gd name="csY3" fmla="*/ 2143 h 311467"/>
                <a:gd name="csX4" fmla="*/ 8 w 1046567"/>
                <a:gd name="csY4" fmla="*/ 311467 h 311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46567" h="311467">
                  <a:moveTo>
                    <a:pt x="8" y="311467"/>
                  </a:moveTo>
                  <a:lnTo>
                    <a:pt x="1046567" y="311467"/>
                  </a:lnTo>
                  <a:cubicBezTo>
                    <a:pt x="1037994" y="144780"/>
                    <a:pt x="904088" y="119"/>
                    <a:pt x="754149" y="0"/>
                  </a:cubicBezTo>
                  <a:lnTo>
                    <a:pt x="272661" y="2143"/>
                  </a:lnTo>
                  <a:cubicBezTo>
                    <a:pt x="118396" y="4524"/>
                    <a:pt x="-1183" y="151209"/>
                    <a:pt x="8" y="311467"/>
                  </a:cubicBezTo>
                  <a:close/>
                </a:path>
              </a:pathLst>
            </a:custGeom>
            <a:grpFill/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893B0DB6-4844-975F-9DE3-62A7595E9A68}"/>
                </a:ext>
              </a:extLst>
            </p:cNvPr>
            <p:cNvSpPr/>
            <p:nvPr/>
          </p:nvSpPr>
          <p:spPr>
            <a:xfrm>
              <a:off x="644445" y="1428218"/>
              <a:ext cx="790465" cy="161205"/>
            </a:xfrm>
            <a:custGeom>
              <a:avLst/>
              <a:gdLst>
                <a:gd name="csX0" fmla="*/ 33897 w 983409"/>
                <a:gd name="csY0" fmla="*/ 0 h 255270"/>
                <a:gd name="csX1" fmla="*/ 954012 w 983409"/>
                <a:gd name="csY1" fmla="*/ 0 h 255270"/>
                <a:gd name="csX2" fmla="*/ 954012 w 983409"/>
                <a:gd name="csY2" fmla="*/ 255270 h 255270"/>
                <a:gd name="csX3" fmla="*/ 31992 w 983409"/>
                <a:gd name="csY3" fmla="*/ 255270 h 255270"/>
                <a:gd name="csX4" fmla="*/ 33897 w 983409"/>
                <a:gd name="csY4" fmla="*/ 0 h 255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83409" h="255270">
                  <a:moveTo>
                    <a:pt x="33897" y="0"/>
                  </a:moveTo>
                  <a:lnTo>
                    <a:pt x="954012" y="0"/>
                  </a:lnTo>
                  <a:cubicBezTo>
                    <a:pt x="997827" y="85090"/>
                    <a:pt x="988302" y="172085"/>
                    <a:pt x="954012" y="255270"/>
                  </a:cubicBezTo>
                  <a:lnTo>
                    <a:pt x="31992" y="255270"/>
                  </a:lnTo>
                  <a:cubicBezTo>
                    <a:pt x="-5473" y="179705"/>
                    <a:pt x="-16268" y="77470"/>
                    <a:pt x="33897" y="0"/>
                  </a:cubicBezTo>
                  <a:close/>
                </a:path>
              </a:pathLst>
            </a:custGeom>
            <a:grpFill/>
            <a:ln w="190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0" name="Rechteck 59">
            <a:extLst>
              <a:ext uri="{FF2B5EF4-FFF2-40B4-BE49-F238E27FC236}">
                <a16:creationId xmlns:a16="http://schemas.microsoft.com/office/drawing/2014/main" id="{6D8F9B14-0A6F-59A5-86E7-35484D151FE7}"/>
              </a:ext>
            </a:extLst>
          </p:cNvPr>
          <p:cNvSpPr/>
          <p:nvPr/>
        </p:nvSpPr>
        <p:spPr>
          <a:xfrm>
            <a:off x="2775842" y="423436"/>
            <a:ext cx="280877" cy="857368"/>
          </a:xfrm>
          <a:custGeom>
            <a:avLst/>
            <a:gdLst>
              <a:gd name="csX0" fmla="*/ 0 w 280877"/>
              <a:gd name="csY0" fmla="*/ 0 h 736601"/>
              <a:gd name="csX1" fmla="*/ 280849 w 280877"/>
              <a:gd name="csY1" fmla="*/ 0 h 736601"/>
              <a:gd name="csX2" fmla="*/ 280877 w 280877"/>
              <a:gd name="csY2" fmla="*/ 685009 h 736601"/>
              <a:gd name="csX3" fmla="*/ 248464 w 280877"/>
              <a:gd name="csY3" fmla="*/ 736601 h 736601"/>
              <a:gd name="csX4" fmla="*/ 31750 w 280877"/>
              <a:gd name="csY4" fmla="*/ 734696 h 736601"/>
              <a:gd name="csX5" fmla="*/ 842 w 280877"/>
              <a:gd name="csY5" fmla="*/ 681199 h 736601"/>
              <a:gd name="csX6" fmla="*/ 0 w 280877"/>
              <a:gd name="csY6" fmla="*/ 0 h 736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80877" h="736601">
                <a:moveTo>
                  <a:pt x="0" y="0"/>
                </a:moveTo>
                <a:lnTo>
                  <a:pt x="280849" y="0"/>
                </a:lnTo>
                <a:cubicBezTo>
                  <a:pt x="280858" y="223256"/>
                  <a:pt x="280868" y="461753"/>
                  <a:pt x="280877" y="685009"/>
                </a:cubicBezTo>
                <a:cubicBezTo>
                  <a:pt x="267533" y="702841"/>
                  <a:pt x="261808" y="718769"/>
                  <a:pt x="248464" y="736601"/>
                </a:cubicBezTo>
                <a:lnTo>
                  <a:pt x="31750" y="734696"/>
                </a:lnTo>
                <a:cubicBezTo>
                  <a:pt x="14886" y="700989"/>
                  <a:pt x="19611" y="714906"/>
                  <a:pt x="842" y="681199"/>
                </a:cubicBezTo>
                <a:cubicBezTo>
                  <a:pt x="561" y="456673"/>
                  <a:pt x="281" y="224526"/>
                  <a:pt x="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682204C4-0828-F6A4-2DFF-59C059125B28}"/>
              </a:ext>
            </a:extLst>
          </p:cNvPr>
          <p:cNvSpPr/>
          <p:nvPr/>
        </p:nvSpPr>
        <p:spPr>
          <a:xfrm>
            <a:off x="2681965" y="288815"/>
            <a:ext cx="468632" cy="19176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0D81FFEE-353D-FBF9-2230-0C53566CBB54}"/>
              </a:ext>
            </a:extLst>
          </p:cNvPr>
          <p:cNvSpPr/>
          <p:nvPr/>
        </p:nvSpPr>
        <p:spPr>
          <a:xfrm>
            <a:off x="2874454" y="1112811"/>
            <a:ext cx="82826" cy="8282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25E51D0A-CFF0-E3EA-C004-A4F972CE25DE}"/>
              </a:ext>
            </a:extLst>
          </p:cNvPr>
          <p:cNvSpPr/>
          <p:nvPr/>
        </p:nvSpPr>
        <p:spPr>
          <a:xfrm>
            <a:off x="470535" y="2827483"/>
            <a:ext cx="431000" cy="49784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6383FF4B-FFDF-9228-EFA8-3BCB63B9633F}"/>
              </a:ext>
            </a:extLst>
          </p:cNvPr>
          <p:cNvSpPr/>
          <p:nvPr/>
        </p:nvSpPr>
        <p:spPr>
          <a:xfrm>
            <a:off x="309936" y="2147873"/>
            <a:ext cx="757238" cy="757238"/>
          </a:xfrm>
          <a:prstGeom prst="ellipse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FE01F44-7A11-EAFD-2A4B-75BFC52A7DEA}"/>
              </a:ext>
            </a:extLst>
          </p:cNvPr>
          <p:cNvSpPr/>
          <p:nvPr/>
        </p:nvSpPr>
        <p:spPr>
          <a:xfrm>
            <a:off x="456244" y="2296701"/>
            <a:ext cx="459582" cy="45958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D823E6D8-424E-6E7F-A478-8EDE50E11273}"/>
              </a:ext>
            </a:extLst>
          </p:cNvPr>
          <p:cNvSpPr/>
          <p:nvPr/>
        </p:nvSpPr>
        <p:spPr>
          <a:xfrm>
            <a:off x="586975" y="1688372"/>
            <a:ext cx="198120" cy="808911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E06F8AF4-65B3-BE14-B1CC-6278309D9830}"/>
              </a:ext>
            </a:extLst>
          </p:cNvPr>
          <p:cNvSpPr/>
          <p:nvPr/>
        </p:nvSpPr>
        <p:spPr>
          <a:xfrm>
            <a:off x="479819" y="2779223"/>
            <a:ext cx="411721" cy="197088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F347F5E4-7898-361B-F3C4-536120031744}"/>
              </a:ext>
            </a:extLst>
          </p:cNvPr>
          <p:cNvSpPr/>
          <p:nvPr/>
        </p:nvSpPr>
        <p:spPr>
          <a:xfrm rot="5400000">
            <a:off x="487358" y="1628153"/>
            <a:ext cx="393090" cy="348695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D28A9D0E-1F88-40C2-FEBC-3641F8E36F1B}"/>
              </a:ext>
            </a:extLst>
          </p:cNvPr>
          <p:cNvSpPr/>
          <p:nvPr/>
        </p:nvSpPr>
        <p:spPr>
          <a:xfrm rot="16200000">
            <a:off x="493894" y="3031350"/>
            <a:ext cx="393090" cy="511771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9CB2D981-AB57-FD9F-EF6E-3906D9ACE89F}"/>
              </a:ext>
            </a:extLst>
          </p:cNvPr>
          <p:cNvGrpSpPr/>
          <p:nvPr/>
        </p:nvGrpSpPr>
        <p:grpSpPr>
          <a:xfrm>
            <a:off x="1536869" y="1975002"/>
            <a:ext cx="526703" cy="1281893"/>
            <a:chOff x="1536869" y="1888965"/>
            <a:chExt cx="526703" cy="1376234"/>
          </a:xfrm>
        </p:grpSpPr>
        <p:sp>
          <p:nvSpPr>
            <p:cNvPr id="84" name="Freihandform: Form 83">
              <a:extLst>
                <a:ext uri="{FF2B5EF4-FFF2-40B4-BE49-F238E27FC236}">
                  <a16:creationId xmlns:a16="http://schemas.microsoft.com/office/drawing/2014/main" id="{9F4E5EFB-5338-7FCB-C3AD-9F3C0A3D1E2B}"/>
                </a:ext>
              </a:extLst>
            </p:cNvPr>
            <p:cNvSpPr/>
            <p:nvPr/>
          </p:nvSpPr>
          <p:spPr>
            <a:xfrm>
              <a:off x="1536869" y="2022667"/>
              <a:ext cx="526703" cy="1111370"/>
            </a:xfrm>
            <a:custGeom>
              <a:avLst/>
              <a:gdLst>
                <a:gd name="csX0" fmla="*/ 268605 w 526703"/>
                <a:gd name="csY0" fmla="*/ 0 h 1202055"/>
                <a:gd name="csX1" fmla="*/ 1905 w 526703"/>
                <a:gd name="csY1" fmla="*/ 30480 h 1202055"/>
                <a:gd name="csX2" fmla="*/ 520065 w 526703"/>
                <a:gd name="csY2" fmla="*/ 104775 h 1202055"/>
                <a:gd name="csX3" fmla="*/ 3810 w 526703"/>
                <a:gd name="csY3" fmla="*/ 165735 h 1202055"/>
                <a:gd name="csX4" fmla="*/ 520065 w 526703"/>
                <a:gd name="csY4" fmla="*/ 240030 h 1202055"/>
                <a:gd name="csX5" fmla="*/ 1905 w 526703"/>
                <a:gd name="csY5" fmla="*/ 300990 h 1202055"/>
                <a:gd name="csX6" fmla="*/ 520065 w 526703"/>
                <a:gd name="csY6" fmla="*/ 373380 h 1202055"/>
                <a:gd name="csX7" fmla="*/ 1905 w 526703"/>
                <a:gd name="csY7" fmla="*/ 432435 h 1202055"/>
                <a:gd name="csX8" fmla="*/ 520065 w 526703"/>
                <a:gd name="csY8" fmla="*/ 508635 h 1202055"/>
                <a:gd name="csX9" fmla="*/ 1905 w 526703"/>
                <a:gd name="csY9" fmla="*/ 565785 h 1202055"/>
                <a:gd name="csX10" fmla="*/ 521970 w 526703"/>
                <a:gd name="csY10" fmla="*/ 643890 h 1202055"/>
                <a:gd name="csX11" fmla="*/ 3810 w 526703"/>
                <a:gd name="csY11" fmla="*/ 699135 h 1202055"/>
                <a:gd name="csX12" fmla="*/ 520065 w 526703"/>
                <a:gd name="csY12" fmla="*/ 775335 h 1202055"/>
                <a:gd name="csX13" fmla="*/ 0 w 526703"/>
                <a:gd name="csY13" fmla="*/ 832485 h 1202055"/>
                <a:gd name="csX14" fmla="*/ 520065 w 526703"/>
                <a:gd name="csY14" fmla="*/ 910590 h 1202055"/>
                <a:gd name="csX15" fmla="*/ 3810 w 526703"/>
                <a:gd name="csY15" fmla="*/ 965835 h 1202055"/>
                <a:gd name="csX16" fmla="*/ 520065 w 526703"/>
                <a:gd name="csY16" fmla="*/ 1043940 h 1202055"/>
                <a:gd name="csX17" fmla="*/ 3810 w 526703"/>
                <a:gd name="csY17" fmla="*/ 1097280 h 1202055"/>
                <a:gd name="csX18" fmla="*/ 520065 w 526703"/>
                <a:gd name="csY18" fmla="*/ 1175385 h 1202055"/>
                <a:gd name="csX19" fmla="*/ 249555 w 526703"/>
                <a:gd name="csY19" fmla="*/ 1202055 h 12020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526703" h="1202055">
                  <a:moveTo>
                    <a:pt x="268605" y="0"/>
                  </a:moveTo>
                  <a:cubicBezTo>
                    <a:pt x="114300" y="6509"/>
                    <a:pt x="1905" y="8537"/>
                    <a:pt x="1905" y="30480"/>
                  </a:cubicBezTo>
                  <a:cubicBezTo>
                    <a:pt x="1905" y="52423"/>
                    <a:pt x="519748" y="82233"/>
                    <a:pt x="520065" y="104775"/>
                  </a:cubicBezTo>
                  <a:cubicBezTo>
                    <a:pt x="520382" y="127317"/>
                    <a:pt x="3810" y="143193"/>
                    <a:pt x="3810" y="165735"/>
                  </a:cubicBezTo>
                  <a:cubicBezTo>
                    <a:pt x="3810" y="188277"/>
                    <a:pt x="520382" y="217488"/>
                    <a:pt x="520065" y="240030"/>
                  </a:cubicBezTo>
                  <a:cubicBezTo>
                    <a:pt x="519748" y="262572"/>
                    <a:pt x="1905" y="278765"/>
                    <a:pt x="1905" y="300990"/>
                  </a:cubicBezTo>
                  <a:cubicBezTo>
                    <a:pt x="1905" y="323215"/>
                    <a:pt x="520065" y="351473"/>
                    <a:pt x="520065" y="373380"/>
                  </a:cubicBezTo>
                  <a:cubicBezTo>
                    <a:pt x="520065" y="395287"/>
                    <a:pt x="1905" y="409893"/>
                    <a:pt x="1905" y="432435"/>
                  </a:cubicBezTo>
                  <a:cubicBezTo>
                    <a:pt x="1905" y="454977"/>
                    <a:pt x="520065" y="486410"/>
                    <a:pt x="520065" y="508635"/>
                  </a:cubicBezTo>
                  <a:cubicBezTo>
                    <a:pt x="520065" y="530860"/>
                    <a:pt x="1588" y="543243"/>
                    <a:pt x="1905" y="565785"/>
                  </a:cubicBezTo>
                  <a:cubicBezTo>
                    <a:pt x="2222" y="588327"/>
                    <a:pt x="521653" y="621665"/>
                    <a:pt x="521970" y="643890"/>
                  </a:cubicBezTo>
                  <a:cubicBezTo>
                    <a:pt x="522287" y="666115"/>
                    <a:pt x="4127" y="677228"/>
                    <a:pt x="3810" y="699135"/>
                  </a:cubicBezTo>
                  <a:cubicBezTo>
                    <a:pt x="3492" y="721043"/>
                    <a:pt x="520700" y="753110"/>
                    <a:pt x="520065" y="775335"/>
                  </a:cubicBezTo>
                  <a:cubicBezTo>
                    <a:pt x="519430" y="797560"/>
                    <a:pt x="0" y="809943"/>
                    <a:pt x="0" y="832485"/>
                  </a:cubicBezTo>
                  <a:cubicBezTo>
                    <a:pt x="0" y="855027"/>
                    <a:pt x="519430" y="888365"/>
                    <a:pt x="520065" y="910590"/>
                  </a:cubicBezTo>
                  <a:cubicBezTo>
                    <a:pt x="520700" y="932815"/>
                    <a:pt x="3810" y="943610"/>
                    <a:pt x="3810" y="965835"/>
                  </a:cubicBezTo>
                  <a:cubicBezTo>
                    <a:pt x="3810" y="988060"/>
                    <a:pt x="520065" y="1022033"/>
                    <a:pt x="520065" y="1043940"/>
                  </a:cubicBezTo>
                  <a:cubicBezTo>
                    <a:pt x="520065" y="1065847"/>
                    <a:pt x="3810" y="1075373"/>
                    <a:pt x="3810" y="1097280"/>
                  </a:cubicBezTo>
                  <a:cubicBezTo>
                    <a:pt x="3810" y="1119187"/>
                    <a:pt x="479107" y="1157922"/>
                    <a:pt x="520065" y="1175385"/>
                  </a:cubicBezTo>
                  <a:cubicBezTo>
                    <a:pt x="561023" y="1192848"/>
                    <a:pt x="405289" y="1197451"/>
                    <a:pt x="249555" y="1202055"/>
                  </a:cubicBezTo>
                </a:path>
              </a:pathLst>
            </a:custGeom>
            <a:noFill/>
            <a:ln w="317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1934B0FC-56CA-2A07-6E09-31DDD541C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4020" y="1888965"/>
              <a:ext cx="0" cy="131162"/>
            </a:xfrm>
            <a:prstGeom prst="line">
              <a:avLst/>
            </a:prstGeom>
            <a:ln w="317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FC0641A4-ACCE-AA89-594D-6207E0084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5600" y="3134037"/>
              <a:ext cx="0" cy="131162"/>
            </a:xfrm>
            <a:prstGeom prst="line">
              <a:avLst/>
            </a:prstGeom>
            <a:ln w="3175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hteck 91">
            <a:extLst>
              <a:ext uri="{FF2B5EF4-FFF2-40B4-BE49-F238E27FC236}">
                <a16:creationId xmlns:a16="http://schemas.microsoft.com/office/drawing/2014/main" id="{91094FD2-079D-41BA-7818-A228B3EED81E}"/>
              </a:ext>
            </a:extLst>
          </p:cNvPr>
          <p:cNvSpPr/>
          <p:nvPr/>
        </p:nvSpPr>
        <p:spPr>
          <a:xfrm>
            <a:off x="2676018" y="1625082"/>
            <a:ext cx="198120" cy="130221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2BF81AC5-4E47-3042-2649-6858074088D5}"/>
              </a:ext>
            </a:extLst>
          </p:cNvPr>
          <p:cNvSpPr/>
          <p:nvPr/>
        </p:nvSpPr>
        <p:spPr>
          <a:xfrm rot="5400000">
            <a:off x="2544136" y="1665986"/>
            <a:ext cx="454665" cy="269903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AFCFA91A-A4F9-10D4-2B91-5F6ED1FDC7B9}"/>
              </a:ext>
            </a:extLst>
          </p:cNvPr>
          <p:cNvSpPr/>
          <p:nvPr/>
        </p:nvSpPr>
        <p:spPr>
          <a:xfrm>
            <a:off x="2892726" y="2162447"/>
            <a:ext cx="78014" cy="76484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537B48B9-9634-0415-5732-ED0A22B72AC8}"/>
              </a:ext>
            </a:extLst>
          </p:cNvPr>
          <p:cNvSpPr/>
          <p:nvPr/>
        </p:nvSpPr>
        <p:spPr>
          <a:xfrm>
            <a:off x="2989328" y="2162447"/>
            <a:ext cx="198120" cy="1302210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CD686082-EBF4-CDD9-CD0B-C624E7683861}"/>
              </a:ext>
            </a:extLst>
          </p:cNvPr>
          <p:cNvSpPr/>
          <p:nvPr/>
        </p:nvSpPr>
        <p:spPr>
          <a:xfrm rot="16200000">
            <a:off x="2860081" y="3136474"/>
            <a:ext cx="454665" cy="260269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11">
            <a:extLst>
              <a:ext uri="{FF2B5EF4-FFF2-40B4-BE49-F238E27FC236}">
                <a16:creationId xmlns:a16="http://schemas.microsoft.com/office/drawing/2014/main" id="{0B3D06DD-2CE7-3093-FCE0-F62B288970A7}"/>
              </a:ext>
            </a:extLst>
          </p:cNvPr>
          <p:cNvSpPr/>
          <p:nvPr/>
        </p:nvSpPr>
        <p:spPr>
          <a:xfrm rot="5400000">
            <a:off x="1250669" y="778809"/>
            <a:ext cx="1069862" cy="337228"/>
          </a:xfrm>
          <a:custGeom>
            <a:avLst/>
            <a:gdLst>
              <a:gd name="csX0" fmla="*/ 0 w 1021979"/>
              <a:gd name="csY0" fmla="*/ 483 h 259520"/>
              <a:gd name="csX1" fmla="*/ 964300 w 1021979"/>
              <a:gd name="csY1" fmla="*/ 0 h 259520"/>
              <a:gd name="csX2" fmla="*/ 1021870 w 1021979"/>
              <a:gd name="csY2" fmla="*/ 34781 h 259520"/>
              <a:gd name="csX3" fmla="*/ 1021954 w 1021979"/>
              <a:gd name="csY3" fmla="*/ 222386 h 259520"/>
              <a:gd name="csX4" fmla="*/ 971046 w 1021979"/>
              <a:gd name="csY4" fmla="*/ 259520 h 259520"/>
              <a:gd name="csX5" fmla="*/ 0 w 1021979"/>
              <a:gd name="csY5" fmla="*/ 259520 h 259520"/>
              <a:gd name="csX6" fmla="*/ 0 w 1021979"/>
              <a:gd name="csY6" fmla="*/ 483 h 259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1979" h="259520">
                <a:moveTo>
                  <a:pt x="0" y="483"/>
                </a:moveTo>
                <a:lnTo>
                  <a:pt x="964300" y="0"/>
                </a:lnTo>
                <a:lnTo>
                  <a:pt x="1021870" y="34781"/>
                </a:lnTo>
                <a:cubicBezTo>
                  <a:pt x="1022213" y="97966"/>
                  <a:pt x="1021611" y="159201"/>
                  <a:pt x="1021954" y="222386"/>
                </a:cubicBezTo>
                <a:lnTo>
                  <a:pt x="971046" y="259520"/>
                </a:lnTo>
                <a:lnTo>
                  <a:pt x="0" y="259520"/>
                </a:lnTo>
                <a:lnTo>
                  <a:pt x="0" y="48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905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3AEA9A1-3628-5A1F-9A39-F72810A7F6A1}"/>
              </a:ext>
            </a:extLst>
          </p:cNvPr>
          <p:cNvGrpSpPr/>
          <p:nvPr/>
        </p:nvGrpSpPr>
        <p:grpSpPr>
          <a:xfrm rot="5400000">
            <a:off x="1633914" y="-115887"/>
            <a:ext cx="303372" cy="756241"/>
            <a:chOff x="1133952" y="1178264"/>
            <a:chExt cx="303372" cy="756241"/>
          </a:xfrm>
          <a:solidFill>
            <a:schemeClr val="bg1">
              <a:lumMod val="65000"/>
            </a:schemeClr>
          </a:solidFill>
        </p:grpSpPr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21FD1A4F-D2C6-A6B3-4079-C0F68456479A}"/>
                </a:ext>
              </a:extLst>
            </p:cNvPr>
            <p:cNvSpPr/>
            <p:nvPr/>
          </p:nvSpPr>
          <p:spPr>
            <a:xfrm>
              <a:off x="1138239" y="1264920"/>
              <a:ext cx="297657" cy="582930"/>
            </a:xfrm>
            <a:prstGeom prst="rect">
              <a:avLst/>
            </a:prstGeom>
            <a:grpFill/>
            <a:ln w="190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AF3D1965-3235-80A1-7B1B-61A2E7A5DD4C}"/>
                </a:ext>
              </a:extLst>
            </p:cNvPr>
            <p:cNvSpPr/>
            <p:nvPr/>
          </p:nvSpPr>
          <p:spPr>
            <a:xfrm>
              <a:off x="1133952" y="1178264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grpFill/>
            <a:ln w="190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BC54979D-CFCA-544A-350C-7B671E63F195}"/>
                </a:ext>
              </a:extLst>
            </p:cNvPr>
            <p:cNvSpPr/>
            <p:nvPr/>
          </p:nvSpPr>
          <p:spPr>
            <a:xfrm>
              <a:off x="1133952" y="1357335"/>
              <a:ext cx="303372" cy="398102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grpFill/>
            <a:ln w="190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926CC278-99B7-035C-F124-519F555DFECC}"/>
                </a:ext>
              </a:extLst>
            </p:cNvPr>
            <p:cNvSpPr/>
            <p:nvPr/>
          </p:nvSpPr>
          <p:spPr>
            <a:xfrm>
              <a:off x="1133952" y="1755435"/>
              <a:ext cx="303372" cy="179070"/>
            </a:xfrm>
            <a:custGeom>
              <a:avLst/>
              <a:gdLst>
                <a:gd name="csX0" fmla="*/ 57153 w 352459"/>
                <a:gd name="csY0" fmla="*/ 382905 h 382905"/>
                <a:gd name="csX1" fmla="*/ 3 w 352459"/>
                <a:gd name="csY1" fmla="*/ 196215 h 382905"/>
                <a:gd name="csX2" fmla="*/ 55248 w 352459"/>
                <a:gd name="csY2" fmla="*/ 0 h 382905"/>
                <a:gd name="csX3" fmla="*/ 299088 w 352459"/>
                <a:gd name="csY3" fmla="*/ 0 h 382905"/>
                <a:gd name="csX4" fmla="*/ 352428 w 352459"/>
                <a:gd name="csY4" fmla="*/ 192405 h 382905"/>
                <a:gd name="csX5" fmla="*/ 300013 w 352459"/>
                <a:gd name="csY5" fmla="*/ 381000 h 382905"/>
                <a:gd name="csX6" fmla="*/ 57153 w 352459"/>
                <a:gd name="csY6" fmla="*/ 382905 h 382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52459" h="382905">
                  <a:moveTo>
                    <a:pt x="57153" y="382905"/>
                  </a:moveTo>
                  <a:cubicBezTo>
                    <a:pt x="20481" y="318928"/>
                    <a:pt x="320" y="260032"/>
                    <a:pt x="3" y="196215"/>
                  </a:cubicBezTo>
                  <a:cubicBezTo>
                    <a:pt x="-314" y="132398"/>
                    <a:pt x="24768" y="51435"/>
                    <a:pt x="55248" y="0"/>
                  </a:cubicBezTo>
                  <a:lnTo>
                    <a:pt x="299088" y="0"/>
                  </a:lnTo>
                  <a:cubicBezTo>
                    <a:pt x="332743" y="53975"/>
                    <a:pt x="353381" y="128905"/>
                    <a:pt x="352428" y="192405"/>
                  </a:cubicBezTo>
                  <a:cubicBezTo>
                    <a:pt x="351476" y="255905"/>
                    <a:pt x="340018" y="328930"/>
                    <a:pt x="300013" y="381000"/>
                  </a:cubicBezTo>
                  <a:lnTo>
                    <a:pt x="57153" y="382905"/>
                  </a:lnTo>
                  <a:close/>
                </a:path>
              </a:pathLst>
            </a:custGeom>
            <a:grpFill/>
            <a:ln w="190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AA0D13D7-5EBC-3597-6F1E-946BFABBF813}"/>
              </a:ext>
            </a:extLst>
          </p:cNvPr>
          <p:cNvCxnSpPr>
            <a:cxnSpLocks/>
          </p:cNvCxnSpPr>
          <p:nvPr/>
        </p:nvCxnSpPr>
        <p:spPr>
          <a:xfrm>
            <a:off x="1918018" y="614898"/>
            <a:ext cx="0" cy="851952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0A11894-58AA-0707-89F3-B112CC65B0D6}"/>
              </a:ext>
            </a:extLst>
          </p:cNvPr>
          <p:cNvCxnSpPr>
            <a:cxnSpLocks/>
          </p:cNvCxnSpPr>
          <p:nvPr/>
        </p:nvCxnSpPr>
        <p:spPr>
          <a:xfrm rot="5400000" flipV="1">
            <a:off x="1610159" y="576555"/>
            <a:ext cx="44766" cy="3573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3A23DB6-6A81-5605-E66D-C1057AC94BEE}"/>
              </a:ext>
            </a:extLst>
          </p:cNvPr>
          <p:cNvCxnSpPr>
            <a:cxnSpLocks/>
          </p:cNvCxnSpPr>
          <p:nvPr/>
        </p:nvCxnSpPr>
        <p:spPr>
          <a:xfrm>
            <a:off x="1651318" y="617754"/>
            <a:ext cx="0" cy="845286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FEE2FC5-A03C-9EF7-8CF8-2F6F59205E3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914370" y="576555"/>
            <a:ext cx="44766" cy="3573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671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36BC8-3480-7A1D-0008-2A425487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Zylinder 23">
            <a:extLst>
              <a:ext uri="{FF2B5EF4-FFF2-40B4-BE49-F238E27FC236}">
                <a16:creationId xmlns:a16="http://schemas.microsoft.com/office/drawing/2014/main" id="{01327384-D23C-3DE5-403C-43C7BE03F89F}"/>
              </a:ext>
            </a:extLst>
          </p:cNvPr>
          <p:cNvSpPr/>
          <p:nvPr/>
        </p:nvSpPr>
        <p:spPr>
          <a:xfrm>
            <a:off x="1715209" y="1150033"/>
            <a:ext cx="167998" cy="454665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Zylinder 14">
            <a:extLst>
              <a:ext uri="{FF2B5EF4-FFF2-40B4-BE49-F238E27FC236}">
                <a16:creationId xmlns:a16="http://schemas.microsoft.com/office/drawing/2014/main" id="{51A5F4E9-7EA2-C3A3-CAA7-F8F56CFBFB58}"/>
              </a:ext>
            </a:extLst>
          </p:cNvPr>
          <p:cNvSpPr/>
          <p:nvPr/>
        </p:nvSpPr>
        <p:spPr>
          <a:xfrm>
            <a:off x="1657766" y="496562"/>
            <a:ext cx="284918" cy="826008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54D7D003-B495-A505-ACA6-D911EBE6424A}"/>
              </a:ext>
            </a:extLst>
          </p:cNvPr>
          <p:cNvSpPr/>
          <p:nvPr/>
        </p:nvSpPr>
        <p:spPr>
          <a:xfrm>
            <a:off x="650554" y="757238"/>
            <a:ext cx="209550" cy="333375"/>
          </a:xfrm>
          <a:custGeom>
            <a:avLst/>
            <a:gdLst>
              <a:gd name="csX0" fmla="*/ 121920 w 209550"/>
              <a:gd name="csY0" fmla="*/ 0 h 333375"/>
              <a:gd name="csX1" fmla="*/ 0 w 209550"/>
              <a:gd name="csY1" fmla="*/ 169545 h 333375"/>
              <a:gd name="csX2" fmla="*/ 121920 w 209550"/>
              <a:gd name="csY2" fmla="*/ 333375 h 333375"/>
              <a:gd name="csX3" fmla="*/ 209550 w 209550"/>
              <a:gd name="csY3" fmla="*/ 163830 h 333375"/>
              <a:gd name="csX4" fmla="*/ 121920 w 209550"/>
              <a:gd name="csY4" fmla="*/ 0 h 33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9550" h="333375">
                <a:moveTo>
                  <a:pt x="121920" y="0"/>
                </a:moveTo>
                <a:lnTo>
                  <a:pt x="0" y="169545"/>
                </a:lnTo>
                <a:lnTo>
                  <a:pt x="121920" y="333375"/>
                </a:lnTo>
                <a:cubicBezTo>
                  <a:pt x="161925" y="292100"/>
                  <a:pt x="209550" y="219392"/>
                  <a:pt x="209550" y="163830"/>
                </a:cubicBezTo>
                <a:cubicBezTo>
                  <a:pt x="209550" y="108268"/>
                  <a:pt x="163195" y="47466"/>
                  <a:pt x="121920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51B68CC9-390B-4173-95DC-6C1C3F796328}"/>
              </a:ext>
            </a:extLst>
          </p:cNvPr>
          <p:cNvSpPr/>
          <p:nvPr/>
        </p:nvSpPr>
        <p:spPr>
          <a:xfrm>
            <a:off x="567180" y="215784"/>
            <a:ext cx="198120" cy="702188"/>
          </a:xfrm>
          <a:custGeom>
            <a:avLst/>
            <a:gdLst>
              <a:gd name="csX0" fmla="*/ 0 w 198120"/>
              <a:gd name="csY0" fmla="*/ 0 h 702188"/>
              <a:gd name="csX1" fmla="*/ 198120 w 198120"/>
              <a:gd name="csY1" fmla="*/ 0 h 702188"/>
              <a:gd name="csX2" fmla="*/ 198120 w 198120"/>
              <a:gd name="csY2" fmla="*/ 526928 h 702188"/>
              <a:gd name="csX3" fmla="*/ 70039 w 198120"/>
              <a:gd name="csY3" fmla="*/ 701474 h 702188"/>
              <a:gd name="csX4" fmla="*/ 0 w 198120"/>
              <a:gd name="csY4" fmla="*/ 702188 h 702188"/>
              <a:gd name="csX5" fmla="*/ 0 w 198120"/>
              <a:gd name="csY5" fmla="*/ 0 h 702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8120" h="702188">
                <a:moveTo>
                  <a:pt x="0" y="0"/>
                </a:moveTo>
                <a:lnTo>
                  <a:pt x="198120" y="0"/>
                </a:lnTo>
                <a:lnTo>
                  <a:pt x="198120" y="526928"/>
                </a:lnTo>
                <a:lnTo>
                  <a:pt x="70039" y="701474"/>
                </a:lnTo>
                <a:lnTo>
                  <a:pt x="0" y="7021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628441B5-6DD0-1EDE-3252-628DEF2B85B3}"/>
              </a:ext>
            </a:extLst>
          </p:cNvPr>
          <p:cNvSpPr/>
          <p:nvPr/>
        </p:nvSpPr>
        <p:spPr>
          <a:xfrm rot="5400000">
            <a:off x="435298" y="252878"/>
            <a:ext cx="454665" cy="269903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91">
            <a:extLst>
              <a:ext uri="{FF2B5EF4-FFF2-40B4-BE49-F238E27FC236}">
                <a16:creationId xmlns:a16="http://schemas.microsoft.com/office/drawing/2014/main" id="{8D122038-A327-4BBE-4615-F755F1FB567A}"/>
              </a:ext>
            </a:extLst>
          </p:cNvPr>
          <p:cNvSpPr/>
          <p:nvPr/>
        </p:nvSpPr>
        <p:spPr>
          <a:xfrm flipV="1">
            <a:off x="567380" y="932659"/>
            <a:ext cx="198120" cy="702188"/>
          </a:xfrm>
          <a:custGeom>
            <a:avLst/>
            <a:gdLst>
              <a:gd name="csX0" fmla="*/ 0 w 198120"/>
              <a:gd name="csY0" fmla="*/ 0 h 702188"/>
              <a:gd name="csX1" fmla="*/ 198120 w 198120"/>
              <a:gd name="csY1" fmla="*/ 0 h 702188"/>
              <a:gd name="csX2" fmla="*/ 198120 w 198120"/>
              <a:gd name="csY2" fmla="*/ 526928 h 702188"/>
              <a:gd name="csX3" fmla="*/ 70039 w 198120"/>
              <a:gd name="csY3" fmla="*/ 701474 h 702188"/>
              <a:gd name="csX4" fmla="*/ 0 w 198120"/>
              <a:gd name="csY4" fmla="*/ 702188 h 702188"/>
              <a:gd name="csX5" fmla="*/ 0 w 198120"/>
              <a:gd name="csY5" fmla="*/ 0 h 702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8120" h="702188">
                <a:moveTo>
                  <a:pt x="0" y="0"/>
                </a:moveTo>
                <a:lnTo>
                  <a:pt x="198120" y="0"/>
                </a:lnTo>
                <a:lnTo>
                  <a:pt x="198120" y="526928"/>
                </a:lnTo>
                <a:lnTo>
                  <a:pt x="70039" y="701474"/>
                </a:lnTo>
                <a:lnTo>
                  <a:pt x="0" y="70218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B3AC2F37-1423-4F55-6368-10F5B3FE6130}"/>
              </a:ext>
            </a:extLst>
          </p:cNvPr>
          <p:cNvSpPr/>
          <p:nvPr/>
        </p:nvSpPr>
        <p:spPr>
          <a:xfrm rot="16200000">
            <a:off x="430481" y="1326898"/>
            <a:ext cx="454665" cy="260269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Zylinder 10">
            <a:extLst>
              <a:ext uri="{FF2B5EF4-FFF2-40B4-BE49-F238E27FC236}">
                <a16:creationId xmlns:a16="http://schemas.microsoft.com/office/drawing/2014/main" id="{EE066DE3-0912-934E-7E15-F0DB894C178A}"/>
              </a:ext>
            </a:extLst>
          </p:cNvPr>
          <p:cNvSpPr/>
          <p:nvPr/>
        </p:nvSpPr>
        <p:spPr>
          <a:xfrm>
            <a:off x="1715209" y="244360"/>
            <a:ext cx="167998" cy="306998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C96ED97-D734-B51A-8EBC-2DD960833861}"/>
              </a:ext>
            </a:extLst>
          </p:cNvPr>
          <p:cNvSpPr/>
          <p:nvPr/>
        </p:nvSpPr>
        <p:spPr>
          <a:xfrm rot="5400000">
            <a:off x="1645709" y="231845"/>
            <a:ext cx="306998" cy="222436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61BADA-5616-9B50-AB18-35A72876DFE9}"/>
              </a:ext>
            </a:extLst>
          </p:cNvPr>
          <p:cNvSpPr/>
          <p:nvPr/>
        </p:nvSpPr>
        <p:spPr>
          <a:xfrm rot="16200000">
            <a:off x="1661084" y="1293054"/>
            <a:ext cx="306998" cy="475623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Zylinder 25">
            <a:extLst>
              <a:ext uri="{FF2B5EF4-FFF2-40B4-BE49-F238E27FC236}">
                <a16:creationId xmlns:a16="http://schemas.microsoft.com/office/drawing/2014/main" id="{AC3CF0C5-0954-BDDC-783E-4D76ACE7EC08}"/>
              </a:ext>
            </a:extLst>
          </p:cNvPr>
          <p:cNvSpPr/>
          <p:nvPr/>
        </p:nvSpPr>
        <p:spPr>
          <a:xfrm>
            <a:off x="2840423" y="1181690"/>
            <a:ext cx="167998" cy="454665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Zylinder 27">
            <a:extLst>
              <a:ext uri="{FF2B5EF4-FFF2-40B4-BE49-F238E27FC236}">
                <a16:creationId xmlns:a16="http://schemas.microsoft.com/office/drawing/2014/main" id="{44D7B543-FDD6-BFCB-4940-1496F607037A}"/>
              </a:ext>
            </a:extLst>
          </p:cNvPr>
          <p:cNvSpPr/>
          <p:nvPr/>
        </p:nvSpPr>
        <p:spPr>
          <a:xfrm>
            <a:off x="2782980" y="1052260"/>
            <a:ext cx="284918" cy="361021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0D03E87-4258-0364-0E3C-28F49421BC98}"/>
              </a:ext>
            </a:extLst>
          </p:cNvPr>
          <p:cNvSpPr/>
          <p:nvPr/>
        </p:nvSpPr>
        <p:spPr>
          <a:xfrm rot="16200000">
            <a:off x="2786298" y="1355191"/>
            <a:ext cx="306998" cy="475623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Zylinder 35">
            <a:extLst>
              <a:ext uri="{FF2B5EF4-FFF2-40B4-BE49-F238E27FC236}">
                <a16:creationId xmlns:a16="http://schemas.microsoft.com/office/drawing/2014/main" id="{F52F2C65-EE48-7B9F-718C-737D86232D7E}"/>
              </a:ext>
            </a:extLst>
          </p:cNvPr>
          <p:cNvSpPr/>
          <p:nvPr/>
        </p:nvSpPr>
        <p:spPr>
          <a:xfrm>
            <a:off x="2740346" y="504200"/>
            <a:ext cx="367012" cy="759348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Zylinder 29">
            <a:extLst>
              <a:ext uri="{FF2B5EF4-FFF2-40B4-BE49-F238E27FC236}">
                <a16:creationId xmlns:a16="http://schemas.microsoft.com/office/drawing/2014/main" id="{EF3E2A5C-DF1D-131A-AA99-059D2AAF8066}"/>
              </a:ext>
            </a:extLst>
          </p:cNvPr>
          <p:cNvSpPr/>
          <p:nvPr/>
        </p:nvSpPr>
        <p:spPr>
          <a:xfrm>
            <a:off x="2840423" y="192154"/>
            <a:ext cx="167998" cy="390861"/>
          </a:xfrm>
          <a:prstGeom prst="can">
            <a:avLst>
              <a:gd name="adj" fmla="val 32999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D6AA4E2F-B77F-005F-4A56-A7FC6C29054F}"/>
              </a:ext>
            </a:extLst>
          </p:cNvPr>
          <p:cNvSpPr/>
          <p:nvPr/>
        </p:nvSpPr>
        <p:spPr>
          <a:xfrm>
            <a:off x="2888609" y="758528"/>
            <a:ext cx="70485" cy="41005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F5151DA-AF7A-533F-E958-CFCB012058FF}"/>
              </a:ext>
            </a:extLst>
          </p:cNvPr>
          <p:cNvSpPr/>
          <p:nvPr/>
        </p:nvSpPr>
        <p:spPr>
          <a:xfrm rot="5400000">
            <a:off x="2770923" y="202778"/>
            <a:ext cx="306998" cy="222436"/>
          </a:xfrm>
          <a:prstGeom prst="rect">
            <a:avLst/>
          </a:prstGeom>
          <a:gradFill>
            <a:gsLst>
              <a:gs pos="50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DDDC4C19-1EFB-D0FF-4F7C-5C7AC8097260}"/>
              </a:ext>
            </a:extLst>
          </p:cNvPr>
          <p:cNvGrpSpPr/>
          <p:nvPr/>
        </p:nvGrpSpPr>
        <p:grpSpPr>
          <a:xfrm>
            <a:off x="327907" y="2205942"/>
            <a:ext cx="795518" cy="942297"/>
            <a:chOff x="295760" y="2198798"/>
            <a:chExt cx="795518" cy="942297"/>
          </a:xfrm>
        </p:grpSpPr>
        <p:sp>
          <p:nvSpPr>
            <p:cNvPr id="104" name="Freihandform: Form 103">
              <a:extLst>
                <a:ext uri="{FF2B5EF4-FFF2-40B4-BE49-F238E27FC236}">
                  <a16:creationId xmlns:a16="http://schemas.microsoft.com/office/drawing/2014/main" id="{BC3ADD27-56A0-CE2A-CB9C-14C7636EF842}"/>
                </a:ext>
              </a:extLst>
            </p:cNvPr>
            <p:cNvSpPr/>
            <p:nvPr/>
          </p:nvSpPr>
          <p:spPr>
            <a:xfrm rot="1932140">
              <a:off x="398992" y="2246963"/>
              <a:ext cx="692286" cy="894132"/>
            </a:xfrm>
            <a:custGeom>
              <a:avLst/>
              <a:gdLst>
                <a:gd name="csX0" fmla="*/ 24 w 692286"/>
                <a:gd name="csY0" fmla="*/ 84507 h 894132"/>
                <a:gd name="csX1" fmla="*/ 89559 w 692286"/>
                <a:gd name="csY1" fmla="*/ 17832 h 894132"/>
                <a:gd name="csX2" fmla="*/ 232434 w 692286"/>
                <a:gd name="csY2" fmla="*/ 687 h 894132"/>
                <a:gd name="csX3" fmla="*/ 379119 w 692286"/>
                <a:gd name="csY3" fmla="*/ 42597 h 894132"/>
                <a:gd name="csX4" fmla="*/ 609624 w 692286"/>
                <a:gd name="csY4" fmla="*/ 286437 h 894132"/>
                <a:gd name="csX5" fmla="*/ 683919 w 692286"/>
                <a:gd name="csY5" fmla="*/ 640767 h 894132"/>
                <a:gd name="csX6" fmla="*/ 594384 w 692286"/>
                <a:gd name="csY6" fmla="*/ 802692 h 894132"/>
                <a:gd name="csX7" fmla="*/ 447699 w 692286"/>
                <a:gd name="csY7" fmla="*/ 894132 h 894132"/>
                <a:gd name="csX8" fmla="*/ 556284 w 692286"/>
                <a:gd name="csY8" fmla="*/ 749352 h 894132"/>
                <a:gd name="csX9" fmla="*/ 537234 w 692286"/>
                <a:gd name="csY9" fmla="*/ 488367 h 894132"/>
                <a:gd name="csX10" fmla="*/ 411504 w 692286"/>
                <a:gd name="csY10" fmla="*/ 261672 h 894132"/>
                <a:gd name="csX11" fmla="*/ 226719 w 692286"/>
                <a:gd name="csY11" fmla="*/ 109272 h 894132"/>
                <a:gd name="csX12" fmla="*/ 97179 w 692286"/>
                <a:gd name="csY12" fmla="*/ 73077 h 894132"/>
                <a:gd name="csX13" fmla="*/ 24 w 692286"/>
                <a:gd name="csY13" fmla="*/ 84507 h 894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692286" h="894132">
                  <a:moveTo>
                    <a:pt x="24" y="84507"/>
                  </a:moveTo>
                  <a:cubicBezTo>
                    <a:pt x="-1246" y="75300"/>
                    <a:pt x="50189" y="42597"/>
                    <a:pt x="89559" y="17832"/>
                  </a:cubicBezTo>
                  <a:cubicBezTo>
                    <a:pt x="137184" y="12117"/>
                    <a:pt x="184174" y="-3440"/>
                    <a:pt x="232434" y="687"/>
                  </a:cubicBezTo>
                  <a:cubicBezTo>
                    <a:pt x="280694" y="4814"/>
                    <a:pt x="316254" y="-5028"/>
                    <a:pt x="379119" y="42597"/>
                  </a:cubicBezTo>
                  <a:cubicBezTo>
                    <a:pt x="441984" y="90222"/>
                    <a:pt x="558824" y="186742"/>
                    <a:pt x="609624" y="286437"/>
                  </a:cubicBezTo>
                  <a:cubicBezTo>
                    <a:pt x="660424" y="386132"/>
                    <a:pt x="713129" y="514720"/>
                    <a:pt x="683919" y="640767"/>
                  </a:cubicBezTo>
                  <a:cubicBezTo>
                    <a:pt x="654709" y="766814"/>
                    <a:pt x="620101" y="769355"/>
                    <a:pt x="594384" y="802692"/>
                  </a:cubicBezTo>
                  <a:lnTo>
                    <a:pt x="447699" y="894132"/>
                  </a:lnTo>
                  <a:cubicBezTo>
                    <a:pt x="483894" y="845872"/>
                    <a:pt x="541362" y="816979"/>
                    <a:pt x="556284" y="749352"/>
                  </a:cubicBezTo>
                  <a:cubicBezTo>
                    <a:pt x="571206" y="681725"/>
                    <a:pt x="561364" y="569647"/>
                    <a:pt x="537234" y="488367"/>
                  </a:cubicBezTo>
                  <a:cubicBezTo>
                    <a:pt x="513104" y="407087"/>
                    <a:pt x="463257" y="324855"/>
                    <a:pt x="411504" y="261672"/>
                  </a:cubicBezTo>
                  <a:cubicBezTo>
                    <a:pt x="359752" y="198490"/>
                    <a:pt x="279107" y="140705"/>
                    <a:pt x="226719" y="109272"/>
                  </a:cubicBezTo>
                  <a:cubicBezTo>
                    <a:pt x="174332" y="77839"/>
                    <a:pt x="134962" y="77205"/>
                    <a:pt x="97179" y="73077"/>
                  </a:cubicBezTo>
                  <a:cubicBezTo>
                    <a:pt x="59397" y="68950"/>
                    <a:pt x="1294" y="93714"/>
                    <a:pt x="24" y="8450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EF17467-48A7-FA0C-48B9-CCB1CC303585}"/>
                </a:ext>
              </a:extLst>
            </p:cNvPr>
            <p:cNvSpPr/>
            <p:nvPr/>
          </p:nvSpPr>
          <p:spPr>
            <a:xfrm rot="5393793">
              <a:off x="140536" y="2359168"/>
              <a:ext cx="926217" cy="61079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F9376261-F1E8-57F0-B2AF-7B85C4C3CCEE}"/>
                </a:ext>
              </a:extLst>
            </p:cNvPr>
            <p:cNvSpPr/>
            <p:nvPr/>
          </p:nvSpPr>
          <p:spPr>
            <a:xfrm rot="5393793">
              <a:off x="693802" y="2347037"/>
              <a:ext cx="132494" cy="12732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C85F669-6E20-ECFA-FD42-FE06968DE2F4}"/>
                </a:ext>
              </a:extLst>
            </p:cNvPr>
            <p:cNvSpPr/>
            <p:nvPr/>
          </p:nvSpPr>
          <p:spPr>
            <a:xfrm rot="5393793">
              <a:off x="775482" y="2594639"/>
              <a:ext cx="132494" cy="12932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8E150A60-821F-E3C2-90B8-7769AB888E43}"/>
                </a:ext>
              </a:extLst>
            </p:cNvPr>
            <p:cNvSpPr/>
            <p:nvPr/>
          </p:nvSpPr>
          <p:spPr>
            <a:xfrm rot="5393793">
              <a:off x="350528" y="2462539"/>
              <a:ext cx="132494" cy="12378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Ellipse 53">
              <a:extLst>
                <a:ext uri="{FF2B5EF4-FFF2-40B4-BE49-F238E27FC236}">
                  <a16:creationId xmlns:a16="http://schemas.microsoft.com/office/drawing/2014/main" id="{6581EFE2-86FF-AF6C-B0C5-DCBD3BB584C2}"/>
                </a:ext>
              </a:extLst>
            </p:cNvPr>
            <p:cNvSpPr/>
            <p:nvPr/>
          </p:nvSpPr>
          <p:spPr>
            <a:xfrm rot="5393793">
              <a:off x="354360" y="2734531"/>
              <a:ext cx="132494" cy="13034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E62D966C-C4D2-0D95-196A-5A6FB88BAA55}"/>
                </a:ext>
              </a:extLst>
            </p:cNvPr>
            <p:cNvSpPr/>
            <p:nvPr/>
          </p:nvSpPr>
          <p:spPr>
            <a:xfrm rot="5393793">
              <a:off x="505577" y="2278304"/>
              <a:ext cx="132494" cy="12735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4AA64EAB-9CB2-D095-26EB-88FAD3D56A98}"/>
                </a:ext>
              </a:extLst>
            </p:cNvPr>
            <p:cNvSpPr/>
            <p:nvPr/>
          </p:nvSpPr>
          <p:spPr>
            <a:xfrm rot="5393793">
              <a:off x="505164" y="2925527"/>
              <a:ext cx="132494" cy="12445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0926B05D-A085-7781-04B1-53A4A9342FB5}"/>
                </a:ext>
              </a:extLst>
            </p:cNvPr>
            <p:cNvSpPr/>
            <p:nvPr/>
          </p:nvSpPr>
          <p:spPr>
            <a:xfrm rot="5393793">
              <a:off x="696932" y="2848696"/>
              <a:ext cx="132494" cy="13176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6824C73D-5411-555B-98A8-BDE8A8466A4A}"/>
                </a:ext>
              </a:extLst>
            </p:cNvPr>
            <p:cNvSpPr/>
            <p:nvPr/>
          </p:nvSpPr>
          <p:spPr>
            <a:xfrm rot="5393793">
              <a:off x="360369" y="2504940"/>
              <a:ext cx="488206" cy="32194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" name="Freihandform: Form 77">
              <a:extLst>
                <a:ext uri="{FF2B5EF4-FFF2-40B4-BE49-F238E27FC236}">
                  <a16:creationId xmlns:a16="http://schemas.microsoft.com/office/drawing/2014/main" id="{038E1C14-6730-3EFA-93D1-E4F5F7C250A5}"/>
                </a:ext>
              </a:extLst>
            </p:cNvPr>
            <p:cNvSpPr/>
            <p:nvPr/>
          </p:nvSpPr>
          <p:spPr>
            <a:xfrm rot="1932140">
              <a:off x="580158" y="2522025"/>
              <a:ext cx="190058" cy="259720"/>
            </a:xfrm>
            <a:custGeom>
              <a:avLst/>
              <a:gdLst>
                <a:gd name="csX0" fmla="*/ 9627 w 190058"/>
                <a:gd name="csY0" fmla="*/ 0 h 259720"/>
                <a:gd name="csX1" fmla="*/ 5817 w 190058"/>
                <a:gd name="csY1" fmla="*/ 100965 h 259720"/>
                <a:gd name="csX2" fmla="*/ 57252 w 190058"/>
                <a:gd name="csY2" fmla="*/ 194310 h 259720"/>
                <a:gd name="csX3" fmla="*/ 123927 w 190058"/>
                <a:gd name="csY3" fmla="*/ 247650 h 259720"/>
                <a:gd name="csX4" fmla="*/ 186792 w 190058"/>
                <a:gd name="csY4" fmla="*/ 259080 h 259720"/>
                <a:gd name="csX5" fmla="*/ 186792 w 190058"/>
                <a:gd name="csY5" fmla="*/ 198120 h 259720"/>
                <a:gd name="csX6" fmla="*/ 146787 w 190058"/>
                <a:gd name="csY6" fmla="*/ 108585 h 259720"/>
                <a:gd name="csX7" fmla="*/ 82017 w 190058"/>
                <a:gd name="csY7" fmla="*/ 41910 h 259720"/>
                <a:gd name="csX8" fmla="*/ 9627 w 190058"/>
                <a:gd name="csY8" fmla="*/ 0 h 2597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058" h="259720">
                  <a:moveTo>
                    <a:pt x="9627" y="0"/>
                  </a:moveTo>
                  <a:cubicBezTo>
                    <a:pt x="-2914" y="33020"/>
                    <a:pt x="-2121" y="68580"/>
                    <a:pt x="5817" y="100965"/>
                  </a:cubicBezTo>
                  <a:cubicBezTo>
                    <a:pt x="13755" y="133350"/>
                    <a:pt x="37567" y="169863"/>
                    <a:pt x="57252" y="194310"/>
                  </a:cubicBezTo>
                  <a:cubicBezTo>
                    <a:pt x="76937" y="218758"/>
                    <a:pt x="102337" y="236855"/>
                    <a:pt x="123927" y="247650"/>
                  </a:cubicBezTo>
                  <a:cubicBezTo>
                    <a:pt x="145517" y="258445"/>
                    <a:pt x="167424" y="261144"/>
                    <a:pt x="186792" y="259080"/>
                  </a:cubicBezTo>
                  <a:cubicBezTo>
                    <a:pt x="188062" y="231775"/>
                    <a:pt x="193459" y="223202"/>
                    <a:pt x="186792" y="198120"/>
                  </a:cubicBezTo>
                  <a:cubicBezTo>
                    <a:pt x="180125" y="173038"/>
                    <a:pt x="164249" y="134620"/>
                    <a:pt x="146787" y="108585"/>
                  </a:cubicBezTo>
                  <a:cubicBezTo>
                    <a:pt x="129325" y="82550"/>
                    <a:pt x="105512" y="58420"/>
                    <a:pt x="82017" y="41910"/>
                  </a:cubicBezTo>
                  <a:lnTo>
                    <a:pt x="962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27A67ED9-6B7A-421A-8EB4-55CCD137F2DF}"/>
                </a:ext>
              </a:extLst>
            </p:cNvPr>
            <p:cNvSpPr/>
            <p:nvPr/>
          </p:nvSpPr>
          <p:spPr>
            <a:xfrm rot="5393793">
              <a:off x="411526" y="2537872"/>
              <a:ext cx="384236" cy="253382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" name="Bogen 73">
              <a:extLst>
                <a:ext uri="{FF2B5EF4-FFF2-40B4-BE49-F238E27FC236}">
                  <a16:creationId xmlns:a16="http://schemas.microsoft.com/office/drawing/2014/main" id="{05ABA0AD-94FD-50ED-3194-24EDFCE7965A}"/>
                </a:ext>
              </a:extLst>
            </p:cNvPr>
            <p:cNvSpPr/>
            <p:nvPr/>
          </p:nvSpPr>
          <p:spPr>
            <a:xfrm rot="21570734">
              <a:off x="603410" y="2480498"/>
              <a:ext cx="272128" cy="350572"/>
            </a:xfrm>
            <a:prstGeom prst="arc">
              <a:avLst>
                <a:gd name="adj1" fmla="val 6680576"/>
                <a:gd name="adj2" fmla="val 14755507"/>
              </a:avLst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E543F134-418C-17ED-3F3F-4760DFB98A91}"/>
                </a:ext>
              </a:extLst>
            </p:cNvPr>
            <p:cNvSpPr/>
            <p:nvPr/>
          </p:nvSpPr>
          <p:spPr>
            <a:xfrm rot="5393793">
              <a:off x="162782" y="2369494"/>
              <a:ext cx="883333" cy="587346"/>
            </a:xfrm>
            <a:prstGeom prst="ellipse">
              <a:avLst/>
            </a:prstGeom>
            <a:noFill/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D20679C2-9BA8-8976-B2C1-AF6BEB960889}"/>
                </a:ext>
              </a:extLst>
            </p:cNvPr>
            <p:cNvSpPr/>
            <p:nvPr/>
          </p:nvSpPr>
          <p:spPr>
            <a:xfrm rot="5393793">
              <a:off x="138046" y="2357599"/>
              <a:ext cx="926217" cy="610790"/>
            </a:xfrm>
            <a:prstGeom prst="ellipse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9EA44279-F7D5-F660-1518-8D99B8ADAF26}"/>
                </a:ext>
              </a:extLst>
            </p:cNvPr>
            <p:cNvSpPr/>
            <p:nvPr/>
          </p:nvSpPr>
          <p:spPr>
            <a:xfrm rot="5393793">
              <a:off x="175969" y="2382630"/>
              <a:ext cx="848908" cy="55980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Bogen 92">
              <a:extLst>
                <a:ext uri="{FF2B5EF4-FFF2-40B4-BE49-F238E27FC236}">
                  <a16:creationId xmlns:a16="http://schemas.microsoft.com/office/drawing/2014/main" id="{C0B9BAC1-B6F6-C6C8-F86A-F0FB03BE8A38}"/>
                </a:ext>
              </a:extLst>
            </p:cNvPr>
            <p:cNvSpPr/>
            <p:nvPr/>
          </p:nvSpPr>
          <p:spPr>
            <a:xfrm rot="10790474">
              <a:off x="404795" y="2198798"/>
              <a:ext cx="650871" cy="929984"/>
            </a:xfrm>
            <a:prstGeom prst="arc">
              <a:avLst>
                <a:gd name="adj1" fmla="val 5588204"/>
                <a:gd name="adj2" fmla="val 15954667"/>
              </a:avLst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7" name="Gerader Verbinder 96">
              <a:extLst>
                <a:ext uri="{FF2B5EF4-FFF2-40B4-BE49-F238E27FC236}">
                  <a16:creationId xmlns:a16="http://schemas.microsoft.com/office/drawing/2014/main" id="{F5136C05-A8EA-CE20-DDC8-4EBF184084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360" y="2199396"/>
              <a:ext cx="165735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r Verbinder 101">
              <a:extLst>
                <a:ext uri="{FF2B5EF4-FFF2-40B4-BE49-F238E27FC236}">
                  <a16:creationId xmlns:a16="http://schemas.microsoft.com/office/drawing/2014/main" id="{AB52791E-0D65-9325-8F4C-290C3733F7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182" y="3125544"/>
              <a:ext cx="166628" cy="0"/>
            </a:xfrm>
            <a:prstGeom prst="line">
              <a:avLst/>
            </a:prstGeom>
            <a:ln cap="rnd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309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336</Words>
  <Application>Microsoft Office PowerPoint</Application>
  <PresentationFormat>Benutzerdefiniert</PresentationFormat>
  <Paragraphs>233</Paragraphs>
  <Slides>36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CMU Serif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177</cp:revision>
  <dcterms:created xsi:type="dcterms:W3CDTF">2026-09-04T15:35:46Z</dcterms:created>
  <dcterms:modified xsi:type="dcterms:W3CDTF">2026-10-23T13:28:49Z</dcterms:modified>
</cp:coreProperties>
</file>