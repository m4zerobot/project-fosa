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4" r:id="rId8"/>
    <p:sldId id="263" r:id="rId9"/>
    <p:sldId id="265" r:id="rId10"/>
    <p:sldId id="262" r:id="rId11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FBD"/>
    <a:srgbClr val="129F57"/>
    <a:srgbClr val="FF9F2B"/>
    <a:srgbClr val="FF9999"/>
    <a:srgbClr val="FFB9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57" autoAdjust="0"/>
    <p:restoredTop sz="94660"/>
  </p:normalViewPr>
  <p:slideViewPr>
    <p:cSldViewPr snapToGrid="0">
      <p:cViewPr varScale="1">
        <p:scale>
          <a:sx n="214" d="100"/>
          <a:sy n="214" d="100"/>
        </p:scale>
        <p:origin x="4325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6633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430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6105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9304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30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092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952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2005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4053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6608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276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04D7A0-D8C8-4B74-9611-9A000801FA36}" type="datetimeFigureOut">
              <a:rPr lang="de-DE" smtClean="0"/>
              <a:t>09.10.2026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59D50-380F-468C-A9BC-DFE28D93B0D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73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DE7E7FA9-3115-8541-2096-0981A2E60E1E}"/>
              </a:ext>
            </a:extLst>
          </p:cNvPr>
          <p:cNvSpPr/>
          <p:nvPr/>
        </p:nvSpPr>
        <p:spPr>
          <a:xfrm>
            <a:off x="245894" y="1503545"/>
            <a:ext cx="1225051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BFEE736-25C8-7B7C-592D-E55A75BE2887}"/>
              </a:ext>
            </a:extLst>
          </p:cNvPr>
          <p:cNvSpPr/>
          <p:nvPr/>
        </p:nvSpPr>
        <p:spPr>
          <a:xfrm>
            <a:off x="2129505" y="1503544"/>
            <a:ext cx="658560" cy="203405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7AC0624-A741-DCE7-43C6-1CE3ED65A7AD}"/>
              </a:ext>
            </a:extLst>
          </p:cNvPr>
          <p:cNvSpPr/>
          <p:nvPr/>
        </p:nvSpPr>
        <p:spPr>
          <a:xfrm>
            <a:off x="812385" y="1726000"/>
            <a:ext cx="658560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58E0E96-492A-CEE2-9921-C48B61219B64}"/>
              </a:ext>
            </a:extLst>
          </p:cNvPr>
          <p:cNvSpPr/>
          <p:nvPr/>
        </p:nvSpPr>
        <p:spPr>
          <a:xfrm>
            <a:off x="2129505" y="1726000"/>
            <a:ext cx="1216386" cy="3254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B3F3B7-0916-F2E3-E17A-BA317F323E3C}"/>
              </a:ext>
            </a:extLst>
          </p:cNvPr>
          <p:cNvSpPr/>
          <p:nvPr/>
        </p:nvSpPr>
        <p:spPr>
          <a:xfrm>
            <a:off x="1470945" y="1503543"/>
            <a:ext cx="658560" cy="54790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Freihandform: Form 16">
            <a:extLst>
              <a:ext uri="{FF2B5EF4-FFF2-40B4-BE49-F238E27FC236}">
                <a16:creationId xmlns:a16="http://schemas.microsoft.com/office/drawing/2014/main" id="{C332C047-2C44-86BB-2DA6-AAEB85C448BA}"/>
              </a:ext>
            </a:extLst>
          </p:cNvPr>
          <p:cNvSpPr/>
          <p:nvPr/>
        </p:nvSpPr>
        <p:spPr>
          <a:xfrm>
            <a:off x="1324173" y="1250158"/>
            <a:ext cx="952103" cy="253385"/>
          </a:xfrm>
          <a:custGeom>
            <a:avLst/>
            <a:gdLst>
              <a:gd name="csX0" fmla="*/ 8 w 1046567"/>
              <a:gd name="csY0" fmla="*/ 311467 h 311467"/>
              <a:gd name="csX1" fmla="*/ 1046567 w 1046567"/>
              <a:gd name="csY1" fmla="*/ 311467 h 311467"/>
              <a:gd name="csX2" fmla="*/ 754149 w 1046567"/>
              <a:gd name="csY2" fmla="*/ 0 h 311467"/>
              <a:gd name="csX3" fmla="*/ 272661 w 1046567"/>
              <a:gd name="csY3" fmla="*/ 2143 h 311467"/>
              <a:gd name="csX4" fmla="*/ 8 w 1046567"/>
              <a:gd name="csY4" fmla="*/ 311467 h 311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46567" h="311467">
                <a:moveTo>
                  <a:pt x="8" y="311467"/>
                </a:moveTo>
                <a:lnTo>
                  <a:pt x="1046567" y="311467"/>
                </a:lnTo>
                <a:cubicBezTo>
                  <a:pt x="1037994" y="144780"/>
                  <a:pt x="904088" y="119"/>
                  <a:pt x="754149" y="0"/>
                </a:cubicBezTo>
                <a:lnTo>
                  <a:pt x="272661" y="2143"/>
                </a:lnTo>
                <a:cubicBezTo>
                  <a:pt x="118396" y="4524"/>
                  <a:pt x="-1183" y="151209"/>
                  <a:pt x="8" y="311467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BE7407EB-175C-6A9A-D69C-A70C89A44730}"/>
              </a:ext>
            </a:extLst>
          </p:cNvPr>
          <p:cNvSpPr/>
          <p:nvPr/>
        </p:nvSpPr>
        <p:spPr>
          <a:xfrm>
            <a:off x="153825" y="1430899"/>
            <a:ext cx="463859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1220745-4B68-625A-812A-DA9BB29BC492}"/>
              </a:ext>
            </a:extLst>
          </p:cNvPr>
          <p:cNvSpPr/>
          <p:nvPr/>
        </p:nvSpPr>
        <p:spPr>
          <a:xfrm>
            <a:off x="3032772" y="1666754"/>
            <a:ext cx="463859" cy="405842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6FB655A3-808E-36C3-F290-11E4A308EAB0}"/>
              </a:ext>
            </a:extLst>
          </p:cNvPr>
          <p:cNvCxnSpPr>
            <a:cxnSpLocks/>
          </p:cNvCxnSpPr>
          <p:nvPr/>
        </p:nvCxnSpPr>
        <p:spPr>
          <a:xfrm flipH="1">
            <a:off x="103092" y="1605246"/>
            <a:ext cx="514592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D6599C9D-CC8D-1367-4B7D-311DFE4B5810}"/>
              </a:ext>
            </a:extLst>
          </p:cNvPr>
          <p:cNvCxnSpPr>
            <a:cxnSpLocks/>
          </p:cNvCxnSpPr>
          <p:nvPr/>
        </p:nvCxnSpPr>
        <p:spPr>
          <a:xfrm>
            <a:off x="2943459" y="1869675"/>
            <a:ext cx="521494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feld 45">
            <a:extLst>
              <a:ext uri="{FF2B5EF4-FFF2-40B4-BE49-F238E27FC236}">
                <a16:creationId xmlns:a16="http://schemas.microsoft.com/office/drawing/2014/main" id="{AE1721D5-6908-7808-C47A-12A6C8ECC647}"/>
              </a:ext>
            </a:extLst>
          </p:cNvPr>
          <p:cNvSpPr txBox="1"/>
          <p:nvPr/>
        </p:nvSpPr>
        <p:spPr>
          <a:xfrm>
            <a:off x="153825" y="1178095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59F13B10-CBF9-23D2-2DF4-24CC0CC280E4}"/>
              </a:ext>
            </a:extLst>
          </p:cNvPr>
          <p:cNvSpPr txBox="1"/>
          <p:nvPr/>
        </p:nvSpPr>
        <p:spPr>
          <a:xfrm>
            <a:off x="2980963" y="2072596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50" name="Freihandform: Form 49">
            <a:extLst>
              <a:ext uri="{FF2B5EF4-FFF2-40B4-BE49-F238E27FC236}">
                <a16:creationId xmlns:a16="http://schemas.microsoft.com/office/drawing/2014/main" id="{401C4AD5-B383-FEE5-6443-ECA28C576FBA}"/>
              </a:ext>
            </a:extLst>
          </p:cNvPr>
          <p:cNvSpPr/>
          <p:nvPr/>
        </p:nvSpPr>
        <p:spPr>
          <a:xfrm>
            <a:off x="1379300" y="2051450"/>
            <a:ext cx="841852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A90E70-D08B-B424-9655-1186AB3B587B}"/>
              </a:ext>
            </a:extLst>
          </p:cNvPr>
          <p:cNvCxnSpPr>
            <a:cxnSpLocks/>
          </p:cNvCxnSpPr>
          <p:nvPr/>
        </p:nvCxnSpPr>
        <p:spPr>
          <a:xfrm>
            <a:off x="1470945" y="1866497"/>
            <a:ext cx="657893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26C30696-24D1-3DAF-178B-10C6D500E9F3}"/>
              </a:ext>
            </a:extLst>
          </p:cNvPr>
          <p:cNvCxnSpPr>
            <a:cxnSpLocks/>
          </p:cNvCxnSpPr>
          <p:nvPr/>
        </p:nvCxnSpPr>
        <p:spPr>
          <a:xfrm>
            <a:off x="2577035" y="129159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A6FEF0-1145-4FC9-21F2-6B4F45A729D8}"/>
              </a:ext>
            </a:extLst>
          </p:cNvPr>
          <p:cNvCxnSpPr>
            <a:cxnSpLocks/>
          </p:cNvCxnSpPr>
          <p:nvPr/>
        </p:nvCxnSpPr>
        <p:spPr>
          <a:xfrm flipV="1">
            <a:off x="2576605" y="169474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ABE761BB-D4EA-E14E-6E2F-F6F0BB565B3E}"/>
              </a:ext>
            </a:extLst>
          </p:cNvPr>
          <p:cNvCxnSpPr>
            <a:cxnSpLocks/>
          </p:cNvCxnSpPr>
          <p:nvPr/>
        </p:nvCxnSpPr>
        <p:spPr>
          <a:xfrm flipV="1">
            <a:off x="2577035" y="1448332"/>
            <a:ext cx="0" cy="304268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40EABA0A-410F-79C1-9AE3-5998BCF24F4C}"/>
              </a:ext>
            </a:extLst>
          </p:cNvPr>
          <p:cNvSpPr txBox="1"/>
          <p:nvPr/>
        </p:nvSpPr>
        <p:spPr>
          <a:xfrm>
            <a:off x="1554031" y="1490706"/>
            <a:ext cx="48164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58A788A-D227-839E-FAA2-115E4CEE130C}"/>
              </a:ext>
            </a:extLst>
          </p:cNvPr>
          <p:cNvSpPr txBox="1"/>
          <p:nvPr/>
        </p:nvSpPr>
        <p:spPr>
          <a:xfrm>
            <a:off x="2514455" y="1173049"/>
            <a:ext cx="44648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046454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8A427-A1E4-C748-1EA9-0DFDC5E7D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96413F9-E842-C30F-C506-A4405331E3AD}"/>
              </a:ext>
            </a:extLst>
          </p:cNvPr>
          <p:cNvSpPr/>
          <p:nvPr/>
        </p:nvSpPr>
        <p:spPr>
          <a:xfrm>
            <a:off x="156242" y="1845254"/>
            <a:ext cx="1038151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2A3B10B-B5EE-DF10-93F2-F84510688C45}"/>
              </a:ext>
            </a:extLst>
          </p:cNvPr>
          <p:cNvSpPr/>
          <p:nvPr/>
        </p:nvSpPr>
        <p:spPr>
          <a:xfrm>
            <a:off x="1752479" y="1845253"/>
            <a:ext cx="558086" cy="203405"/>
          </a:xfrm>
          <a:prstGeom prst="rect">
            <a:avLst/>
          </a:prstGeom>
          <a:solidFill>
            <a:schemeClr val="bg1">
              <a:lumMod val="50000"/>
            </a:schemeClr>
          </a:solidFill>
          <a:ln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2FF7F10-F8BB-2692-9998-300B7A5FD938}"/>
              </a:ext>
            </a:extLst>
          </p:cNvPr>
          <p:cNvSpPr/>
          <p:nvPr/>
        </p:nvSpPr>
        <p:spPr>
          <a:xfrm>
            <a:off x="636306" y="1501924"/>
            <a:ext cx="558086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4630737-F5E4-8D32-4F73-8B40C25AAC57}"/>
              </a:ext>
            </a:extLst>
          </p:cNvPr>
          <p:cNvSpPr/>
          <p:nvPr/>
        </p:nvSpPr>
        <p:spPr>
          <a:xfrm>
            <a:off x="1752478" y="1501924"/>
            <a:ext cx="884041" cy="325450"/>
          </a:xfrm>
          <a:prstGeom prst="rect">
            <a:avLst/>
          </a:prstGeom>
          <a:solidFill>
            <a:schemeClr val="bg1">
              <a:lumMod val="75000"/>
            </a:schemeClr>
          </a:solidFill>
          <a:ln cap="rnd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0276603-F7FF-381F-5780-2098B706661D}"/>
              </a:ext>
            </a:extLst>
          </p:cNvPr>
          <p:cNvSpPr/>
          <p:nvPr/>
        </p:nvSpPr>
        <p:spPr>
          <a:xfrm>
            <a:off x="1194393" y="1668254"/>
            <a:ext cx="558086" cy="4222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880FA35-88B2-8FE7-851E-7A00B7E25AC0}"/>
              </a:ext>
            </a:extLst>
          </p:cNvPr>
          <p:cNvSpPr/>
          <p:nvPr/>
        </p:nvSpPr>
        <p:spPr>
          <a:xfrm>
            <a:off x="78220" y="1774513"/>
            <a:ext cx="393090" cy="348695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444BBE1-39D1-7C52-E991-63CC782C62DB}"/>
              </a:ext>
            </a:extLst>
          </p:cNvPr>
          <p:cNvCxnSpPr>
            <a:cxnSpLocks/>
          </p:cNvCxnSpPr>
          <p:nvPr/>
        </p:nvCxnSpPr>
        <p:spPr>
          <a:xfrm flipH="1">
            <a:off x="35227" y="1948860"/>
            <a:ext cx="436083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4AC17A9A-EC4C-1EC6-075F-3E1845AF50D1}"/>
              </a:ext>
            </a:extLst>
          </p:cNvPr>
          <p:cNvSpPr txBox="1"/>
          <p:nvPr/>
        </p:nvSpPr>
        <p:spPr>
          <a:xfrm>
            <a:off x="78220" y="152170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86FDF9E-E8E6-3278-3B99-2A6E3C630F1D}"/>
              </a:ext>
            </a:extLst>
          </p:cNvPr>
          <p:cNvSpPr txBox="1"/>
          <p:nvPr/>
        </p:nvSpPr>
        <p:spPr>
          <a:xfrm>
            <a:off x="2228892" y="1146819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</a:t>
            </a:r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9F4456FC-9DE3-8E02-97F8-33F534DEE40F}"/>
              </a:ext>
            </a:extLst>
          </p:cNvPr>
          <p:cNvSpPr/>
          <p:nvPr/>
        </p:nvSpPr>
        <p:spPr>
          <a:xfrm>
            <a:off x="1116730" y="2048354"/>
            <a:ext cx="713414" cy="171685"/>
          </a:xfrm>
          <a:custGeom>
            <a:avLst/>
            <a:gdLst>
              <a:gd name="csX0" fmla="*/ 33897 w 983409"/>
              <a:gd name="csY0" fmla="*/ 0 h 255270"/>
              <a:gd name="csX1" fmla="*/ 954012 w 983409"/>
              <a:gd name="csY1" fmla="*/ 0 h 255270"/>
              <a:gd name="csX2" fmla="*/ 954012 w 983409"/>
              <a:gd name="csY2" fmla="*/ 255270 h 255270"/>
              <a:gd name="csX3" fmla="*/ 31992 w 983409"/>
              <a:gd name="csY3" fmla="*/ 255270 h 255270"/>
              <a:gd name="csX4" fmla="*/ 33897 w 983409"/>
              <a:gd name="csY4" fmla="*/ 0 h 2552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83409" h="255270">
                <a:moveTo>
                  <a:pt x="33897" y="0"/>
                </a:moveTo>
                <a:lnTo>
                  <a:pt x="954012" y="0"/>
                </a:lnTo>
                <a:cubicBezTo>
                  <a:pt x="997827" y="85090"/>
                  <a:pt x="988302" y="172085"/>
                  <a:pt x="954012" y="255270"/>
                </a:cubicBezTo>
                <a:lnTo>
                  <a:pt x="31992" y="255270"/>
                </a:lnTo>
                <a:cubicBezTo>
                  <a:pt x="-5473" y="179705"/>
                  <a:pt x="-16268" y="77470"/>
                  <a:pt x="33897" y="0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20FA679-AD03-7DBE-26F2-635EB9B49C7D}"/>
              </a:ext>
            </a:extLst>
          </p:cNvPr>
          <p:cNvCxnSpPr>
            <a:cxnSpLocks/>
          </p:cNvCxnSpPr>
          <p:nvPr/>
        </p:nvCxnSpPr>
        <p:spPr>
          <a:xfrm>
            <a:off x="1198994" y="1985321"/>
            <a:ext cx="552920" cy="0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triangl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F9D75F3A-305B-A506-477D-1F6CDA39D377}"/>
              </a:ext>
            </a:extLst>
          </p:cNvPr>
          <p:cNvCxnSpPr>
            <a:cxnSpLocks/>
          </p:cNvCxnSpPr>
          <p:nvPr/>
        </p:nvCxnSpPr>
        <p:spPr>
          <a:xfrm>
            <a:off x="1983210" y="1288326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1EA8A35-3C2E-A596-6710-58DFE87558F3}"/>
              </a:ext>
            </a:extLst>
          </p:cNvPr>
          <p:cNvCxnSpPr>
            <a:cxnSpLocks/>
          </p:cNvCxnSpPr>
          <p:nvPr/>
        </p:nvCxnSpPr>
        <p:spPr>
          <a:xfrm flipV="1">
            <a:off x="1982846" y="1813402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6C661D-F909-2AE0-5100-D4063D03F430}"/>
              </a:ext>
            </a:extLst>
          </p:cNvPr>
          <p:cNvCxnSpPr>
            <a:cxnSpLocks/>
          </p:cNvCxnSpPr>
          <p:nvPr/>
        </p:nvCxnSpPr>
        <p:spPr>
          <a:xfrm flipV="1">
            <a:off x="1983210" y="1475184"/>
            <a:ext cx="0" cy="396072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E695D599-A024-6E03-0544-CAA8F60A16F5}"/>
              </a:ext>
            </a:extLst>
          </p:cNvPr>
          <p:cNvSpPr txBox="1"/>
          <p:nvPr/>
        </p:nvSpPr>
        <p:spPr>
          <a:xfrm>
            <a:off x="1910806" y="1105852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sp>
        <p:nvSpPr>
          <p:cNvPr id="23" name="Freihandform: Form 22">
            <a:extLst>
              <a:ext uri="{FF2B5EF4-FFF2-40B4-BE49-F238E27FC236}">
                <a16:creationId xmlns:a16="http://schemas.microsoft.com/office/drawing/2014/main" id="{2DCBE2B7-C757-2995-023A-F83EF2717B72}"/>
              </a:ext>
            </a:extLst>
          </p:cNvPr>
          <p:cNvSpPr/>
          <p:nvPr/>
        </p:nvSpPr>
        <p:spPr>
          <a:xfrm>
            <a:off x="1050473" y="1501854"/>
            <a:ext cx="841083" cy="165735"/>
          </a:xfrm>
          <a:custGeom>
            <a:avLst/>
            <a:gdLst>
              <a:gd name="csX0" fmla="*/ 169545 w 992505"/>
              <a:gd name="csY0" fmla="*/ 165735 h 165735"/>
              <a:gd name="csX1" fmla="*/ 828675 w 992505"/>
              <a:gd name="csY1" fmla="*/ 163830 h 165735"/>
              <a:gd name="csX2" fmla="*/ 992505 w 992505"/>
              <a:gd name="csY2" fmla="*/ 0 h 165735"/>
              <a:gd name="csX3" fmla="*/ 0 w 992505"/>
              <a:gd name="csY3" fmla="*/ 0 h 165735"/>
              <a:gd name="csX4" fmla="*/ 169545 w 992505"/>
              <a:gd name="csY4" fmla="*/ 165735 h 165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92505" h="165735">
                <a:moveTo>
                  <a:pt x="169545" y="165735"/>
                </a:moveTo>
                <a:lnTo>
                  <a:pt x="828675" y="163830"/>
                </a:lnTo>
                <a:lnTo>
                  <a:pt x="992505" y="0"/>
                </a:lnTo>
                <a:lnTo>
                  <a:pt x="0" y="0"/>
                </a:lnTo>
                <a:lnTo>
                  <a:pt x="169545" y="165735"/>
                </a:ln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 cap="rnd">
            <a:solidFill>
              <a:schemeClr val="tx2">
                <a:lumMod val="90000"/>
                <a:lumOff val="1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D91EDCEC-732E-AFE8-422F-9D6E84C3E42F}"/>
              </a:ext>
            </a:extLst>
          </p:cNvPr>
          <p:cNvSpPr txBox="1"/>
          <p:nvPr/>
        </p:nvSpPr>
        <p:spPr>
          <a:xfrm>
            <a:off x="1156590" y="1630485"/>
            <a:ext cx="62458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8B65B4F-2E49-2C2A-1252-AC0F1B1DAFD1}"/>
              </a:ext>
            </a:extLst>
          </p:cNvPr>
          <p:cNvCxnSpPr>
            <a:cxnSpLocks/>
          </p:cNvCxnSpPr>
          <p:nvPr/>
        </p:nvCxnSpPr>
        <p:spPr>
          <a:xfrm>
            <a:off x="854178" y="1288980"/>
            <a:ext cx="0" cy="223383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91AEA99-EB5C-5C39-E708-5A879C08773D}"/>
              </a:ext>
            </a:extLst>
          </p:cNvPr>
          <p:cNvCxnSpPr>
            <a:cxnSpLocks/>
          </p:cNvCxnSpPr>
          <p:nvPr/>
        </p:nvCxnSpPr>
        <p:spPr>
          <a:xfrm flipV="1">
            <a:off x="853814" y="1650226"/>
            <a:ext cx="0" cy="156914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728AB2D-AA9C-1797-42BE-49C44969AE0B}"/>
              </a:ext>
            </a:extLst>
          </p:cNvPr>
          <p:cNvSpPr txBox="1"/>
          <p:nvPr/>
        </p:nvSpPr>
        <p:spPr>
          <a:xfrm>
            <a:off x="781774" y="1106506"/>
            <a:ext cx="37836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A4AB4C3-5FC5-1101-9BC1-1C1277713F7F}"/>
              </a:ext>
            </a:extLst>
          </p:cNvPr>
          <p:cNvCxnSpPr>
            <a:cxnSpLocks/>
          </p:cNvCxnSpPr>
          <p:nvPr/>
        </p:nvCxnSpPr>
        <p:spPr>
          <a:xfrm flipV="1">
            <a:off x="854178" y="1475838"/>
            <a:ext cx="0" cy="253581"/>
          </a:xfrm>
          <a:prstGeom prst="straightConnector1">
            <a:avLst/>
          </a:prstGeom>
          <a:ln w="22225" cap="rnd">
            <a:solidFill>
              <a:schemeClr val="tx1"/>
            </a:solidFill>
            <a:round/>
            <a:headEnd type="none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3FFB54C4-D147-5A93-9575-E56336632270}"/>
              </a:ext>
            </a:extLst>
          </p:cNvPr>
          <p:cNvSpPr/>
          <p:nvPr/>
        </p:nvSpPr>
        <p:spPr>
          <a:xfrm rot="10800000">
            <a:off x="2353179" y="1462137"/>
            <a:ext cx="393090" cy="411738"/>
          </a:xfrm>
          <a:prstGeom prst="rect">
            <a:avLst/>
          </a:prstGeom>
          <a:gradFill>
            <a:gsLst>
              <a:gs pos="5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59DB9AC-A147-9EC5-CF66-72BB7F28F0FA}"/>
              </a:ext>
            </a:extLst>
          </p:cNvPr>
          <p:cNvCxnSpPr>
            <a:cxnSpLocks/>
          </p:cNvCxnSpPr>
          <p:nvPr/>
        </p:nvCxnSpPr>
        <p:spPr>
          <a:xfrm>
            <a:off x="2213905" y="1578924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C0BCD1-677C-1003-9C3C-782E2658CEDB}"/>
              </a:ext>
            </a:extLst>
          </p:cNvPr>
          <p:cNvCxnSpPr>
            <a:cxnSpLocks/>
          </p:cNvCxnSpPr>
          <p:nvPr/>
        </p:nvCxnSpPr>
        <p:spPr>
          <a:xfrm>
            <a:off x="2213905" y="1748469"/>
            <a:ext cx="263665" cy="0"/>
          </a:xfrm>
          <a:prstGeom prst="straightConnector1">
            <a:avLst/>
          </a:prstGeom>
          <a:ln w="3810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656EE7A5-E6F1-45AA-807F-20045468F15E}"/>
              </a:ext>
            </a:extLst>
          </p:cNvPr>
          <p:cNvCxnSpPr>
            <a:cxnSpLocks/>
          </p:cNvCxnSpPr>
          <p:nvPr/>
        </p:nvCxnSpPr>
        <p:spPr>
          <a:xfrm flipH="1">
            <a:off x="756285" y="1665489"/>
            <a:ext cx="2684869" cy="0"/>
          </a:xfrm>
          <a:prstGeom prst="line">
            <a:avLst/>
          </a:prstGeom>
          <a:ln w="1270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C6540A43-DD5D-798B-D907-2D1C9DF4387E}"/>
              </a:ext>
            </a:extLst>
          </p:cNvPr>
          <p:cNvSpPr txBox="1"/>
          <p:nvPr/>
        </p:nvSpPr>
        <p:spPr>
          <a:xfrm>
            <a:off x="2492607" y="1470017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Konischer Bereich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8A8E0A5-34D9-D50D-828B-8F19D2BB521A}"/>
              </a:ext>
            </a:extLst>
          </p:cNvPr>
          <p:cNvSpPr txBox="1"/>
          <p:nvPr/>
        </p:nvSpPr>
        <p:spPr>
          <a:xfrm>
            <a:off x="2495947" y="1650923"/>
            <a:ext cx="1107844" cy="2308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Zyl. Bereich</a:t>
            </a:r>
          </a:p>
        </p:txBody>
      </p:sp>
    </p:spTree>
    <p:extLst>
      <p:ext uri="{BB962C8B-B14F-4D97-AF65-F5344CB8AC3E}">
        <p14:creationId xmlns:p14="http://schemas.microsoft.com/office/powerpoint/2010/main" val="2147999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56223-8320-CBCF-5112-98BAAF45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44507E5F-6C1A-E2DF-C6BC-339C5F569B0D}"/>
              </a:ext>
            </a:extLst>
          </p:cNvPr>
          <p:cNvGrpSpPr/>
          <p:nvPr/>
        </p:nvGrpSpPr>
        <p:grpSpPr>
          <a:xfrm>
            <a:off x="487680" y="949405"/>
            <a:ext cx="2815590" cy="1764030"/>
            <a:chOff x="331470" y="1059180"/>
            <a:chExt cx="2937510" cy="1482090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001C6DF0-C9C9-08F2-0501-46F864976706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41947" y="567690"/>
              <a:chExt cx="2918460" cy="1699260"/>
            </a:xfrm>
          </p:grpSpPr>
          <p:cxnSp>
            <p:nvCxnSpPr>
              <p:cNvPr id="3" name="Gerader Verbinder 2">
                <a:extLst>
                  <a:ext uri="{FF2B5EF4-FFF2-40B4-BE49-F238E27FC236}">
                    <a16:creationId xmlns:a16="http://schemas.microsoft.com/office/drawing/2014/main" id="{AF9DD9D7-1819-A450-B391-5BD3F92F03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Gerader Verbinder 3">
                <a:extLst>
                  <a:ext uri="{FF2B5EF4-FFF2-40B4-BE49-F238E27FC236}">
                    <a16:creationId xmlns:a16="http://schemas.microsoft.com/office/drawing/2014/main" id="{94404F03-0C64-0C07-4E30-8C24DD8CC5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3A973F4-B546-4D87-E130-9130C32F84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828C15B8-3229-4DD4-D0F1-DFBEC7AA9E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B362AF6B-66F8-04E1-819D-9A98B25A48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Gerader Verbinder 7">
                <a:extLst>
                  <a:ext uri="{FF2B5EF4-FFF2-40B4-BE49-F238E27FC236}">
                    <a16:creationId xmlns:a16="http://schemas.microsoft.com/office/drawing/2014/main" id="{91E300C4-3710-C92A-7423-E94EE8B1CE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F5144E63-A6DB-195E-AC81-9045A6A6A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183F3471-B1C1-D706-5872-16A29FC33F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EC9D2E4D-D9AC-7DC6-1907-0CB9DAB2EA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06B0DD68-CF16-0C06-F1F3-C871BB0A57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3AC9D91F-B678-98B6-C749-F9669F0FA8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6B5E99FB-C8C7-542F-C6B4-4AB3F4B27050}"/>
                </a:ext>
              </a:extLst>
            </p:cNvPr>
            <p:cNvGrpSpPr/>
            <p:nvPr/>
          </p:nvGrpSpPr>
          <p:grpSpPr>
            <a:xfrm>
              <a:off x="331470" y="1059180"/>
              <a:ext cx="2937510" cy="1482090"/>
              <a:chOff x="321183" y="2689479"/>
              <a:chExt cx="2937510" cy="1482090"/>
            </a:xfrm>
          </p:grpSpPr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7751C422-06EA-29EE-B064-F3019F5E601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51764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2F00FEDC-1142-3F2E-9711-C600BD57E27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32181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BA7EC389-342A-C78D-AE67-C626011570C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12598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CE2047CF-848F-67AA-852B-E0519CB2F8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3014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E9EB5790-A21D-58D3-31A2-1D756B7EF72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73431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BA0ACE76-22AF-307D-A487-6DC25288E8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542BD3FB-DB1B-A2BB-65E3-A421904AA36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52F6C23-19DA-CCCA-A6A1-39B97E3B789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F4313655-1CBE-5567-F890-03DD88D36D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340B70C8-7129-F8FF-F01B-968AD049334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CAC8512A-70AF-3570-C9B4-7701C888C7C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FAE47A5F-83D0-D584-8727-A79B96440E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2C77B7C2-6935-B408-BFB0-894898BF49C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05DE231-8DC0-349D-6F52-F96D1FD3BD1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A83A49B1-A4A3-46E0-93C9-2300AF63651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C13CFF7-4DF2-ECE0-682C-B7E8B13861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5293392E-76F6-73A5-045E-B0B652ACB2BC}"/>
              </a:ext>
            </a:extLst>
          </p:cNvPr>
          <p:cNvGrpSpPr/>
          <p:nvPr/>
        </p:nvGrpSpPr>
        <p:grpSpPr>
          <a:xfrm>
            <a:off x="216658" y="848439"/>
            <a:ext cx="354335" cy="1973581"/>
            <a:chOff x="216658" y="852398"/>
            <a:chExt cx="354335" cy="1974772"/>
          </a:xfrm>
        </p:grpSpPr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009B2A52-8393-5920-E8C3-223F8AA2F83D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F4A2C4A4-C3E5-A7D6-BB6C-4E25E8D31716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8D149BFF-96CC-564C-9CA1-DAE36BCFBC12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786B5052-4BD9-D699-B4BC-C110623A6B51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8E1C7CB-2B16-EBB4-115C-CAF30F83BA29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2EE4DD2D-FBCD-6CF0-7882-BD75E2F4ACE3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FEC4560A-C5E1-ED69-DDE3-F92D4EF91464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D0953A55-48B5-0348-C528-6E542E71A03F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7668E661-C9C3-37C6-31C1-F6CD72C2AEEA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A70172A9-938E-8C66-22C8-7C279A9658ED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C95FE7CB-288D-30FE-D1E9-F1CD26691FC5}"/>
                </a:ext>
              </a:extLst>
            </p:cNvPr>
            <p:cNvSpPr txBox="1"/>
            <p:nvPr/>
          </p:nvSpPr>
          <p:spPr>
            <a:xfrm>
              <a:off x="216658" y="2611726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0,0</a:t>
              </a:r>
            </a:p>
          </p:txBody>
        </p:sp>
      </p:grpSp>
      <p:sp>
        <p:nvSpPr>
          <p:cNvPr id="62" name="Textfeld 61">
            <a:extLst>
              <a:ext uri="{FF2B5EF4-FFF2-40B4-BE49-F238E27FC236}">
                <a16:creationId xmlns:a16="http://schemas.microsoft.com/office/drawing/2014/main" id="{FC01D0C9-C592-98F3-CB85-ABAA9D8C1F56}"/>
              </a:ext>
            </a:extLst>
          </p:cNvPr>
          <p:cNvSpPr txBox="1"/>
          <p:nvPr/>
        </p:nvSpPr>
        <p:spPr>
          <a:xfrm rot="16200000">
            <a:off x="-562289" y="1689700"/>
            <a:ext cx="15030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Abminderungsfaktor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α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7F6D71CC-66B7-C323-B17D-EBA9433A707D}"/>
              </a:ext>
            </a:extLst>
          </p:cNvPr>
          <p:cNvSpPr txBox="1"/>
          <p:nvPr/>
        </p:nvSpPr>
        <p:spPr>
          <a:xfrm>
            <a:off x="331599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71AFE822-98DD-CDDE-DCE2-4C382A89B9C6}"/>
              </a:ext>
            </a:extLst>
          </p:cNvPr>
          <p:cNvSpPr txBox="1"/>
          <p:nvPr/>
        </p:nvSpPr>
        <p:spPr>
          <a:xfrm>
            <a:off x="1270128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57C9DB45-52CC-2AD1-68C3-AC93E0138EC0}"/>
              </a:ext>
            </a:extLst>
          </p:cNvPr>
          <p:cNvSpPr txBox="1"/>
          <p:nvPr/>
        </p:nvSpPr>
        <p:spPr>
          <a:xfrm>
            <a:off x="2208657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1,0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308A1F5-F1B1-1C96-E5F3-9AC87590FE3C}"/>
              </a:ext>
            </a:extLst>
          </p:cNvPr>
          <p:cNvSpPr txBox="1"/>
          <p:nvPr/>
        </p:nvSpPr>
        <p:spPr>
          <a:xfrm>
            <a:off x="3147186" y="2710841"/>
            <a:ext cx="354330" cy="215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1,5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44AF10CF-B7FA-8BBC-109A-C911E954695E}"/>
              </a:ext>
            </a:extLst>
          </p:cNvPr>
          <p:cNvSpPr txBox="1"/>
          <p:nvPr/>
        </p:nvSpPr>
        <p:spPr>
          <a:xfrm>
            <a:off x="732953" y="2839634"/>
            <a:ext cx="4515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000" i="1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96118AE1-DEE7-D23B-B326-DBEC33B09360}"/>
              </a:ext>
            </a:extLst>
          </p:cNvPr>
          <p:cNvSpPr txBox="1"/>
          <p:nvPr/>
        </p:nvSpPr>
        <p:spPr>
          <a:xfrm>
            <a:off x="292986" y="3042193"/>
            <a:ext cx="13314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min{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LB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; 1,5 </a:t>
            </a:r>
            <a:r>
              <a:rPr lang="de-DE" sz="10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L2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}</a:t>
            </a:r>
            <a:endParaRPr lang="de-DE" sz="10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F22346A9-5B7E-40BA-905E-176FF9C5DE31}"/>
              </a:ext>
            </a:extLst>
          </p:cNvPr>
          <p:cNvCxnSpPr>
            <a:cxnSpLocks/>
          </p:cNvCxnSpPr>
          <p:nvPr/>
        </p:nvCxnSpPr>
        <p:spPr>
          <a:xfrm>
            <a:off x="444211" y="3052353"/>
            <a:ext cx="1015871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feld 79">
            <a:extLst>
              <a:ext uri="{FF2B5EF4-FFF2-40B4-BE49-F238E27FC236}">
                <a16:creationId xmlns:a16="http://schemas.microsoft.com/office/drawing/2014/main" id="{8C810BA0-A78A-2607-576E-EDD05AE91DF3}"/>
              </a:ext>
            </a:extLst>
          </p:cNvPr>
          <p:cNvSpPr txBox="1"/>
          <p:nvPr/>
        </p:nvSpPr>
        <p:spPr>
          <a:xfrm>
            <a:off x="1633910" y="2962744"/>
            <a:ext cx="1966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Niets, </a:t>
            </a:r>
            <a:r>
              <a:rPr lang="de-DE" sz="1000" i="1" dirty="0" err="1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r>
              <a:rPr lang="de-DE" sz="10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des Fügeteils)</a:t>
            </a:r>
            <a:endParaRPr lang="de-DE" sz="1000" i="1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214C1BDB-55E6-B4FC-0555-0AF922D30173}"/>
              </a:ext>
            </a:extLst>
          </p:cNvPr>
          <p:cNvCxnSpPr>
            <a:cxnSpLocks/>
          </p:cNvCxnSpPr>
          <p:nvPr/>
        </p:nvCxnSpPr>
        <p:spPr>
          <a:xfrm flipV="1">
            <a:off x="487425" y="956096"/>
            <a:ext cx="2815844" cy="1753898"/>
          </a:xfrm>
          <a:prstGeom prst="straightConnector1">
            <a:avLst/>
          </a:prstGeom>
          <a:ln cap="rnd">
            <a:solidFill>
              <a:srgbClr val="0070C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1FF893B7-43FC-9032-527F-0B7295C972C7}"/>
              </a:ext>
            </a:extLst>
          </p:cNvPr>
          <p:cNvCxnSpPr>
            <a:cxnSpLocks/>
          </p:cNvCxnSpPr>
          <p:nvPr/>
        </p:nvCxnSpPr>
        <p:spPr>
          <a:xfrm flipV="1">
            <a:off x="487680" y="949404"/>
            <a:ext cx="2249678" cy="1367076"/>
          </a:xfrm>
          <a:prstGeom prst="straightConnector1">
            <a:avLst/>
          </a:prstGeom>
          <a:ln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67B11ED7-F166-CBD7-3176-4D3FADB5C90D}"/>
              </a:ext>
            </a:extLst>
          </p:cNvPr>
          <p:cNvCxnSpPr>
            <a:cxnSpLocks/>
          </p:cNvCxnSpPr>
          <p:nvPr/>
        </p:nvCxnSpPr>
        <p:spPr>
          <a:xfrm flipV="1">
            <a:off x="487680" y="808435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91ECAA34-7F03-68F8-572B-CDC2849A8652}"/>
              </a:ext>
            </a:extLst>
          </p:cNvPr>
          <p:cNvCxnSpPr>
            <a:cxnSpLocks/>
          </p:cNvCxnSpPr>
          <p:nvPr/>
        </p:nvCxnSpPr>
        <p:spPr>
          <a:xfrm>
            <a:off x="487680" y="2713435"/>
            <a:ext cx="296418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7289063D-609F-79F1-152F-D53E34FE6A9F}"/>
              </a:ext>
            </a:extLst>
          </p:cNvPr>
          <p:cNvSpPr/>
          <p:nvPr/>
        </p:nvSpPr>
        <p:spPr>
          <a:xfrm>
            <a:off x="779780" y="1129249"/>
            <a:ext cx="1130370" cy="172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089F6BFC-64E7-4867-2C04-B9DAB16CD241}"/>
              </a:ext>
            </a:extLst>
          </p:cNvPr>
          <p:cNvSpPr txBox="1"/>
          <p:nvPr/>
        </p:nvSpPr>
        <p:spPr>
          <a:xfrm>
            <a:off x="612829" y="1116355"/>
            <a:ext cx="14308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Geschlagener </a:t>
            </a:r>
            <a:r>
              <a:rPr lang="de-DE" sz="10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Vollniet</a:t>
            </a:r>
            <a:endParaRPr lang="de-DE" sz="1000" i="1" dirty="0">
              <a:solidFill>
                <a:schemeClr val="accent6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9BA4B6E6-19B5-D749-BC7B-86A6CC25E500}"/>
              </a:ext>
            </a:extLst>
          </p:cNvPr>
          <p:cNvSpPr/>
          <p:nvPr/>
        </p:nvSpPr>
        <p:spPr>
          <a:xfrm>
            <a:off x="2068504" y="2013170"/>
            <a:ext cx="913735" cy="1684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2" name="Textfeld 91">
            <a:extLst>
              <a:ext uri="{FF2B5EF4-FFF2-40B4-BE49-F238E27FC236}">
                <a16:creationId xmlns:a16="http://schemas.microsoft.com/office/drawing/2014/main" id="{415BFFA1-EBFA-5E68-56CD-725FF4EE55D2}"/>
              </a:ext>
            </a:extLst>
          </p:cNvPr>
          <p:cNvSpPr txBox="1"/>
          <p:nvPr/>
        </p:nvSpPr>
        <p:spPr>
          <a:xfrm>
            <a:off x="1866546" y="1995603"/>
            <a:ext cx="13928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rgbClr val="0070C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Pass- &amp; Blindniet</a:t>
            </a:r>
            <a:endParaRPr lang="de-DE" sz="1000" i="1" dirty="0">
              <a:solidFill>
                <a:srgbClr val="0070C0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152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8B1C02F2-CAF7-5598-D6E8-16900E19BE1A}"/>
              </a:ext>
            </a:extLst>
          </p:cNvPr>
          <p:cNvCxnSpPr>
            <a:cxnSpLocks/>
          </p:cNvCxnSpPr>
          <p:nvPr/>
        </p:nvCxnSpPr>
        <p:spPr>
          <a:xfrm flipH="1" flipV="1">
            <a:off x="1633626" y="1412201"/>
            <a:ext cx="214498" cy="11098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F4B9A468-1340-3A06-9264-3393130B4957}"/>
              </a:ext>
            </a:extLst>
          </p:cNvPr>
          <p:cNvCxnSpPr>
            <a:cxnSpLocks/>
          </p:cNvCxnSpPr>
          <p:nvPr/>
        </p:nvCxnSpPr>
        <p:spPr>
          <a:xfrm flipV="1">
            <a:off x="2124842" y="1018701"/>
            <a:ext cx="199258" cy="23162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F9A5D02-78DF-5CF8-024E-86B53FA0D41A}"/>
              </a:ext>
            </a:extLst>
          </p:cNvPr>
          <p:cNvCxnSpPr>
            <a:cxnSpLocks/>
          </p:cNvCxnSpPr>
          <p:nvPr/>
        </p:nvCxnSpPr>
        <p:spPr>
          <a:xfrm flipV="1">
            <a:off x="1629542" y="939869"/>
            <a:ext cx="0" cy="312753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10F3FE7F-A22C-CCC4-6E11-73865F312359}"/>
              </a:ext>
            </a:extLst>
          </p:cNvPr>
          <p:cNvCxnSpPr>
            <a:cxnSpLocks/>
          </p:cNvCxnSpPr>
          <p:nvPr/>
        </p:nvCxnSpPr>
        <p:spPr>
          <a:xfrm flipV="1">
            <a:off x="1188123" y="1255027"/>
            <a:ext cx="190910" cy="516137"/>
          </a:xfrm>
          <a:prstGeom prst="straightConnector1">
            <a:avLst/>
          </a:prstGeom>
          <a:ln w="9525" cap="rnd">
            <a:solidFill>
              <a:schemeClr val="accent4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F0D23C0-3FAA-DF21-C027-9E13DBCF7A27}"/>
              </a:ext>
            </a:extLst>
          </p:cNvPr>
          <p:cNvCxnSpPr>
            <a:cxnSpLocks/>
          </p:cNvCxnSpPr>
          <p:nvPr/>
        </p:nvCxnSpPr>
        <p:spPr>
          <a:xfrm>
            <a:off x="792480" y="1621145"/>
            <a:ext cx="60465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6EE9D6-77E8-D384-FE9F-3DBD5A316372}"/>
              </a:ext>
            </a:extLst>
          </p:cNvPr>
          <p:cNvCxnSpPr>
            <a:cxnSpLocks/>
          </p:cNvCxnSpPr>
          <p:nvPr/>
        </p:nvCxnSpPr>
        <p:spPr>
          <a:xfrm>
            <a:off x="792480" y="1255027"/>
            <a:ext cx="914638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53C0B34-24B7-B4ED-AF9E-24721099931D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0AA2B29-57FF-C1DC-0732-A2BC949785A6}"/>
              </a:ext>
            </a:extLst>
          </p:cNvPr>
          <p:cNvSpPr txBox="1"/>
          <p:nvPr/>
        </p:nvSpPr>
        <p:spPr>
          <a:xfrm>
            <a:off x="278084" y="113969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78F91E8-E498-F394-F9B3-DC2F423B3B71}"/>
              </a:ext>
            </a:extLst>
          </p:cNvPr>
          <p:cNvSpPr txBox="1"/>
          <p:nvPr/>
        </p:nvSpPr>
        <p:spPr>
          <a:xfrm>
            <a:off x="278084" y="1505253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15BAA1F-42E3-A710-E601-72A40BDA1CDC}"/>
              </a:ext>
            </a:extLst>
          </p:cNvPr>
          <p:cNvCxnSpPr>
            <a:cxnSpLocks/>
          </p:cNvCxnSpPr>
          <p:nvPr/>
        </p:nvCxnSpPr>
        <p:spPr>
          <a:xfrm flipV="1">
            <a:off x="1403509" y="1256813"/>
            <a:ext cx="382190" cy="366118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49E0BDD1-54EB-C97F-E694-6B2AC9B844A6}"/>
              </a:ext>
            </a:extLst>
          </p:cNvPr>
          <p:cNvCxnSpPr>
            <a:cxnSpLocks/>
          </p:cNvCxnSpPr>
          <p:nvPr/>
        </p:nvCxnSpPr>
        <p:spPr>
          <a:xfrm>
            <a:off x="1629729" y="1255027"/>
            <a:ext cx="80022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5CCBC52-E7FF-8048-5DA2-E10EBCDB8004}"/>
              </a:ext>
            </a:extLst>
          </p:cNvPr>
          <p:cNvCxnSpPr>
            <a:cxnSpLocks/>
          </p:cNvCxnSpPr>
          <p:nvPr/>
        </p:nvCxnSpPr>
        <p:spPr>
          <a:xfrm flipV="1">
            <a:off x="1379033" y="1094174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B2DDF58B-AFFF-B590-1108-336D347FBC8C}"/>
              </a:ext>
            </a:extLst>
          </p:cNvPr>
          <p:cNvCxnSpPr>
            <a:cxnSpLocks/>
          </p:cNvCxnSpPr>
          <p:nvPr/>
        </p:nvCxnSpPr>
        <p:spPr>
          <a:xfrm flipH="1">
            <a:off x="839390" y="1134513"/>
            <a:ext cx="541548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29BB21EF-8B88-04C6-A0B1-5EB32F6E1252}"/>
              </a:ext>
            </a:extLst>
          </p:cNvPr>
          <p:cNvCxnSpPr>
            <a:cxnSpLocks/>
          </p:cNvCxnSpPr>
          <p:nvPr/>
        </p:nvCxnSpPr>
        <p:spPr>
          <a:xfrm flipH="1">
            <a:off x="839390" y="982113"/>
            <a:ext cx="79015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6E9A9C83-4421-4B73-767E-F33225B9C54A}"/>
              </a:ext>
            </a:extLst>
          </p:cNvPr>
          <p:cNvSpPr txBox="1"/>
          <p:nvPr/>
        </p:nvSpPr>
        <p:spPr>
          <a:xfrm>
            <a:off x="941072" y="96469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45CB3CD4-FAA6-FE70-67E8-F4C92818F434}"/>
              </a:ext>
            </a:extLst>
          </p:cNvPr>
          <p:cNvSpPr txBox="1"/>
          <p:nvPr/>
        </p:nvSpPr>
        <p:spPr>
          <a:xfrm>
            <a:off x="1009498" y="808047"/>
            <a:ext cx="44993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5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5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A2F9BB2D-FAEA-2E34-67EF-B23694111480}"/>
              </a:ext>
            </a:extLst>
          </p:cNvPr>
          <p:cNvSpPr txBox="1"/>
          <p:nvPr/>
        </p:nvSpPr>
        <p:spPr>
          <a:xfrm>
            <a:off x="2077589" y="82445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99F7380-2A19-A667-8F2F-4FF092E77831}"/>
              </a:ext>
            </a:extLst>
          </p:cNvPr>
          <p:cNvSpPr txBox="1"/>
          <p:nvPr/>
        </p:nvSpPr>
        <p:spPr>
          <a:xfrm>
            <a:off x="1800225" y="1430893"/>
            <a:ext cx="1191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BCC5C890-85E0-C936-6730-CEBF793CBADC}"/>
              </a:ext>
            </a:extLst>
          </p:cNvPr>
          <p:cNvCxnSpPr>
            <a:cxnSpLocks/>
          </p:cNvCxnSpPr>
          <p:nvPr/>
        </p:nvCxnSpPr>
        <p:spPr>
          <a:xfrm flipH="1" flipV="1">
            <a:off x="1462925" y="1415366"/>
            <a:ext cx="385199" cy="10782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EC15EB44-4208-54AD-1AC6-FBA2D9740148}"/>
              </a:ext>
            </a:extLst>
          </p:cNvPr>
          <p:cNvCxnSpPr>
            <a:cxnSpLocks/>
          </p:cNvCxnSpPr>
          <p:nvPr/>
        </p:nvCxnSpPr>
        <p:spPr>
          <a:xfrm flipV="1">
            <a:off x="1247539" y="1255027"/>
            <a:ext cx="382190" cy="36611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1C7F1AAF-D3AC-4F18-87B6-81D2565F3639}"/>
              </a:ext>
            </a:extLst>
          </p:cNvPr>
          <p:cNvSpPr txBox="1"/>
          <p:nvPr/>
        </p:nvSpPr>
        <p:spPr>
          <a:xfrm>
            <a:off x="1415335" y="2081025"/>
            <a:ext cx="1191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E8AA8DC6-7012-BBBD-3D09-F9ACDAC7650B}"/>
              </a:ext>
            </a:extLst>
          </p:cNvPr>
          <p:cNvCxnSpPr>
            <a:cxnSpLocks/>
          </p:cNvCxnSpPr>
          <p:nvPr/>
        </p:nvCxnSpPr>
        <p:spPr>
          <a:xfrm flipH="1" flipV="1">
            <a:off x="1270635" y="1983809"/>
            <a:ext cx="187862" cy="18605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AAFC80-B889-FE04-2A2C-2B53A972D2AB}"/>
              </a:ext>
            </a:extLst>
          </p:cNvPr>
          <p:cNvCxnSpPr>
            <a:cxnSpLocks/>
          </p:cNvCxnSpPr>
          <p:nvPr/>
        </p:nvCxnSpPr>
        <p:spPr>
          <a:xfrm flipV="1">
            <a:off x="997028" y="1624717"/>
            <a:ext cx="406481" cy="1098947"/>
          </a:xfrm>
          <a:prstGeom prst="straightConnector1">
            <a:avLst/>
          </a:prstGeom>
          <a:ln cap="rnd">
            <a:solidFill>
              <a:srgbClr val="FFB94C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A161A43C-AE0E-F7FE-BB15-2186B76C5B6D}"/>
              </a:ext>
            </a:extLst>
          </p:cNvPr>
          <p:cNvCxnSpPr>
            <a:cxnSpLocks/>
          </p:cNvCxnSpPr>
          <p:nvPr/>
        </p:nvCxnSpPr>
        <p:spPr>
          <a:xfrm flipH="1" flipV="1">
            <a:off x="1110589" y="1985079"/>
            <a:ext cx="345977" cy="184784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65B5339-4CE5-5501-965B-FC503E0F02F0}"/>
              </a:ext>
            </a:extLst>
          </p:cNvPr>
          <p:cNvCxnSpPr>
            <a:cxnSpLocks/>
          </p:cNvCxnSpPr>
          <p:nvPr/>
        </p:nvCxnSpPr>
        <p:spPr>
          <a:xfrm flipV="1">
            <a:off x="837486" y="1622931"/>
            <a:ext cx="406481" cy="1098947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D011E93-8DD8-4843-DF4C-85D93FAA69E4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751304C-B995-B7B0-C19C-7E4ED096858D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698CC1F6-714C-CCDA-EF68-E4D52D3B00B9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87467E9B-8A2B-8453-917C-F4BF1A9A1724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F77C36DB-9220-6852-A51F-DDC1C7EA2E8D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AA8FDCD-B7CE-0420-B4B8-04BC892F6CD8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C8EEFC14-4CF6-56F7-C18C-E171186A6373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501B3105-FEF6-EEE9-352B-818BFB1DEA64}"/>
              </a:ext>
            </a:extLst>
          </p:cNvPr>
          <p:cNvSpPr txBox="1"/>
          <p:nvPr/>
        </p:nvSpPr>
        <p:spPr>
          <a:xfrm>
            <a:off x="107835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670E1409-6E8F-8ACC-5C2F-0B2E9D757E70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C107AA62-181F-0742-2EA8-C4C1E80D05E7}"/>
              </a:ext>
            </a:extLst>
          </p:cNvPr>
          <p:cNvCxnSpPr>
            <a:cxnSpLocks/>
          </p:cNvCxnSpPr>
          <p:nvPr/>
        </p:nvCxnSpPr>
        <p:spPr>
          <a:xfrm>
            <a:off x="1091565" y="1042689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BDD5CD0-ABD0-60B6-0F24-907F666F7C51}"/>
              </a:ext>
            </a:extLst>
          </p:cNvPr>
          <p:cNvCxnSpPr>
            <a:cxnSpLocks/>
          </p:cNvCxnSpPr>
          <p:nvPr/>
        </p:nvCxnSpPr>
        <p:spPr>
          <a:xfrm>
            <a:off x="1299210" y="888384"/>
            <a:ext cx="43815" cy="0"/>
          </a:xfrm>
          <a:prstGeom prst="straightConnector1">
            <a:avLst/>
          </a:prstGeom>
          <a:ln w="508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7374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977B2-EA44-825A-5697-643EEDFEA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5F36636B-BEEC-7A0D-F964-4718C3E2110B}"/>
              </a:ext>
            </a:extLst>
          </p:cNvPr>
          <p:cNvCxnSpPr>
            <a:cxnSpLocks/>
          </p:cNvCxnSpPr>
          <p:nvPr/>
        </p:nvCxnSpPr>
        <p:spPr>
          <a:xfrm flipH="1">
            <a:off x="1627584" y="1086196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DE70BF-C9B5-087A-5F88-A8FB24189E70}"/>
              </a:ext>
            </a:extLst>
          </p:cNvPr>
          <p:cNvSpPr txBox="1"/>
          <p:nvPr/>
        </p:nvSpPr>
        <p:spPr>
          <a:xfrm>
            <a:off x="278084" y="761249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381FBE8F-079D-3757-8E16-9AC14B78FC19}"/>
              </a:ext>
            </a:extLst>
          </p:cNvPr>
          <p:cNvSpPr txBox="1"/>
          <p:nvPr/>
        </p:nvSpPr>
        <p:spPr>
          <a:xfrm>
            <a:off x="1969768" y="889543"/>
            <a:ext cx="9443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Scherbereich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E9B2A902-2899-3F36-4ED4-D80CB5B212D5}"/>
              </a:ext>
            </a:extLst>
          </p:cNvPr>
          <p:cNvCxnSpPr>
            <a:cxnSpLocks/>
          </p:cNvCxnSpPr>
          <p:nvPr/>
        </p:nvCxnSpPr>
        <p:spPr>
          <a:xfrm flipV="1">
            <a:off x="837485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0ED8AAF3-35BA-848E-1BC2-E97029AB1AE8}"/>
              </a:ext>
            </a:extLst>
          </p:cNvPr>
          <p:cNvCxnSpPr>
            <a:cxnSpLocks/>
          </p:cNvCxnSpPr>
          <p:nvPr/>
        </p:nvCxnSpPr>
        <p:spPr>
          <a:xfrm flipV="1">
            <a:off x="997028" y="2721878"/>
            <a:ext cx="0" cy="158449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4B6843E1-8BA7-CF12-DFA8-0F043865AF44}"/>
              </a:ext>
            </a:extLst>
          </p:cNvPr>
          <p:cNvCxnSpPr>
            <a:cxnSpLocks/>
          </p:cNvCxnSpPr>
          <p:nvPr/>
        </p:nvCxnSpPr>
        <p:spPr>
          <a:xfrm flipH="1">
            <a:off x="698500" y="2826153"/>
            <a:ext cx="1415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triangl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50A1F9BB-9899-236C-BE12-C8BC243A45AE}"/>
              </a:ext>
            </a:extLst>
          </p:cNvPr>
          <p:cNvCxnSpPr>
            <a:cxnSpLocks/>
          </p:cNvCxnSpPr>
          <p:nvPr/>
        </p:nvCxnSpPr>
        <p:spPr>
          <a:xfrm flipH="1">
            <a:off x="994488" y="2827757"/>
            <a:ext cx="115492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B232AFC2-120A-E3C6-7912-2106EE5BBDD1}"/>
              </a:ext>
            </a:extLst>
          </p:cNvPr>
          <p:cNvCxnSpPr>
            <a:cxnSpLocks/>
          </p:cNvCxnSpPr>
          <p:nvPr/>
        </p:nvCxnSpPr>
        <p:spPr>
          <a:xfrm flipH="1">
            <a:off x="777873" y="2826153"/>
            <a:ext cx="231625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headEnd type="none" w="sm" len="med"/>
            <a:tailEnd type="non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842F7ED1-5603-CCC8-F0F9-EF94D9EE34E7}"/>
              </a:ext>
            </a:extLst>
          </p:cNvPr>
          <p:cNvSpPr txBox="1"/>
          <p:nvPr/>
        </p:nvSpPr>
        <p:spPr>
          <a:xfrm>
            <a:off x="4230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7" name="Textfeld 86">
            <a:extLst>
              <a:ext uri="{FF2B5EF4-FFF2-40B4-BE49-F238E27FC236}">
                <a16:creationId xmlns:a16="http://schemas.microsoft.com/office/drawing/2014/main" id="{06F55DE3-7B30-08C7-3B4A-7B080D813C23}"/>
              </a:ext>
            </a:extLst>
          </p:cNvPr>
          <p:cNvSpPr txBox="1"/>
          <p:nvPr/>
        </p:nvSpPr>
        <p:spPr>
          <a:xfrm>
            <a:off x="2617532" y="2721878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5681E2F2-345C-55C3-FF74-5FC79E4750E9}"/>
              </a:ext>
            </a:extLst>
          </p:cNvPr>
          <p:cNvCxnSpPr>
            <a:cxnSpLocks/>
          </p:cNvCxnSpPr>
          <p:nvPr/>
        </p:nvCxnSpPr>
        <p:spPr>
          <a:xfrm flipV="1">
            <a:off x="837485" y="818664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116DF68-A6B8-B790-E900-13333CCAF3A4}"/>
              </a:ext>
            </a:extLst>
          </p:cNvPr>
          <p:cNvCxnSpPr>
            <a:cxnSpLocks/>
          </p:cNvCxnSpPr>
          <p:nvPr/>
        </p:nvCxnSpPr>
        <p:spPr>
          <a:xfrm rot="5400000" flipV="1">
            <a:off x="1789985" y="1774736"/>
            <a:ext cx="0" cy="190500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9B4B377F-55E6-C37E-4482-B3C965252099}"/>
              </a:ext>
            </a:extLst>
          </p:cNvPr>
          <p:cNvCxnSpPr>
            <a:cxnSpLocks/>
          </p:cNvCxnSpPr>
          <p:nvPr/>
        </p:nvCxnSpPr>
        <p:spPr>
          <a:xfrm>
            <a:off x="1243967" y="1494038"/>
            <a:ext cx="272770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58B6BDB-2CDC-F822-E9D1-6F723A2B7CD9}"/>
              </a:ext>
            </a:extLst>
          </p:cNvPr>
          <p:cNvCxnSpPr>
            <a:cxnSpLocks/>
          </p:cNvCxnSpPr>
          <p:nvPr/>
        </p:nvCxnSpPr>
        <p:spPr>
          <a:xfrm>
            <a:off x="1297305" y="2139497"/>
            <a:ext cx="0" cy="636723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3DAD00DA-1DC9-BEB5-3521-63012FFD983C}"/>
              </a:ext>
            </a:extLst>
          </p:cNvPr>
          <p:cNvCxnSpPr>
            <a:cxnSpLocks/>
          </p:cNvCxnSpPr>
          <p:nvPr/>
        </p:nvCxnSpPr>
        <p:spPr>
          <a:xfrm flipH="1">
            <a:off x="1032510" y="2139497"/>
            <a:ext cx="264795" cy="0"/>
          </a:xfrm>
          <a:prstGeom prst="straightConnector1">
            <a:avLst/>
          </a:prstGeom>
          <a:ln w="9525" cap="rnd">
            <a:solidFill>
              <a:schemeClr val="accent6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6B643F21-F2D9-8C97-52B5-AC3DEF462875}"/>
              </a:ext>
            </a:extLst>
          </p:cNvPr>
          <p:cNvCxnSpPr>
            <a:cxnSpLocks/>
          </p:cNvCxnSpPr>
          <p:nvPr/>
        </p:nvCxnSpPr>
        <p:spPr>
          <a:xfrm flipH="1">
            <a:off x="792480" y="2139497"/>
            <a:ext cx="240030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876B70C-30B5-0335-EF64-3C5F4F02377D}"/>
              </a:ext>
            </a:extLst>
          </p:cNvPr>
          <p:cNvCxnSpPr>
            <a:cxnSpLocks/>
          </p:cNvCxnSpPr>
          <p:nvPr/>
        </p:nvCxnSpPr>
        <p:spPr>
          <a:xfrm>
            <a:off x="792480" y="1494171"/>
            <a:ext cx="451487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6D13662-A623-1967-897C-5E6484C3DCEC}"/>
              </a:ext>
            </a:extLst>
          </p:cNvPr>
          <p:cNvCxnSpPr>
            <a:cxnSpLocks/>
          </p:cNvCxnSpPr>
          <p:nvPr/>
        </p:nvCxnSpPr>
        <p:spPr>
          <a:xfrm>
            <a:off x="792480" y="1086196"/>
            <a:ext cx="835104" cy="0"/>
          </a:xfrm>
          <a:prstGeom prst="straightConnector1">
            <a:avLst/>
          </a:prstGeom>
          <a:ln w="9525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2D46C888-5B64-41A6-BA56-0B52C0B5FF4F}"/>
              </a:ext>
            </a:extLst>
          </p:cNvPr>
          <p:cNvSpPr txBox="1"/>
          <p:nvPr/>
        </p:nvSpPr>
        <p:spPr>
          <a:xfrm>
            <a:off x="278084" y="957676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D11CA3B-EB09-35CD-F977-451F2B1D955E}"/>
              </a:ext>
            </a:extLst>
          </p:cNvPr>
          <p:cNvSpPr txBox="1"/>
          <p:nvPr/>
        </p:nvSpPr>
        <p:spPr>
          <a:xfrm>
            <a:off x="278084" y="1365029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3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·</a:t>
            </a:r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V,S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EB1A532-92FA-4D70-7319-00C51064480D}"/>
              </a:ext>
            </a:extLst>
          </p:cNvPr>
          <p:cNvCxnSpPr>
            <a:cxnSpLocks/>
          </p:cNvCxnSpPr>
          <p:nvPr/>
        </p:nvCxnSpPr>
        <p:spPr>
          <a:xfrm flipV="1">
            <a:off x="1510189" y="1088186"/>
            <a:ext cx="382190" cy="40797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02DB47CD-4B76-9794-76D1-2B4BB581CDC6}"/>
              </a:ext>
            </a:extLst>
          </p:cNvPr>
          <p:cNvCxnSpPr>
            <a:cxnSpLocks/>
          </p:cNvCxnSpPr>
          <p:nvPr/>
        </p:nvCxnSpPr>
        <p:spPr>
          <a:xfrm>
            <a:off x="1892379" y="1088318"/>
            <a:ext cx="537571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C2C3DA3F-90A5-8F3F-18F7-3FDBDED1B9FD}"/>
              </a:ext>
            </a:extLst>
          </p:cNvPr>
          <p:cNvSpPr txBox="1"/>
          <p:nvPr/>
        </p:nvSpPr>
        <p:spPr>
          <a:xfrm>
            <a:off x="1760537" y="1149980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Abgeminderter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Lochleibungsbereich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763E4C82-9ADF-DB1E-B22D-DC64EC9752BE}"/>
              </a:ext>
            </a:extLst>
          </p:cNvPr>
          <p:cNvCxnSpPr>
            <a:cxnSpLocks/>
          </p:cNvCxnSpPr>
          <p:nvPr/>
        </p:nvCxnSpPr>
        <p:spPr>
          <a:xfrm flipV="1">
            <a:off x="1247539" y="1086196"/>
            <a:ext cx="382190" cy="407975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9A99C66A-9C54-7395-FEFB-31F3B42BE32E}"/>
              </a:ext>
            </a:extLst>
          </p:cNvPr>
          <p:cNvSpPr txBox="1"/>
          <p:nvPr/>
        </p:nvSpPr>
        <p:spPr>
          <a:xfrm>
            <a:off x="1308132" y="2267945"/>
            <a:ext cx="1191895" cy="411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in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der Senkung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EF0C4D2-E7FE-1D82-C065-A93DDAE412A5}"/>
              </a:ext>
            </a:extLst>
          </p:cNvPr>
          <p:cNvCxnSpPr>
            <a:cxnSpLocks/>
          </p:cNvCxnSpPr>
          <p:nvPr/>
        </p:nvCxnSpPr>
        <p:spPr>
          <a:xfrm flipV="1">
            <a:off x="1297305" y="1498151"/>
            <a:ext cx="212884" cy="641346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AD2E4DA-F42A-B719-B36D-B5D20099D36E}"/>
              </a:ext>
            </a:extLst>
          </p:cNvPr>
          <p:cNvCxnSpPr>
            <a:cxnSpLocks/>
          </p:cNvCxnSpPr>
          <p:nvPr/>
        </p:nvCxnSpPr>
        <p:spPr>
          <a:xfrm flipV="1">
            <a:off x="837486" y="1496161"/>
            <a:ext cx="406481" cy="1224587"/>
          </a:xfrm>
          <a:prstGeom prst="straightConnector1">
            <a:avLst/>
          </a:prstGeom>
          <a:ln w="12700" cap="rnd">
            <a:solidFill>
              <a:schemeClr val="accent5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50A71289-1EE2-68B6-5188-DEE67B51C4DC}"/>
              </a:ext>
            </a:extLst>
          </p:cNvPr>
          <p:cNvCxnSpPr>
            <a:cxnSpLocks/>
          </p:cNvCxnSpPr>
          <p:nvPr/>
        </p:nvCxnSpPr>
        <p:spPr>
          <a:xfrm flipV="1">
            <a:off x="838200" y="2139497"/>
            <a:ext cx="459105" cy="58802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C7F86BA8-1703-55CB-E894-56ADAC97D35C}"/>
              </a:ext>
            </a:extLst>
          </p:cNvPr>
          <p:cNvSpPr txBox="1"/>
          <p:nvPr/>
        </p:nvSpPr>
        <p:spPr>
          <a:xfrm>
            <a:off x="280622" y="2010723"/>
            <a:ext cx="531988" cy="257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  <a:r>
              <a:rPr lang="de-DE" sz="9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249A8F1B-A29C-6807-5135-C7574A6B1D8D}"/>
              </a:ext>
            </a:extLst>
          </p:cNvPr>
          <p:cNvSpPr txBox="1"/>
          <p:nvPr/>
        </p:nvSpPr>
        <p:spPr>
          <a:xfrm>
            <a:off x="1433038" y="1662784"/>
            <a:ext cx="1254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Lochleibung im</a:t>
            </a:r>
          </a:p>
          <a:p>
            <a:r>
              <a:rPr lang="de-DE" sz="9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zylindrischen Bereich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2F93FC41-7E41-3A32-C391-A39F02491A3B}"/>
              </a:ext>
            </a:extLst>
          </p:cNvPr>
          <p:cNvSpPr txBox="1"/>
          <p:nvPr/>
        </p:nvSpPr>
        <p:spPr>
          <a:xfrm>
            <a:off x="792481" y="1091483"/>
            <a:ext cx="74676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Niet mit über-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stehendem</a:t>
            </a:r>
          </a:p>
          <a:p>
            <a:r>
              <a:rPr lang="de-DE" sz="7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Kopf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CFA2C4B-5E7F-24FA-D50E-49550352C5C0}"/>
              </a:ext>
            </a:extLst>
          </p:cNvPr>
          <p:cNvCxnSpPr>
            <a:cxnSpLocks/>
          </p:cNvCxnSpPr>
          <p:nvPr/>
        </p:nvCxnSpPr>
        <p:spPr>
          <a:xfrm flipH="1" flipV="1">
            <a:off x="1113159" y="1420377"/>
            <a:ext cx="64606" cy="262875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6FF57FA4-C521-97BE-BF4D-04A7B1FBAB3F}"/>
              </a:ext>
            </a:extLst>
          </p:cNvPr>
          <p:cNvSpPr txBox="1"/>
          <p:nvPr/>
        </p:nvSpPr>
        <p:spPr>
          <a:xfrm>
            <a:off x="1124861" y="2757481"/>
            <a:ext cx="33123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9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F1B2A92E-9483-63B0-512C-9F3CFE937CEE}"/>
              </a:ext>
            </a:extLst>
          </p:cNvPr>
          <p:cNvSpPr txBox="1"/>
          <p:nvPr/>
        </p:nvSpPr>
        <p:spPr>
          <a:xfrm>
            <a:off x="1498265" y="902254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31D962F9-FDBE-6311-92B8-BE87861AAD19}"/>
              </a:ext>
            </a:extLst>
          </p:cNvPr>
          <p:cNvSpPr txBox="1"/>
          <p:nvPr/>
        </p:nvSpPr>
        <p:spPr>
          <a:xfrm>
            <a:off x="1080214" y="1458926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B88197A8-B618-8A05-8A81-DAE51341470E}"/>
              </a:ext>
            </a:extLst>
          </p:cNvPr>
          <p:cNvSpPr txBox="1"/>
          <p:nvPr/>
        </p:nvSpPr>
        <p:spPr>
          <a:xfrm>
            <a:off x="906130" y="1956942"/>
            <a:ext cx="53198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900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900" i="1" dirty="0" err="1">
                <a:solidFill>
                  <a:schemeClr val="accent6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  <a:endParaRPr lang="de-DE" sz="900" baseline="-25000" dirty="0">
              <a:solidFill>
                <a:schemeClr val="accent6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4130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C64D1-0B1D-49B5-D08E-D204C62BA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A0620D76-8FAB-8A2A-F44D-2C201BB95790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62B410EB-13EA-7A69-8B81-E3934A964E4E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8AE85717-830D-B3AF-A408-1B50053F1F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0CD4DD7-6352-EBFC-00E9-602E5F02E6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5E3D407D-CD44-8996-A6AA-DF8B62A404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DB5C209F-CDCB-EA72-BFCA-CB10EA121A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E61A3620-66A1-2475-9CFD-D24D96DDCF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D6325A25-93C0-1EC1-97CD-DDEFD7DE87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6AE0B034-ACDA-02DE-F1EC-540B4F0BA7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BC70F87C-B9A7-22CB-3DEA-FEE464C8F9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3682111E-C652-552C-7E9C-DFAAA106DF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EC42A2B0-A28D-BF48-5167-BC2EB43023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4113D36E-3AD5-1940-F497-7F1548AA75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037CF381-1FEB-B4A7-C1D7-1BFE76E24712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7EF1A76E-2130-A67B-30F5-42BAB0563B6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861E0B94-0ADF-67BA-1D0D-CD1D8C891CB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2F10D0AB-ED1A-7BCA-6C7E-7AF659895E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1B39295-3494-8492-1284-5422D1873AB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749FFB81-10F2-5E9C-CEC1-13DA705256D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BF71BDE3-2F45-2807-CF60-1B967B677F0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BF238A30-441D-8443-0948-DBAD68B829A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2F1DA612-0D51-1592-9BFF-63C11ED0EC5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D8E0A13D-A3FB-FC0F-4E76-E786724EF55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05A80068-2E50-283D-6A24-AE305FE8D06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79918C8F-5A86-4CB5-9122-A6EFA532D47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58B0A1F9-1D48-E210-5ED2-08D5CDA0FB7C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006A9E23-1CD8-E516-D669-8143D166BFDE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DCC9FF46-3AFD-D589-F8C5-FCC695BB6F62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8C241145-AF7F-C24B-2264-6A98F3FAF0BB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73FBC016-7DF0-76B9-32DC-F04B82DA37AA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7152AA39-D44B-0C7F-00D6-A962C83C5AAC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CF659A1C-A838-DA0A-F75E-04BD7830092F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1184C88C-CB6D-A519-2F56-8AC5C0B5D094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73388270-5A38-1846-3032-92173B0AFD97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79151C8E-0408-ED80-47F4-3FE05A5A8BDD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2FC2DA4B-2F80-65FD-F54F-DE6924803B74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7C56EA6C-861C-446A-0042-F643FC9BEF13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cxnSp>
        <p:nvCxnSpPr>
          <p:cNvPr id="127" name="Gerader Verbinder 126">
            <a:extLst>
              <a:ext uri="{FF2B5EF4-FFF2-40B4-BE49-F238E27FC236}">
                <a16:creationId xmlns:a16="http://schemas.microsoft.com/office/drawing/2014/main" id="{94DFB9E5-4789-D39C-ED45-97AD2DD7C88A}"/>
              </a:ext>
            </a:extLst>
          </p:cNvPr>
          <p:cNvCxnSpPr>
            <a:cxnSpLocks/>
          </p:cNvCxnSpPr>
          <p:nvPr/>
        </p:nvCxnSpPr>
        <p:spPr>
          <a:xfrm flipV="1">
            <a:off x="646509" y="1946910"/>
            <a:ext cx="1275636" cy="939165"/>
          </a:xfrm>
          <a:prstGeom prst="line">
            <a:avLst/>
          </a:prstGeom>
          <a:ln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EAD40744-6C04-749D-DD94-5D765AC3C29E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333671C6-A9E9-4265-C255-FB6EC587D6D5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767CBBD7-48BF-CFDC-AD50-6FE9D4B92DD6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F3784B58-DFE8-6FC1-F223-7F3CF3362F40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B25E7494-3786-D866-4B42-8117C369E881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E8D116A0-2806-81B4-348F-8273AAC3D5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A5B36424-99D9-15E2-459E-1ABA6831E87D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7F899996-0075-806C-1C8E-A99DA5AAC5A4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72E6211A-272E-7CC4-141A-A2832F7A2CAD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8D01AD9B-3B96-74C9-C9AD-CE3659153CC6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AC094E97-B64B-0520-A9BF-4B14FAE1145E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68062615-E0C4-69DC-0B1F-87DCE0BE5731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F355BE7B-46B6-FD19-DCEE-BF3CA52EAE8F}"/>
              </a:ext>
            </a:extLst>
          </p:cNvPr>
          <p:cNvSpPr txBox="1"/>
          <p:nvPr/>
        </p:nvSpPr>
        <p:spPr>
          <a:xfrm>
            <a:off x="319841" y="282939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O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43A8D2C9-8D44-881F-D42A-E76F1C160AA2}"/>
              </a:ext>
            </a:extLst>
          </p:cNvPr>
          <p:cNvSpPr/>
          <p:nvPr/>
        </p:nvSpPr>
        <p:spPr>
          <a:xfrm>
            <a:off x="1679348" y="1832498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AAFA106-8B41-B435-7832-E9B127B764D6}"/>
              </a:ext>
            </a:extLst>
          </p:cNvPr>
          <p:cNvSpPr txBox="1"/>
          <p:nvPr/>
        </p:nvSpPr>
        <p:spPr>
          <a:xfrm>
            <a:off x="1585440" y="1797548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9261AD5D-8621-7EFD-3DC3-69E8DC6962EE}"/>
              </a:ext>
            </a:extLst>
          </p:cNvPr>
          <p:cNvCxnSpPr>
            <a:cxnSpLocks/>
            <a:stCxn id="2" idx="4"/>
            <a:endCxn id="2" idx="0"/>
          </p:cNvCxnSpPr>
          <p:nvPr/>
        </p:nvCxnSpPr>
        <p:spPr>
          <a:xfrm>
            <a:off x="642440" y="710802"/>
            <a:ext cx="2278378" cy="2180983"/>
          </a:xfrm>
          <a:prstGeom prst="line">
            <a:avLst/>
          </a:prstGeom>
          <a:ln cap="rnd">
            <a:solidFill>
              <a:srgbClr val="C0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26BAC1B-215E-C2B9-66F8-66CE30955021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AA4A19BC-7688-3131-29B2-A8BAE1D9DF89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Ellipse 120">
            <a:extLst>
              <a:ext uri="{FF2B5EF4-FFF2-40B4-BE49-F238E27FC236}">
                <a16:creationId xmlns:a16="http://schemas.microsoft.com/office/drawing/2014/main" id="{E758D422-3799-3CE9-222B-DF40A2DBAB00}"/>
              </a:ext>
            </a:extLst>
          </p:cNvPr>
          <p:cNvSpPr/>
          <p:nvPr/>
        </p:nvSpPr>
        <p:spPr>
          <a:xfrm>
            <a:off x="607219" y="2846786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2ED616F-B7BC-893F-894C-82CC40E1D1E9}"/>
              </a:ext>
            </a:extLst>
          </p:cNvPr>
          <p:cNvSpPr/>
          <p:nvPr/>
        </p:nvSpPr>
        <p:spPr>
          <a:xfrm>
            <a:off x="1579572" y="720090"/>
            <a:ext cx="1303995" cy="207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15A1CF5B-5510-53DB-D7A7-995509BBB9F8}"/>
              </a:ext>
            </a:extLst>
          </p:cNvPr>
          <p:cNvSpPr/>
          <p:nvPr/>
        </p:nvSpPr>
        <p:spPr>
          <a:xfrm>
            <a:off x="2011681" y="896787"/>
            <a:ext cx="899160" cy="4652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winkliges Dreieck 1">
            <a:extLst>
              <a:ext uri="{FF2B5EF4-FFF2-40B4-BE49-F238E27FC236}">
                <a16:creationId xmlns:a16="http://schemas.microsoft.com/office/drawing/2014/main" id="{CD17FC72-82A8-2BA2-6153-303729E2F166}"/>
              </a:ext>
            </a:extLst>
          </p:cNvPr>
          <p:cNvSpPr/>
          <p:nvPr/>
        </p:nvSpPr>
        <p:spPr>
          <a:xfrm rot="10800000">
            <a:off x="642440" y="710802"/>
            <a:ext cx="2278378" cy="2180983"/>
          </a:xfrm>
          <a:prstGeom prst="rtTriangle">
            <a:avLst/>
          </a:prstGeom>
          <a:solidFill>
            <a:srgbClr val="FF0000">
              <a:alpha val="40000"/>
            </a:srgbClr>
          </a:solidFill>
          <a:ln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E03EC9A-0A26-A82A-3CC8-7D21A8E1CCCF}"/>
              </a:ext>
            </a:extLst>
          </p:cNvPr>
          <p:cNvSpPr txBox="1"/>
          <p:nvPr/>
        </p:nvSpPr>
        <p:spPr>
          <a:xfrm>
            <a:off x="1473376" y="697990"/>
            <a:ext cx="147870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Unzulässiges Gebiet: Tragfähigkeit überschritten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4F0BF919-C934-CBBF-102D-9E87EE37D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45" y="1586633"/>
            <a:ext cx="734313" cy="20955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2E8111A2-7B9A-A893-A22B-54BC002EB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441" y="1751325"/>
            <a:ext cx="669629" cy="262259"/>
          </a:xfrm>
          <a:prstGeom prst="rect">
            <a:avLst/>
          </a:prstGeom>
        </p:spPr>
      </p:pic>
      <p:sp>
        <p:nvSpPr>
          <p:cNvPr id="26" name="Textfeld 25">
            <a:extLst>
              <a:ext uri="{FF2B5EF4-FFF2-40B4-BE49-F238E27FC236}">
                <a16:creationId xmlns:a16="http://schemas.microsoft.com/office/drawing/2014/main" id="{24601FBF-3657-D65F-E1CA-ECC202553D6C}"/>
              </a:ext>
            </a:extLst>
          </p:cNvPr>
          <p:cNvSpPr txBox="1"/>
          <p:nvPr/>
        </p:nvSpPr>
        <p:spPr>
          <a:xfrm>
            <a:off x="654350" y="1577611"/>
            <a:ext cx="13100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Zulässiges</a:t>
            </a:r>
          </a:p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Gebiet</a:t>
            </a: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9364351A-530F-8708-EC7A-A494762AA3AB}"/>
              </a:ext>
            </a:extLst>
          </p:cNvPr>
          <p:cNvCxnSpPr>
            <a:cxnSpLocks/>
          </p:cNvCxnSpPr>
          <p:nvPr/>
        </p:nvCxnSpPr>
        <p:spPr>
          <a:xfrm flipV="1">
            <a:off x="1666637" y="2135981"/>
            <a:ext cx="0" cy="751999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D58FE67A-0C4C-AE3D-4EF6-9E126A80A175}"/>
              </a:ext>
            </a:extLst>
          </p:cNvPr>
          <p:cNvCxnSpPr>
            <a:cxnSpLocks/>
          </p:cNvCxnSpPr>
          <p:nvPr/>
        </p:nvCxnSpPr>
        <p:spPr>
          <a:xfrm>
            <a:off x="646509" y="2135595"/>
            <a:ext cx="1008356" cy="0"/>
          </a:xfrm>
          <a:prstGeom prst="line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Ellipse 9">
            <a:extLst>
              <a:ext uri="{FF2B5EF4-FFF2-40B4-BE49-F238E27FC236}">
                <a16:creationId xmlns:a16="http://schemas.microsoft.com/office/drawing/2014/main" id="{B295D815-A8C8-2EB6-3934-2362FBCE03EB}"/>
              </a:ext>
            </a:extLst>
          </p:cNvPr>
          <p:cNvSpPr/>
          <p:nvPr/>
        </p:nvSpPr>
        <p:spPr>
          <a:xfrm>
            <a:off x="1477534" y="1952112"/>
            <a:ext cx="168788" cy="16878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D296C93-A1C7-07A6-685E-83EB4E06CA12}"/>
              </a:ext>
            </a:extLst>
          </p:cNvPr>
          <p:cNvSpPr txBox="1"/>
          <p:nvPr/>
        </p:nvSpPr>
        <p:spPr>
          <a:xfrm>
            <a:off x="1393104" y="19184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</a:t>
            </a:r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B5C419EF-7B07-FF61-BD55-29C4479F2EDC}"/>
              </a:ext>
            </a:extLst>
          </p:cNvPr>
          <p:cNvSpPr/>
          <p:nvPr/>
        </p:nvSpPr>
        <p:spPr>
          <a:xfrm>
            <a:off x="1885905" y="1905232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77D5555C-71B7-585E-88D6-AA1A9DB30BFB}"/>
              </a:ext>
            </a:extLst>
          </p:cNvPr>
          <p:cNvSpPr/>
          <p:nvPr/>
        </p:nvSpPr>
        <p:spPr>
          <a:xfrm>
            <a:off x="1626941" y="2095225"/>
            <a:ext cx="78580" cy="785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7307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99583-C570-3FC7-F4F2-5C665CB7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346A92AF-35FB-FFEE-DF56-01DE1366D117}"/>
              </a:ext>
            </a:extLst>
          </p:cNvPr>
          <p:cNvGrpSpPr/>
          <p:nvPr/>
        </p:nvGrpSpPr>
        <p:grpSpPr>
          <a:xfrm>
            <a:off x="644799" y="714375"/>
            <a:ext cx="2269851" cy="2171700"/>
            <a:chOff x="487680" y="949405"/>
            <a:chExt cx="1877060" cy="1764030"/>
          </a:xfrm>
        </p:grpSpPr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AD72D2A4-5592-EF83-A5FC-0235149C4DEA}"/>
                </a:ext>
              </a:extLst>
            </p:cNvPr>
            <p:cNvGrpSpPr/>
            <p:nvPr/>
          </p:nvGrpSpPr>
          <p:grpSpPr>
            <a:xfrm>
              <a:off x="487680" y="949405"/>
              <a:ext cx="1877059" cy="1764030"/>
              <a:chOff x="341947" y="567690"/>
              <a:chExt cx="2918460" cy="1699260"/>
            </a:xfrm>
          </p:grpSpPr>
          <p:cxnSp>
            <p:nvCxnSpPr>
              <p:cNvPr id="51" name="Gerader Verbinder 50">
                <a:extLst>
                  <a:ext uri="{FF2B5EF4-FFF2-40B4-BE49-F238E27FC236}">
                    <a16:creationId xmlns:a16="http://schemas.microsoft.com/office/drawing/2014/main" id="{A32D81C6-8BB8-B4C2-DA48-911533574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56769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Gerader Verbinder 51">
                <a:extLst>
                  <a:ext uri="{FF2B5EF4-FFF2-40B4-BE49-F238E27FC236}">
                    <a16:creationId xmlns:a16="http://schemas.microsoft.com/office/drawing/2014/main" id="{51B16870-9784-94A3-0720-C9ABBEB701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73761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Gerader Verbinder 52">
                <a:extLst>
                  <a:ext uri="{FF2B5EF4-FFF2-40B4-BE49-F238E27FC236}">
                    <a16:creationId xmlns:a16="http://schemas.microsoft.com/office/drawing/2014/main" id="{CC631D19-1344-4685-19CA-A7DF2AEE03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90754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Gerader Verbinder 53">
                <a:extLst>
                  <a:ext uri="{FF2B5EF4-FFF2-40B4-BE49-F238E27FC236}">
                    <a16:creationId xmlns:a16="http://schemas.microsoft.com/office/drawing/2014/main" id="{4C7F94B2-23A5-D5AE-A04A-0B29848F04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07746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Gerader Verbinder 54">
                <a:extLst>
                  <a:ext uri="{FF2B5EF4-FFF2-40B4-BE49-F238E27FC236}">
                    <a16:creationId xmlns:a16="http://schemas.microsoft.com/office/drawing/2014/main" id="{BE4B92E7-4295-F400-F712-631D17C9A2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24739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Gerader Verbinder 55">
                <a:extLst>
                  <a:ext uri="{FF2B5EF4-FFF2-40B4-BE49-F238E27FC236}">
                    <a16:creationId xmlns:a16="http://schemas.microsoft.com/office/drawing/2014/main" id="{F1576033-5F42-3A04-5B77-6ED90FE39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41732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Gerader Verbinder 56">
                <a:extLst>
                  <a:ext uri="{FF2B5EF4-FFF2-40B4-BE49-F238E27FC236}">
                    <a16:creationId xmlns:a16="http://schemas.microsoft.com/office/drawing/2014/main" id="{5956CC9F-63A8-FAEC-014B-FE9D4AB050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587246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r Verbinder 57">
                <a:extLst>
                  <a:ext uri="{FF2B5EF4-FFF2-40B4-BE49-F238E27FC236}">
                    <a16:creationId xmlns:a16="http://schemas.microsoft.com/office/drawing/2014/main" id="{9A131698-3ECA-A582-718B-736C0BBB59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757172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r Verbinder 58">
                <a:extLst>
                  <a:ext uri="{FF2B5EF4-FFF2-40B4-BE49-F238E27FC236}">
                    <a16:creationId xmlns:a16="http://schemas.microsoft.com/office/drawing/2014/main" id="{4F528BE2-D2D0-5C3E-6E7C-CFD20E216F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1927098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r Verbinder 59">
                <a:extLst>
                  <a:ext uri="{FF2B5EF4-FFF2-40B4-BE49-F238E27FC236}">
                    <a16:creationId xmlns:a16="http://schemas.microsoft.com/office/drawing/2014/main" id="{056AB4D3-86B5-32B1-8435-F9BE0828F2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097024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Gerader Verbinder 60">
                <a:extLst>
                  <a:ext uri="{FF2B5EF4-FFF2-40B4-BE49-F238E27FC236}">
                    <a16:creationId xmlns:a16="http://schemas.microsoft.com/office/drawing/2014/main" id="{D3307EF0-D236-E852-FE4D-F6865713E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1947" y="2266950"/>
                <a:ext cx="291846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667C5004-F033-4ED6-6B07-63CD94567279}"/>
                </a:ext>
              </a:extLst>
            </p:cNvPr>
            <p:cNvGrpSpPr/>
            <p:nvPr/>
          </p:nvGrpSpPr>
          <p:grpSpPr>
            <a:xfrm>
              <a:off x="487680" y="949405"/>
              <a:ext cx="1877060" cy="1764030"/>
              <a:chOff x="321183" y="2689479"/>
              <a:chExt cx="1958340" cy="1482090"/>
            </a:xfrm>
          </p:grpSpPr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123719CF-18D8-32C7-DB7E-A08F03685B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53847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30393208-6044-4881-B41D-FD693E1DECB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14681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E78FB374-8797-BA46-54F4-3531663E7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75514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6FF69A67-6CF4-C9AB-A142-935F4AB4E1B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6347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8F9DDAB2-CEFE-899E-3854-38043A19A73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819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39955299-FB4E-4C8A-28EC-815B1187FE7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419862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0356B704-2496-182D-DCDC-B4B22A05C4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22402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1E8D5CE0-FE47-1AC2-9DB1-68D3C1A53D4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67640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0F0A7C69-9C0D-0B5A-B481-5E655DD2058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59308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684BF991-0B1A-092A-5840-666574E7C261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50976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r Verbinder 49">
                <a:extLst>
                  <a:ext uri="{FF2B5EF4-FFF2-40B4-BE49-F238E27FC236}">
                    <a16:creationId xmlns:a16="http://schemas.microsoft.com/office/drawing/2014/main" id="{6D5BFAB2-039C-15C2-459D-880B7716103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342644" y="3430524"/>
                <a:ext cx="1482090" cy="0"/>
              </a:xfrm>
              <a:prstGeom prst="line">
                <a:avLst/>
              </a:prstGeom>
              <a:ln w="9525" cap="rnd">
                <a:solidFill>
                  <a:schemeClr val="bg1">
                    <a:lumMod val="7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feld 62">
            <a:extLst>
              <a:ext uri="{FF2B5EF4-FFF2-40B4-BE49-F238E27FC236}">
                <a16:creationId xmlns:a16="http://schemas.microsoft.com/office/drawing/2014/main" id="{1F0546A4-D8AF-DF25-23C7-BAA9F2996F10}"/>
              </a:ext>
            </a:extLst>
          </p:cNvPr>
          <p:cNvSpPr txBox="1"/>
          <p:nvPr/>
        </p:nvSpPr>
        <p:spPr>
          <a:xfrm>
            <a:off x="648617" y="432065"/>
            <a:ext cx="352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</a:p>
        </p:txBody>
      </p: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D047DF13-3CB5-3B9F-A823-307E605E46A1}"/>
              </a:ext>
            </a:extLst>
          </p:cNvPr>
          <p:cNvGrpSpPr/>
          <p:nvPr/>
        </p:nvGrpSpPr>
        <p:grpSpPr>
          <a:xfrm>
            <a:off x="352896" y="614364"/>
            <a:ext cx="354335" cy="2168913"/>
            <a:chOff x="216658" y="852398"/>
            <a:chExt cx="354335" cy="1757633"/>
          </a:xfrm>
        </p:grpSpPr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351411BF-404B-E268-4DCF-8968D32E85E5}"/>
                </a:ext>
              </a:extLst>
            </p:cNvPr>
            <p:cNvSpPr txBox="1"/>
            <p:nvPr/>
          </p:nvSpPr>
          <p:spPr>
            <a:xfrm>
              <a:off x="216663" y="852398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72" name="Textfeld 71">
              <a:extLst>
                <a:ext uri="{FF2B5EF4-FFF2-40B4-BE49-F238E27FC236}">
                  <a16:creationId xmlns:a16="http://schemas.microsoft.com/office/drawing/2014/main" id="{931E7A88-DBA7-CFEB-3138-0FC018D6C768}"/>
                </a:ext>
              </a:extLst>
            </p:cNvPr>
            <p:cNvSpPr txBox="1"/>
            <p:nvPr/>
          </p:nvSpPr>
          <p:spPr>
            <a:xfrm>
              <a:off x="216663" y="1028331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C2E666FC-D396-B22F-9473-EACDA065ACDE}"/>
                </a:ext>
              </a:extLst>
            </p:cNvPr>
            <p:cNvSpPr txBox="1"/>
            <p:nvPr/>
          </p:nvSpPr>
          <p:spPr>
            <a:xfrm>
              <a:off x="216663" y="1204264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05FD0F27-4A66-F0BE-722B-596349C8D5DD}"/>
                </a:ext>
              </a:extLst>
            </p:cNvPr>
            <p:cNvSpPr txBox="1"/>
            <p:nvPr/>
          </p:nvSpPr>
          <p:spPr>
            <a:xfrm>
              <a:off x="216663" y="1380197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FBB46A6-F814-89A2-9107-AC31C1FE9C7E}"/>
                </a:ext>
              </a:extLst>
            </p:cNvPr>
            <p:cNvSpPr txBox="1"/>
            <p:nvPr/>
          </p:nvSpPr>
          <p:spPr>
            <a:xfrm>
              <a:off x="216663" y="1556130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33C85AAC-095D-6CFD-19C2-727CB6BCBC9E}"/>
                </a:ext>
              </a:extLst>
            </p:cNvPr>
            <p:cNvSpPr txBox="1"/>
            <p:nvPr/>
          </p:nvSpPr>
          <p:spPr>
            <a:xfrm>
              <a:off x="216662" y="1732063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42F3B241-B83A-7DF1-FDB3-D3C3B5F03630}"/>
                </a:ext>
              </a:extLst>
            </p:cNvPr>
            <p:cNvSpPr txBox="1"/>
            <p:nvPr/>
          </p:nvSpPr>
          <p:spPr>
            <a:xfrm>
              <a:off x="216661" y="1907996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9E58C0A8-BE90-412C-83EC-5B362268C798}"/>
                </a:ext>
              </a:extLst>
            </p:cNvPr>
            <p:cNvSpPr txBox="1"/>
            <p:nvPr/>
          </p:nvSpPr>
          <p:spPr>
            <a:xfrm>
              <a:off x="216660" y="2083929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E6B3D0F-B6CC-E102-D611-1D678A31530D}"/>
                </a:ext>
              </a:extLst>
            </p:cNvPr>
            <p:cNvSpPr txBox="1"/>
            <p:nvPr/>
          </p:nvSpPr>
          <p:spPr>
            <a:xfrm>
              <a:off x="216659" y="2259862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BD3635FF-1759-BCD3-4BDE-9872483BD16E}"/>
                </a:ext>
              </a:extLst>
            </p:cNvPr>
            <p:cNvSpPr txBox="1"/>
            <p:nvPr/>
          </p:nvSpPr>
          <p:spPr>
            <a:xfrm>
              <a:off x="216658" y="2435795"/>
              <a:ext cx="354330" cy="1742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8BA853AB-C2B3-7F34-9EE5-3C5403B4EC9A}"/>
              </a:ext>
            </a:extLst>
          </p:cNvPr>
          <p:cNvSpPr txBox="1"/>
          <p:nvPr/>
        </p:nvSpPr>
        <p:spPr>
          <a:xfrm>
            <a:off x="2952079" y="2623097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</a:t>
            </a:r>
          </a:p>
        </p:txBody>
      </p: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4A63B04B-DD21-6246-5F14-98305C98ED8F}"/>
              </a:ext>
            </a:extLst>
          </p:cNvPr>
          <p:cNvGrpSpPr/>
          <p:nvPr/>
        </p:nvGrpSpPr>
        <p:grpSpPr>
          <a:xfrm>
            <a:off x="698055" y="2920008"/>
            <a:ext cx="2393759" cy="215444"/>
            <a:chOff x="698055" y="2905720"/>
            <a:chExt cx="2393759" cy="215444"/>
          </a:xfrm>
        </p:grpSpPr>
        <p:sp>
          <p:nvSpPr>
            <p:cNvPr id="99" name="Textfeld 98">
              <a:extLst>
                <a:ext uri="{FF2B5EF4-FFF2-40B4-BE49-F238E27FC236}">
                  <a16:creationId xmlns:a16="http://schemas.microsoft.com/office/drawing/2014/main" id="{26C97434-9210-1B68-9883-E96BAD751D39}"/>
                </a:ext>
              </a:extLst>
            </p:cNvPr>
            <p:cNvSpPr txBox="1"/>
            <p:nvPr/>
          </p:nvSpPr>
          <p:spPr>
            <a:xfrm>
              <a:off x="2510879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0,9</a:t>
              </a:r>
            </a:p>
          </p:txBody>
        </p:sp>
        <p:sp>
          <p:nvSpPr>
            <p:cNvPr id="101" name="Textfeld 100">
              <a:extLst>
                <a:ext uri="{FF2B5EF4-FFF2-40B4-BE49-F238E27FC236}">
                  <a16:creationId xmlns:a16="http://schemas.microsoft.com/office/drawing/2014/main" id="{2354630D-2D4B-C054-FA54-043369C4436C}"/>
                </a:ext>
              </a:extLst>
            </p:cNvPr>
            <p:cNvSpPr txBox="1"/>
            <p:nvPr/>
          </p:nvSpPr>
          <p:spPr>
            <a:xfrm>
              <a:off x="273748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1,0</a:t>
              </a:r>
            </a:p>
          </p:txBody>
        </p:sp>
        <p:sp>
          <p:nvSpPr>
            <p:cNvPr id="103" name="Textfeld 102">
              <a:extLst>
                <a:ext uri="{FF2B5EF4-FFF2-40B4-BE49-F238E27FC236}">
                  <a16:creationId xmlns:a16="http://schemas.microsoft.com/office/drawing/2014/main" id="{60EEC255-3E5E-B4DE-61E3-0F520EA5D293}"/>
                </a:ext>
              </a:extLst>
            </p:cNvPr>
            <p:cNvSpPr txBox="1"/>
            <p:nvPr/>
          </p:nvSpPr>
          <p:spPr>
            <a:xfrm>
              <a:off x="2284276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0,8</a:t>
              </a:r>
            </a:p>
          </p:txBody>
        </p: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29E867F7-E498-4B0F-722C-7DA8E93A0873}"/>
                </a:ext>
              </a:extLst>
            </p:cNvPr>
            <p:cNvSpPr txBox="1"/>
            <p:nvPr/>
          </p:nvSpPr>
          <p:spPr>
            <a:xfrm>
              <a:off x="2057673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0,7</a:t>
              </a:r>
            </a:p>
          </p:txBody>
        </p: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99A3FFB7-914B-166E-0F42-439D22C232D8}"/>
                </a:ext>
              </a:extLst>
            </p:cNvPr>
            <p:cNvSpPr txBox="1"/>
            <p:nvPr/>
          </p:nvSpPr>
          <p:spPr>
            <a:xfrm>
              <a:off x="1831070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0,6</a:t>
              </a:r>
            </a:p>
          </p:txBody>
        </p:sp>
        <p:sp>
          <p:nvSpPr>
            <p:cNvPr id="109" name="Textfeld 108">
              <a:extLst>
                <a:ext uri="{FF2B5EF4-FFF2-40B4-BE49-F238E27FC236}">
                  <a16:creationId xmlns:a16="http://schemas.microsoft.com/office/drawing/2014/main" id="{103FAADD-82A7-3579-32AE-83549043D3D2}"/>
                </a:ext>
              </a:extLst>
            </p:cNvPr>
            <p:cNvSpPr txBox="1"/>
            <p:nvPr/>
          </p:nvSpPr>
          <p:spPr>
            <a:xfrm>
              <a:off x="1604467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0,5</a:t>
              </a:r>
            </a:p>
          </p:txBody>
        </p: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D934AF38-83F4-D9D7-4863-977E20B4F7A5}"/>
                </a:ext>
              </a:extLst>
            </p:cNvPr>
            <p:cNvSpPr txBox="1"/>
            <p:nvPr/>
          </p:nvSpPr>
          <p:spPr>
            <a:xfrm>
              <a:off x="1377864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0,4</a:t>
              </a:r>
            </a:p>
          </p:txBody>
        </p:sp>
        <p:sp>
          <p:nvSpPr>
            <p:cNvPr id="113" name="Textfeld 112">
              <a:extLst>
                <a:ext uri="{FF2B5EF4-FFF2-40B4-BE49-F238E27FC236}">
                  <a16:creationId xmlns:a16="http://schemas.microsoft.com/office/drawing/2014/main" id="{F04F32E2-BA83-3F72-E059-9CA3A7E185F4}"/>
                </a:ext>
              </a:extLst>
            </p:cNvPr>
            <p:cNvSpPr txBox="1"/>
            <p:nvPr/>
          </p:nvSpPr>
          <p:spPr>
            <a:xfrm>
              <a:off x="1151261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0,3</a:t>
              </a:r>
            </a:p>
          </p:txBody>
        </p:sp>
        <p:sp>
          <p:nvSpPr>
            <p:cNvPr id="115" name="Textfeld 114">
              <a:extLst>
                <a:ext uri="{FF2B5EF4-FFF2-40B4-BE49-F238E27FC236}">
                  <a16:creationId xmlns:a16="http://schemas.microsoft.com/office/drawing/2014/main" id="{B6A61A5B-1E53-6729-F362-F72198FCDC3A}"/>
                </a:ext>
              </a:extLst>
            </p:cNvPr>
            <p:cNvSpPr txBox="1"/>
            <p:nvPr/>
          </p:nvSpPr>
          <p:spPr>
            <a:xfrm>
              <a:off x="924658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0,2</a:t>
              </a: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D491DCCD-E61C-D3F1-F37A-3316F2D9D95C}"/>
                </a:ext>
              </a:extLst>
            </p:cNvPr>
            <p:cNvSpPr txBox="1"/>
            <p:nvPr/>
          </p:nvSpPr>
          <p:spPr>
            <a:xfrm>
              <a:off x="698055" y="2905720"/>
              <a:ext cx="35433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0,1</a:t>
              </a:r>
            </a:p>
          </p:txBody>
        </p:sp>
      </p:grpSp>
      <p:sp>
        <p:nvSpPr>
          <p:cNvPr id="6" name="Textfeld 5">
            <a:extLst>
              <a:ext uri="{FF2B5EF4-FFF2-40B4-BE49-F238E27FC236}">
                <a16:creationId xmlns:a16="http://schemas.microsoft.com/office/drawing/2014/main" id="{72E6B809-446A-CE98-E0F3-1943AF237875}"/>
              </a:ext>
            </a:extLst>
          </p:cNvPr>
          <p:cNvSpPr txBox="1"/>
          <p:nvPr/>
        </p:nvSpPr>
        <p:spPr>
          <a:xfrm>
            <a:off x="1505591" y="178407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7482129F-05D5-94C3-8B79-70156BF0E0AE}"/>
              </a:ext>
            </a:extLst>
          </p:cNvPr>
          <p:cNvCxnSpPr>
            <a:cxnSpLocks/>
          </p:cNvCxnSpPr>
          <p:nvPr/>
        </p:nvCxnSpPr>
        <p:spPr>
          <a:xfrm>
            <a:off x="645795" y="718185"/>
            <a:ext cx="2266950" cy="2171700"/>
          </a:xfrm>
          <a:prstGeom prst="line">
            <a:avLst/>
          </a:prstGeom>
          <a:ln cap="rnd">
            <a:solidFill>
              <a:srgbClr val="FF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C57A8FAE-00B5-0A29-B677-54FA2BB57A62}"/>
              </a:ext>
            </a:extLst>
          </p:cNvPr>
          <p:cNvSpPr/>
          <p:nvPr/>
        </p:nvSpPr>
        <p:spPr>
          <a:xfrm>
            <a:off x="642620" y="711200"/>
            <a:ext cx="2273300" cy="2176780"/>
          </a:xfrm>
          <a:custGeom>
            <a:avLst/>
            <a:gdLst>
              <a:gd name="csX0" fmla="*/ 0 w 2273300"/>
              <a:gd name="csY0" fmla="*/ 0 h 2176780"/>
              <a:gd name="csX1" fmla="*/ 1046480 w 2273300"/>
              <a:gd name="csY1" fmla="*/ 264160 h 2176780"/>
              <a:gd name="csX2" fmla="*/ 1849120 w 2273300"/>
              <a:gd name="csY2" fmla="*/ 937260 h 2176780"/>
              <a:gd name="csX3" fmla="*/ 2273300 w 2273300"/>
              <a:gd name="csY3" fmla="*/ 2176780 h 21767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3300" h="2176780">
                <a:moveTo>
                  <a:pt x="0" y="0"/>
                </a:moveTo>
                <a:cubicBezTo>
                  <a:pt x="407246" y="48471"/>
                  <a:pt x="763693" y="120650"/>
                  <a:pt x="1046480" y="264160"/>
                </a:cubicBezTo>
                <a:cubicBezTo>
                  <a:pt x="1354590" y="420521"/>
                  <a:pt x="1628100" y="608715"/>
                  <a:pt x="1849120" y="937260"/>
                </a:cubicBezTo>
                <a:cubicBezTo>
                  <a:pt x="2025644" y="1199663"/>
                  <a:pt x="2219325" y="1624965"/>
                  <a:pt x="2273300" y="2176780"/>
                </a:cubicBezTo>
              </a:path>
            </a:pathLst>
          </a:custGeom>
          <a:noFill/>
          <a:ln>
            <a:solidFill>
              <a:srgbClr val="FF9F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BEADE45-B719-252E-6D71-016E70D7EF6D}"/>
              </a:ext>
            </a:extLst>
          </p:cNvPr>
          <p:cNvSpPr txBox="1"/>
          <p:nvPr/>
        </p:nvSpPr>
        <p:spPr>
          <a:xfrm>
            <a:off x="1969795" y="1336331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FF9F2B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0B5CE30D-8536-146B-52C8-968BAF867D00}"/>
              </a:ext>
            </a:extLst>
          </p:cNvPr>
          <p:cNvSpPr/>
          <p:nvPr/>
        </p:nvSpPr>
        <p:spPr>
          <a:xfrm>
            <a:off x="647700" y="714374"/>
            <a:ext cx="2270760" cy="2176145"/>
          </a:xfrm>
          <a:custGeom>
            <a:avLst/>
            <a:gdLst>
              <a:gd name="csX0" fmla="*/ 0 w 2270760"/>
              <a:gd name="csY0" fmla="*/ 0 h 2181860"/>
              <a:gd name="csX1" fmla="*/ 1206500 w 2270760"/>
              <a:gd name="csY1" fmla="*/ 114300 h 2181860"/>
              <a:gd name="csX2" fmla="*/ 1892300 w 2270760"/>
              <a:gd name="csY2" fmla="*/ 891540 h 2181860"/>
              <a:gd name="csX3" fmla="*/ 2270760 w 2270760"/>
              <a:gd name="csY3" fmla="*/ 2181860 h 21818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0760" h="2181860">
                <a:moveTo>
                  <a:pt x="0" y="0"/>
                </a:moveTo>
                <a:cubicBezTo>
                  <a:pt x="491701" y="11430"/>
                  <a:pt x="901277" y="8890"/>
                  <a:pt x="1206500" y="114300"/>
                </a:cubicBezTo>
                <a:cubicBezTo>
                  <a:pt x="1511723" y="219710"/>
                  <a:pt x="1771227" y="556683"/>
                  <a:pt x="1892300" y="891540"/>
                </a:cubicBezTo>
                <a:cubicBezTo>
                  <a:pt x="2013373" y="1226397"/>
                  <a:pt x="2148416" y="1674918"/>
                  <a:pt x="2270760" y="2181860"/>
                </a:cubicBezTo>
              </a:path>
            </a:pathLst>
          </a:custGeom>
          <a:noFill/>
          <a:ln cap="rnd">
            <a:solidFill>
              <a:srgbClr val="129F57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Freihandform: Form 21">
            <a:extLst>
              <a:ext uri="{FF2B5EF4-FFF2-40B4-BE49-F238E27FC236}">
                <a16:creationId xmlns:a16="http://schemas.microsoft.com/office/drawing/2014/main" id="{1A0034CB-E2AB-6700-C959-E2AC3ED8D16F}"/>
              </a:ext>
            </a:extLst>
          </p:cNvPr>
          <p:cNvSpPr/>
          <p:nvPr/>
        </p:nvSpPr>
        <p:spPr>
          <a:xfrm>
            <a:off x="647700" y="712470"/>
            <a:ext cx="2268855" cy="2172970"/>
          </a:xfrm>
          <a:custGeom>
            <a:avLst/>
            <a:gdLst>
              <a:gd name="csX0" fmla="*/ 0 w 2275840"/>
              <a:gd name="csY0" fmla="*/ 0 h 2179320"/>
              <a:gd name="csX1" fmla="*/ 1475740 w 2275840"/>
              <a:gd name="csY1" fmla="*/ 63500 h 2179320"/>
              <a:gd name="csX2" fmla="*/ 1973580 w 2275840"/>
              <a:gd name="csY2" fmla="*/ 571500 h 2179320"/>
              <a:gd name="csX3" fmla="*/ 2148840 w 2275840"/>
              <a:gd name="csY3" fmla="*/ 1252220 h 2179320"/>
              <a:gd name="csX4" fmla="*/ 2275840 w 2275840"/>
              <a:gd name="csY4" fmla="*/ 2179320 h 21793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75840" h="2179320">
                <a:moveTo>
                  <a:pt x="0" y="0"/>
                </a:moveTo>
                <a:cubicBezTo>
                  <a:pt x="352319" y="7302"/>
                  <a:pt x="1195070" y="8890"/>
                  <a:pt x="1475740" y="63500"/>
                </a:cubicBezTo>
                <a:cubicBezTo>
                  <a:pt x="1756410" y="118110"/>
                  <a:pt x="1909657" y="381000"/>
                  <a:pt x="1973580" y="571500"/>
                </a:cubicBezTo>
                <a:cubicBezTo>
                  <a:pt x="2037503" y="762000"/>
                  <a:pt x="2092113" y="965623"/>
                  <a:pt x="2148840" y="1252220"/>
                </a:cubicBezTo>
                <a:cubicBezTo>
                  <a:pt x="2205567" y="1538817"/>
                  <a:pt x="2240703" y="1859068"/>
                  <a:pt x="2275840" y="2179320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7894202-536E-567A-1130-F08889F19065}"/>
              </a:ext>
            </a:extLst>
          </p:cNvPr>
          <p:cNvCxnSpPr>
            <a:cxnSpLocks/>
          </p:cNvCxnSpPr>
          <p:nvPr/>
        </p:nvCxnSpPr>
        <p:spPr>
          <a:xfrm flipV="1">
            <a:off x="644798" y="557213"/>
            <a:ext cx="0" cy="2328862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54DE20E2-E7B9-FF79-79EA-6D59AC0FD46F}"/>
              </a:ext>
            </a:extLst>
          </p:cNvPr>
          <p:cNvCxnSpPr>
            <a:cxnSpLocks/>
          </p:cNvCxnSpPr>
          <p:nvPr/>
        </p:nvCxnSpPr>
        <p:spPr>
          <a:xfrm>
            <a:off x="644798" y="2889647"/>
            <a:ext cx="245559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46AA74B7-EEE3-2869-83BA-232EE31D38D8}"/>
              </a:ext>
            </a:extLst>
          </p:cNvPr>
          <p:cNvSpPr txBox="1"/>
          <p:nvPr/>
        </p:nvSpPr>
        <p:spPr>
          <a:xfrm>
            <a:off x="1892161" y="957290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129F57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4AF0492-5495-FDDF-3238-0CEAEC6B5A8A}"/>
              </a:ext>
            </a:extLst>
          </p:cNvPr>
          <p:cNvSpPr txBox="1"/>
          <p:nvPr/>
        </p:nvSpPr>
        <p:spPr>
          <a:xfrm>
            <a:off x="2355359" y="733965"/>
            <a:ext cx="354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F8515436-B1F4-56C8-74A6-807C231B60CB}"/>
              </a:ext>
            </a:extLst>
          </p:cNvPr>
          <p:cNvSpPr txBox="1"/>
          <p:nvPr/>
        </p:nvSpPr>
        <p:spPr>
          <a:xfrm>
            <a:off x="471450" y="2920008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A627FA5D-DC75-4618-AC63-54455FEBFB4F}"/>
              </a:ext>
            </a:extLst>
          </p:cNvPr>
          <p:cNvSpPr txBox="1"/>
          <p:nvPr/>
        </p:nvSpPr>
        <p:spPr>
          <a:xfrm>
            <a:off x="330821" y="2783342"/>
            <a:ext cx="3543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8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0,0</a:t>
            </a:r>
          </a:p>
        </p:txBody>
      </p:sp>
    </p:spTree>
    <p:extLst>
      <p:ext uri="{BB962C8B-B14F-4D97-AF65-F5344CB8AC3E}">
        <p14:creationId xmlns:p14="http://schemas.microsoft.com/office/powerpoint/2010/main" val="772923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B2FB2-E08E-97CB-B090-87F907B04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1300C348-2A2F-7AE3-EA7D-A88A20D42724}"/>
              </a:ext>
            </a:extLst>
          </p:cNvPr>
          <p:cNvGrpSpPr/>
          <p:nvPr/>
        </p:nvGrpSpPr>
        <p:grpSpPr>
          <a:xfrm>
            <a:off x="963566" y="143304"/>
            <a:ext cx="1673318" cy="706380"/>
            <a:chOff x="906053" y="409287"/>
            <a:chExt cx="1673318" cy="706380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C9C2AE75-BB35-456A-826F-B1C8B1E38E3E}"/>
                </a:ext>
              </a:extLst>
            </p:cNvPr>
            <p:cNvSpPr/>
            <p:nvPr/>
          </p:nvSpPr>
          <p:spPr>
            <a:xfrm>
              <a:off x="976467" y="645307"/>
              <a:ext cx="1170468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741E25C0-2E65-F9BD-B2EC-52EC5CE3D67C}"/>
                </a:ext>
              </a:extLst>
            </p:cNvPr>
            <p:cNvSpPr/>
            <p:nvPr/>
          </p:nvSpPr>
          <p:spPr>
            <a:xfrm>
              <a:off x="1334576" y="754997"/>
              <a:ext cx="1170467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2E3875A-4AF4-C2C0-3368-1C2B67F44D3E}"/>
                </a:ext>
              </a:extLst>
            </p:cNvPr>
            <p:cNvSpPr/>
            <p:nvPr/>
          </p:nvSpPr>
          <p:spPr>
            <a:xfrm>
              <a:off x="1580527" y="645306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9014BD24-F30F-B214-64BF-6E4CADD40C7E}"/>
                </a:ext>
              </a:extLst>
            </p:cNvPr>
            <p:cNvSpPr/>
            <p:nvPr/>
          </p:nvSpPr>
          <p:spPr>
            <a:xfrm>
              <a:off x="1508155" y="520364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85635F83-D9B2-0F3A-B784-6A1ED00D34B2}"/>
                </a:ext>
              </a:extLst>
            </p:cNvPr>
            <p:cNvSpPr/>
            <p:nvPr/>
          </p:nvSpPr>
          <p:spPr>
            <a:xfrm>
              <a:off x="931069" y="609486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2908E180-6061-F5B4-FE1A-9544D7ADC8BF}"/>
                </a:ext>
              </a:extLst>
            </p:cNvPr>
            <p:cNvSpPr/>
            <p:nvPr/>
          </p:nvSpPr>
          <p:spPr>
            <a:xfrm>
              <a:off x="2350647" y="725783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" name="Gerade Verbindung mit Pfeil 9">
              <a:extLst>
                <a:ext uri="{FF2B5EF4-FFF2-40B4-BE49-F238E27FC236}">
                  <a16:creationId xmlns:a16="http://schemas.microsoft.com/office/drawing/2014/main" id="{E8DB77BF-845F-DA31-989B-8CF97C715D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6053" y="695454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1A91DD1E-A181-8DB1-F699-8A1BC014F157}"/>
                </a:ext>
              </a:extLst>
            </p:cNvPr>
            <p:cNvCxnSpPr>
              <a:cxnSpLocks/>
            </p:cNvCxnSpPr>
            <p:nvPr/>
          </p:nvCxnSpPr>
          <p:spPr>
            <a:xfrm>
              <a:off x="2322228" y="836409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B4913BCA-0C93-300E-FB59-660A3F8E19E3}"/>
                </a:ext>
              </a:extLst>
            </p:cNvPr>
            <p:cNvSpPr txBox="1"/>
            <p:nvPr/>
          </p:nvSpPr>
          <p:spPr>
            <a:xfrm>
              <a:off x="931414" y="738519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2C07E1FD-FC67-F9BA-1AAA-6C80643F58FF}"/>
                </a:ext>
              </a:extLst>
            </p:cNvPr>
            <p:cNvSpPr txBox="1"/>
            <p:nvPr/>
          </p:nvSpPr>
          <p:spPr>
            <a:xfrm>
              <a:off x="2313305" y="52764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D6B6753A-C20A-39A0-BFD7-7854E74FD6BB}"/>
                </a:ext>
              </a:extLst>
            </p:cNvPr>
            <p:cNvSpPr/>
            <p:nvPr/>
          </p:nvSpPr>
          <p:spPr>
            <a:xfrm>
              <a:off x="1535338" y="915473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A6DE902E-29CE-F685-E088-03A3259E935A}"/>
                </a:ext>
              </a:extLst>
            </p:cNvPr>
            <p:cNvCxnSpPr>
              <a:cxnSpLocks/>
            </p:cNvCxnSpPr>
            <p:nvPr/>
          </p:nvCxnSpPr>
          <p:spPr>
            <a:xfrm>
              <a:off x="1741013" y="409287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87FD46FC-A79E-2112-135B-BF8C597472F8}"/>
              </a:ext>
            </a:extLst>
          </p:cNvPr>
          <p:cNvGrpSpPr/>
          <p:nvPr/>
        </p:nvGrpSpPr>
        <p:grpSpPr>
          <a:xfrm>
            <a:off x="648854" y="1781480"/>
            <a:ext cx="2299344" cy="706380"/>
            <a:chOff x="700518" y="1236800"/>
            <a:chExt cx="2299344" cy="706380"/>
          </a:xfrm>
        </p:grpSpPr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40007D3-ACE4-BAF4-82A9-616A24DBEB24}"/>
                </a:ext>
              </a:extLst>
            </p:cNvPr>
            <p:cNvSpPr/>
            <p:nvPr/>
          </p:nvSpPr>
          <p:spPr>
            <a:xfrm>
              <a:off x="1112519" y="1472820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813356DC-5B92-A8BC-83F7-22C74E19D342}"/>
                </a:ext>
              </a:extLst>
            </p:cNvPr>
            <p:cNvSpPr/>
            <p:nvPr/>
          </p:nvSpPr>
          <p:spPr>
            <a:xfrm>
              <a:off x="1922145" y="1582510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34BEC385-C3D9-9153-EF71-72BF59E6DC82}"/>
                </a:ext>
              </a:extLst>
            </p:cNvPr>
            <p:cNvSpPr/>
            <p:nvPr/>
          </p:nvSpPr>
          <p:spPr>
            <a:xfrm>
              <a:off x="2066563" y="1472819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Freihandform: Form 30">
              <a:extLst>
                <a:ext uri="{FF2B5EF4-FFF2-40B4-BE49-F238E27FC236}">
                  <a16:creationId xmlns:a16="http://schemas.microsoft.com/office/drawing/2014/main" id="{7CA9EFF1-19E2-1D80-6CA2-FE7F84DBCB40}"/>
                </a:ext>
              </a:extLst>
            </p:cNvPr>
            <p:cNvSpPr/>
            <p:nvPr/>
          </p:nvSpPr>
          <p:spPr>
            <a:xfrm>
              <a:off x="1994191" y="134787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FB6A819B-7DE8-77EB-7361-CF76D33E3E39}"/>
                </a:ext>
              </a:extLst>
            </p:cNvPr>
            <p:cNvSpPr/>
            <p:nvPr/>
          </p:nvSpPr>
          <p:spPr>
            <a:xfrm>
              <a:off x="2771138" y="1534621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4B623B77-3347-6A18-4458-1B22F19195DF}"/>
                </a:ext>
              </a:extLst>
            </p:cNvPr>
            <p:cNvCxnSpPr>
              <a:cxnSpLocks/>
            </p:cNvCxnSpPr>
            <p:nvPr/>
          </p:nvCxnSpPr>
          <p:spPr>
            <a:xfrm>
              <a:off x="2733935" y="1662017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59FA22F7-306B-4BE7-3A67-755FDD74EB83}"/>
                </a:ext>
              </a:extLst>
            </p:cNvPr>
            <p:cNvSpPr txBox="1"/>
            <p:nvPr/>
          </p:nvSpPr>
          <p:spPr>
            <a:xfrm>
              <a:off x="743031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DF284D3D-AF13-7100-EE0A-A9EA48DC962A}"/>
                </a:ext>
              </a:extLst>
            </p:cNvPr>
            <p:cNvSpPr txBox="1"/>
            <p:nvPr/>
          </p:nvSpPr>
          <p:spPr>
            <a:xfrm>
              <a:off x="2732000" y="1347876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C934DB92-4515-3051-B09D-D6BB4B2A7212}"/>
                </a:ext>
              </a:extLst>
            </p:cNvPr>
            <p:cNvSpPr/>
            <p:nvPr/>
          </p:nvSpPr>
          <p:spPr>
            <a:xfrm>
              <a:off x="2021374" y="1742986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C07179BD-E8C1-0479-92A4-7B197BD256F2}"/>
                </a:ext>
              </a:extLst>
            </p:cNvPr>
            <p:cNvCxnSpPr>
              <a:cxnSpLocks/>
            </p:cNvCxnSpPr>
            <p:nvPr/>
          </p:nvCxnSpPr>
          <p:spPr>
            <a:xfrm>
              <a:off x="2227049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EC1EACD3-0241-2640-839E-4CFFEF147FA6}"/>
                </a:ext>
              </a:extLst>
            </p:cNvPr>
            <p:cNvSpPr/>
            <p:nvPr/>
          </p:nvSpPr>
          <p:spPr>
            <a:xfrm>
              <a:off x="731291" y="1582297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071065E9-2FC5-2E3A-2372-C224CE0538D2}"/>
                </a:ext>
              </a:extLst>
            </p:cNvPr>
            <p:cNvSpPr/>
            <p:nvPr/>
          </p:nvSpPr>
          <p:spPr>
            <a:xfrm>
              <a:off x="1303897" y="1472818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BC266D3F-1D3C-8D22-2E7E-8486F1AB9777}"/>
                </a:ext>
              </a:extLst>
            </p:cNvPr>
            <p:cNvSpPr/>
            <p:nvPr/>
          </p:nvSpPr>
          <p:spPr>
            <a:xfrm>
              <a:off x="1231525" y="1347876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Freihandform: Form 46">
              <a:extLst>
                <a:ext uri="{FF2B5EF4-FFF2-40B4-BE49-F238E27FC236}">
                  <a16:creationId xmlns:a16="http://schemas.microsoft.com/office/drawing/2014/main" id="{F140202E-D796-E33A-1A5D-96D475658D07}"/>
                </a:ext>
              </a:extLst>
            </p:cNvPr>
            <p:cNvSpPr/>
            <p:nvPr/>
          </p:nvSpPr>
          <p:spPr>
            <a:xfrm>
              <a:off x="1258708" y="1742985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B163B72F-3489-1870-497A-9B106A469D2A}"/>
                </a:ext>
              </a:extLst>
            </p:cNvPr>
            <p:cNvSpPr/>
            <p:nvPr/>
          </p:nvSpPr>
          <p:spPr>
            <a:xfrm>
              <a:off x="700518" y="1549300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DBD7ACF9-8F1F-542B-292E-BA00F8FAA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9826" y="1662017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F4EC4C7F-3200-E5C6-4E17-8C942A746D3D}"/>
                </a:ext>
              </a:extLst>
            </p:cNvPr>
            <p:cNvCxnSpPr>
              <a:cxnSpLocks/>
            </p:cNvCxnSpPr>
            <p:nvPr/>
          </p:nvCxnSpPr>
          <p:spPr>
            <a:xfrm>
              <a:off x="1466261" y="1236800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91067334-E742-EE8D-23B1-07998AF872AC}"/>
              </a:ext>
            </a:extLst>
          </p:cNvPr>
          <p:cNvGrpSpPr/>
          <p:nvPr/>
        </p:nvGrpSpPr>
        <p:grpSpPr>
          <a:xfrm>
            <a:off x="801445" y="968241"/>
            <a:ext cx="2026895" cy="706380"/>
            <a:chOff x="936686" y="1031724"/>
            <a:chExt cx="2026895" cy="706380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CB0D972B-4C7F-CC98-E9CC-798D7814E829}"/>
                </a:ext>
              </a:extLst>
            </p:cNvPr>
            <p:cNvSpPr/>
            <p:nvPr/>
          </p:nvSpPr>
          <p:spPr>
            <a:xfrm>
              <a:off x="1033981" y="1267744"/>
              <a:ext cx="1528576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53A67574-CF07-FACF-6A5B-093DA9F1313A}"/>
                </a:ext>
              </a:extLst>
            </p:cNvPr>
            <p:cNvSpPr/>
            <p:nvPr/>
          </p:nvSpPr>
          <p:spPr>
            <a:xfrm>
              <a:off x="1313683" y="1377434"/>
              <a:ext cx="1625732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4EBD56A9-7158-AFCD-2F4A-A862467937A9}"/>
                </a:ext>
              </a:extLst>
            </p:cNvPr>
            <p:cNvSpPr/>
            <p:nvPr/>
          </p:nvSpPr>
          <p:spPr>
            <a:xfrm>
              <a:off x="2068877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" name="Freihandform: Form 53">
              <a:extLst>
                <a:ext uri="{FF2B5EF4-FFF2-40B4-BE49-F238E27FC236}">
                  <a16:creationId xmlns:a16="http://schemas.microsoft.com/office/drawing/2014/main" id="{E0250170-2042-373D-EB03-4FC130D17F94}"/>
                </a:ext>
              </a:extLst>
            </p:cNvPr>
            <p:cNvSpPr/>
            <p:nvPr/>
          </p:nvSpPr>
          <p:spPr>
            <a:xfrm>
              <a:off x="1996505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694564F0-DDC4-6A29-1785-A012CAE4BA15}"/>
                </a:ext>
              </a:extLst>
            </p:cNvPr>
            <p:cNvSpPr/>
            <p:nvPr/>
          </p:nvSpPr>
          <p:spPr>
            <a:xfrm>
              <a:off x="961702" y="1231285"/>
              <a:ext cx="228724" cy="17193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165C97F1-6CEC-68A0-27FB-DE57213D0029}"/>
                </a:ext>
              </a:extLst>
            </p:cNvPr>
            <p:cNvSpPr/>
            <p:nvPr/>
          </p:nvSpPr>
          <p:spPr>
            <a:xfrm>
              <a:off x="2734857" y="1355840"/>
              <a:ext cx="228724" cy="200116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95872BC4-C10A-1066-EF51-D06E5A28C1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6686" y="1317253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B0DA844F-312D-BB4A-7638-00DB3C00F5CC}"/>
                </a:ext>
              </a:extLst>
            </p:cNvPr>
            <p:cNvCxnSpPr>
              <a:cxnSpLocks/>
            </p:cNvCxnSpPr>
            <p:nvPr/>
          </p:nvCxnSpPr>
          <p:spPr>
            <a:xfrm>
              <a:off x="2706438" y="1458846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B4238F6E-0A11-A9EA-AE85-D1FF57EE0FBF}"/>
                </a:ext>
              </a:extLst>
            </p:cNvPr>
            <p:cNvSpPr txBox="1"/>
            <p:nvPr/>
          </p:nvSpPr>
          <p:spPr>
            <a:xfrm>
              <a:off x="962047" y="1360318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83F864FB-63A4-4AE0-8B9A-01CBC939C6B8}"/>
                </a:ext>
              </a:extLst>
            </p:cNvPr>
            <p:cNvSpPr txBox="1"/>
            <p:nvPr/>
          </p:nvSpPr>
          <p:spPr>
            <a:xfrm>
              <a:off x="2697515" y="1150085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61" name="Freihandform: Form 60">
              <a:extLst>
                <a:ext uri="{FF2B5EF4-FFF2-40B4-BE49-F238E27FC236}">
                  <a16:creationId xmlns:a16="http://schemas.microsoft.com/office/drawing/2014/main" id="{9198E259-5B3C-3CEF-93CE-6C625FF38A97}"/>
                </a:ext>
              </a:extLst>
            </p:cNvPr>
            <p:cNvSpPr/>
            <p:nvPr/>
          </p:nvSpPr>
          <p:spPr>
            <a:xfrm>
              <a:off x="2023688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ECE0ABA2-B80E-BA3B-C647-7DC72B1D4DF3}"/>
                </a:ext>
              </a:extLst>
            </p:cNvPr>
            <p:cNvCxnSpPr>
              <a:cxnSpLocks/>
            </p:cNvCxnSpPr>
            <p:nvPr/>
          </p:nvCxnSpPr>
          <p:spPr>
            <a:xfrm>
              <a:off x="2229363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4D9ADDB0-69A9-02AE-91AB-4CAC53BB3395}"/>
                </a:ext>
              </a:extLst>
            </p:cNvPr>
            <p:cNvSpPr/>
            <p:nvPr/>
          </p:nvSpPr>
          <p:spPr>
            <a:xfrm>
              <a:off x="1460974" y="1267743"/>
              <a:ext cx="324729" cy="27016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4" name="Freihandform: Form 63">
              <a:extLst>
                <a:ext uri="{FF2B5EF4-FFF2-40B4-BE49-F238E27FC236}">
                  <a16:creationId xmlns:a16="http://schemas.microsoft.com/office/drawing/2014/main" id="{654A97F6-C4F4-51FA-3D75-D433122B247F}"/>
                </a:ext>
              </a:extLst>
            </p:cNvPr>
            <p:cNvSpPr/>
            <p:nvPr/>
          </p:nvSpPr>
          <p:spPr>
            <a:xfrm>
              <a:off x="1388602" y="1142801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Freihandform: Form 64">
              <a:extLst>
                <a:ext uri="{FF2B5EF4-FFF2-40B4-BE49-F238E27FC236}">
                  <a16:creationId xmlns:a16="http://schemas.microsoft.com/office/drawing/2014/main" id="{75E11D46-C203-A11E-7562-A1732D194BC2}"/>
                </a:ext>
              </a:extLst>
            </p:cNvPr>
            <p:cNvSpPr/>
            <p:nvPr/>
          </p:nvSpPr>
          <p:spPr>
            <a:xfrm>
              <a:off x="1415785" y="1537910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58A50DB8-444F-9C44-3131-4941829E86CD}"/>
                </a:ext>
              </a:extLst>
            </p:cNvPr>
            <p:cNvCxnSpPr>
              <a:cxnSpLocks/>
            </p:cNvCxnSpPr>
            <p:nvPr/>
          </p:nvCxnSpPr>
          <p:spPr>
            <a:xfrm>
              <a:off x="1621460" y="1031724"/>
              <a:ext cx="0" cy="70638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4BE0F415-E04A-10AB-3389-A5281116320D}"/>
              </a:ext>
            </a:extLst>
          </p:cNvPr>
          <p:cNvGrpSpPr/>
          <p:nvPr/>
        </p:nvGrpSpPr>
        <p:grpSpPr>
          <a:xfrm>
            <a:off x="651873" y="2623911"/>
            <a:ext cx="2299344" cy="817709"/>
            <a:chOff x="651873" y="2613195"/>
            <a:chExt cx="2299344" cy="817709"/>
          </a:xfrm>
        </p:grpSpPr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F064C002-1128-3C95-449C-ACF3A15B8D6C}"/>
                </a:ext>
              </a:extLst>
            </p:cNvPr>
            <p:cNvSpPr/>
            <p:nvPr/>
          </p:nvSpPr>
          <p:spPr>
            <a:xfrm>
              <a:off x="1066821" y="3125552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658BAAA6-A959-1697-5C1B-C06259A4995C}"/>
                </a:ext>
              </a:extLst>
            </p:cNvPr>
            <p:cNvSpPr/>
            <p:nvPr/>
          </p:nvSpPr>
          <p:spPr>
            <a:xfrm>
              <a:off x="1063874" y="2847311"/>
              <a:ext cx="1470659" cy="10029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 cap="rnd">
              <a:solidFill>
                <a:schemeClr val="bg1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AD935AE3-1679-1536-7CB3-9B5543AAE7EE}"/>
                </a:ext>
              </a:extLst>
            </p:cNvPr>
            <p:cNvSpPr/>
            <p:nvPr/>
          </p:nvSpPr>
          <p:spPr>
            <a:xfrm>
              <a:off x="1873500" y="2957001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8F163BAE-DCEB-6C80-F5A0-53C583AC8981}"/>
                </a:ext>
              </a:extLst>
            </p:cNvPr>
            <p:cNvSpPr/>
            <p:nvPr/>
          </p:nvSpPr>
          <p:spPr>
            <a:xfrm>
              <a:off x="2017918" y="2847099"/>
              <a:ext cx="324729" cy="37896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2" name="Freihandform: Form 71">
              <a:extLst>
                <a:ext uri="{FF2B5EF4-FFF2-40B4-BE49-F238E27FC236}">
                  <a16:creationId xmlns:a16="http://schemas.microsoft.com/office/drawing/2014/main" id="{D82D5B91-CB3C-E386-BEB6-D55DBC11641E}"/>
                </a:ext>
              </a:extLst>
            </p:cNvPr>
            <p:cNvSpPr/>
            <p:nvPr/>
          </p:nvSpPr>
          <p:spPr>
            <a:xfrm>
              <a:off x="1945546" y="2722368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1C135C65-3C8C-37B7-4F49-15496E4BEBBD}"/>
                </a:ext>
              </a:extLst>
            </p:cNvPr>
            <p:cNvSpPr/>
            <p:nvPr/>
          </p:nvSpPr>
          <p:spPr>
            <a:xfrm>
              <a:off x="2722493" y="2909112"/>
              <a:ext cx="228724" cy="254088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82F36358-1AEE-BEC7-B1A1-26286AFF7C32}"/>
                </a:ext>
              </a:extLst>
            </p:cNvPr>
            <p:cNvCxnSpPr>
              <a:cxnSpLocks/>
            </p:cNvCxnSpPr>
            <p:nvPr/>
          </p:nvCxnSpPr>
          <p:spPr>
            <a:xfrm>
              <a:off x="2685290" y="3036508"/>
              <a:ext cx="257143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D8040EDB-20F7-3AFE-825F-C43C813B5C21}"/>
                </a:ext>
              </a:extLst>
            </p:cNvPr>
            <p:cNvSpPr txBox="1"/>
            <p:nvPr/>
          </p:nvSpPr>
          <p:spPr>
            <a:xfrm>
              <a:off x="694386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F39CFE4B-A123-A107-D605-748A5B018661}"/>
                </a:ext>
              </a:extLst>
            </p:cNvPr>
            <p:cNvSpPr txBox="1"/>
            <p:nvPr/>
          </p:nvSpPr>
          <p:spPr>
            <a:xfrm>
              <a:off x="2683355" y="2722367"/>
              <a:ext cx="220157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sp>
          <p:nvSpPr>
            <p:cNvPr id="77" name="Freihandform: Form 76">
              <a:extLst>
                <a:ext uri="{FF2B5EF4-FFF2-40B4-BE49-F238E27FC236}">
                  <a16:creationId xmlns:a16="http://schemas.microsoft.com/office/drawing/2014/main" id="{A07DB1B7-C0D9-F7CA-7841-61A9471D29F0}"/>
                </a:ext>
              </a:extLst>
            </p:cNvPr>
            <p:cNvSpPr/>
            <p:nvPr/>
          </p:nvSpPr>
          <p:spPr>
            <a:xfrm>
              <a:off x="1972729" y="3226062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9" name="Rechteck 78">
              <a:extLst>
                <a:ext uri="{FF2B5EF4-FFF2-40B4-BE49-F238E27FC236}">
                  <a16:creationId xmlns:a16="http://schemas.microsoft.com/office/drawing/2014/main" id="{135D9629-E229-62E2-ACA1-852BBD4A56A9}"/>
                </a:ext>
              </a:extLst>
            </p:cNvPr>
            <p:cNvSpPr/>
            <p:nvPr/>
          </p:nvSpPr>
          <p:spPr>
            <a:xfrm>
              <a:off x="682646" y="2956788"/>
              <a:ext cx="1037348" cy="16047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43652A8F-A71B-6498-8F32-326D0DB3298E}"/>
                </a:ext>
              </a:extLst>
            </p:cNvPr>
            <p:cNvSpPr/>
            <p:nvPr/>
          </p:nvSpPr>
          <p:spPr>
            <a:xfrm>
              <a:off x="1255252" y="2847099"/>
              <a:ext cx="324729" cy="378961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1" name="Freihandform: Form 80">
              <a:extLst>
                <a:ext uri="{FF2B5EF4-FFF2-40B4-BE49-F238E27FC236}">
                  <a16:creationId xmlns:a16="http://schemas.microsoft.com/office/drawing/2014/main" id="{63E26935-1DD4-31AA-C48E-D0276BD3E343}"/>
                </a:ext>
              </a:extLst>
            </p:cNvPr>
            <p:cNvSpPr/>
            <p:nvPr/>
          </p:nvSpPr>
          <p:spPr>
            <a:xfrm>
              <a:off x="1182880" y="2722367"/>
              <a:ext cx="469472" cy="124941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2" name="Freihandform: Form 81">
              <a:extLst>
                <a:ext uri="{FF2B5EF4-FFF2-40B4-BE49-F238E27FC236}">
                  <a16:creationId xmlns:a16="http://schemas.microsoft.com/office/drawing/2014/main" id="{87C2AC6B-8BAF-F07C-601F-7FD452709920}"/>
                </a:ext>
              </a:extLst>
            </p:cNvPr>
            <p:cNvSpPr/>
            <p:nvPr/>
          </p:nvSpPr>
          <p:spPr>
            <a:xfrm>
              <a:off x="1210063" y="3226061"/>
              <a:ext cx="415108" cy="84656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solidFill>
              <a:schemeClr val="tx2">
                <a:lumMod val="25000"/>
                <a:lumOff val="75000"/>
              </a:schemeClr>
            </a:solidFill>
            <a:ln w="9525" cap="rnd">
              <a:solidFill>
                <a:schemeClr val="tx2">
                  <a:lumMod val="90000"/>
                  <a:lumOff val="1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3" name="Rechteck 82">
              <a:extLst>
                <a:ext uri="{FF2B5EF4-FFF2-40B4-BE49-F238E27FC236}">
                  <a16:creationId xmlns:a16="http://schemas.microsoft.com/office/drawing/2014/main" id="{17289F43-E3B4-6EE7-3389-B9A59519D33C}"/>
                </a:ext>
              </a:extLst>
            </p:cNvPr>
            <p:cNvSpPr/>
            <p:nvPr/>
          </p:nvSpPr>
          <p:spPr>
            <a:xfrm>
              <a:off x="651873" y="2923791"/>
              <a:ext cx="228724" cy="246929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DA844D52-0567-6A3C-B90B-EADDCE3C1E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181" y="3036508"/>
              <a:ext cx="253740" cy="0"/>
            </a:xfrm>
            <a:prstGeom prst="straightConnector1">
              <a:avLst/>
            </a:prstGeom>
            <a:ln w="25400" cap="rnd">
              <a:solidFill>
                <a:srgbClr val="FF0000"/>
              </a:solidFill>
              <a:round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7DB2D939-1B7A-E07C-0C63-E965FB87B47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404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10F5E86B-3304-CAB7-C757-DA709AB41BB6}"/>
                </a:ext>
              </a:extLst>
            </p:cNvPr>
            <p:cNvCxnSpPr>
              <a:cxnSpLocks/>
            </p:cNvCxnSpPr>
            <p:nvPr/>
          </p:nvCxnSpPr>
          <p:spPr>
            <a:xfrm>
              <a:off x="1417616" y="2613195"/>
              <a:ext cx="0" cy="817709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lgDashDot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29416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D3648-99FD-DF6F-11C6-F125396BD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7571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CF2A0-DAC2-87C4-3842-ABC437628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49759DFC-EE17-26AF-916F-23F6765F424E}"/>
              </a:ext>
            </a:extLst>
          </p:cNvPr>
          <p:cNvGrpSpPr/>
          <p:nvPr/>
        </p:nvGrpSpPr>
        <p:grpSpPr>
          <a:xfrm>
            <a:off x="416714" y="455919"/>
            <a:ext cx="551299" cy="662848"/>
            <a:chOff x="566936" y="774646"/>
            <a:chExt cx="958729" cy="814777"/>
          </a:xfrm>
          <a:solidFill>
            <a:schemeClr val="bg1">
              <a:lumMod val="85000"/>
            </a:schemeClr>
          </a:solidFill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E295627B-53A1-FCF9-2AEA-882B6CD61C07}"/>
                </a:ext>
              </a:extLst>
            </p:cNvPr>
            <p:cNvSpPr/>
            <p:nvPr/>
          </p:nvSpPr>
          <p:spPr>
            <a:xfrm>
              <a:off x="755976" y="946330"/>
              <a:ext cx="574021" cy="481888"/>
            </a:xfrm>
            <a:prstGeom prst="rect">
              <a:avLst/>
            </a:pr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AA896594-15F7-4EAB-4051-794922376AD8}"/>
                </a:ext>
              </a:extLst>
            </p:cNvPr>
            <p:cNvSpPr/>
            <p:nvPr/>
          </p:nvSpPr>
          <p:spPr>
            <a:xfrm>
              <a:off x="566936" y="774646"/>
              <a:ext cx="958729" cy="171685"/>
            </a:xfrm>
            <a:custGeom>
              <a:avLst/>
              <a:gdLst>
                <a:gd name="csX0" fmla="*/ 8 w 1046567"/>
                <a:gd name="csY0" fmla="*/ 311467 h 311467"/>
                <a:gd name="csX1" fmla="*/ 1046567 w 1046567"/>
                <a:gd name="csY1" fmla="*/ 311467 h 311467"/>
                <a:gd name="csX2" fmla="*/ 754149 w 1046567"/>
                <a:gd name="csY2" fmla="*/ 0 h 311467"/>
                <a:gd name="csX3" fmla="*/ 272661 w 1046567"/>
                <a:gd name="csY3" fmla="*/ 2143 h 311467"/>
                <a:gd name="csX4" fmla="*/ 8 w 1046567"/>
                <a:gd name="csY4" fmla="*/ 311467 h 311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046567" h="311467">
                  <a:moveTo>
                    <a:pt x="8" y="311467"/>
                  </a:moveTo>
                  <a:lnTo>
                    <a:pt x="1046567" y="311467"/>
                  </a:lnTo>
                  <a:cubicBezTo>
                    <a:pt x="1037994" y="144780"/>
                    <a:pt x="904088" y="119"/>
                    <a:pt x="754149" y="0"/>
                  </a:cubicBezTo>
                  <a:lnTo>
                    <a:pt x="272661" y="2143"/>
                  </a:lnTo>
                  <a:cubicBezTo>
                    <a:pt x="118396" y="4524"/>
                    <a:pt x="-1183" y="151209"/>
                    <a:pt x="8" y="311467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893B0DB6-4844-975F-9DE3-62A7595E9A68}"/>
                </a:ext>
              </a:extLst>
            </p:cNvPr>
            <p:cNvSpPr/>
            <p:nvPr/>
          </p:nvSpPr>
          <p:spPr>
            <a:xfrm>
              <a:off x="644445" y="1428218"/>
              <a:ext cx="790465" cy="161205"/>
            </a:xfrm>
            <a:custGeom>
              <a:avLst/>
              <a:gdLst>
                <a:gd name="csX0" fmla="*/ 33897 w 983409"/>
                <a:gd name="csY0" fmla="*/ 0 h 255270"/>
                <a:gd name="csX1" fmla="*/ 954012 w 983409"/>
                <a:gd name="csY1" fmla="*/ 0 h 255270"/>
                <a:gd name="csX2" fmla="*/ 954012 w 983409"/>
                <a:gd name="csY2" fmla="*/ 255270 h 255270"/>
                <a:gd name="csX3" fmla="*/ 31992 w 983409"/>
                <a:gd name="csY3" fmla="*/ 255270 h 255270"/>
                <a:gd name="csX4" fmla="*/ 33897 w 983409"/>
                <a:gd name="csY4" fmla="*/ 0 h 2552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83409" h="255270">
                  <a:moveTo>
                    <a:pt x="33897" y="0"/>
                  </a:moveTo>
                  <a:lnTo>
                    <a:pt x="954012" y="0"/>
                  </a:lnTo>
                  <a:cubicBezTo>
                    <a:pt x="997827" y="85090"/>
                    <a:pt x="988302" y="172085"/>
                    <a:pt x="954012" y="255270"/>
                  </a:cubicBezTo>
                  <a:lnTo>
                    <a:pt x="31992" y="255270"/>
                  </a:lnTo>
                  <a:cubicBezTo>
                    <a:pt x="-5473" y="179705"/>
                    <a:pt x="-16268" y="77470"/>
                    <a:pt x="33897" y="0"/>
                  </a:cubicBezTo>
                  <a:close/>
                </a:path>
              </a:pathLst>
            </a:custGeom>
            <a:grpFill/>
            <a:ln w="9525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458A68AC-54B0-D224-7C51-82A005EDD8C6}"/>
              </a:ext>
            </a:extLst>
          </p:cNvPr>
          <p:cNvGrpSpPr/>
          <p:nvPr/>
        </p:nvGrpSpPr>
        <p:grpSpPr>
          <a:xfrm>
            <a:off x="1516380" y="213731"/>
            <a:ext cx="567690" cy="1198660"/>
            <a:chOff x="1516380" y="335651"/>
            <a:chExt cx="567690" cy="1198660"/>
          </a:xfrm>
        </p:grpSpPr>
        <p:sp>
          <p:nvSpPr>
            <p:cNvPr id="16" name="Rechteck: abgerundete Ecken 15">
              <a:extLst>
                <a:ext uri="{FF2B5EF4-FFF2-40B4-BE49-F238E27FC236}">
                  <a16:creationId xmlns:a16="http://schemas.microsoft.com/office/drawing/2014/main" id="{40DC776E-D60E-C6E8-3554-EEBAAD5C6AEC}"/>
                </a:ext>
              </a:extLst>
            </p:cNvPr>
            <p:cNvSpPr/>
            <p:nvPr/>
          </p:nvSpPr>
          <p:spPr>
            <a:xfrm>
              <a:off x="1656259" y="551512"/>
              <a:ext cx="287930" cy="921070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FF997CB4-458B-FAFB-C96E-45A5ECF2AAA6}"/>
                </a:ext>
              </a:extLst>
            </p:cNvPr>
            <p:cNvGrpSpPr/>
            <p:nvPr/>
          </p:nvGrpSpPr>
          <p:grpSpPr>
            <a:xfrm>
              <a:off x="1659797" y="588333"/>
              <a:ext cx="280849" cy="888021"/>
              <a:chOff x="1733003" y="623894"/>
              <a:chExt cx="280849" cy="751698"/>
            </a:xfrm>
          </p:grpSpPr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221B99A8-34E7-7EEB-B959-49FD4CFA96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948620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3E814C21-092E-864C-C7EB-16DA3EF2CB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894499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572A4A6B-6C1C-588D-9E10-AEDC4053CE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840378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B2848B23-9A0F-47F5-62E1-60F59E7FD4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786257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4674A289-F41A-94E4-B054-9F373BA7BE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732136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762666F6-0401-9726-28FA-D4F32B0190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678015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278F16E5-CA7F-0832-423B-3D7F1FAF8B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623894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952CEA08-0BE7-159C-0BEA-B0E78BFAAC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002741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7072B62-6C73-DDD4-D940-7B16387C2C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056862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56C5F98C-6F63-76EB-8D3F-9BEA8AD72A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110983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C4541E71-5514-739D-8A28-F5286F4BB3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165104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0DB68C0-F8D6-3326-D16E-1EE998C2A2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219225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2F75C33F-DAD3-0FA6-72F1-D24A35D435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273346"/>
                <a:ext cx="280849" cy="57817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D86C1AFA-3652-B90C-5134-42A96A1379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33003" y="1327467"/>
                <a:ext cx="233773" cy="48125"/>
              </a:xfrm>
              <a:prstGeom prst="line">
                <a:avLst/>
              </a:prstGeom>
              <a:ln w="15875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CA4B287C-BF1B-4D00-667B-6DF46A1160EC}"/>
                </a:ext>
              </a:extLst>
            </p:cNvPr>
            <p:cNvSpPr/>
            <p:nvPr/>
          </p:nvSpPr>
          <p:spPr>
            <a:xfrm>
              <a:off x="1516380" y="335651"/>
              <a:ext cx="567690" cy="27759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E4A41477-0DF3-DFD5-183C-A30114684692}"/>
                </a:ext>
              </a:extLst>
            </p:cNvPr>
            <p:cNvSpPr/>
            <p:nvPr/>
          </p:nvSpPr>
          <p:spPr>
            <a:xfrm>
              <a:off x="1676400" y="335651"/>
              <a:ext cx="247650" cy="27759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409EB0D2-3DA4-63BF-3354-86E3EDDBE65C}"/>
                </a:ext>
              </a:extLst>
            </p:cNvPr>
            <p:cNvSpPr/>
            <p:nvPr/>
          </p:nvSpPr>
          <p:spPr>
            <a:xfrm>
              <a:off x="1611810" y="1478112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C1C2919C-D8E4-6395-8571-2BA85CEF62F4}"/>
              </a:ext>
            </a:extLst>
          </p:cNvPr>
          <p:cNvGrpSpPr/>
          <p:nvPr/>
        </p:nvGrpSpPr>
        <p:grpSpPr>
          <a:xfrm>
            <a:off x="2681965" y="288815"/>
            <a:ext cx="468632" cy="1061847"/>
            <a:chOff x="2662437" y="317382"/>
            <a:chExt cx="468632" cy="1061847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0671CB1D-32DA-2A59-2007-6C6B1D6206BE}"/>
                </a:ext>
              </a:extLst>
            </p:cNvPr>
            <p:cNvSpPr/>
            <p:nvPr/>
          </p:nvSpPr>
          <p:spPr>
            <a:xfrm>
              <a:off x="2708338" y="1323030"/>
              <a:ext cx="381909" cy="561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6D8F9B14-0A6F-59A5-86E7-35484D151FE7}"/>
                </a:ext>
              </a:extLst>
            </p:cNvPr>
            <p:cNvSpPr/>
            <p:nvPr/>
          </p:nvSpPr>
          <p:spPr>
            <a:xfrm>
              <a:off x="2756314" y="452003"/>
              <a:ext cx="280877" cy="857368"/>
            </a:xfrm>
            <a:custGeom>
              <a:avLst/>
              <a:gdLst>
                <a:gd name="csX0" fmla="*/ 0 w 280877"/>
                <a:gd name="csY0" fmla="*/ 0 h 736601"/>
                <a:gd name="csX1" fmla="*/ 280849 w 280877"/>
                <a:gd name="csY1" fmla="*/ 0 h 736601"/>
                <a:gd name="csX2" fmla="*/ 280877 w 280877"/>
                <a:gd name="csY2" fmla="*/ 685009 h 736601"/>
                <a:gd name="csX3" fmla="*/ 248464 w 280877"/>
                <a:gd name="csY3" fmla="*/ 736601 h 736601"/>
                <a:gd name="csX4" fmla="*/ 31750 w 280877"/>
                <a:gd name="csY4" fmla="*/ 734696 h 736601"/>
                <a:gd name="csX5" fmla="*/ 842 w 280877"/>
                <a:gd name="csY5" fmla="*/ 681199 h 736601"/>
                <a:gd name="csX6" fmla="*/ 0 w 280877"/>
                <a:gd name="csY6" fmla="*/ 0 h 736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80877" h="736601">
                  <a:moveTo>
                    <a:pt x="0" y="0"/>
                  </a:moveTo>
                  <a:lnTo>
                    <a:pt x="280849" y="0"/>
                  </a:lnTo>
                  <a:cubicBezTo>
                    <a:pt x="280858" y="223256"/>
                    <a:pt x="280868" y="461753"/>
                    <a:pt x="280877" y="685009"/>
                  </a:cubicBezTo>
                  <a:cubicBezTo>
                    <a:pt x="267533" y="702841"/>
                    <a:pt x="261808" y="718769"/>
                    <a:pt x="248464" y="736601"/>
                  </a:cubicBezTo>
                  <a:lnTo>
                    <a:pt x="31750" y="734696"/>
                  </a:lnTo>
                  <a:cubicBezTo>
                    <a:pt x="14886" y="700989"/>
                    <a:pt x="19611" y="714906"/>
                    <a:pt x="842" y="681199"/>
                  </a:cubicBezTo>
                  <a:cubicBezTo>
                    <a:pt x="561" y="456673"/>
                    <a:pt x="281" y="224526"/>
                    <a:pt x="0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682204C4-0828-F6A4-2DFF-59C059125B28}"/>
                </a:ext>
              </a:extLst>
            </p:cNvPr>
            <p:cNvSpPr/>
            <p:nvPr/>
          </p:nvSpPr>
          <p:spPr>
            <a:xfrm>
              <a:off x="2662437" y="317382"/>
              <a:ext cx="468632" cy="19176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0D81FFEE-353D-FBF9-2230-0C53566CBB54}"/>
                </a:ext>
              </a:extLst>
            </p:cNvPr>
            <p:cNvSpPr/>
            <p:nvPr/>
          </p:nvSpPr>
          <p:spPr>
            <a:xfrm>
              <a:off x="2854926" y="1141378"/>
              <a:ext cx="82826" cy="8282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488E61C5-A9E1-C414-0A4C-5B175CBF5F36}"/>
              </a:ext>
            </a:extLst>
          </p:cNvPr>
          <p:cNvGrpSpPr/>
          <p:nvPr/>
        </p:nvGrpSpPr>
        <p:grpSpPr>
          <a:xfrm>
            <a:off x="318395" y="1734843"/>
            <a:ext cx="757238" cy="1759103"/>
            <a:chOff x="318395" y="1574823"/>
            <a:chExt cx="757238" cy="1759103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25E51D0A-CFF0-E3EA-C004-A4F972CE25DE}"/>
                </a:ext>
              </a:extLst>
            </p:cNvPr>
            <p:cNvSpPr/>
            <p:nvPr/>
          </p:nvSpPr>
          <p:spPr>
            <a:xfrm>
              <a:off x="533877" y="2758440"/>
              <a:ext cx="321234" cy="49784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5" name="Ellipse 64">
              <a:extLst>
                <a:ext uri="{FF2B5EF4-FFF2-40B4-BE49-F238E27FC236}">
                  <a16:creationId xmlns:a16="http://schemas.microsoft.com/office/drawing/2014/main" id="{6383FF4B-FFDF-9228-EFA8-3BCB63B9633F}"/>
                </a:ext>
              </a:extLst>
            </p:cNvPr>
            <p:cNvSpPr/>
            <p:nvPr/>
          </p:nvSpPr>
          <p:spPr>
            <a:xfrm>
              <a:off x="318395" y="2078830"/>
              <a:ext cx="757238" cy="757238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FFE01F44-7A11-EAFD-2A4B-75BFC52A7DEA}"/>
                </a:ext>
              </a:extLst>
            </p:cNvPr>
            <p:cNvSpPr/>
            <p:nvPr/>
          </p:nvSpPr>
          <p:spPr>
            <a:xfrm>
              <a:off x="464703" y="2227658"/>
              <a:ext cx="459582" cy="459582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Rechteck: abgerundete Ecken 67">
              <a:extLst>
                <a:ext uri="{FF2B5EF4-FFF2-40B4-BE49-F238E27FC236}">
                  <a16:creationId xmlns:a16="http://schemas.microsoft.com/office/drawing/2014/main" id="{D823E6D8-424E-6E7F-A478-8EDE50E11273}"/>
                </a:ext>
              </a:extLst>
            </p:cNvPr>
            <p:cNvSpPr/>
            <p:nvPr/>
          </p:nvSpPr>
          <p:spPr>
            <a:xfrm>
              <a:off x="595434" y="1619329"/>
              <a:ext cx="198120" cy="808911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E06F8AF4-65B3-BE14-B1CC-6278309D9830}"/>
                </a:ext>
              </a:extLst>
            </p:cNvPr>
            <p:cNvSpPr/>
            <p:nvPr/>
          </p:nvSpPr>
          <p:spPr>
            <a:xfrm>
              <a:off x="539115" y="2710180"/>
              <a:ext cx="312420" cy="19708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F347F5E4-7898-361B-F3C4-536120031744}"/>
                </a:ext>
              </a:extLst>
            </p:cNvPr>
            <p:cNvSpPr/>
            <p:nvPr/>
          </p:nvSpPr>
          <p:spPr>
            <a:xfrm rot="5400000">
              <a:off x="484255" y="1597020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D28A9D0E-1F88-40C2-FEBC-3641F8E36F1B}"/>
                </a:ext>
              </a:extLst>
            </p:cNvPr>
            <p:cNvSpPr/>
            <p:nvPr/>
          </p:nvSpPr>
          <p:spPr>
            <a:xfrm rot="16200000">
              <a:off x="471855" y="2881495"/>
              <a:ext cx="393090" cy="511771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9CB2D981-AB57-FD9F-EF6E-3906D9ACE89F}"/>
              </a:ext>
            </a:extLst>
          </p:cNvPr>
          <p:cNvGrpSpPr/>
          <p:nvPr/>
        </p:nvGrpSpPr>
        <p:grpSpPr>
          <a:xfrm>
            <a:off x="1536869" y="1975002"/>
            <a:ext cx="526703" cy="1281893"/>
            <a:chOff x="1536869" y="1888965"/>
            <a:chExt cx="526703" cy="1376234"/>
          </a:xfrm>
        </p:grpSpPr>
        <p:sp>
          <p:nvSpPr>
            <p:cNvPr id="84" name="Freihandform: Form 83">
              <a:extLst>
                <a:ext uri="{FF2B5EF4-FFF2-40B4-BE49-F238E27FC236}">
                  <a16:creationId xmlns:a16="http://schemas.microsoft.com/office/drawing/2014/main" id="{9F4E5EFB-5338-7FCB-C3AD-9F3C0A3D1E2B}"/>
                </a:ext>
              </a:extLst>
            </p:cNvPr>
            <p:cNvSpPr/>
            <p:nvPr/>
          </p:nvSpPr>
          <p:spPr>
            <a:xfrm>
              <a:off x="1536869" y="2022667"/>
              <a:ext cx="526703" cy="1111370"/>
            </a:xfrm>
            <a:custGeom>
              <a:avLst/>
              <a:gdLst>
                <a:gd name="csX0" fmla="*/ 268605 w 526703"/>
                <a:gd name="csY0" fmla="*/ 0 h 1202055"/>
                <a:gd name="csX1" fmla="*/ 1905 w 526703"/>
                <a:gd name="csY1" fmla="*/ 30480 h 1202055"/>
                <a:gd name="csX2" fmla="*/ 520065 w 526703"/>
                <a:gd name="csY2" fmla="*/ 104775 h 1202055"/>
                <a:gd name="csX3" fmla="*/ 3810 w 526703"/>
                <a:gd name="csY3" fmla="*/ 165735 h 1202055"/>
                <a:gd name="csX4" fmla="*/ 520065 w 526703"/>
                <a:gd name="csY4" fmla="*/ 240030 h 1202055"/>
                <a:gd name="csX5" fmla="*/ 1905 w 526703"/>
                <a:gd name="csY5" fmla="*/ 300990 h 1202055"/>
                <a:gd name="csX6" fmla="*/ 520065 w 526703"/>
                <a:gd name="csY6" fmla="*/ 373380 h 1202055"/>
                <a:gd name="csX7" fmla="*/ 1905 w 526703"/>
                <a:gd name="csY7" fmla="*/ 432435 h 1202055"/>
                <a:gd name="csX8" fmla="*/ 520065 w 526703"/>
                <a:gd name="csY8" fmla="*/ 508635 h 1202055"/>
                <a:gd name="csX9" fmla="*/ 1905 w 526703"/>
                <a:gd name="csY9" fmla="*/ 565785 h 1202055"/>
                <a:gd name="csX10" fmla="*/ 521970 w 526703"/>
                <a:gd name="csY10" fmla="*/ 643890 h 1202055"/>
                <a:gd name="csX11" fmla="*/ 3810 w 526703"/>
                <a:gd name="csY11" fmla="*/ 699135 h 1202055"/>
                <a:gd name="csX12" fmla="*/ 520065 w 526703"/>
                <a:gd name="csY12" fmla="*/ 775335 h 1202055"/>
                <a:gd name="csX13" fmla="*/ 0 w 526703"/>
                <a:gd name="csY13" fmla="*/ 832485 h 1202055"/>
                <a:gd name="csX14" fmla="*/ 520065 w 526703"/>
                <a:gd name="csY14" fmla="*/ 910590 h 1202055"/>
                <a:gd name="csX15" fmla="*/ 3810 w 526703"/>
                <a:gd name="csY15" fmla="*/ 965835 h 1202055"/>
                <a:gd name="csX16" fmla="*/ 520065 w 526703"/>
                <a:gd name="csY16" fmla="*/ 1043940 h 1202055"/>
                <a:gd name="csX17" fmla="*/ 3810 w 526703"/>
                <a:gd name="csY17" fmla="*/ 1097280 h 1202055"/>
                <a:gd name="csX18" fmla="*/ 520065 w 526703"/>
                <a:gd name="csY18" fmla="*/ 1175385 h 1202055"/>
                <a:gd name="csX19" fmla="*/ 249555 w 526703"/>
                <a:gd name="csY19" fmla="*/ 1202055 h 12020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526703" h="1202055">
                  <a:moveTo>
                    <a:pt x="268605" y="0"/>
                  </a:moveTo>
                  <a:cubicBezTo>
                    <a:pt x="114300" y="6509"/>
                    <a:pt x="1905" y="8537"/>
                    <a:pt x="1905" y="30480"/>
                  </a:cubicBezTo>
                  <a:cubicBezTo>
                    <a:pt x="1905" y="52423"/>
                    <a:pt x="519748" y="82233"/>
                    <a:pt x="520065" y="104775"/>
                  </a:cubicBezTo>
                  <a:cubicBezTo>
                    <a:pt x="520382" y="127317"/>
                    <a:pt x="3810" y="143193"/>
                    <a:pt x="3810" y="165735"/>
                  </a:cubicBezTo>
                  <a:cubicBezTo>
                    <a:pt x="3810" y="188277"/>
                    <a:pt x="520382" y="217488"/>
                    <a:pt x="520065" y="240030"/>
                  </a:cubicBezTo>
                  <a:cubicBezTo>
                    <a:pt x="519748" y="262572"/>
                    <a:pt x="1905" y="278765"/>
                    <a:pt x="1905" y="300990"/>
                  </a:cubicBezTo>
                  <a:cubicBezTo>
                    <a:pt x="1905" y="323215"/>
                    <a:pt x="520065" y="351473"/>
                    <a:pt x="520065" y="373380"/>
                  </a:cubicBezTo>
                  <a:cubicBezTo>
                    <a:pt x="520065" y="395287"/>
                    <a:pt x="1905" y="409893"/>
                    <a:pt x="1905" y="432435"/>
                  </a:cubicBezTo>
                  <a:cubicBezTo>
                    <a:pt x="1905" y="454977"/>
                    <a:pt x="520065" y="486410"/>
                    <a:pt x="520065" y="508635"/>
                  </a:cubicBezTo>
                  <a:cubicBezTo>
                    <a:pt x="520065" y="530860"/>
                    <a:pt x="1588" y="543243"/>
                    <a:pt x="1905" y="565785"/>
                  </a:cubicBezTo>
                  <a:cubicBezTo>
                    <a:pt x="2222" y="588327"/>
                    <a:pt x="521653" y="621665"/>
                    <a:pt x="521970" y="643890"/>
                  </a:cubicBezTo>
                  <a:cubicBezTo>
                    <a:pt x="522287" y="666115"/>
                    <a:pt x="4127" y="677228"/>
                    <a:pt x="3810" y="699135"/>
                  </a:cubicBezTo>
                  <a:cubicBezTo>
                    <a:pt x="3492" y="721043"/>
                    <a:pt x="520700" y="753110"/>
                    <a:pt x="520065" y="775335"/>
                  </a:cubicBezTo>
                  <a:cubicBezTo>
                    <a:pt x="519430" y="797560"/>
                    <a:pt x="0" y="809943"/>
                    <a:pt x="0" y="832485"/>
                  </a:cubicBezTo>
                  <a:cubicBezTo>
                    <a:pt x="0" y="855027"/>
                    <a:pt x="519430" y="888365"/>
                    <a:pt x="520065" y="910590"/>
                  </a:cubicBezTo>
                  <a:cubicBezTo>
                    <a:pt x="520700" y="932815"/>
                    <a:pt x="3810" y="943610"/>
                    <a:pt x="3810" y="965835"/>
                  </a:cubicBezTo>
                  <a:cubicBezTo>
                    <a:pt x="3810" y="988060"/>
                    <a:pt x="520065" y="1022033"/>
                    <a:pt x="520065" y="1043940"/>
                  </a:cubicBezTo>
                  <a:cubicBezTo>
                    <a:pt x="520065" y="1065847"/>
                    <a:pt x="3810" y="1075373"/>
                    <a:pt x="3810" y="1097280"/>
                  </a:cubicBezTo>
                  <a:cubicBezTo>
                    <a:pt x="3810" y="1119187"/>
                    <a:pt x="479107" y="1157922"/>
                    <a:pt x="520065" y="1175385"/>
                  </a:cubicBezTo>
                  <a:cubicBezTo>
                    <a:pt x="561023" y="1192848"/>
                    <a:pt x="405289" y="1197451"/>
                    <a:pt x="249555" y="1202055"/>
                  </a:cubicBezTo>
                </a:path>
              </a:pathLst>
            </a:custGeom>
            <a:noFill/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1934B0FC-56CA-2A07-6E09-31DDD541C6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4020" y="1888965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C0641A4-ACCE-AA89-594D-6207E0084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5600" y="3134037"/>
              <a:ext cx="0" cy="131162"/>
            </a:xfrm>
            <a:prstGeom prst="line">
              <a:avLst/>
            </a:prstGeom>
            <a:ln w="25400" cap="rnd">
              <a:solidFill>
                <a:schemeClr val="tx1">
                  <a:lumMod val="65000"/>
                  <a:lumOff val="3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DD7AC240-5A7D-AE13-FCBC-6AFD9FB1E488}"/>
              </a:ext>
            </a:extLst>
          </p:cNvPr>
          <p:cNvGrpSpPr/>
          <p:nvPr/>
        </p:nvGrpSpPr>
        <p:grpSpPr>
          <a:xfrm>
            <a:off x="2594656" y="1573606"/>
            <a:ext cx="660459" cy="1920340"/>
            <a:chOff x="2613585" y="1930496"/>
            <a:chExt cx="660459" cy="1660270"/>
          </a:xfrm>
        </p:grpSpPr>
        <p:sp>
          <p:nvSpPr>
            <p:cNvPr id="92" name="Rechteck 91">
              <a:extLst>
                <a:ext uri="{FF2B5EF4-FFF2-40B4-BE49-F238E27FC236}">
                  <a16:creationId xmlns:a16="http://schemas.microsoft.com/office/drawing/2014/main" id="{91094FD2-079D-41BA-7818-A228B3EED81E}"/>
                </a:ext>
              </a:extLst>
            </p:cNvPr>
            <p:cNvSpPr/>
            <p:nvPr/>
          </p:nvSpPr>
          <p:spPr>
            <a:xfrm>
              <a:off x="2702567" y="197500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2BF81AC5-4E47-3042-2649-6858074088D5}"/>
                </a:ext>
              </a:extLst>
            </p:cNvPr>
            <p:cNvSpPr/>
            <p:nvPr/>
          </p:nvSpPr>
          <p:spPr>
            <a:xfrm rot="5400000">
              <a:off x="2591388" y="195269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Rechteck 95">
              <a:extLst>
                <a:ext uri="{FF2B5EF4-FFF2-40B4-BE49-F238E27FC236}">
                  <a16:creationId xmlns:a16="http://schemas.microsoft.com/office/drawing/2014/main" id="{AFCFA91A-A4F9-10D4-2B91-5F6ED1FDC7B9}"/>
                </a:ext>
              </a:extLst>
            </p:cNvPr>
            <p:cNvSpPr/>
            <p:nvPr/>
          </p:nvSpPr>
          <p:spPr>
            <a:xfrm>
              <a:off x="2911655" y="2439591"/>
              <a:ext cx="78014" cy="661262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537B48B9-9634-0415-5732-ED0A22B72AC8}"/>
                </a:ext>
              </a:extLst>
            </p:cNvPr>
            <p:cNvSpPr/>
            <p:nvPr/>
          </p:nvSpPr>
          <p:spPr>
            <a:xfrm>
              <a:off x="3000637" y="2439591"/>
              <a:ext cx="198120" cy="112585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Rechteck 99">
              <a:extLst>
                <a:ext uri="{FF2B5EF4-FFF2-40B4-BE49-F238E27FC236}">
                  <a16:creationId xmlns:a16="http://schemas.microsoft.com/office/drawing/2014/main" id="{CD686082-EBF4-CDD9-CD0B-C624E7683861}"/>
                </a:ext>
              </a:extLst>
            </p:cNvPr>
            <p:cNvSpPr/>
            <p:nvPr/>
          </p:nvSpPr>
          <p:spPr>
            <a:xfrm rot="16200000">
              <a:off x="2903152" y="3219873"/>
              <a:ext cx="393090" cy="348695"/>
            </a:xfrm>
            <a:prstGeom prst="rect">
              <a:avLst/>
            </a:prstGeom>
            <a:gradFill>
              <a:gsLst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155671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172</Words>
  <Application>Microsoft Office PowerPoint</Application>
  <PresentationFormat>Benutzerdefiniert</PresentationFormat>
  <Paragraphs>127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124</cp:revision>
  <dcterms:created xsi:type="dcterms:W3CDTF">2026-09-04T15:35:46Z</dcterms:created>
  <dcterms:modified xsi:type="dcterms:W3CDTF">2026-10-09T06:58:39Z</dcterms:modified>
</cp:coreProperties>
</file>