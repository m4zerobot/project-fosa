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1" r:id="rId11"/>
    <p:sldId id="272" r:id="rId12"/>
    <p:sldId id="273" r:id="rId13"/>
    <p:sldId id="274" r:id="rId14"/>
    <p:sldId id="275" r:id="rId15"/>
    <p:sldId id="270" r:id="rId16"/>
    <p:sldId id="265" r:id="rId17"/>
    <p:sldId id="266" r:id="rId18"/>
    <p:sldId id="268" r:id="rId19"/>
    <p:sldId id="267" r:id="rId20"/>
    <p:sldId id="262" r:id="rId21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FF9F2B"/>
    <a:srgbClr val="FFB94C"/>
    <a:srgbClr val="129F57"/>
    <a:srgbClr val="75EF9B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57" autoAdjust="0"/>
    <p:restoredTop sz="94660"/>
  </p:normalViewPr>
  <p:slideViewPr>
    <p:cSldViewPr snapToGrid="0">
      <p:cViewPr>
        <p:scale>
          <a:sx n="300" d="100"/>
          <a:sy n="300" d="100"/>
        </p:scale>
        <p:origin x="3341" y="-2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AB318A2-6DA9-CB00-FF77-20BA85B347A2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F3F93F-3238-D56D-9131-AC5D230FD79F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B868B74-878E-B90E-11BF-F844111A4C5D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234E-FF38-F111-6D3F-04D8A087C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470A5F49-CD13-45A0-793B-1AD4FA8973F2}"/>
              </a:ext>
            </a:extLst>
          </p:cNvPr>
          <p:cNvSpPr/>
          <p:nvPr/>
        </p:nvSpPr>
        <p:spPr>
          <a:xfrm>
            <a:off x="1816892" y="632460"/>
            <a:ext cx="1062840" cy="210820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614A367B-E767-9600-6264-5D8BD5ED9DB9}"/>
              </a:ext>
            </a:extLst>
          </p:cNvPr>
          <p:cNvSpPr/>
          <p:nvPr/>
        </p:nvSpPr>
        <p:spPr>
          <a:xfrm>
            <a:off x="2413635" y="1415415"/>
            <a:ext cx="264795" cy="281940"/>
          </a:xfrm>
          <a:custGeom>
            <a:avLst/>
            <a:gdLst>
              <a:gd name="csX0" fmla="*/ 1905 w 264795"/>
              <a:gd name="csY0" fmla="*/ 0 h 281940"/>
              <a:gd name="csX1" fmla="*/ 217170 w 264795"/>
              <a:gd name="csY1" fmla="*/ 0 h 281940"/>
              <a:gd name="csX2" fmla="*/ 264795 w 264795"/>
              <a:gd name="csY2" fmla="*/ 142875 h 281940"/>
              <a:gd name="csX3" fmla="*/ 219075 w 264795"/>
              <a:gd name="csY3" fmla="*/ 281940 h 281940"/>
              <a:gd name="csX4" fmla="*/ 0 w 264795"/>
              <a:gd name="csY4" fmla="*/ 281940 h 281940"/>
              <a:gd name="csX5" fmla="*/ 1905 w 264795"/>
              <a:gd name="csY5" fmla="*/ 0 h 281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64795" h="281940">
                <a:moveTo>
                  <a:pt x="1905" y="0"/>
                </a:moveTo>
                <a:lnTo>
                  <a:pt x="217170" y="0"/>
                </a:lnTo>
                <a:lnTo>
                  <a:pt x="264795" y="142875"/>
                </a:lnTo>
                <a:lnTo>
                  <a:pt x="219075" y="281940"/>
                </a:lnTo>
                <a:lnTo>
                  <a:pt x="0" y="281940"/>
                </a:lnTo>
                <a:lnTo>
                  <a:pt x="190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DB8190-87E0-33D5-375F-6CB5B3425BAC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829F3B-D46F-272F-0833-E9AA525DBDC5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BD2B5A-AC36-CF48-C360-742AE006E72D}"/>
              </a:ext>
            </a:extLst>
          </p:cNvPr>
          <p:cNvSpPr/>
          <p:nvPr/>
        </p:nvSpPr>
        <p:spPr>
          <a:xfrm>
            <a:off x="112966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0ADB98B-6CDF-C091-76EE-30A0711168C5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8C901E8-099E-B3AD-2BBD-3E91976F6B8B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B6B55193-5DF8-D84C-EE49-1E61D05DB932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D5C0E49-2262-9100-70A3-0E2FCEEA6FD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9C76EE4D-CC93-96C5-F141-02D2FDB70EC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C5CA49AD-5597-BAB1-81FD-7A0CBA6F6C00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7A64EE-B651-6266-FBB3-212FB6A7EDA9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5B360F-AD9E-C2CA-9A9D-48D6371DEF0D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69818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CFA6372-98D9-B4FB-C430-1C022BB8DC1C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6978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59F804A-6689-DDC4-678C-C265B36636EF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6ECD477-CC21-5F2B-F960-5A19255826F3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2F416AD3-9E45-1D1C-8E55-A04C04A2A86B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EC4E2B-299B-3F81-78F7-A67021490744}"/>
              </a:ext>
            </a:extLst>
          </p:cNvPr>
          <p:cNvSpPr/>
          <p:nvPr/>
        </p:nvSpPr>
        <p:spPr>
          <a:xfrm rot="16200000">
            <a:off x="2207222" y="2006955"/>
            <a:ext cx="348535" cy="125206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4B9E1-1398-FDDD-A8B3-D81E66A2A793}"/>
              </a:ext>
            </a:extLst>
          </p:cNvPr>
          <p:cNvSpPr/>
          <p:nvPr/>
        </p:nvSpPr>
        <p:spPr>
          <a:xfrm rot="5400000">
            <a:off x="2207220" y="152283"/>
            <a:ext cx="348535" cy="125206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E882AA3-DFCF-8268-0823-BF81A0FA85F5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83896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7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636D-665A-AC9D-8FE1-0C65A997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4DEC100-E2A2-4FCB-55DE-6F966D848149}"/>
              </a:ext>
            </a:extLst>
          </p:cNvPr>
          <p:cNvSpPr/>
          <p:nvPr/>
        </p:nvSpPr>
        <p:spPr>
          <a:xfrm rot="5400000">
            <a:off x="2079526" y="422298"/>
            <a:ext cx="330042" cy="2333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F4E71C-A2CB-AC4F-442F-59EF743B0CDC}"/>
              </a:ext>
            </a:extLst>
          </p:cNvPr>
          <p:cNvSpPr/>
          <p:nvPr/>
        </p:nvSpPr>
        <p:spPr>
          <a:xfrm rot="5400000">
            <a:off x="1236564" y="769008"/>
            <a:ext cx="330042" cy="2333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310284-FCB2-F540-23B7-CB7447E85002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11">
            <a:extLst>
              <a:ext uri="{FF2B5EF4-FFF2-40B4-BE49-F238E27FC236}">
                <a16:creationId xmlns:a16="http://schemas.microsoft.com/office/drawing/2014/main" id="{C2F18985-F01A-EBB1-E9EC-901EBF0D8F14}"/>
              </a:ext>
            </a:extLst>
          </p:cNvPr>
          <p:cNvSpPr/>
          <p:nvPr/>
        </p:nvSpPr>
        <p:spPr>
          <a:xfrm rot="5400000">
            <a:off x="1142048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0B2DDDF-AD6F-5A15-C865-837C41B40591}"/>
              </a:ext>
            </a:extLst>
          </p:cNvPr>
          <p:cNvGrpSpPr/>
          <p:nvPr/>
        </p:nvGrpSpPr>
        <p:grpSpPr>
          <a:xfrm rot="5400000">
            <a:off x="1667590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D39AB33-51E0-53DD-FD7E-9FE9DDCAA121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A109D6E-504A-A99B-48C8-F96656404C1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4D40EBDD-5DEF-CD80-F91D-BA80AAE4DC1D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9C358FFF-B568-9F35-E597-CDB5C9047C6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9DA1599B-4B6B-5B8E-B0C7-C481F53177EA}"/>
              </a:ext>
            </a:extLst>
          </p:cNvPr>
          <p:cNvSpPr/>
          <p:nvPr/>
        </p:nvSpPr>
        <p:spPr>
          <a:xfrm rot="5400000">
            <a:off x="1796415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490FC05-6670-694E-E434-C51ECF7D363C}"/>
              </a:ext>
            </a:extLst>
          </p:cNvPr>
          <p:cNvCxnSpPr>
            <a:cxnSpLocks/>
          </p:cNvCxnSpPr>
          <p:nvPr/>
        </p:nvCxnSpPr>
        <p:spPr>
          <a:xfrm rot="5400000">
            <a:off x="1450202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7242413-BCFF-3892-05E2-BAC3D4E1BEFD}"/>
              </a:ext>
            </a:extLst>
          </p:cNvPr>
          <p:cNvCxnSpPr>
            <a:cxnSpLocks/>
          </p:cNvCxnSpPr>
          <p:nvPr/>
        </p:nvCxnSpPr>
        <p:spPr>
          <a:xfrm rot="5400000">
            <a:off x="1173501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A54CBE-DE35-BFBE-7DEB-99009A010D99}"/>
              </a:ext>
            </a:extLst>
          </p:cNvPr>
          <p:cNvCxnSpPr>
            <a:cxnSpLocks/>
          </p:cNvCxnSpPr>
          <p:nvPr/>
        </p:nvCxnSpPr>
        <p:spPr>
          <a:xfrm rot="5400000">
            <a:off x="1955010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D580046-BD92-7C90-A5EC-06C1CFC9EA75}"/>
              </a:ext>
            </a:extLst>
          </p:cNvPr>
          <p:cNvCxnSpPr>
            <a:cxnSpLocks/>
          </p:cNvCxnSpPr>
          <p:nvPr/>
        </p:nvCxnSpPr>
        <p:spPr>
          <a:xfrm rot="5400000" flipV="1">
            <a:off x="1641929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F0614C56-BC6D-FC7A-E313-82FBF29E2396}"/>
              </a:ext>
            </a:extLst>
          </p:cNvPr>
          <p:cNvSpPr/>
          <p:nvPr/>
        </p:nvSpPr>
        <p:spPr>
          <a:xfrm rot="5400000">
            <a:off x="1796415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57FD694-6CB0-93CC-9A25-0EA4FF0FEE93}"/>
              </a:ext>
            </a:extLst>
          </p:cNvPr>
          <p:cNvGrpSpPr/>
          <p:nvPr/>
        </p:nvGrpSpPr>
        <p:grpSpPr>
          <a:xfrm rot="5400000">
            <a:off x="1667590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30FFE2B2-5A27-D409-8F44-5ACB73F16936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490320C-B3E9-57B7-E356-402ED714B51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ECD714FB-B7F5-8510-E2DE-8E2B0D3B2CD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217E45F9-347F-E34C-B5BB-390B7532FEF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AB1962A-DFF9-9C3D-E6B1-CC1C2BF25331}"/>
              </a:ext>
            </a:extLst>
          </p:cNvPr>
          <p:cNvCxnSpPr>
            <a:cxnSpLocks/>
          </p:cNvCxnSpPr>
          <p:nvPr/>
        </p:nvCxnSpPr>
        <p:spPr>
          <a:xfrm rot="5400000">
            <a:off x="838200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51F00A95-7A3A-290D-4678-855BE3CC09F0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73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E4DF-C54C-B0F3-1017-87A82C2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B326158-244E-54DE-9497-4F8F846954B4}"/>
              </a:ext>
            </a:extLst>
          </p:cNvPr>
          <p:cNvSpPr/>
          <p:nvPr/>
        </p:nvSpPr>
        <p:spPr>
          <a:xfrm rot="5400000">
            <a:off x="1915596" y="258367"/>
            <a:ext cx="330042" cy="266104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9B6424A-4AB6-1830-F75E-7F6A0D5B9E4F}"/>
              </a:ext>
            </a:extLst>
          </p:cNvPr>
          <p:cNvSpPr/>
          <p:nvPr/>
        </p:nvSpPr>
        <p:spPr>
          <a:xfrm rot="5400000">
            <a:off x="1400495" y="605076"/>
            <a:ext cx="330042" cy="266104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CD7B329-9443-502D-F23A-F420D90A9847}"/>
              </a:ext>
            </a:extLst>
          </p:cNvPr>
          <p:cNvSpPr/>
          <p:nvPr/>
        </p:nvSpPr>
        <p:spPr>
          <a:xfrm rot="5400000">
            <a:off x="658430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8892FE76-D69D-436E-25BA-6541CA2F9232}"/>
              </a:ext>
            </a:extLst>
          </p:cNvPr>
          <p:cNvGrpSpPr/>
          <p:nvPr/>
        </p:nvGrpSpPr>
        <p:grpSpPr>
          <a:xfrm rot="5400000">
            <a:off x="1183972" y="814532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88EF585-58C4-97B2-BDC7-529E77E81D28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2B8EE519-E107-8EBB-D2DD-F5F14AD360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0ECB84-574F-C4D7-6813-1E92F2C3250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C6FB5A7D-A38D-0DA8-4DFE-E365074FAA10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B206C46-6B3A-AF35-8B7E-9A1538CCDC0B}"/>
              </a:ext>
            </a:extLst>
          </p:cNvPr>
          <p:cNvSpPr/>
          <p:nvPr/>
        </p:nvSpPr>
        <p:spPr>
          <a:xfrm rot="5400000">
            <a:off x="1312797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5801E5D-407F-226B-CC57-0368CAAACE95}"/>
              </a:ext>
            </a:extLst>
          </p:cNvPr>
          <p:cNvCxnSpPr>
            <a:cxnSpLocks/>
          </p:cNvCxnSpPr>
          <p:nvPr/>
        </p:nvCxnSpPr>
        <p:spPr>
          <a:xfrm rot="5400000">
            <a:off x="966584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558449-76B6-B538-A0A7-586083D39044}"/>
              </a:ext>
            </a:extLst>
          </p:cNvPr>
          <p:cNvCxnSpPr>
            <a:cxnSpLocks/>
          </p:cNvCxnSpPr>
          <p:nvPr/>
        </p:nvCxnSpPr>
        <p:spPr>
          <a:xfrm rot="5400000">
            <a:off x="689883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82C7AE71-46E9-6AE5-74EC-53D67AB5D50A}"/>
              </a:ext>
            </a:extLst>
          </p:cNvPr>
          <p:cNvCxnSpPr>
            <a:cxnSpLocks/>
          </p:cNvCxnSpPr>
          <p:nvPr/>
        </p:nvCxnSpPr>
        <p:spPr>
          <a:xfrm rot="5400000">
            <a:off x="1471392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5D673E1-8D22-6FA9-E27C-FC896E1CEB46}"/>
              </a:ext>
            </a:extLst>
          </p:cNvPr>
          <p:cNvCxnSpPr>
            <a:cxnSpLocks/>
          </p:cNvCxnSpPr>
          <p:nvPr/>
        </p:nvCxnSpPr>
        <p:spPr>
          <a:xfrm rot="5400000" flipV="1">
            <a:off x="1158311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C17E216-1AFE-63F9-1E65-3E25CF63831B}"/>
              </a:ext>
            </a:extLst>
          </p:cNvPr>
          <p:cNvSpPr/>
          <p:nvPr/>
        </p:nvSpPr>
        <p:spPr>
          <a:xfrm rot="5400000">
            <a:off x="1312797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4A826BB-8A4A-0B70-315D-3AF016EB86E0}"/>
              </a:ext>
            </a:extLst>
          </p:cNvPr>
          <p:cNvGrpSpPr/>
          <p:nvPr/>
        </p:nvGrpSpPr>
        <p:grpSpPr>
          <a:xfrm rot="5400000">
            <a:off x="1183972" y="1947055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64D67C9-B51A-6B8F-6EDD-8FB1146430F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72F395C3-F5FB-524C-5C00-56895A8F88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BE71C995-B22C-AC03-E88D-46F05EE104C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061B63B4-5416-86DD-D41E-5410F00DFD8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C6120243-C184-1A7D-087C-577FD0490C75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AC6152B-FBD0-42EB-B616-BA037DEF3735}"/>
              </a:ext>
            </a:extLst>
          </p:cNvPr>
          <p:cNvCxnSpPr>
            <a:cxnSpLocks/>
          </p:cNvCxnSpPr>
          <p:nvPr/>
        </p:nvCxnSpPr>
        <p:spPr>
          <a:xfrm rot="5400000">
            <a:off x="354582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11">
            <a:extLst>
              <a:ext uri="{FF2B5EF4-FFF2-40B4-BE49-F238E27FC236}">
                <a16:creationId xmlns:a16="http://schemas.microsoft.com/office/drawing/2014/main" id="{522DC1B2-2D02-DCE3-8FB9-1EE26EFA4BB3}"/>
              </a:ext>
            </a:extLst>
          </p:cNvPr>
          <p:cNvSpPr/>
          <p:nvPr/>
        </p:nvSpPr>
        <p:spPr>
          <a:xfrm rot="5400000">
            <a:off x="1674259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3EDD26-1A0E-237C-B87F-3CF014A18BFA}"/>
              </a:ext>
            </a:extLst>
          </p:cNvPr>
          <p:cNvGrpSpPr/>
          <p:nvPr/>
        </p:nvGrpSpPr>
        <p:grpSpPr>
          <a:xfrm rot="5400000">
            <a:off x="2199801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77DD66E-BC11-602C-4D99-F7EC422D57F0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69AAC7D-B1FC-608A-9A9D-0A98B1A97A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E2C236FF-6714-45F8-6A5E-81096E4C071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7864CED-86C1-9CCF-3DAA-E4C28018FA3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E70DDE42-5562-6082-4329-9BF6EEB9F597}"/>
              </a:ext>
            </a:extLst>
          </p:cNvPr>
          <p:cNvSpPr/>
          <p:nvPr/>
        </p:nvSpPr>
        <p:spPr>
          <a:xfrm rot="5400000">
            <a:off x="2328626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48B98B-6405-0716-46EE-13F3D01CF4A1}"/>
              </a:ext>
            </a:extLst>
          </p:cNvPr>
          <p:cNvCxnSpPr>
            <a:cxnSpLocks/>
          </p:cNvCxnSpPr>
          <p:nvPr/>
        </p:nvCxnSpPr>
        <p:spPr>
          <a:xfrm rot="5400000">
            <a:off x="1982413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C52EF3C-0B96-DF29-109E-04773203E6A6}"/>
              </a:ext>
            </a:extLst>
          </p:cNvPr>
          <p:cNvCxnSpPr>
            <a:cxnSpLocks/>
          </p:cNvCxnSpPr>
          <p:nvPr/>
        </p:nvCxnSpPr>
        <p:spPr>
          <a:xfrm rot="5400000">
            <a:off x="1705712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C9BFAE6-7115-E183-149F-7F7621313DD7}"/>
              </a:ext>
            </a:extLst>
          </p:cNvPr>
          <p:cNvCxnSpPr>
            <a:cxnSpLocks/>
          </p:cNvCxnSpPr>
          <p:nvPr/>
        </p:nvCxnSpPr>
        <p:spPr>
          <a:xfrm rot="5400000">
            <a:off x="2487221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55F4133E-B9D0-02E3-DCEF-46E8EF240709}"/>
              </a:ext>
            </a:extLst>
          </p:cNvPr>
          <p:cNvCxnSpPr>
            <a:cxnSpLocks/>
          </p:cNvCxnSpPr>
          <p:nvPr/>
        </p:nvCxnSpPr>
        <p:spPr>
          <a:xfrm rot="5400000" flipV="1">
            <a:off x="2174140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B507E23F-6FC1-5F54-D161-6FE964FBEAA6}"/>
              </a:ext>
            </a:extLst>
          </p:cNvPr>
          <p:cNvSpPr/>
          <p:nvPr/>
        </p:nvSpPr>
        <p:spPr>
          <a:xfrm rot="5400000">
            <a:off x="2328626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C4B1638-91B3-2A1D-DC19-7609F7C6A389}"/>
              </a:ext>
            </a:extLst>
          </p:cNvPr>
          <p:cNvGrpSpPr/>
          <p:nvPr/>
        </p:nvGrpSpPr>
        <p:grpSpPr>
          <a:xfrm rot="5400000">
            <a:off x="2199801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4B4493-9377-F2AC-F4AB-30B526658857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BCD5C84-9AB3-0CC5-93AD-D5BD1430B24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74E4F1C3-174E-4630-A9F6-E1A19AEEC14E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9F16E948-1D4F-879D-63FE-87A18B80C43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C5D2725-5CF0-F526-36EA-3AA714197BA8}"/>
              </a:ext>
            </a:extLst>
          </p:cNvPr>
          <p:cNvCxnSpPr>
            <a:cxnSpLocks/>
          </p:cNvCxnSpPr>
          <p:nvPr/>
        </p:nvCxnSpPr>
        <p:spPr>
          <a:xfrm rot="5400000">
            <a:off x="1370411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6DEB9152-BEA5-146A-DDA4-90B43EFE7A28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11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2E5EF-FA3B-BB09-4C61-CD750528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96263A7-226D-4D6B-E6A5-DE348B3F5457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EA8B0E6-65DB-3F23-A9E6-C86C09FAE47F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54BF4A-64FE-BD7D-51C6-9A1007BFEABE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C44A55-EE87-7D1B-8956-F278349ECE9C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890BA5-A4E9-B16D-7D20-658ED9CBE268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6FC4671E-DC3F-DC1C-9D7B-2712F856BE28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7BDAC44-C28C-B2DB-0B2F-716BA9454F9C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8E8D3A6-FCAC-7958-A3BB-B1A29719348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13334786-68DF-018B-24AD-D1A417D1C2F0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68E3B2DF-9811-1429-A00E-446B9EB2F749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4E03BC40-8F94-57AB-44EF-418831FD4CAA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9F9F3E-92F5-A376-8F81-185A982B5236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3923BC0-58AD-08A7-E890-F36B87816A2A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F794270-788B-D731-4BCC-81765A6B22FE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71DDC0-0B11-E6F8-009E-C66D986B1E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EFA247AD-36EA-D6E5-CA63-E6CA7829B6E3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56DE07A-1E9D-9F8A-BE44-FDEDA059E09A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FE1F5C8-411E-4CD3-8AE6-7E3E3994394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5BA8C21-6EA9-C3BF-80D1-D117A9E7EBF3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FC33460-0817-BBA9-B048-9141BD608210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152B726E-EE62-3A65-1534-A99271063D4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C83558DF-E5D2-8257-3BF6-E032DE15C67A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94853115-BEB1-FDD0-06C1-47F6A03D129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23E4113-4684-EDDF-72C9-9D574ECD86C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F16E284-E3FD-A702-13BD-FB7A29924A57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E7F1E10-6307-1FDA-1E1A-300498F108C4}"/>
              </a:ext>
            </a:extLst>
          </p:cNvPr>
          <p:cNvCxnSpPr>
            <a:cxnSpLocks/>
          </p:cNvCxnSpPr>
          <p:nvPr/>
        </p:nvCxnSpPr>
        <p:spPr>
          <a:xfrm flipH="1">
            <a:off x="270394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15EAE6D-D140-DD9C-E47C-AC70FAB8652B}"/>
              </a:ext>
            </a:extLst>
          </p:cNvPr>
          <p:cNvSpPr txBox="1"/>
          <p:nvPr/>
        </p:nvSpPr>
        <p:spPr>
          <a:xfrm>
            <a:off x="334728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CCC2DFB-EA49-A31B-AB2C-7C7592436508}"/>
              </a:ext>
            </a:extLst>
          </p:cNvPr>
          <p:cNvSpPr txBox="1"/>
          <p:nvPr/>
        </p:nvSpPr>
        <p:spPr>
          <a:xfrm>
            <a:off x="2855396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B5EB2C9-5186-DB0B-961D-7F6A9B756E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865755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BAF04B5-6158-95C3-EDC4-3315C4312EA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670138D-816D-BAAB-F394-3E7B108512F2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07768B11-19B8-2D0F-DAE1-9AC9076AD40D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C78774B-F8A9-0D2F-D3C9-7F418368CE4D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8BDBD9D2-8F85-0D34-32EF-C826FE1CED77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7045A66F-FD22-E4E8-2EBD-8EBBD760E50D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AF6297F-37F3-74BC-34C4-BFB8290CFCC8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426EE545-A22B-A56C-03B3-DACFBC1AB55B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4630165-490A-DA5E-1510-2C89E4AA1B03}"/>
              </a:ext>
            </a:extLst>
          </p:cNvPr>
          <p:cNvSpPr txBox="1"/>
          <p:nvPr/>
        </p:nvSpPr>
        <p:spPr>
          <a:xfrm>
            <a:off x="1860045" y="709325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3A71C98-C044-A454-352E-6103B1082CBF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09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EE26-A3F2-38AD-E857-5210E1E3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E15985C-0D93-A95A-2E17-3601D3AA05E9}"/>
              </a:ext>
            </a:extLst>
          </p:cNvPr>
          <p:cNvSpPr/>
          <p:nvPr/>
        </p:nvSpPr>
        <p:spPr>
          <a:xfrm>
            <a:off x="1470183" y="628652"/>
            <a:ext cx="330042" cy="1501960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AFA781-11A6-9C54-E3DC-854C7C9392E0}"/>
              </a:ext>
            </a:extLst>
          </p:cNvPr>
          <p:cNvSpPr/>
          <p:nvPr/>
        </p:nvSpPr>
        <p:spPr>
          <a:xfrm>
            <a:off x="1816893" y="1019785"/>
            <a:ext cx="330042" cy="150196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52B5744-0BEB-7A4D-3C96-0568118B0D82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6D3E750-C11B-FE4A-5022-4FF042A91A3E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F3F45E5-CCC5-E630-F158-42AA6EC19AE9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5E70E96-E6A3-1F17-54BB-E62ADFFA9D57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E68F98-6288-9D05-633A-8D97C5C3043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F67A4F3-B9A1-B28D-C391-F3665820D684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D1E653B5-9BE5-B44D-57A0-03A366AF060D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AE88D9E-CF36-1C49-1020-FCFD8C3F4BA8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7904A7E1-91A6-3840-1B4F-A1B201026D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84AE558-65D9-BFC0-06E1-A7B0DC4CFA5A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40DB1D6-9EF5-EE0B-2645-585071363ADE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C2C594A-E368-DDA7-AB83-6F3753033E1C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E9BAED7D-B831-3A8B-B86B-E6ED5249AA9E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6C399A3-A51B-EFC8-18DB-6C2DC57FB5D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BA43EE93-32C8-EEAF-8874-C76049ACA45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E13384C0-E07F-6616-7D91-E174AA38DF61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493AD1-ABD7-DFAD-5787-0DBE7891E587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B35A2A0-C459-7774-B850-8AAE8E82D8D3}"/>
              </a:ext>
            </a:extLst>
          </p:cNvPr>
          <p:cNvSpPr/>
          <p:nvPr/>
        </p:nvSpPr>
        <p:spPr>
          <a:xfrm rot="16200000">
            <a:off x="1845571" y="2208904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0BFA6E-54A0-EBAA-8284-4E46DD4EDA1C}"/>
              </a:ext>
            </a:extLst>
          </p:cNvPr>
          <p:cNvSpPr txBox="1"/>
          <p:nvPr/>
        </p:nvSpPr>
        <p:spPr>
          <a:xfrm>
            <a:off x="1098331" y="60328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C2344A1-23E9-C0FC-9B7F-0F742DE240A3}"/>
              </a:ext>
            </a:extLst>
          </p:cNvPr>
          <p:cNvSpPr txBox="1"/>
          <p:nvPr/>
        </p:nvSpPr>
        <p:spPr>
          <a:xfrm>
            <a:off x="2130492" y="2236969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0925D55-7B81-23E1-5B88-BB6711B1C7C7}"/>
              </a:ext>
            </a:extLst>
          </p:cNvPr>
          <p:cNvCxnSpPr>
            <a:cxnSpLocks/>
          </p:cNvCxnSpPr>
          <p:nvPr/>
        </p:nvCxnSpPr>
        <p:spPr>
          <a:xfrm>
            <a:off x="1979373" y="2160234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0335CA1-BCF2-34F1-BFED-08879E48FFD2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91D223F-6FE9-F061-E577-EBB27B359FF3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3C42E476-1218-AF20-8F12-2E0403A49D72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0188EB0-E698-F432-394D-8032B7340145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C51ACE35-3F6E-42AA-4D3E-0C1E4FBE8B9E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F118F3BF-4E2E-150A-9E02-7A7E625EDA9F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F68E1A7-6F48-4098-4397-4168AE2D7CD7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4E0CC01-D9CD-A95C-8FFF-9BDDE07FDFA7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5657636-F25E-468C-F57C-809A04A9F8E3}"/>
              </a:ext>
            </a:extLst>
          </p:cNvPr>
          <p:cNvSpPr txBox="1"/>
          <p:nvPr/>
        </p:nvSpPr>
        <p:spPr>
          <a:xfrm>
            <a:off x="1860045" y="708420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BDA02AA-A1BB-A577-4158-5B1D6F7C24A7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E1CB01EC-0D54-C3EB-03FC-8F6FE03F0BA6}"/>
              </a:ext>
            </a:extLst>
          </p:cNvPr>
          <p:cNvSpPr/>
          <p:nvPr/>
        </p:nvSpPr>
        <p:spPr>
          <a:xfrm rot="5400000">
            <a:off x="1501003" y="536289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B6982A4-2E4C-50C4-1FCE-97AD22FA6E6F}"/>
              </a:ext>
            </a:extLst>
          </p:cNvPr>
          <p:cNvCxnSpPr>
            <a:cxnSpLocks/>
          </p:cNvCxnSpPr>
          <p:nvPr/>
        </p:nvCxnSpPr>
        <p:spPr>
          <a:xfrm>
            <a:off x="1634805" y="530448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334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182D3-A7B3-D870-3FDF-692324BE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9224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458A68AC-54B0-D224-7C51-82A005EDD8C6}"/>
              </a:ext>
            </a:extLst>
          </p:cNvPr>
          <p:cNvGrpSpPr/>
          <p:nvPr/>
        </p:nvGrpSpPr>
        <p:grpSpPr>
          <a:xfrm>
            <a:off x="1516380" y="213731"/>
            <a:ext cx="567690" cy="1198660"/>
            <a:chOff x="1516380" y="335651"/>
            <a:chExt cx="567690" cy="1198660"/>
          </a:xfrm>
        </p:grpSpPr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40DC776E-D60E-C6E8-3554-EEBAAD5C6AEC}"/>
                </a:ext>
              </a:extLst>
            </p:cNvPr>
            <p:cNvSpPr/>
            <p:nvPr/>
          </p:nvSpPr>
          <p:spPr>
            <a:xfrm>
              <a:off x="1656259" y="551512"/>
              <a:ext cx="287930" cy="92107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FF997CB4-458B-FAFB-C96E-45A5ECF2AAA6}"/>
                </a:ext>
              </a:extLst>
            </p:cNvPr>
            <p:cNvGrpSpPr/>
            <p:nvPr/>
          </p:nvGrpSpPr>
          <p:grpSpPr>
            <a:xfrm>
              <a:off x="1659797" y="588333"/>
              <a:ext cx="280849" cy="888021"/>
              <a:chOff x="1733003" y="623894"/>
              <a:chExt cx="280849" cy="751698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221B99A8-34E7-7EEB-B959-49FD4CFA96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948620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3E814C21-092E-864C-C7EB-16DA3EF2C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94499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572A4A6B-6C1C-588D-9E10-AEDC4053C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40378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B2848B23-9A0F-47F5-62E1-60F59E7FD4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86257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4674A289-F41A-94E4-B054-9F373BA7B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3213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762666F6-0401-9726-28FA-D4F32B019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7801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78F16E5-CA7F-0832-423B-3D7F1FAF8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2389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952CEA08-0BE7-159C-0BEA-B0E78BFAAC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02741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7072B62-6C73-DDD4-D940-7B16387C2C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56862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56C5F98C-6F63-76EB-8D3F-9BEA8AD72A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10983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C4541E71-5514-739D-8A28-F5286F4BB3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6510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0DB68C0-F8D6-3326-D16E-1EE998C2A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1922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2F75C33F-DAD3-0FA6-72F1-D24A35D435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7334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D86C1AFA-3652-B90C-5134-42A96A1379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327467"/>
                <a:ext cx="233773" cy="48125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CA4B287C-BF1B-4D00-667B-6DF46A1160EC}"/>
                </a:ext>
              </a:extLst>
            </p:cNvPr>
            <p:cNvSpPr/>
            <p:nvPr/>
          </p:nvSpPr>
          <p:spPr>
            <a:xfrm>
              <a:off x="1516380" y="335651"/>
              <a:ext cx="56769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4A41477-0DF3-DFD5-183C-A30114684692}"/>
                </a:ext>
              </a:extLst>
            </p:cNvPr>
            <p:cNvSpPr/>
            <p:nvPr/>
          </p:nvSpPr>
          <p:spPr>
            <a:xfrm>
              <a:off x="1676400" y="335651"/>
              <a:ext cx="24765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409EB0D2-3DA4-63BF-3354-86E3EDDBE65C}"/>
                </a:ext>
              </a:extLst>
            </p:cNvPr>
            <p:cNvSpPr/>
            <p:nvPr/>
          </p:nvSpPr>
          <p:spPr>
            <a:xfrm>
              <a:off x="1611810" y="1478112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05722B4-1AF1-0711-D416-DD349D491D3F}"/>
              </a:ext>
            </a:extLst>
          </p:cNvPr>
          <p:cNvGrpSpPr/>
          <p:nvPr/>
        </p:nvGrpSpPr>
        <p:grpSpPr>
          <a:xfrm>
            <a:off x="309936" y="1605956"/>
            <a:ext cx="757238" cy="1877825"/>
            <a:chOff x="318395" y="1696933"/>
            <a:chExt cx="757238" cy="187782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533877" y="2918460"/>
              <a:ext cx="321234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23885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38767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77934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539115" y="2870200"/>
              <a:ext cx="312420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95817" y="171913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502353" y="3122327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194</Words>
  <Application>Microsoft Office PowerPoint</Application>
  <PresentationFormat>Benutzerdefiniert</PresentationFormat>
  <Paragraphs>148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140</cp:revision>
  <dcterms:created xsi:type="dcterms:W3CDTF">2026-09-04T15:35:46Z</dcterms:created>
  <dcterms:modified xsi:type="dcterms:W3CDTF">2026-10-12T13:55:29Z</dcterms:modified>
</cp:coreProperties>
</file>