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3" r:id="rId8"/>
    <p:sldId id="262" r:id="rId9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9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>
        <p:scale>
          <a:sx n="400" d="100"/>
          <a:sy n="400" d="100"/>
        </p:scale>
        <p:origin x="2208" y="-35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386011"/>
            <a:chOff x="216658" y="852398"/>
            <a:chExt cx="354335" cy="1933564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3A79ED8B-9176-C178-D7A4-F00706874340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471452" y="2920008"/>
            <a:ext cx="2620362" cy="215444"/>
            <a:chOff x="471452" y="2905720"/>
            <a:chExt cx="2620362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119" name="Textfeld 118">
              <a:extLst>
                <a:ext uri="{FF2B5EF4-FFF2-40B4-BE49-F238E27FC236}">
                  <a16:creationId xmlns:a16="http://schemas.microsoft.com/office/drawing/2014/main" id="{D75FE5E2-3268-23B4-A67D-2964C9142762}"/>
                </a:ext>
              </a:extLst>
            </p:cNvPr>
            <p:cNvSpPr txBox="1"/>
            <p:nvPr/>
          </p:nvSpPr>
          <p:spPr>
            <a:xfrm>
              <a:off x="471452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268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458A68AC-54B0-D224-7C51-82A005EDD8C6}"/>
              </a:ext>
            </a:extLst>
          </p:cNvPr>
          <p:cNvGrpSpPr/>
          <p:nvPr/>
        </p:nvGrpSpPr>
        <p:grpSpPr>
          <a:xfrm>
            <a:off x="1516380" y="213731"/>
            <a:ext cx="567690" cy="1198660"/>
            <a:chOff x="1516380" y="335651"/>
            <a:chExt cx="567690" cy="1198660"/>
          </a:xfrm>
        </p:grpSpPr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40DC776E-D60E-C6E8-3554-EEBAAD5C6AEC}"/>
                </a:ext>
              </a:extLst>
            </p:cNvPr>
            <p:cNvSpPr/>
            <p:nvPr/>
          </p:nvSpPr>
          <p:spPr>
            <a:xfrm>
              <a:off x="1656259" y="551512"/>
              <a:ext cx="287930" cy="92107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FF997CB4-458B-FAFB-C96E-45A5ECF2AAA6}"/>
                </a:ext>
              </a:extLst>
            </p:cNvPr>
            <p:cNvGrpSpPr/>
            <p:nvPr/>
          </p:nvGrpSpPr>
          <p:grpSpPr>
            <a:xfrm>
              <a:off x="1659797" y="588333"/>
              <a:ext cx="280849" cy="888021"/>
              <a:chOff x="1733003" y="623894"/>
              <a:chExt cx="280849" cy="751698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221B99A8-34E7-7EEB-B959-49FD4CFA96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948620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3E814C21-092E-864C-C7EB-16DA3EF2C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94499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572A4A6B-6C1C-588D-9E10-AEDC4053C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40378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B2848B23-9A0F-47F5-62E1-60F59E7FD4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86257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4674A289-F41A-94E4-B054-9F373BA7B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3213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762666F6-0401-9726-28FA-D4F32B019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7801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78F16E5-CA7F-0832-423B-3D7F1FAF8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2389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952CEA08-0BE7-159C-0BEA-B0E78BFAAC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02741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7072B62-6C73-DDD4-D940-7B16387C2C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56862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56C5F98C-6F63-76EB-8D3F-9BEA8AD72A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10983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C4541E71-5514-739D-8A28-F5286F4BB3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6510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0DB68C0-F8D6-3326-D16E-1EE998C2A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1922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2F75C33F-DAD3-0FA6-72F1-D24A35D435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7334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D86C1AFA-3652-B90C-5134-42A96A1379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327467"/>
                <a:ext cx="233773" cy="48125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CA4B287C-BF1B-4D00-667B-6DF46A1160EC}"/>
                </a:ext>
              </a:extLst>
            </p:cNvPr>
            <p:cNvSpPr/>
            <p:nvPr/>
          </p:nvSpPr>
          <p:spPr>
            <a:xfrm>
              <a:off x="1516380" y="335651"/>
              <a:ext cx="56769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4A41477-0DF3-DFD5-183C-A30114684692}"/>
                </a:ext>
              </a:extLst>
            </p:cNvPr>
            <p:cNvSpPr/>
            <p:nvPr/>
          </p:nvSpPr>
          <p:spPr>
            <a:xfrm>
              <a:off x="1676400" y="335651"/>
              <a:ext cx="24765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409EB0D2-3DA4-63BF-3354-86E3EDDBE65C}"/>
                </a:ext>
              </a:extLst>
            </p:cNvPr>
            <p:cNvSpPr/>
            <p:nvPr/>
          </p:nvSpPr>
          <p:spPr>
            <a:xfrm>
              <a:off x="1611810" y="1478112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8E61C5-A9E1-C414-0A4C-5B175CBF5F36}"/>
              </a:ext>
            </a:extLst>
          </p:cNvPr>
          <p:cNvGrpSpPr/>
          <p:nvPr/>
        </p:nvGrpSpPr>
        <p:grpSpPr>
          <a:xfrm>
            <a:off x="318395" y="1734843"/>
            <a:ext cx="757238" cy="1759103"/>
            <a:chOff x="318395" y="1574823"/>
            <a:chExt cx="757238" cy="1759103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533877" y="2758440"/>
              <a:ext cx="321234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07883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22765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61932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539115" y="2710180"/>
              <a:ext cx="312420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84255" y="159702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471855" y="2881495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128</Words>
  <Application>Microsoft Office PowerPoint</Application>
  <PresentationFormat>Benutzerdefiniert</PresentationFormat>
  <Paragraphs>87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118</cp:revision>
  <dcterms:created xsi:type="dcterms:W3CDTF">2026-09-04T15:35:46Z</dcterms:created>
  <dcterms:modified xsi:type="dcterms:W3CDTF">2026-10-02T13:51:56Z</dcterms:modified>
</cp:coreProperties>
</file>