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2" r:id="rId10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129F57"/>
    <a:srgbClr val="FF9F2B"/>
    <a:srgbClr val="FF9999"/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8E61C5-A9E1-C414-0A4C-5B175CBF5F36}"/>
              </a:ext>
            </a:extLst>
          </p:cNvPr>
          <p:cNvGrpSpPr/>
          <p:nvPr/>
        </p:nvGrpSpPr>
        <p:grpSpPr>
          <a:xfrm>
            <a:off x="318395" y="1734843"/>
            <a:ext cx="757238" cy="1759103"/>
            <a:chOff x="318395" y="1574823"/>
            <a:chExt cx="757238" cy="175910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75844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07883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22765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61932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71018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84255" y="159702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471855" y="2881495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164</Words>
  <Application>Microsoft Office PowerPoint</Application>
  <PresentationFormat>Benutzerdefiniert</PresentationFormat>
  <Paragraphs>119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122</cp:revision>
  <dcterms:created xsi:type="dcterms:W3CDTF">2026-09-04T15:35:46Z</dcterms:created>
  <dcterms:modified xsi:type="dcterms:W3CDTF">2026-10-06T15:28:33Z</dcterms:modified>
</cp:coreProperties>
</file>