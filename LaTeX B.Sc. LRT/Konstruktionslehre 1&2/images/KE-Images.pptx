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80" r:id="rId23"/>
    <p:sldId id="281" r:id="rId24"/>
    <p:sldId id="282" r:id="rId25"/>
    <p:sldId id="278" r:id="rId26"/>
    <p:sldId id="284" r:id="rId27"/>
    <p:sldId id="285" r:id="rId28"/>
    <p:sldId id="283" r:id="rId29"/>
    <p:sldId id="286" r:id="rId30"/>
    <p:sldId id="288" r:id="rId31"/>
    <p:sldId id="289" r:id="rId32"/>
    <p:sldId id="290" r:id="rId33"/>
    <p:sldId id="292" r:id="rId34"/>
    <p:sldId id="293" r:id="rId35"/>
    <p:sldId id="294" r:id="rId36"/>
    <p:sldId id="287" r:id="rId37"/>
    <p:sldId id="262" r:id="rId38"/>
    <p:sldId id="291" r:id="rId39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45A3"/>
    <a:srgbClr val="086FBD"/>
    <a:srgbClr val="3F7E31"/>
    <a:srgbClr val="129F57"/>
    <a:srgbClr val="FF9F2B"/>
    <a:srgbClr val="FFB94C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4938-D142-2A7D-A7EC-63CFC93EE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4B7C2E7B-6BDB-4754-5C82-ED08F0199194}"/>
              </a:ext>
            </a:extLst>
          </p:cNvPr>
          <p:cNvSpPr/>
          <p:nvPr/>
        </p:nvSpPr>
        <p:spPr>
          <a:xfrm>
            <a:off x="294640" y="1254760"/>
            <a:ext cx="3017520" cy="876300"/>
          </a:xfrm>
          <a:custGeom>
            <a:avLst/>
            <a:gdLst>
              <a:gd name="csX0" fmla="*/ 3810 w 3017520"/>
              <a:gd name="csY0" fmla="*/ 863600 h 876300"/>
              <a:gd name="csX1" fmla="*/ 0 w 3017520"/>
              <a:gd name="csY1" fmla="*/ 0 h 876300"/>
              <a:gd name="csX2" fmla="*/ 3017520 w 3017520"/>
              <a:gd name="csY2" fmla="*/ 0 h 876300"/>
              <a:gd name="csX3" fmla="*/ 3009900 w 3017520"/>
              <a:gd name="csY3" fmla="*/ 876300 h 876300"/>
              <a:gd name="csX4" fmla="*/ 2926080 w 3017520"/>
              <a:gd name="csY4" fmla="*/ 754380 h 876300"/>
              <a:gd name="csX5" fmla="*/ 2773680 w 3017520"/>
              <a:gd name="csY5" fmla="*/ 182880 h 876300"/>
              <a:gd name="csX6" fmla="*/ 2698115 w 3017520"/>
              <a:gd name="csY6" fmla="*/ 95885 h 876300"/>
              <a:gd name="csX7" fmla="*/ 2583815 w 3017520"/>
              <a:gd name="csY7" fmla="*/ 67310 h 876300"/>
              <a:gd name="csX8" fmla="*/ 2469515 w 3017520"/>
              <a:gd name="csY8" fmla="*/ 97790 h 876300"/>
              <a:gd name="csX9" fmla="*/ 2397760 w 3017520"/>
              <a:gd name="csY9" fmla="*/ 182880 h 876300"/>
              <a:gd name="csX10" fmla="*/ 2247900 w 3017520"/>
              <a:gd name="csY10" fmla="*/ 751840 h 876300"/>
              <a:gd name="csX11" fmla="*/ 2168525 w 3017520"/>
              <a:gd name="csY11" fmla="*/ 844550 h 876300"/>
              <a:gd name="csX12" fmla="*/ 2038985 w 3017520"/>
              <a:gd name="csY12" fmla="*/ 875030 h 876300"/>
              <a:gd name="csX13" fmla="*/ 1924685 w 3017520"/>
              <a:gd name="csY13" fmla="*/ 842645 h 876300"/>
              <a:gd name="csX14" fmla="*/ 1849120 w 3017520"/>
              <a:gd name="csY14" fmla="*/ 751840 h 876300"/>
              <a:gd name="csX15" fmla="*/ 1696720 w 3017520"/>
              <a:gd name="csY15" fmla="*/ 185420 h 876300"/>
              <a:gd name="csX16" fmla="*/ 1619885 w 3017520"/>
              <a:gd name="csY16" fmla="*/ 92075 h 876300"/>
              <a:gd name="csX17" fmla="*/ 1499870 w 3017520"/>
              <a:gd name="csY17" fmla="*/ 61595 h 876300"/>
              <a:gd name="csX18" fmla="*/ 1381760 w 3017520"/>
              <a:gd name="csY18" fmla="*/ 99695 h 876300"/>
              <a:gd name="csX19" fmla="*/ 1320800 w 3017520"/>
              <a:gd name="csY19" fmla="*/ 185420 h 876300"/>
              <a:gd name="csX20" fmla="*/ 1170940 w 3017520"/>
              <a:gd name="csY20" fmla="*/ 754380 h 876300"/>
              <a:gd name="csX21" fmla="*/ 1090295 w 3017520"/>
              <a:gd name="csY21" fmla="*/ 848360 h 876300"/>
              <a:gd name="csX22" fmla="*/ 966470 w 3017520"/>
              <a:gd name="csY22" fmla="*/ 873125 h 876300"/>
              <a:gd name="csX23" fmla="*/ 846455 w 3017520"/>
              <a:gd name="csY23" fmla="*/ 842645 h 876300"/>
              <a:gd name="csX24" fmla="*/ 769620 w 3017520"/>
              <a:gd name="csY24" fmla="*/ 754380 h 876300"/>
              <a:gd name="csX25" fmla="*/ 617220 w 3017520"/>
              <a:gd name="csY25" fmla="*/ 182880 h 876300"/>
              <a:gd name="csX26" fmla="*/ 543560 w 3017520"/>
              <a:gd name="csY26" fmla="*/ 90170 h 876300"/>
              <a:gd name="csX27" fmla="*/ 431165 w 3017520"/>
              <a:gd name="csY27" fmla="*/ 69215 h 876300"/>
              <a:gd name="csX28" fmla="*/ 330200 w 3017520"/>
              <a:gd name="csY28" fmla="*/ 95885 h 876300"/>
              <a:gd name="csX29" fmla="*/ 242570 w 3017520"/>
              <a:gd name="csY29" fmla="*/ 184785 h 876300"/>
              <a:gd name="csX30" fmla="*/ 91440 w 3017520"/>
              <a:gd name="csY30" fmla="*/ 751840 h 876300"/>
              <a:gd name="csX31" fmla="*/ 3810 w 3017520"/>
              <a:gd name="csY31" fmla="*/ 8636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876300">
                <a:moveTo>
                  <a:pt x="3810" y="863600"/>
                </a:moveTo>
                <a:lnTo>
                  <a:pt x="0" y="0"/>
                </a:lnTo>
                <a:lnTo>
                  <a:pt x="3017520" y="0"/>
                </a:lnTo>
                <a:lnTo>
                  <a:pt x="3009900" y="876300"/>
                </a:lnTo>
                <a:lnTo>
                  <a:pt x="2926080" y="754380"/>
                </a:lnTo>
                <a:lnTo>
                  <a:pt x="2773680" y="182880"/>
                </a:lnTo>
                <a:cubicBezTo>
                  <a:pt x="2748492" y="153882"/>
                  <a:pt x="2742353" y="136313"/>
                  <a:pt x="2698115" y="95885"/>
                </a:cubicBezTo>
                <a:lnTo>
                  <a:pt x="2583815" y="67310"/>
                </a:lnTo>
                <a:lnTo>
                  <a:pt x="2469515" y="9779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2168525" y="844550"/>
                </a:lnTo>
                <a:lnTo>
                  <a:pt x="2038985" y="875030"/>
                </a:lnTo>
                <a:lnTo>
                  <a:pt x="1924685" y="842645"/>
                </a:lnTo>
                <a:lnTo>
                  <a:pt x="1849120" y="751840"/>
                </a:lnTo>
                <a:lnTo>
                  <a:pt x="1696720" y="185420"/>
                </a:lnTo>
                <a:cubicBezTo>
                  <a:pt x="1671108" y="152400"/>
                  <a:pt x="1677882" y="140335"/>
                  <a:pt x="1619885" y="92075"/>
                </a:cubicBezTo>
                <a:cubicBezTo>
                  <a:pt x="1576070" y="70485"/>
                  <a:pt x="1539875" y="69850"/>
                  <a:pt x="1499870" y="61595"/>
                </a:cubicBezTo>
                <a:cubicBezTo>
                  <a:pt x="1460500" y="74295"/>
                  <a:pt x="1432560" y="71755"/>
                  <a:pt x="1381760" y="99695"/>
                </a:cubicBezTo>
                <a:lnTo>
                  <a:pt x="1320800" y="185420"/>
                </a:lnTo>
                <a:lnTo>
                  <a:pt x="1170940" y="754380"/>
                </a:lnTo>
                <a:lnTo>
                  <a:pt x="1090295" y="848360"/>
                </a:lnTo>
                <a:lnTo>
                  <a:pt x="966470" y="873125"/>
                </a:lnTo>
                <a:lnTo>
                  <a:pt x="846455" y="842645"/>
                </a:lnTo>
                <a:lnTo>
                  <a:pt x="769620" y="754380"/>
                </a:lnTo>
                <a:lnTo>
                  <a:pt x="617220" y="182880"/>
                </a:lnTo>
                <a:cubicBezTo>
                  <a:pt x="592667" y="151977"/>
                  <a:pt x="590973" y="130598"/>
                  <a:pt x="543560" y="90170"/>
                </a:cubicBezTo>
                <a:cubicBezTo>
                  <a:pt x="505460" y="81915"/>
                  <a:pt x="478790" y="75565"/>
                  <a:pt x="431165" y="69215"/>
                </a:cubicBezTo>
                <a:cubicBezTo>
                  <a:pt x="382270" y="73025"/>
                  <a:pt x="369570" y="86360"/>
                  <a:pt x="330200" y="95885"/>
                </a:cubicBezTo>
                <a:cubicBezTo>
                  <a:pt x="292100" y="126153"/>
                  <a:pt x="274955" y="133562"/>
                  <a:pt x="242570" y="184785"/>
                </a:cubicBezTo>
                <a:lnTo>
                  <a:pt x="91440" y="751840"/>
                </a:lnTo>
                <a:lnTo>
                  <a:pt x="3810" y="863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F07E393D-F541-6DF2-1A38-2A4F4A03AA64}"/>
              </a:ext>
            </a:extLst>
          </p:cNvPr>
          <p:cNvSpPr/>
          <p:nvPr/>
        </p:nvSpPr>
        <p:spPr>
          <a:xfrm>
            <a:off x="292100" y="1419225"/>
            <a:ext cx="3017520" cy="925195"/>
          </a:xfrm>
          <a:custGeom>
            <a:avLst/>
            <a:gdLst>
              <a:gd name="csX0" fmla="*/ 0 w 3017520"/>
              <a:gd name="csY0" fmla="*/ 925195 h 925195"/>
              <a:gd name="csX1" fmla="*/ 9525 w 3017520"/>
              <a:gd name="csY1" fmla="*/ 799465 h 925195"/>
              <a:gd name="csX2" fmla="*/ 83820 w 3017520"/>
              <a:gd name="csY2" fmla="*/ 696595 h 925195"/>
              <a:gd name="csX3" fmla="*/ 236220 w 3017520"/>
              <a:gd name="csY3" fmla="*/ 135255 h 925195"/>
              <a:gd name="csX4" fmla="*/ 306070 w 3017520"/>
              <a:gd name="csY4" fmla="*/ 34290 h 925195"/>
              <a:gd name="csX5" fmla="*/ 433705 w 3017520"/>
              <a:gd name="csY5" fmla="*/ 0 h 925195"/>
              <a:gd name="csX6" fmla="*/ 557530 w 3017520"/>
              <a:gd name="csY6" fmla="*/ 36195 h 925195"/>
              <a:gd name="csX7" fmla="*/ 632460 w 3017520"/>
              <a:gd name="csY7" fmla="*/ 135255 h 925195"/>
              <a:gd name="csX8" fmla="*/ 787400 w 3017520"/>
              <a:gd name="csY8" fmla="*/ 699135 h 925195"/>
              <a:gd name="csX9" fmla="*/ 856615 w 3017520"/>
              <a:gd name="csY9" fmla="*/ 777240 h 925195"/>
              <a:gd name="csX10" fmla="*/ 972820 w 3017520"/>
              <a:gd name="csY10" fmla="*/ 815340 h 925195"/>
              <a:gd name="csX11" fmla="*/ 1090930 w 3017520"/>
              <a:gd name="csY11" fmla="*/ 781050 h 925195"/>
              <a:gd name="csX12" fmla="*/ 1163320 w 3017520"/>
              <a:gd name="csY12" fmla="*/ 699135 h 925195"/>
              <a:gd name="csX13" fmla="*/ 1313180 w 3017520"/>
              <a:gd name="csY13" fmla="*/ 132715 h 925195"/>
              <a:gd name="csX14" fmla="*/ 1378585 w 3017520"/>
              <a:gd name="csY14" fmla="*/ 41910 h 925195"/>
              <a:gd name="csX15" fmla="*/ 1508125 w 3017520"/>
              <a:gd name="csY15" fmla="*/ 1905 h 925195"/>
              <a:gd name="csX16" fmla="*/ 1635760 w 3017520"/>
              <a:gd name="csY16" fmla="*/ 30480 h 925195"/>
              <a:gd name="csX17" fmla="*/ 1711960 w 3017520"/>
              <a:gd name="csY17" fmla="*/ 132715 h 925195"/>
              <a:gd name="csX18" fmla="*/ 1859280 w 3017520"/>
              <a:gd name="csY18" fmla="*/ 699135 h 925195"/>
              <a:gd name="csX19" fmla="*/ 1934845 w 3017520"/>
              <a:gd name="csY19" fmla="*/ 782955 h 925195"/>
              <a:gd name="csX20" fmla="*/ 2045335 w 3017520"/>
              <a:gd name="csY20" fmla="*/ 813435 h 925195"/>
              <a:gd name="csX21" fmla="*/ 2169160 w 3017520"/>
              <a:gd name="csY21" fmla="*/ 775335 h 925195"/>
              <a:gd name="csX22" fmla="*/ 2237740 w 3017520"/>
              <a:gd name="csY22" fmla="*/ 699135 h 925195"/>
              <a:gd name="csX23" fmla="*/ 2390140 w 3017520"/>
              <a:gd name="csY23" fmla="*/ 132715 h 925195"/>
              <a:gd name="csX24" fmla="*/ 2460625 w 3017520"/>
              <a:gd name="csY24" fmla="*/ 45720 h 925195"/>
              <a:gd name="csX25" fmla="*/ 2586355 w 3017520"/>
              <a:gd name="csY25" fmla="*/ 9525 h 925195"/>
              <a:gd name="csX26" fmla="*/ 2715895 w 3017520"/>
              <a:gd name="csY26" fmla="*/ 38100 h 925195"/>
              <a:gd name="csX27" fmla="*/ 2791460 w 3017520"/>
              <a:gd name="csY27" fmla="*/ 132715 h 925195"/>
              <a:gd name="csX28" fmla="*/ 2941320 w 3017520"/>
              <a:gd name="csY28" fmla="*/ 701675 h 925195"/>
              <a:gd name="csX29" fmla="*/ 3007995 w 3017520"/>
              <a:gd name="csY29" fmla="*/ 802640 h 925195"/>
              <a:gd name="csX30" fmla="*/ 3017520 w 3017520"/>
              <a:gd name="csY30" fmla="*/ 922655 h 925195"/>
              <a:gd name="csX31" fmla="*/ 0 w 3017520"/>
              <a:gd name="csY31" fmla="*/ 925195 h 925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925195">
                <a:moveTo>
                  <a:pt x="0" y="925195"/>
                </a:moveTo>
                <a:lnTo>
                  <a:pt x="9525" y="799465"/>
                </a:lnTo>
                <a:lnTo>
                  <a:pt x="83820" y="696595"/>
                </a:lnTo>
                <a:lnTo>
                  <a:pt x="236220" y="135255"/>
                </a:lnTo>
                <a:lnTo>
                  <a:pt x="306070" y="34290"/>
                </a:lnTo>
                <a:lnTo>
                  <a:pt x="433705" y="0"/>
                </a:lnTo>
                <a:lnTo>
                  <a:pt x="557530" y="36195"/>
                </a:lnTo>
                <a:cubicBezTo>
                  <a:pt x="595842" y="73025"/>
                  <a:pt x="607483" y="102235"/>
                  <a:pt x="632460" y="135255"/>
                </a:cubicBezTo>
                <a:lnTo>
                  <a:pt x="787400" y="699135"/>
                </a:lnTo>
                <a:lnTo>
                  <a:pt x="856615" y="777240"/>
                </a:lnTo>
                <a:lnTo>
                  <a:pt x="972820" y="815340"/>
                </a:lnTo>
                <a:lnTo>
                  <a:pt x="1090930" y="781050"/>
                </a:lnTo>
                <a:lnTo>
                  <a:pt x="1163320" y="699135"/>
                </a:lnTo>
                <a:lnTo>
                  <a:pt x="1313180" y="132715"/>
                </a:lnTo>
                <a:lnTo>
                  <a:pt x="1378585" y="41910"/>
                </a:lnTo>
                <a:lnTo>
                  <a:pt x="1508125" y="1905"/>
                </a:lnTo>
                <a:lnTo>
                  <a:pt x="1635760" y="30480"/>
                </a:lnTo>
                <a:lnTo>
                  <a:pt x="1711960" y="132715"/>
                </a:lnTo>
                <a:lnTo>
                  <a:pt x="1859280" y="699135"/>
                </a:lnTo>
                <a:lnTo>
                  <a:pt x="1934845" y="782955"/>
                </a:lnTo>
                <a:lnTo>
                  <a:pt x="2045335" y="813435"/>
                </a:lnTo>
                <a:lnTo>
                  <a:pt x="2169160" y="775335"/>
                </a:lnTo>
                <a:lnTo>
                  <a:pt x="2237740" y="699135"/>
                </a:lnTo>
                <a:lnTo>
                  <a:pt x="2390140" y="132715"/>
                </a:lnTo>
                <a:cubicBezTo>
                  <a:pt x="2413635" y="103717"/>
                  <a:pt x="2421890" y="80433"/>
                  <a:pt x="2460625" y="45720"/>
                </a:cubicBezTo>
                <a:cubicBezTo>
                  <a:pt x="2517775" y="22225"/>
                  <a:pt x="2544445" y="21590"/>
                  <a:pt x="2586355" y="9525"/>
                </a:cubicBezTo>
                <a:cubicBezTo>
                  <a:pt x="2629535" y="19050"/>
                  <a:pt x="2667000" y="17145"/>
                  <a:pt x="2715895" y="38100"/>
                </a:cubicBezTo>
                <a:cubicBezTo>
                  <a:pt x="2754418" y="77258"/>
                  <a:pt x="2766272" y="101177"/>
                  <a:pt x="2791460" y="132715"/>
                </a:cubicBezTo>
                <a:lnTo>
                  <a:pt x="2941320" y="701675"/>
                </a:lnTo>
                <a:lnTo>
                  <a:pt x="3007995" y="802640"/>
                </a:lnTo>
                <a:lnTo>
                  <a:pt x="3017520" y="922655"/>
                </a:lnTo>
                <a:lnTo>
                  <a:pt x="0" y="925195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04CD142-4373-F43B-ADF9-2299AB552700}"/>
              </a:ext>
            </a:extLst>
          </p:cNvPr>
          <p:cNvCxnSpPr>
            <a:cxnSpLocks/>
          </p:cNvCxnSpPr>
          <p:nvPr/>
        </p:nvCxnSpPr>
        <p:spPr>
          <a:xfrm>
            <a:off x="2002872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ED95AA1E-6AFC-5693-1A05-DCFB471B8234}"/>
              </a:ext>
            </a:extLst>
          </p:cNvPr>
          <p:cNvCxnSpPr>
            <a:cxnSpLocks/>
          </p:cNvCxnSpPr>
          <p:nvPr/>
        </p:nvCxnSpPr>
        <p:spPr>
          <a:xfrm flipH="1">
            <a:off x="252703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7EFA03F-3468-60B7-A571-743677DB1DEB}"/>
              </a:ext>
            </a:extLst>
          </p:cNvPr>
          <p:cNvCxnSpPr>
            <a:cxnSpLocks/>
          </p:cNvCxnSpPr>
          <p:nvPr/>
        </p:nvCxnSpPr>
        <p:spPr>
          <a:xfrm>
            <a:off x="3074815" y="1552891"/>
            <a:ext cx="150933" cy="56328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A4D578-1FAF-36AB-8AD1-819BE8E6BDC3}"/>
              </a:ext>
            </a:extLst>
          </p:cNvPr>
          <p:cNvCxnSpPr>
            <a:cxnSpLocks/>
          </p:cNvCxnSpPr>
          <p:nvPr/>
        </p:nvCxnSpPr>
        <p:spPr>
          <a:xfrm>
            <a:off x="928017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410496E-64CA-3E5A-B4BB-D93D20009BF8}"/>
              </a:ext>
            </a:extLst>
          </p:cNvPr>
          <p:cNvCxnSpPr>
            <a:cxnSpLocks/>
          </p:cNvCxnSpPr>
          <p:nvPr/>
        </p:nvCxnSpPr>
        <p:spPr>
          <a:xfrm flipH="1">
            <a:off x="145408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1DAF7130-46DF-E44B-E34C-955F520C272C}"/>
              </a:ext>
            </a:extLst>
          </p:cNvPr>
          <p:cNvCxnSpPr>
            <a:cxnSpLocks/>
          </p:cNvCxnSpPr>
          <p:nvPr/>
        </p:nvCxnSpPr>
        <p:spPr>
          <a:xfrm flipH="1">
            <a:off x="376186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Bogen 72">
            <a:extLst>
              <a:ext uri="{FF2B5EF4-FFF2-40B4-BE49-F238E27FC236}">
                <a16:creationId xmlns:a16="http://schemas.microsoft.com/office/drawing/2014/main" id="{071DDA86-8378-75B9-B1E1-C206552125D2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52B01C-6E29-BB1A-4440-5723ACA31CE0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B16EE968-4B3F-9072-1B81-1029F56277F5}"/>
              </a:ext>
            </a:extLst>
          </p:cNvPr>
          <p:cNvSpPr/>
          <p:nvPr/>
        </p:nvSpPr>
        <p:spPr>
          <a:xfrm rot="10800000">
            <a:off x="523874" y="132651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32AB3419-922B-6B0D-CB31-74CF88C41F65}"/>
              </a:ext>
            </a:extLst>
          </p:cNvPr>
          <p:cNvSpPr/>
          <p:nvPr/>
        </p:nvSpPr>
        <p:spPr>
          <a:xfrm rot="10800000">
            <a:off x="512445" y="1425112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29E990F7-79CD-A387-5E72-5344DF8760E3}"/>
              </a:ext>
            </a:extLst>
          </p:cNvPr>
          <p:cNvSpPr/>
          <p:nvPr/>
        </p:nvSpPr>
        <p:spPr>
          <a:xfrm rot="10800000">
            <a:off x="1604010" y="1322646"/>
            <a:ext cx="399782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ACB60C64-F63E-9C4C-95EC-2599A0A11DF7}"/>
              </a:ext>
            </a:extLst>
          </p:cNvPr>
          <p:cNvSpPr/>
          <p:nvPr/>
        </p:nvSpPr>
        <p:spPr>
          <a:xfrm rot="10800000">
            <a:off x="1592580" y="1425052"/>
            <a:ext cx="423368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ACB3442-BEAE-556F-2C1B-3C7E4CB6182E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A9D0C6B-9AE7-E52B-C244-A39DB1AB80D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88ADA89-854B-D2CE-C2C8-75511BC797DF}"/>
              </a:ext>
            </a:extLst>
          </p:cNvPr>
          <p:cNvCxnSpPr>
            <a:cxnSpLocks/>
          </p:cNvCxnSpPr>
          <p:nvPr/>
        </p:nvCxnSpPr>
        <p:spPr>
          <a:xfrm rot="10800000">
            <a:off x="916092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4E5E269-FDC4-34FF-6BBF-A97D3A4FE229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ogen 11">
            <a:extLst>
              <a:ext uri="{FF2B5EF4-FFF2-40B4-BE49-F238E27FC236}">
                <a16:creationId xmlns:a16="http://schemas.microsoft.com/office/drawing/2014/main" id="{FC2B1910-FF51-BF31-4F17-78DECC1AD9FF}"/>
              </a:ext>
            </a:extLst>
          </p:cNvPr>
          <p:cNvSpPr/>
          <p:nvPr/>
        </p:nvSpPr>
        <p:spPr>
          <a:xfrm rot="10800000">
            <a:off x="2674009" y="1330266"/>
            <a:ext cx="406373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Bogen 13">
            <a:extLst>
              <a:ext uri="{FF2B5EF4-FFF2-40B4-BE49-F238E27FC236}">
                <a16:creationId xmlns:a16="http://schemas.microsoft.com/office/drawing/2014/main" id="{994EADDF-6170-5B72-16C3-4664646627AB}"/>
              </a:ext>
            </a:extLst>
          </p:cNvPr>
          <p:cNvSpPr/>
          <p:nvPr/>
        </p:nvSpPr>
        <p:spPr>
          <a:xfrm rot="10800000">
            <a:off x="2665354" y="1428862"/>
            <a:ext cx="424556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76180BC-CDEE-200E-9827-D771F57638FB}"/>
              </a:ext>
            </a:extLst>
          </p:cNvPr>
          <p:cNvCxnSpPr>
            <a:cxnSpLocks/>
          </p:cNvCxnSpPr>
          <p:nvPr/>
        </p:nvCxnSpPr>
        <p:spPr>
          <a:xfrm rot="10800000">
            <a:off x="306393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F0D63A6F-969E-99E6-27B7-C28E985DC3F1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3871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CC87F743-BB58-9010-0BA1-E457DBC76637}"/>
              </a:ext>
            </a:extLst>
          </p:cNvPr>
          <p:cNvSpPr/>
          <p:nvPr/>
        </p:nvSpPr>
        <p:spPr>
          <a:xfrm>
            <a:off x="1062756" y="186089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EA115380-A783-6DAD-B12C-7040702A7F0D}"/>
              </a:ext>
            </a:extLst>
          </p:cNvPr>
          <p:cNvSpPr/>
          <p:nvPr/>
        </p:nvSpPr>
        <p:spPr>
          <a:xfrm>
            <a:off x="1053231" y="1738184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28D601EE-ECCA-CCD6-57B8-0B4CD932A48B}"/>
              </a:ext>
            </a:extLst>
          </p:cNvPr>
          <p:cNvSpPr/>
          <p:nvPr/>
        </p:nvSpPr>
        <p:spPr>
          <a:xfrm>
            <a:off x="2137725" y="1860839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31AD02F-3472-8918-C405-88318A178DE3}"/>
              </a:ext>
            </a:extLst>
          </p:cNvPr>
          <p:cNvSpPr/>
          <p:nvPr/>
        </p:nvSpPr>
        <p:spPr>
          <a:xfrm>
            <a:off x="2128200" y="1738128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B1759E70-A903-555E-C9F1-D7439801CD60}"/>
              </a:ext>
            </a:extLst>
          </p:cNvPr>
          <p:cNvSpPr/>
          <p:nvPr/>
        </p:nvSpPr>
        <p:spPr>
          <a:xfrm>
            <a:off x="-15857" y="1862744"/>
            <a:ext cx="405765" cy="365184"/>
          </a:xfrm>
          <a:prstGeom prst="arc">
            <a:avLst>
              <a:gd name="adj1" fmla="val 1151559"/>
              <a:gd name="adj2" fmla="val 3202927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CB993EE7-46AC-25AB-5281-874F70E17BF1}"/>
              </a:ext>
            </a:extLst>
          </p:cNvPr>
          <p:cNvSpPr/>
          <p:nvPr/>
        </p:nvSpPr>
        <p:spPr>
          <a:xfrm>
            <a:off x="-25382" y="1738128"/>
            <a:ext cx="426719" cy="389298"/>
          </a:xfrm>
          <a:prstGeom prst="arc">
            <a:avLst>
              <a:gd name="adj1" fmla="val 1151559"/>
              <a:gd name="adj2" fmla="val 3495597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Bogen 36">
            <a:extLst>
              <a:ext uri="{FF2B5EF4-FFF2-40B4-BE49-F238E27FC236}">
                <a16:creationId xmlns:a16="http://schemas.microsoft.com/office/drawing/2014/main" id="{6DBF449F-D6FB-0367-48E1-3ED223BBA193}"/>
              </a:ext>
            </a:extLst>
          </p:cNvPr>
          <p:cNvSpPr/>
          <p:nvPr/>
        </p:nvSpPr>
        <p:spPr>
          <a:xfrm>
            <a:off x="3209870" y="1860839"/>
            <a:ext cx="405765" cy="365184"/>
          </a:xfrm>
          <a:prstGeom prst="arc">
            <a:avLst>
              <a:gd name="adj1" fmla="val 77030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Bogen 39">
            <a:extLst>
              <a:ext uri="{FF2B5EF4-FFF2-40B4-BE49-F238E27FC236}">
                <a16:creationId xmlns:a16="http://schemas.microsoft.com/office/drawing/2014/main" id="{C6DE6B71-4F41-4D6F-898D-222BABBD18A6}"/>
              </a:ext>
            </a:extLst>
          </p:cNvPr>
          <p:cNvSpPr/>
          <p:nvPr/>
        </p:nvSpPr>
        <p:spPr>
          <a:xfrm>
            <a:off x="3200345" y="1738128"/>
            <a:ext cx="426719" cy="389298"/>
          </a:xfrm>
          <a:prstGeom prst="arc">
            <a:avLst>
              <a:gd name="adj1" fmla="val 7485783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00E4-B249-9F84-DC20-EA708E44B31E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088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08CE-4237-7BEE-B467-F53B030FE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B4C5427-9380-7FDC-6DC2-017DD819B6DD}"/>
              </a:ext>
            </a:extLst>
          </p:cNvPr>
          <p:cNvGrpSpPr/>
          <p:nvPr/>
        </p:nvGrpSpPr>
        <p:grpSpPr>
          <a:xfrm>
            <a:off x="294322" y="1546860"/>
            <a:ext cx="3011805" cy="803910"/>
            <a:chOff x="294322" y="1546860"/>
            <a:chExt cx="3011805" cy="803910"/>
          </a:xfrm>
        </p:grpSpPr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02080047-C27C-BDBD-45FE-C89951871A96}"/>
                </a:ext>
              </a:extLst>
            </p:cNvPr>
            <p:cNvSpPr/>
            <p:nvPr/>
          </p:nvSpPr>
          <p:spPr>
            <a:xfrm>
              <a:off x="297180" y="1546860"/>
              <a:ext cx="3004185" cy="803910"/>
            </a:xfrm>
            <a:custGeom>
              <a:avLst/>
              <a:gdLst>
                <a:gd name="csX0" fmla="*/ 0 w 3004185"/>
                <a:gd name="csY0" fmla="*/ 632460 h 803910"/>
                <a:gd name="csX1" fmla="*/ 198120 w 3004185"/>
                <a:gd name="csY1" fmla="*/ 632460 h 803910"/>
                <a:gd name="csX2" fmla="*/ 523875 w 3004185"/>
                <a:gd name="csY2" fmla="*/ 0 h 803910"/>
                <a:gd name="csX3" fmla="*/ 802005 w 3004185"/>
                <a:gd name="csY3" fmla="*/ 0 h 803910"/>
                <a:gd name="csX4" fmla="*/ 840105 w 3004185"/>
                <a:gd name="csY4" fmla="*/ 634365 h 803910"/>
                <a:gd name="csX5" fmla="*/ 1152525 w 3004185"/>
                <a:gd name="csY5" fmla="*/ 634365 h 803910"/>
                <a:gd name="csX6" fmla="*/ 1478280 w 3004185"/>
                <a:gd name="csY6" fmla="*/ 3810 h 803910"/>
                <a:gd name="csX7" fmla="*/ 1756410 w 3004185"/>
                <a:gd name="csY7" fmla="*/ 3810 h 803910"/>
                <a:gd name="csX8" fmla="*/ 1788795 w 3004185"/>
                <a:gd name="csY8" fmla="*/ 632460 h 803910"/>
                <a:gd name="csX9" fmla="*/ 2105025 w 3004185"/>
                <a:gd name="csY9" fmla="*/ 632460 h 803910"/>
                <a:gd name="csX10" fmla="*/ 2428875 w 3004185"/>
                <a:gd name="csY10" fmla="*/ 1905 h 803910"/>
                <a:gd name="csX11" fmla="*/ 2705100 w 3004185"/>
                <a:gd name="csY11" fmla="*/ 1905 h 803910"/>
                <a:gd name="csX12" fmla="*/ 2743200 w 3004185"/>
                <a:gd name="csY12" fmla="*/ 634365 h 803910"/>
                <a:gd name="csX13" fmla="*/ 3004185 w 3004185"/>
                <a:gd name="csY13" fmla="*/ 634365 h 803910"/>
                <a:gd name="csX14" fmla="*/ 3004185 w 3004185"/>
                <a:gd name="csY14" fmla="*/ 803910 h 803910"/>
                <a:gd name="csX15" fmla="*/ 0 w 3004185"/>
                <a:gd name="csY15" fmla="*/ 803910 h 803910"/>
                <a:gd name="csX16" fmla="*/ 0 w 3004185"/>
                <a:gd name="csY16" fmla="*/ 632460 h 803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04185" h="803910">
                  <a:moveTo>
                    <a:pt x="0" y="632460"/>
                  </a:moveTo>
                  <a:lnTo>
                    <a:pt x="198120" y="632460"/>
                  </a:lnTo>
                  <a:lnTo>
                    <a:pt x="523875" y="0"/>
                  </a:lnTo>
                  <a:lnTo>
                    <a:pt x="802005" y="0"/>
                  </a:lnTo>
                  <a:lnTo>
                    <a:pt x="840105" y="634365"/>
                  </a:lnTo>
                  <a:lnTo>
                    <a:pt x="1152525" y="634365"/>
                  </a:lnTo>
                  <a:lnTo>
                    <a:pt x="1478280" y="3810"/>
                  </a:lnTo>
                  <a:lnTo>
                    <a:pt x="1756410" y="3810"/>
                  </a:lnTo>
                  <a:lnTo>
                    <a:pt x="1788795" y="632460"/>
                  </a:lnTo>
                  <a:lnTo>
                    <a:pt x="2105025" y="632460"/>
                  </a:lnTo>
                  <a:lnTo>
                    <a:pt x="2428875" y="1905"/>
                  </a:lnTo>
                  <a:lnTo>
                    <a:pt x="2705100" y="1905"/>
                  </a:lnTo>
                  <a:lnTo>
                    <a:pt x="2743200" y="634365"/>
                  </a:lnTo>
                  <a:lnTo>
                    <a:pt x="3004185" y="634365"/>
                  </a:lnTo>
                  <a:lnTo>
                    <a:pt x="3004185" y="803910"/>
                  </a:lnTo>
                  <a:lnTo>
                    <a:pt x="0" y="803910"/>
                  </a:lnTo>
                  <a:lnTo>
                    <a:pt x="0" y="63246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722D0BB8-FA62-8360-DE7B-401BC8B7075F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03541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4FEAF60A-F7EC-F858-F409-0F99CB992D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09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5FB87FE8-C918-6A15-548B-7EFF33853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6775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4352FEF2-F6EF-1554-B4F5-663D522AD6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78100"/>
              <a:ext cx="20379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7E25EB5-EAC3-56FC-4EAF-F50B84CB7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915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6CE4F757-F880-9BBF-13EE-FFF0570007A5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987600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A0CBB5AD-801C-8002-938E-A6D9C5B292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281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D42E7FAA-0E91-3150-26B6-FF58B349C5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88964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CA011571-9EDF-42FE-7095-9E115E3EC8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71339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3EB53B8A-0DAA-B785-2C30-47A89EFDCD82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294009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74D57E3F-7D03-EC23-9E34-7462336932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0177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72590D53-8967-9537-D775-C61C14307D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1455" y="2178560"/>
              <a:ext cx="264672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1A354C2E-092D-EA95-D090-365D46D85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2383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A97A43CD-A1AA-A82E-2985-4DB0AD514D85}"/>
              </a:ext>
            </a:extLst>
          </p:cNvPr>
          <p:cNvGrpSpPr/>
          <p:nvPr/>
        </p:nvGrpSpPr>
        <p:grpSpPr>
          <a:xfrm>
            <a:off x="291465" y="1253490"/>
            <a:ext cx="3011805" cy="880110"/>
            <a:chOff x="293370" y="1253490"/>
            <a:chExt cx="3011805" cy="880110"/>
          </a:xfrm>
        </p:grpSpPr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BB079873-3C40-0F35-B00E-6E439A397C30}"/>
                </a:ext>
              </a:extLst>
            </p:cNvPr>
            <p:cNvSpPr/>
            <p:nvPr/>
          </p:nvSpPr>
          <p:spPr>
            <a:xfrm>
              <a:off x="293370" y="1253490"/>
              <a:ext cx="3011805" cy="880110"/>
            </a:xfrm>
            <a:custGeom>
              <a:avLst/>
              <a:gdLst>
                <a:gd name="csX0" fmla="*/ 0 w 3011805"/>
                <a:gd name="csY0" fmla="*/ 870585 h 880110"/>
                <a:gd name="csX1" fmla="*/ 0 w 3011805"/>
                <a:gd name="csY1" fmla="*/ 0 h 880110"/>
                <a:gd name="csX2" fmla="*/ 3011805 w 3011805"/>
                <a:gd name="csY2" fmla="*/ 0 h 880110"/>
                <a:gd name="csX3" fmla="*/ 3011805 w 3011805"/>
                <a:gd name="csY3" fmla="*/ 880110 h 880110"/>
                <a:gd name="csX4" fmla="*/ 2762250 w 3011805"/>
                <a:gd name="csY4" fmla="*/ 880110 h 880110"/>
                <a:gd name="csX5" fmla="*/ 2729865 w 3011805"/>
                <a:gd name="csY5" fmla="*/ 295275 h 880110"/>
                <a:gd name="csX6" fmla="*/ 2699385 w 3011805"/>
                <a:gd name="csY6" fmla="*/ 220980 h 880110"/>
                <a:gd name="csX7" fmla="*/ 2647950 w 3011805"/>
                <a:gd name="csY7" fmla="*/ 177165 h 880110"/>
                <a:gd name="csX8" fmla="*/ 2590800 w 3011805"/>
                <a:gd name="csY8" fmla="*/ 154305 h 880110"/>
                <a:gd name="csX9" fmla="*/ 2518410 w 3011805"/>
                <a:gd name="csY9" fmla="*/ 152400 h 880110"/>
                <a:gd name="csX10" fmla="*/ 2453640 w 3011805"/>
                <a:gd name="csY10" fmla="*/ 173355 h 880110"/>
                <a:gd name="csX11" fmla="*/ 2398395 w 3011805"/>
                <a:gd name="csY11" fmla="*/ 215265 h 880110"/>
                <a:gd name="csX12" fmla="*/ 2362200 w 3011805"/>
                <a:gd name="csY12" fmla="*/ 274320 h 880110"/>
                <a:gd name="csX13" fmla="*/ 2051685 w 3011805"/>
                <a:gd name="csY13" fmla="*/ 880110 h 880110"/>
                <a:gd name="csX14" fmla="*/ 1807845 w 3011805"/>
                <a:gd name="csY14" fmla="*/ 880110 h 880110"/>
                <a:gd name="csX15" fmla="*/ 1777365 w 3011805"/>
                <a:gd name="csY15" fmla="*/ 295275 h 880110"/>
                <a:gd name="csX16" fmla="*/ 1752600 w 3011805"/>
                <a:gd name="csY16" fmla="*/ 224790 h 880110"/>
                <a:gd name="csX17" fmla="*/ 1706880 w 3011805"/>
                <a:gd name="csY17" fmla="*/ 182880 h 880110"/>
                <a:gd name="csX18" fmla="*/ 1647825 w 3011805"/>
                <a:gd name="csY18" fmla="*/ 156210 h 880110"/>
                <a:gd name="csX19" fmla="*/ 1571625 w 3011805"/>
                <a:gd name="csY19" fmla="*/ 150495 h 880110"/>
                <a:gd name="csX20" fmla="*/ 1512570 w 3011805"/>
                <a:gd name="csY20" fmla="*/ 165735 h 880110"/>
                <a:gd name="csX21" fmla="*/ 1463040 w 3011805"/>
                <a:gd name="csY21" fmla="*/ 196215 h 880110"/>
                <a:gd name="csX22" fmla="*/ 1428750 w 3011805"/>
                <a:gd name="csY22" fmla="*/ 243840 h 880110"/>
                <a:gd name="csX23" fmla="*/ 1099185 w 3011805"/>
                <a:gd name="csY23" fmla="*/ 880110 h 880110"/>
                <a:gd name="csX24" fmla="*/ 857250 w 3011805"/>
                <a:gd name="csY24" fmla="*/ 880110 h 880110"/>
                <a:gd name="csX25" fmla="*/ 826770 w 3011805"/>
                <a:gd name="csY25" fmla="*/ 297180 h 880110"/>
                <a:gd name="csX26" fmla="*/ 805815 w 3011805"/>
                <a:gd name="csY26" fmla="*/ 234315 h 880110"/>
                <a:gd name="csX27" fmla="*/ 765810 w 3011805"/>
                <a:gd name="csY27" fmla="*/ 190500 h 880110"/>
                <a:gd name="csX28" fmla="*/ 714375 w 3011805"/>
                <a:gd name="csY28" fmla="*/ 165735 h 880110"/>
                <a:gd name="csX29" fmla="*/ 666750 w 3011805"/>
                <a:gd name="csY29" fmla="*/ 148590 h 880110"/>
                <a:gd name="csX30" fmla="*/ 607695 w 3011805"/>
                <a:gd name="csY30" fmla="*/ 152400 h 880110"/>
                <a:gd name="csX31" fmla="*/ 550545 w 3011805"/>
                <a:gd name="csY31" fmla="*/ 171450 h 880110"/>
                <a:gd name="csX32" fmla="*/ 502920 w 3011805"/>
                <a:gd name="csY32" fmla="*/ 203835 h 880110"/>
                <a:gd name="csX33" fmla="*/ 470535 w 3011805"/>
                <a:gd name="csY33" fmla="*/ 255270 h 880110"/>
                <a:gd name="csX34" fmla="*/ 148590 w 3011805"/>
                <a:gd name="csY34" fmla="*/ 874395 h 880110"/>
                <a:gd name="csX35" fmla="*/ 0 w 3011805"/>
                <a:gd name="csY35" fmla="*/ 870585 h 880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3011805" h="880110">
                  <a:moveTo>
                    <a:pt x="0" y="8705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880110"/>
                  </a:lnTo>
                  <a:lnTo>
                    <a:pt x="2762250" y="880110"/>
                  </a:lnTo>
                  <a:lnTo>
                    <a:pt x="2729865" y="295275"/>
                  </a:lnTo>
                  <a:lnTo>
                    <a:pt x="2699385" y="220980"/>
                  </a:lnTo>
                  <a:lnTo>
                    <a:pt x="2647950" y="177165"/>
                  </a:lnTo>
                  <a:lnTo>
                    <a:pt x="2590800" y="154305"/>
                  </a:lnTo>
                  <a:lnTo>
                    <a:pt x="2518410" y="152400"/>
                  </a:lnTo>
                  <a:lnTo>
                    <a:pt x="2453640" y="173355"/>
                  </a:lnTo>
                  <a:lnTo>
                    <a:pt x="2398395" y="215265"/>
                  </a:lnTo>
                  <a:lnTo>
                    <a:pt x="2362200" y="274320"/>
                  </a:lnTo>
                  <a:lnTo>
                    <a:pt x="2051685" y="880110"/>
                  </a:lnTo>
                  <a:lnTo>
                    <a:pt x="1807845" y="880110"/>
                  </a:lnTo>
                  <a:lnTo>
                    <a:pt x="1777365" y="295275"/>
                  </a:lnTo>
                  <a:lnTo>
                    <a:pt x="1752600" y="224790"/>
                  </a:lnTo>
                  <a:lnTo>
                    <a:pt x="1706880" y="182880"/>
                  </a:lnTo>
                  <a:lnTo>
                    <a:pt x="1647825" y="156210"/>
                  </a:lnTo>
                  <a:lnTo>
                    <a:pt x="1571625" y="150495"/>
                  </a:lnTo>
                  <a:lnTo>
                    <a:pt x="1512570" y="165735"/>
                  </a:lnTo>
                  <a:lnTo>
                    <a:pt x="1463040" y="196215"/>
                  </a:lnTo>
                  <a:lnTo>
                    <a:pt x="1428750" y="243840"/>
                  </a:lnTo>
                  <a:lnTo>
                    <a:pt x="1099185" y="880110"/>
                  </a:lnTo>
                  <a:lnTo>
                    <a:pt x="857250" y="880110"/>
                  </a:lnTo>
                  <a:lnTo>
                    <a:pt x="826770" y="297180"/>
                  </a:lnTo>
                  <a:lnTo>
                    <a:pt x="805815" y="234315"/>
                  </a:lnTo>
                  <a:lnTo>
                    <a:pt x="765810" y="190500"/>
                  </a:lnTo>
                  <a:lnTo>
                    <a:pt x="714375" y="165735"/>
                  </a:lnTo>
                  <a:lnTo>
                    <a:pt x="666750" y="148590"/>
                  </a:lnTo>
                  <a:lnTo>
                    <a:pt x="607695" y="152400"/>
                  </a:lnTo>
                  <a:lnTo>
                    <a:pt x="550545" y="171450"/>
                  </a:lnTo>
                  <a:lnTo>
                    <a:pt x="502920" y="203835"/>
                  </a:lnTo>
                  <a:lnTo>
                    <a:pt x="470535" y="255270"/>
                  </a:lnTo>
                  <a:lnTo>
                    <a:pt x="148590" y="874395"/>
                  </a:lnTo>
                  <a:lnTo>
                    <a:pt x="0" y="8705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Bogen 3">
              <a:extLst>
                <a:ext uri="{FF2B5EF4-FFF2-40B4-BE49-F238E27FC236}">
                  <a16:creationId xmlns:a16="http://schemas.microsoft.com/office/drawing/2014/main" id="{81D4DDE6-9A90-0E67-9F9A-2B4A579C387E}"/>
                </a:ext>
              </a:extLst>
            </p:cNvPr>
            <p:cNvSpPr/>
            <p:nvPr/>
          </p:nvSpPr>
          <p:spPr>
            <a:xfrm rot="10800000">
              <a:off x="74866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860A6B60-1BC3-94D6-FB8B-17E4832282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70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8C3CA9A-91FB-A97E-C9A2-02F4ECA1F7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27650"/>
              <a:ext cx="150381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D60FBB3-B6CB-BD5B-CC26-3B14058C8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197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D8004493-8299-313F-6C21-E11A4C154CAF}"/>
                </a:ext>
              </a:extLst>
            </p:cNvPr>
            <p:cNvCxnSpPr>
              <a:cxnSpLocks/>
            </p:cNvCxnSpPr>
            <p:nvPr/>
          </p:nvCxnSpPr>
          <p:spPr>
            <a:xfrm>
              <a:off x="111945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Bogen 87">
              <a:extLst>
                <a:ext uri="{FF2B5EF4-FFF2-40B4-BE49-F238E27FC236}">
                  <a16:creationId xmlns:a16="http://schemas.microsoft.com/office/drawing/2014/main" id="{FC67EDDC-28BE-10FA-64B8-5C5858E069C4}"/>
                </a:ext>
              </a:extLst>
            </p:cNvPr>
            <p:cNvSpPr/>
            <p:nvPr/>
          </p:nvSpPr>
          <p:spPr>
            <a:xfrm rot="10800000">
              <a:off x="1700853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97D5D901-0F07-10D3-D1FC-794AE32EF4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6892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0291D5A2-FC41-C8C6-2CB7-BDC4EBC904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04161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32E60DA4-B933-6A0C-83E1-8FA8C5120BE3}"/>
                </a:ext>
              </a:extLst>
            </p:cNvPr>
            <p:cNvCxnSpPr>
              <a:cxnSpLocks/>
            </p:cNvCxnSpPr>
            <p:nvPr/>
          </p:nvCxnSpPr>
          <p:spPr>
            <a:xfrm>
              <a:off x="2071646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Bogen 96">
              <a:extLst>
                <a:ext uri="{FF2B5EF4-FFF2-40B4-BE49-F238E27FC236}">
                  <a16:creationId xmlns:a16="http://schemas.microsoft.com/office/drawing/2014/main" id="{97C2A132-3ED1-1379-BA9D-4CDBA903D2C8}"/>
                </a:ext>
              </a:extLst>
            </p:cNvPr>
            <p:cNvSpPr/>
            <p:nvPr/>
          </p:nvSpPr>
          <p:spPr>
            <a:xfrm rot="10800000">
              <a:off x="265334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7D42B1A7-7FD5-DE19-0CAC-6CF653E1B5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938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3B4DEB7A-ED41-8A36-02A7-B0B9DE11E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665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81AED6F7-3ACE-BBB2-FA14-A9FC3C324A8E}"/>
                </a:ext>
              </a:extLst>
            </p:cNvPr>
            <p:cNvCxnSpPr>
              <a:cxnSpLocks/>
            </p:cNvCxnSpPr>
            <p:nvPr/>
          </p:nvCxnSpPr>
          <p:spPr>
            <a:xfrm>
              <a:off x="302413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9B498F6C-CBE6-25BC-8F95-394EC8981AA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CC65418E-3DAF-2779-5F4F-67448ECBEE97}"/>
              </a:ext>
            </a:extLst>
          </p:cNvPr>
          <p:cNvSpPr/>
          <p:nvPr/>
        </p:nvSpPr>
        <p:spPr>
          <a:xfrm>
            <a:off x="193683" y="1574491"/>
            <a:ext cx="1966900" cy="1966900"/>
          </a:xfrm>
          <a:prstGeom prst="arc">
            <a:avLst>
              <a:gd name="adj1" fmla="val 16030802"/>
              <a:gd name="adj2" fmla="val 17788990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1F16200-3F1F-CD89-7C58-8CA1894CCC6A}"/>
              </a:ext>
            </a:extLst>
          </p:cNvPr>
          <p:cNvSpPr txBox="1"/>
          <p:nvPr/>
        </p:nvSpPr>
        <p:spPr>
          <a:xfrm>
            <a:off x="1170106" y="1282891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8216882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5A893-A01F-5D38-DB9C-3779ED57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7FC18CDA-8A21-D3FD-EB9B-9C0003EF5FFB}"/>
              </a:ext>
            </a:extLst>
          </p:cNvPr>
          <p:cNvSpPr/>
          <p:nvPr/>
        </p:nvSpPr>
        <p:spPr>
          <a:xfrm>
            <a:off x="289560" y="1251585"/>
            <a:ext cx="3015615" cy="807720"/>
          </a:xfrm>
          <a:custGeom>
            <a:avLst/>
            <a:gdLst>
              <a:gd name="csX0" fmla="*/ 0 w 3015615"/>
              <a:gd name="csY0" fmla="*/ 807720 h 807720"/>
              <a:gd name="csX1" fmla="*/ 0 w 3015615"/>
              <a:gd name="csY1" fmla="*/ 0 h 807720"/>
              <a:gd name="csX2" fmla="*/ 3015615 w 3015615"/>
              <a:gd name="csY2" fmla="*/ 0 h 807720"/>
              <a:gd name="csX3" fmla="*/ 3015615 w 3015615"/>
              <a:gd name="csY3" fmla="*/ 805815 h 807720"/>
              <a:gd name="csX4" fmla="*/ 2773680 w 3015615"/>
              <a:gd name="csY4" fmla="*/ 805815 h 807720"/>
              <a:gd name="csX5" fmla="*/ 2773680 w 3015615"/>
              <a:gd name="csY5" fmla="*/ 175260 h 807720"/>
              <a:gd name="csX6" fmla="*/ 2255520 w 3015615"/>
              <a:gd name="csY6" fmla="*/ 175260 h 807720"/>
              <a:gd name="csX7" fmla="*/ 2255520 w 3015615"/>
              <a:gd name="csY7" fmla="*/ 803910 h 807720"/>
              <a:gd name="csX8" fmla="*/ 1769745 w 3015615"/>
              <a:gd name="csY8" fmla="*/ 803910 h 807720"/>
              <a:gd name="csX9" fmla="*/ 1769745 w 3015615"/>
              <a:gd name="csY9" fmla="*/ 173355 h 807720"/>
              <a:gd name="csX10" fmla="*/ 1247775 w 3015615"/>
              <a:gd name="csY10" fmla="*/ 173355 h 807720"/>
              <a:gd name="csX11" fmla="*/ 1247775 w 3015615"/>
              <a:gd name="csY11" fmla="*/ 803910 h 807720"/>
              <a:gd name="csX12" fmla="*/ 763905 w 3015615"/>
              <a:gd name="csY12" fmla="*/ 803910 h 807720"/>
              <a:gd name="csX13" fmla="*/ 763905 w 3015615"/>
              <a:gd name="csY13" fmla="*/ 179070 h 807720"/>
              <a:gd name="csX14" fmla="*/ 243840 w 3015615"/>
              <a:gd name="csY14" fmla="*/ 179070 h 807720"/>
              <a:gd name="csX15" fmla="*/ 243840 w 3015615"/>
              <a:gd name="csY15" fmla="*/ 807720 h 807720"/>
              <a:gd name="csX16" fmla="*/ 0 w 3015615"/>
              <a:gd name="csY16" fmla="*/ 807720 h 8077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5615" h="807720">
                <a:moveTo>
                  <a:pt x="0" y="807720"/>
                </a:moveTo>
                <a:lnTo>
                  <a:pt x="0" y="0"/>
                </a:lnTo>
                <a:lnTo>
                  <a:pt x="3015615" y="0"/>
                </a:lnTo>
                <a:lnTo>
                  <a:pt x="3015615" y="805815"/>
                </a:lnTo>
                <a:lnTo>
                  <a:pt x="2773680" y="805815"/>
                </a:lnTo>
                <a:lnTo>
                  <a:pt x="2773680" y="175260"/>
                </a:lnTo>
                <a:lnTo>
                  <a:pt x="2255520" y="175260"/>
                </a:lnTo>
                <a:lnTo>
                  <a:pt x="2255520" y="803910"/>
                </a:lnTo>
                <a:lnTo>
                  <a:pt x="1769745" y="803910"/>
                </a:lnTo>
                <a:lnTo>
                  <a:pt x="1769745" y="173355"/>
                </a:lnTo>
                <a:lnTo>
                  <a:pt x="1247775" y="173355"/>
                </a:lnTo>
                <a:lnTo>
                  <a:pt x="1247775" y="803910"/>
                </a:lnTo>
                <a:lnTo>
                  <a:pt x="763905" y="803910"/>
                </a:lnTo>
                <a:lnTo>
                  <a:pt x="763905" y="179070"/>
                </a:lnTo>
                <a:lnTo>
                  <a:pt x="243840" y="179070"/>
                </a:lnTo>
                <a:lnTo>
                  <a:pt x="243840" y="807720"/>
                </a:lnTo>
                <a:lnTo>
                  <a:pt x="0" y="80772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Freihandform: Form 104">
            <a:extLst>
              <a:ext uri="{FF2B5EF4-FFF2-40B4-BE49-F238E27FC236}">
                <a16:creationId xmlns:a16="http://schemas.microsoft.com/office/drawing/2014/main" id="{6BE5310E-61CB-9A3A-F5F3-93E7C45CF38C}"/>
              </a:ext>
            </a:extLst>
          </p:cNvPr>
          <p:cNvSpPr/>
          <p:nvPr/>
        </p:nvSpPr>
        <p:spPr>
          <a:xfrm>
            <a:off x="298132" y="1547697"/>
            <a:ext cx="3004185" cy="803910"/>
          </a:xfrm>
          <a:custGeom>
            <a:avLst/>
            <a:gdLst>
              <a:gd name="csX0" fmla="*/ 0 w 3004185"/>
              <a:gd name="csY0" fmla="*/ 632460 h 803910"/>
              <a:gd name="csX1" fmla="*/ 253365 w 3004185"/>
              <a:gd name="csY1" fmla="*/ 632460 h 803910"/>
              <a:gd name="csX2" fmla="*/ 249555 w 3004185"/>
              <a:gd name="csY2" fmla="*/ 5715 h 803910"/>
              <a:gd name="csX3" fmla="*/ 731520 w 3004185"/>
              <a:gd name="csY3" fmla="*/ 3810 h 803910"/>
              <a:gd name="csX4" fmla="*/ 737235 w 3004185"/>
              <a:gd name="csY4" fmla="*/ 628650 h 803910"/>
              <a:gd name="csX5" fmla="*/ 1255395 w 3004185"/>
              <a:gd name="csY5" fmla="*/ 634365 h 803910"/>
              <a:gd name="csX6" fmla="*/ 1261110 w 3004185"/>
              <a:gd name="csY6" fmla="*/ 1905 h 803910"/>
              <a:gd name="csX7" fmla="*/ 1743075 w 3004185"/>
              <a:gd name="csY7" fmla="*/ 1905 h 803910"/>
              <a:gd name="csX8" fmla="*/ 1741170 w 3004185"/>
              <a:gd name="csY8" fmla="*/ 634365 h 803910"/>
              <a:gd name="csX9" fmla="*/ 2263140 w 3004185"/>
              <a:gd name="csY9" fmla="*/ 630555 h 803910"/>
              <a:gd name="csX10" fmla="*/ 2266950 w 3004185"/>
              <a:gd name="csY10" fmla="*/ 0 h 803910"/>
              <a:gd name="csX11" fmla="*/ 2754630 w 3004185"/>
              <a:gd name="csY11" fmla="*/ 0 h 803910"/>
              <a:gd name="csX12" fmla="*/ 2752725 w 3004185"/>
              <a:gd name="csY12" fmla="*/ 626745 h 803910"/>
              <a:gd name="csX13" fmla="*/ 3004185 w 3004185"/>
              <a:gd name="csY13" fmla="*/ 628650 h 803910"/>
              <a:gd name="csX14" fmla="*/ 3004185 w 3004185"/>
              <a:gd name="csY14" fmla="*/ 803910 h 803910"/>
              <a:gd name="csX15" fmla="*/ 0 w 3004185"/>
              <a:gd name="csY15" fmla="*/ 803910 h 803910"/>
              <a:gd name="csX16" fmla="*/ 0 w 3004185"/>
              <a:gd name="csY16" fmla="*/ 632460 h 803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04185" h="803910">
                <a:moveTo>
                  <a:pt x="0" y="632460"/>
                </a:moveTo>
                <a:lnTo>
                  <a:pt x="253365" y="632460"/>
                </a:lnTo>
                <a:lnTo>
                  <a:pt x="249555" y="5715"/>
                </a:lnTo>
                <a:lnTo>
                  <a:pt x="731520" y="3810"/>
                </a:lnTo>
                <a:lnTo>
                  <a:pt x="737235" y="628650"/>
                </a:lnTo>
                <a:lnTo>
                  <a:pt x="1255395" y="634365"/>
                </a:lnTo>
                <a:lnTo>
                  <a:pt x="1261110" y="1905"/>
                </a:lnTo>
                <a:lnTo>
                  <a:pt x="1743075" y="1905"/>
                </a:lnTo>
                <a:lnTo>
                  <a:pt x="1741170" y="634365"/>
                </a:lnTo>
                <a:lnTo>
                  <a:pt x="2263140" y="630555"/>
                </a:lnTo>
                <a:lnTo>
                  <a:pt x="2266950" y="0"/>
                </a:lnTo>
                <a:lnTo>
                  <a:pt x="2754630" y="0"/>
                </a:lnTo>
                <a:lnTo>
                  <a:pt x="2752725" y="626745"/>
                </a:lnTo>
                <a:lnTo>
                  <a:pt x="3004185" y="628650"/>
                </a:lnTo>
                <a:lnTo>
                  <a:pt x="3004185" y="803910"/>
                </a:lnTo>
                <a:lnTo>
                  <a:pt x="0" y="803910"/>
                </a:lnTo>
                <a:lnTo>
                  <a:pt x="0" y="63246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5B77DC0-D1A0-6C43-C505-515270F5CC2B}"/>
              </a:ext>
            </a:extLst>
          </p:cNvPr>
          <p:cNvCxnSpPr>
            <a:cxnSpLocks/>
          </p:cNvCxnSpPr>
          <p:nvPr/>
        </p:nvCxnSpPr>
        <p:spPr>
          <a:xfrm flipH="1">
            <a:off x="1036320" y="217856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E8EBAD73-5FB4-0B05-5833-B165E415E31C}"/>
              </a:ext>
            </a:extLst>
          </p:cNvPr>
          <p:cNvCxnSpPr>
            <a:cxnSpLocks/>
          </p:cNvCxnSpPr>
          <p:nvPr/>
        </p:nvCxnSpPr>
        <p:spPr>
          <a:xfrm flipH="1">
            <a:off x="294322" y="2178100"/>
            <a:ext cx="25523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70B9F4A-9E06-8CDE-D71D-65F4E469E4FE}"/>
              </a:ext>
            </a:extLst>
          </p:cNvPr>
          <p:cNvCxnSpPr>
            <a:cxnSpLocks/>
          </p:cNvCxnSpPr>
          <p:nvPr/>
        </p:nvCxnSpPr>
        <p:spPr>
          <a:xfrm flipH="1">
            <a:off x="550545" y="155052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C5C70C6-7D92-DC55-7B89-1C69CDDA9CAC}"/>
              </a:ext>
            </a:extLst>
          </p:cNvPr>
          <p:cNvCxnSpPr>
            <a:cxnSpLocks/>
          </p:cNvCxnSpPr>
          <p:nvPr/>
        </p:nvCxnSpPr>
        <p:spPr>
          <a:xfrm>
            <a:off x="551461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20870EB-61F7-B27B-6AC3-0FF9909F4A3D}"/>
              </a:ext>
            </a:extLst>
          </p:cNvPr>
          <p:cNvCxnSpPr>
            <a:cxnSpLocks/>
          </p:cNvCxnSpPr>
          <p:nvPr/>
        </p:nvCxnSpPr>
        <p:spPr>
          <a:xfrm>
            <a:off x="1037222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D867223-1413-D0ED-84E1-22013F7C5374}"/>
              </a:ext>
            </a:extLst>
          </p:cNvPr>
          <p:cNvCxnSpPr>
            <a:cxnSpLocks/>
          </p:cNvCxnSpPr>
          <p:nvPr/>
        </p:nvCxnSpPr>
        <p:spPr>
          <a:xfrm flipH="1">
            <a:off x="2044065" y="217810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5E147A4-0809-2DBE-FE78-D1C7DAA41CDF}"/>
              </a:ext>
            </a:extLst>
          </p:cNvPr>
          <p:cNvCxnSpPr>
            <a:cxnSpLocks/>
          </p:cNvCxnSpPr>
          <p:nvPr/>
        </p:nvCxnSpPr>
        <p:spPr>
          <a:xfrm flipH="1">
            <a:off x="1558290" y="155006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72589B54-5999-6E0D-5A76-036E1FE87BBB}"/>
              </a:ext>
            </a:extLst>
          </p:cNvPr>
          <p:cNvCxnSpPr>
            <a:cxnSpLocks/>
          </p:cNvCxnSpPr>
          <p:nvPr/>
        </p:nvCxnSpPr>
        <p:spPr>
          <a:xfrm>
            <a:off x="1559206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BE24408-A9B3-C7AD-7452-6C276EF3FE04}"/>
              </a:ext>
            </a:extLst>
          </p:cNvPr>
          <p:cNvCxnSpPr>
            <a:cxnSpLocks/>
          </p:cNvCxnSpPr>
          <p:nvPr/>
        </p:nvCxnSpPr>
        <p:spPr>
          <a:xfrm>
            <a:off x="2044967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7B767B5-6B5C-F5AC-55D6-6200593AC62D}"/>
              </a:ext>
            </a:extLst>
          </p:cNvPr>
          <p:cNvCxnSpPr>
            <a:cxnSpLocks/>
          </p:cNvCxnSpPr>
          <p:nvPr/>
        </p:nvCxnSpPr>
        <p:spPr>
          <a:xfrm flipH="1">
            <a:off x="3051810" y="2175735"/>
            <a:ext cx="24955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00E3565-0564-2692-9243-21FB451C166F}"/>
              </a:ext>
            </a:extLst>
          </p:cNvPr>
          <p:cNvCxnSpPr>
            <a:cxnSpLocks/>
          </p:cNvCxnSpPr>
          <p:nvPr/>
        </p:nvCxnSpPr>
        <p:spPr>
          <a:xfrm flipH="1">
            <a:off x="2566035" y="1547697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2C84F03F-51E5-58EA-181A-90631CB7C3C6}"/>
              </a:ext>
            </a:extLst>
          </p:cNvPr>
          <p:cNvCxnSpPr>
            <a:cxnSpLocks/>
          </p:cNvCxnSpPr>
          <p:nvPr/>
        </p:nvCxnSpPr>
        <p:spPr>
          <a:xfrm>
            <a:off x="2566951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81BA5278-174F-D172-0001-0E235A863721}"/>
              </a:ext>
            </a:extLst>
          </p:cNvPr>
          <p:cNvCxnSpPr>
            <a:cxnSpLocks/>
          </p:cNvCxnSpPr>
          <p:nvPr/>
        </p:nvCxnSpPr>
        <p:spPr>
          <a:xfrm>
            <a:off x="3052712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4492D18-0AAA-ACC6-2BBE-3A245965CA62}"/>
              </a:ext>
            </a:extLst>
          </p:cNvPr>
          <p:cNvCxnSpPr>
            <a:cxnSpLocks/>
          </p:cNvCxnSpPr>
          <p:nvPr/>
        </p:nvCxnSpPr>
        <p:spPr>
          <a:xfrm>
            <a:off x="1541045" y="1429587"/>
            <a:ext cx="52016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46C14CF-CF7E-E3BE-568A-1C1FC5821D8C}"/>
              </a:ext>
            </a:extLst>
          </p:cNvPr>
          <p:cNvCxnSpPr>
            <a:cxnSpLocks/>
          </p:cNvCxnSpPr>
          <p:nvPr/>
        </p:nvCxnSpPr>
        <p:spPr>
          <a:xfrm rot="10800000" flipH="1">
            <a:off x="2063015" y="205762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6EED54-DF2E-2722-71AF-286FD1CA41CC}"/>
              </a:ext>
            </a:extLst>
          </p:cNvPr>
          <p:cNvCxnSpPr>
            <a:cxnSpLocks/>
          </p:cNvCxnSpPr>
          <p:nvPr/>
        </p:nvCxnSpPr>
        <p:spPr>
          <a:xfrm rot="10800000">
            <a:off x="2547874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18B8D3B-2EF2-C9ED-0BEA-8F7830EAD575}"/>
              </a:ext>
            </a:extLst>
          </p:cNvPr>
          <p:cNvCxnSpPr>
            <a:cxnSpLocks/>
          </p:cNvCxnSpPr>
          <p:nvPr/>
        </p:nvCxnSpPr>
        <p:spPr>
          <a:xfrm rot="10800000">
            <a:off x="2062113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F5B6DFE-2BC2-FB0E-BB52-93B346D0FEEE}"/>
              </a:ext>
            </a:extLst>
          </p:cNvPr>
          <p:cNvCxnSpPr>
            <a:cxnSpLocks/>
          </p:cNvCxnSpPr>
          <p:nvPr/>
        </p:nvCxnSpPr>
        <p:spPr>
          <a:xfrm>
            <a:off x="533300" y="1430047"/>
            <a:ext cx="518260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5696DF4-9D1C-1960-8D6B-14DA724DF1AB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55270" y="205808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8C54B99-F5EE-1DFD-595A-368D85DD9623}"/>
              </a:ext>
            </a:extLst>
          </p:cNvPr>
          <p:cNvCxnSpPr>
            <a:cxnSpLocks/>
          </p:cNvCxnSpPr>
          <p:nvPr/>
        </p:nvCxnSpPr>
        <p:spPr>
          <a:xfrm rot="10800000">
            <a:off x="1540129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AD9F6CCE-072A-3EE4-82AE-A53794A68E7B}"/>
              </a:ext>
            </a:extLst>
          </p:cNvPr>
          <p:cNvCxnSpPr>
            <a:cxnSpLocks/>
          </p:cNvCxnSpPr>
          <p:nvPr/>
        </p:nvCxnSpPr>
        <p:spPr>
          <a:xfrm rot="10800000">
            <a:off x="1054368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F0D4FF7-F101-0AAA-E88C-C78657289480}"/>
              </a:ext>
            </a:extLst>
          </p:cNvPr>
          <p:cNvCxnSpPr>
            <a:cxnSpLocks/>
          </p:cNvCxnSpPr>
          <p:nvPr/>
        </p:nvCxnSpPr>
        <p:spPr>
          <a:xfrm>
            <a:off x="296227" y="2060450"/>
            <a:ext cx="237072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E97A7368-29C7-892E-B093-2A0431BC07B6}"/>
              </a:ext>
            </a:extLst>
          </p:cNvPr>
          <p:cNvCxnSpPr>
            <a:cxnSpLocks/>
          </p:cNvCxnSpPr>
          <p:nvPr/>
        </p:nvCxnSpPr>
        <p:spPr>
          <a:xfrm rot="10800000">
            <a:off x="532384" y="1432872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60FDAE6-9731-0E1A-8D8E-445FAC5F9293}"/>
              </a:ext>
            </a:extLst>
          </p:cNvPr>
          <p:cNvCxnSpPr>
            <a:cxnSpLocks/>
          </p:cNvCxnSpPr>
          <p:nvPr/>
        </p:nvCxnSpPr>
        <p:spPr>
          <a:xfrm>
            <a:off x="2546082" y="1429588"/>
            <a:ext cx="519063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BD359B65-FC97-172E-A222-15589D969ADC}"/>
              </a:ext>
            </a:extLst>
          </p:cNvPr>
          <p:cNvCxnSpPr>
            <a:cxnSpLocks/>
          </p:cNvCxnSpPr>
          <p:nvPr/>
        </p:nvCxnSpPr>
        <p:spPr>
          <a:xfrm>
            <a:off x="3068051" y="2057626"/>
            <a:ext cx="233314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783506F8-1510-D38D-FAB5-CEDDD87B07CD}"/>
              </a:ext>
            </a:extLst>
          </p:cNvPr>
          <p:cNvCxnSpPr>
            <a:cxnSpLocks/>
          </p:cNvCxnSpPr>
          <p:nvPr/>
        </p:nvCxnSpPr>
        <p:spPr>
          <a:xfrm rot="10800000">
            <a:off x="3067150" y="1430048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C752A273-27D4-952A-54F6-C1A33DBE9BAD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555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hteck 58">
            <a:extLst>
              <a:ext uri="{FF2B5EF4-FFF2-40B4-BE49-F238E27FC236}">
                <a16:creationId xmlns:a16="http://schemas.microsoft.com/office/drawing/2014/main" id="{76098B3F-1100-AB52-21C8-FEA237DCCB79}"/>
              </a:ext>
            </a:extLst>
          </p:cNvPr>
          <p:cNvSpPr/>
          <p:nvPr/>
        </p:nvSpPr>
        <p:spPr>
          <a:xfrm rot="5400000">
            <a:off x="1390968" y="1778847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44251D4-40B4-FD0B-F907-C06BDCD1EBEC}"/>
              </a:ext>
            </a:extLst>
          </p:cNvPr>
          <p:cNvSpPr/>
          <p:nvPr/>
        </p:nvSpPr>
        <p:spPr>
          <a:xfrm rot="5400000">
            <a:off x="521438" y="1780649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FB336BD-167D-E7D0-9B21-59B987C9F13A}"/>
              </a:ext>
            </a:extLst>
          </p:cNvPr>
          <p:cNvSpPr/>
          <p:nvPr/>
        </p:nvSpPr>
        <p:spPr>
          <a:xfrm>
            <a:off x="1131210" y="1105689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A075680-A9F8-F785-F03A-CC30B89CC6B8}"/>
              </a:ext>
            </a:extLst>
          </p:cNvPr>
          <p:cNvSpPr/>
          <p:nvPr/>
        </p:nvSpPr>
        <p:spPr>
          <a:xfrm rot="10800000">
            <a:off x="2196147" y="1107661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179B9E3-446A-C5DD-99BD-29BD45322D08}"/>
              </a:ext>
            </a:extLst>
          </p:cNvPr>
          <p:cNvSpPr/>
          <p:nvPr/>
        </p:nvSpPr>
        <p:spPr>
          <a:xfrm>
            <a:off x="2032162" y="1116173"/>
            <a:ext cx="236220" cy="1723111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7E87FF6-1101-2D98-209E-BF96B146A852}"/>
              </a:ext>
            </a:extLst>
          </p:cNvPr>
          <p:cNvSpPr/>
          <p:nvPr/>
        </p:nvSpPr>
        <p:spPr>
          <a:xfrm rot="10800000">
            <a:off x="1337350" y="1116173"/>
            <a:ext cx="236220" cy="1722018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E5C0793-6CC9-681A-D564-3F57FE4FA8C0}"/>
              </a:ext>
            </a:extLst>
          </p:cNvPr>
          <p:cNvCxnSpPr>
            <a:cxnSpLocks/>
          </p:cNvCxnSpPr>
          <p:nvPr/>
        </p:nvCxnSpPr>
        <p:spPr>
          <a:xfrm flipV="1">
            <a:off x="1413769" y="51736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9C209E2-181A-8EE7-D977-BCA77F061BE0}"/>
              </a:ext>
            </a:extLst>
          </p:cNvPr>
          <p:cNvCxnSpPr>
            <a:cxnSpLocks/>
          </p:cNvCxnSpPr>
          <p:nvPr/>
        </p:nvCxnSpPr>
        <p:spPr>
          <a:xfrm flipV="1">
            <a:off x="2190686" y="52308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ABB04108-9DDE-1C97-E878-98930D24E518}"/>
              </a:ext>
            </a:extLst>
          </p:cNvPr>
          <p:cNvCxnSpPr>
            <a:cxnSpLocks/>
          </p:cNvCxnSpPr>
          <p:nvPr/>
        </p:nvCxnSpPr>
        <p:spPr>
          <a:xfrm>
            <a:off x="1418739" y="57928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C23A07EE-1FC4-FA38-47B2-01FD67373F20}"/>
              </a:ext>
            </a:extLst>
          </p:cNvPr>
          <p:cNvSpPr txBox="1"/>
          <p:nvPr/>
        </p:nvSpPr>
        <p:spPr>
          <a:xfrm>
            <a:off x="1225883" y="18538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2F1A6FE-EF02-BB6E-0978-BD18694F67B9}"/>
              </a:ext>
            </a:extLst>
          </p:cNvPr>
          <p:cNvCxnSpPr>
            <a:cxnSpLocks/>
          </p:cNvCxnSpPr>
          <p:nvPr/>
        </p:nvCxnSpPr>
        <p:spPr>
          <a:xfrm flipH="1">
            <a:off x="941070" y="113092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7D7E0D-F0CA-0866-7487-6F1DA39285A5}"/>
              </a:ext>
            </a:extLst>
          </p:cNvPr>
          <p:cNvCxnSpPr>
            <a:cxnSpLocks/>
          </p:cNvCxnSpPr>
          <p:nvPr/>
        </p:nvCxnSpPr>
        <p:spPr>
          <a:xfrm flipH="1">
            <a:off x="941070" y="282485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4A88D19-FEF6-1ADB-BB0B-62B0E1CADACF}"/>
              </a:ext>
            </a:extLst>
          </p:cNvPr>
          <p:cNvGrpSpPr/>
          <p:nvPr/>
        </p:nvGrpSpPr>
        <p:grpSpPr>
          <a:xfrm>
            <a:off x="1363980" y="752204"/>
            <a:ext cx="872490" cy="2630289"/>
            <a:chOff x="1363980" y="752204"/>
            <a:chExt cx="872490" cy="2630289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8ECDDC2A-DA54-8942-FA38-FBD97645AAC7}"/>
                </a:ext>
              </a:extLst>
            </p:cNvPr>
            <p:cNvSpPr/>
            <p:nvPr/>
          </p:nvSpPr>
          <p:spPr>
            <a:xfrm rot="5400000">
              <a:off x="660461" y="2074115"/>
              <a:ext cx="2279528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28228175-757C-ACCE-A274-B4F0C1F29029}"/>
                </a:ext>
              </a:extLst>
            </p:cNvPr>
            <p:cNvGrpSpPr/>
            <p:nvPr/>
          </p:nvGrpSpPr>
          <p:grpSpPr>
            <a:xfrm rot="5400000">
              <a:off x="1648540" y="525769"/>
              <a:ext cx="303372" cy="756241"/>
              <a:chOff x="1126337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D74C1AE3-E85B-A52D-134D-73B8A72A5D47}"/>
                  </a:ext>
                </a:extLst>
              </p:cNvPr>
              <p:cNvSpPr/>
              <p:nvPr/>
            </p:nvSpPr>
            <p:spPr>
              <a:xfrm>
                <a:off x="113061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951397A-4117-3F2C-B282-B44AA6310D2E}"/>
                  </a:ext>
                </a:extLst>
              </p:cNvPr>
              <p:cNvSpPr/>
              <p:nvPr/>
            </p:nvSpPr>
            <p:spPr>
              <a:xfrm>
                <a:off x="1126337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82BBEEF4-5BF2-CF59-B9B6-E50DE7061E2C}"/>
                  </a:ext>
                </a:extLst>
              </p:cNvPr>
              <p:cNvSpPr/>
              <p:nvPr/>
            </p:nvSpPr>
            <p:spPr>
              <a:xfrm>
                <a:off x="1126337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046D9B58-61FF-C303-DDC3-AA4CBAE70EE9}"/>
                  </a:ext>
                </a:extLst>
              </p:cNvPr>
              <p:cNvSpPr/>
              <p:nvPr/>
            </p:nvSpPr>
            <p:spPr>
              <a:xfrm>
                <a:off x="1126337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0AF0069-FA4F-A2D8-377A-C64DD003CA50}"/>
                </a:ext>
              </a:extLst>
            </p:cNvPr>
            <p:cNvSpPr/>
            <p:nvPr/>
          </p:nvSpPr>
          <p:spPr>
            <a:xfrm rot="5400000">
              <a:off x="1777365" y="657425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E84BEF3-FD35-024A-F224-9DDFF6E69809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574808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2F1F4B2-013D-8053-6CEE-3004E13B1DD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539092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2FE2ECB-D1E9-972C-C3CC-6040579105C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534560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20CCE0DE-E130-DBCF-04F0-64BBCAD14884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577664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52AD6FAB-C8EE-8EE1-8AE0-3943D4D2D469}"/>
                </a:ext>
              </a:extLst>
            </p:cNvPr>
            <p:cNvGrpSpPr/>
            <p:nvPr/>
          </p:nvGrpSpPr>
          <p:grpSpPr>
            <a:xfrm>
              <a:off x="1363980" y="2840713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1C8AE8E9-B9A3-197A-57BA-674184A8A776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D1CCF665-37AA-CE8C-5926-31222371998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52F7FAA3-8A9D-5F0B-D92B-F5122CE3CA9B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5B269C29-B920-612C-1FAE-D38BF823E567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35E1C211-7DAF-FF35-0FE3-F64102AC863D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8357909-EB66-0D0E-456A-0E403469D5FC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</p:grp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309A247-7BC2-C2AD-3C31-B31876DC9E83}"/>
              </a:ext>
            </a:extLst>
          </p:cNvPr>
          <p:cNvCxnSpPr>
            <a:cxnSpLocks/>
          </p:cNvCxnSpPr>
          <p:nvPr/>
        </p:nvCxnSpPr>
        <p:spPr>
          <a:xfrm>
            <a:off x="1010358" y="1130926"/>
            <a:ext cx="0" cy="1696094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4FC9BDE-FEB8-0816-0115-5867199DC98D}"/>
              </a:ext>
            </a:extLst>
          </p:cNvPr>
          <p:cNvSpPr txBox="1"/>
          <p:nvPr/>
        </p:nvSpPr>
        <p:spPr>
          <a:xfrm>
            <a:off x="666890" y="1815470"/>
            <a:ext cx="41049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7E4113A-D9C3-1DFC-D584-6837FAFC2C2D}"/>
              </a:ext>
            </a:extLst>
          </p:cNvPr>
          <p:cNvCxnSpPr>
            <a:cxnSpLocks/>
          </p:cNvCxnSpPr>
          <p:nvPr/>
        </p:nvCxnSpPr>
        <p:spPr>
          <a:xfrm>
            <a:off x="202968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0BDB0C81-6B33-64C8-AC86-1323212848F9}"/>
              </a:ext>
            </a:extLst>
          </p:cNvPr>
          <p:cNvCxnSpPr>
            <a:cxnSpLocks/>
          </p:cNvCxnSpPr>
          <p:nvPr/>
        </p:nvCxnSpPr>
        <p:spPr>
          <a:xfrm>
            <a:off x="130578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3BB9FF27-6D4F-5463-A0F0-4AD3F4D9BB17}"/>
              </a:ext>
            </a:extLst>
          </p:cNvPr>
          <p:cNvSpPr txBox="1"/>
          <p:nvPr/>
        </p:nvSpPr>
        <p:spPr>
          <a:xfrm>
            <a:off x="2216284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5934740-D869-90FF-B604-3D8246C1A1FF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713DA62-8EDC-B6E8-EF42-4CB5D1950CE0}"/>
              </a:ext>
            </a:extLst>
          </p:cNvPr>
          <p:cNvCxnSpPr>
            <a:cxnSpLocks/>
          </p:cNvCxnSpPr>
          <p:nvPr/>
        </p:nvCxnSpPr>
        <p:spPr>
          <a:xfrm>
            <a:off x="1800225" y="646317"/>
            <a:ext cx="0" cy="2830152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F7ADF-691C-FDA1-7D5B-13AAA7A25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CD512C38-0205-1DC7-D253-D985C347DC45}"/>
              </a:ext>
            </a:extLst>
          </p:cNvPr>
          <p:cNvCxnSpPr>
            <a:cxnSpLocks/>
          </p:cNvCxnSpPr>
          <p:nvPr/>
        </p:nvCxnSpPr>
        <p:spPr>
          <a:xfrm flipV="1">
            <a:off x="70772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E0C2123-8D03-C7B7-EEBF-DDC7BE4A9230}"/>
              </a:ext>
            </a:extLst>
          </p:cNvPr>
          <p:cNvCxnSpPr>
            <a:cxnSpLocks/>
          </p:cNvCxnSpPr>
          <p:nvPr/>
        </p:nvCxnSpPr>
        <p:spPr>
          <a:xfrm flipV="1">
            <a:off x="289133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51BA42BC-6493-49C6-B636-AD9FAECD7786}"/>
              </a:ext>
            </a:extLst>
          </p:cNvPr>
          <p:cNvSpPr/>
          <p:nvPr/>
        </p:nvSpPr>
        <p:spPr>
          <a:xfrm rot="5400000">
            <a:off x="1611378" y="1657622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666E417-8D8F-7881-6151-9528C9D13B90}"/>
              </a:ext>
            </a:extLst>
          </p:cNvPr>
          <p:cNvSpPr/>
          <p:nvPr/>
        </p:nvSpPr>
        <p:spPr>
          <a:xfrm rot="5400000">
            <a:off x="297984" y="1661678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ABA4C558-96C9-8F0E-F5EE-8B91D09D2A72}"/>
              </a:ext>
            </a:extLst>
          </p:cNvPr>
          <p:cNvGrpSpPr/>
          <p:nvPr/>
        </p:nvGrpSpPr>
        <p:grpSpPr>
          <a:xfrm>
            <a:off x="835959" y="1244005"/>
            <a:ext cx="755105" cy="1704089"/>
            <a:chOff x="835957" y="1244980"/>
            <a:chExt cx="789015" cy="1703113"/>
          </a:xfrm>
        </p:grpSpPr>
        <p:sp>
          <p:nvSpPr>
            <p:cNvPr id="6" name="Rechteck 36">
              <a:extLst>
                <a:ext uri="{FF2B5EF4-FFF2-40B4-BE49-F238E27FC236}">
                  <a16:creationId xmlns:a16="http://schemas.microsoft.com/office/drawing/2014/main" id="{636A672E-7393-2356-A30B-562BB76B426E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E24DF627-DA11-97C6-34F7-B914A8724CEF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B2D8FFF8-8B5F-7FFC-6C65-2412BFE26822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36699F9-7BEF-4E94-61C6-C1C5B1189FB4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9BF6DAE9-FF44-6A19-52EC-E4C4C9B64A2B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87E76C10-0F1E-34B4-9D9C-572E7AEF76B5}"/>
              </a:ext>
            </a:extLst>
          </p:cNvPr>
          <p:cNvSpPr txBox="1"/>
          <p:nvPr/>
        </p:nvSpPr>
        <p:spPr>
          <a:xfrm>
            <a:off x="1225883" y="35683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9CE02A2-11F2-43EF-556A-F3F0E25162BD}"/>
              </a:ext>
            </a:extLst>
          </p:cNvPr>
          <p:cNvSpPr txBox="1"/>
          <p:nvPr/>
        </p:nvSpPr>
        <p:spPr>
          <a:xfrm>
            <a:off x="1578388" y="46602"/>
            <a:ext cx="4591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5FFBEB6-395E-C5C3-9714-48E10B960A44}"/>
              </a:ext>
            </a:extLst>
          </p:cNvPr>
          <p:cNvCxnSpPr>
            <a:cxnSpLocks/>
          </p:cNvCxnSpPr>
          <p:nvPr/>
        </p:nvCxnSpPr>
        <p:spPr>
          <a:xfrm>
            <a:off x="707728" y="356833"/>
            <a:ext cx="218405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1C3CDDF0-57DE-E550-C695-BDE72EF10882}"/>
              </a:ext>
            </a:extLst>
          </p:cNvPr>
          <p:cNvGrpSpPr/>
          <p:nvPr/>
        </p:nvGrpSpPr>
        <p:grpSpPr>
          <a:xfrm rot="10800000">
            <a:off x="2013391" y="1242941"/>
            <a:ext cx="755105" cy="1704089"/>
            <a:chOff x="835957" y="1244980"/>
            <a:chExt cx="789015" cy="1703113"/>
          </a:xfrm>
        </p:grpSpPr>
        <p:sp>
          <p:nvSpPr>
            <p:cNvPr id="69" name="Rechteck 36">
              <a:extLst>
                <a:ext uri="{FF2B5EF4-FFF2-40B4-BE49-F238E27FC236}">
                  <a16:creationId xmlns:a16="http://schemas.microsoft.com/office/drawing/2014/main" id="{DD10964D-CF71-A49B-60F1-EDD31589E731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0" name="Rechteck 36">
              <a:extLst>
                <a:ext uri="{FF2B5EF4-FFF2-40B4-BE49-F238E27FC236}">
                  <a16:creationId xmlns:a16="http://schemas.microsoft.com/office/drawing/2014/main" id="{2520567D-A1E2-50ED-23AD-E84EBDFB3969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2E8A4427-EBAD-8BAA-3195-24C81368BA19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47DD126-8D78-06DA-92AF-47C0D43843BB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11CBDA27-E8FC-7FCE-1662-F3B5174F5B1C}"/>
              </a:ext>
            </a:extLst>
          </p:cNvPr>
          <p:cNvSpPr txBox="1"/>
          <p:nvPr/>
        </p:nvSpPr>
        <p:spPr>
          <a:xfrm>
            <a:off x="2199139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833E279-F735-6BDA-40D3-BBD04118634D}"/>
              </a:ext>
            </a:extLst>
          </p:cNvPr>
          <p:cNvCxnSpPr>
            <a:cxnSpLocks/>
          </p:cNvCxnSpPr>
          <p:nvPr/>
        </p:nvCxnSpPr>
        <p:spPr>
          <a:xfrm flipV="1">
            <a:off x="1454409" y="1232891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64C9A5DF-B9D4-EF46-525E-1D0D4943A866}"/>
              </a:ext>
            </a:extLst>
          </p:cNvPr>
          <p:cNvCxnSpPr>
            <a:cxnSpLocks/>
          </p:cNvCxnSpPr>
          <p:nvPr/>
        </p:nvCxnSpPr>
        <p:spPr>
          <a:xfrm flipV="1">
            <a:off x="2147829" y="1231907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DE8ABF29-68B6-3D51-9CAE-F945BA83A0F9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0CF8057D-6D93-7144-45F9-794CDF0022E6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5EF0568E-7D96-3E19-D03A-ADB8DF63B75A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6AF1D163-4A2F-B361-11F2-20E415A11691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D86B7228-EF57-3506-E9AC-23433E9667E0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2F784A42-1E0E-1273-0EE8-39175684B136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8370778E-D8D8-1B73-540B-B2F972A6315D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CA27271-6CA8-8D5C-5A1E-CD42F03CF58D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A3D453A-9F17-BC4C-BE16-F6ED501811DF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A3F8817-6889-53F9-D9FD-582A0D08D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030CE55C-C8B1-E4C4-10B0-1296980313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6EB22A24-CF27-3849-9218-7DFB7626F440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7005DBF3-3CBF-16BA-2243-894D48325B67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EC6557F6-0146-4765-1EAB-FEEEBFB7A0D0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BD94FD15-F208-195C-B8E7-347D7291DA22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AE2129DB-7840-6E86-4C25-8DCC9F23A3E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0664E50C-C06C-3CA9-3922-B1851530F7CF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7E017F20-5B5B-7DEB-2ECD-DF78C6221917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1DCEC3A9-B087-3563-F7F7-F053FB08A62E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328DFDA-7113-C08B-7A6E-4EBF420BA098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A3C9D0A3-E5C0-E9E0-E5ED-6EA4BBB795D5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74B3CB87-8616-1AB3-DA14-5D10530DE56E}"/>
              </a:ext>
            </a:extLst>
          </p:cNvPr>
          <p:cNvCxnSpPr>
            <a:cxnSpLocks/>
          </p:cNvCxnSpPr>
          <p:nvPr/>
        </p:nvCxnSpPr>
        <p:spPr>
          <a:xfrm>
            <a:off x="2135666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43E9C52F-9F73-BC62-1C2D-55BBFED2FCEC}"/>
              </a:ext>
            </a:extLst>
          </p:cNvPr>
          <p:cNvCxnSpPr>
            <a:cxnSpLocks/>
          </p:cNvCxnSpPr>
          <p:nvPr/>
        </p:nvCxnSpPr>
        <p:spPr>
          <a:xfrm>
            <a:off x="119967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1D2D8CB-B938-A556-1C15-47C444F60EB9}"/>
              </a:ext>
            </a:extLst>
          </p:cNvPr>
          <p:cNvCxnSpPr>
            <a:cxnSpLocks/>
          </p:cNvCxnSpPr>
          <p:nvPr/>
        </p:nvCxnSpPr>
        <p:spPr>
          <a:xfrm>
            <a:off x="1391224" y="1933107"/>
            <a:ext cx="75660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E2C1B004-8E75-73CF-97FC-339BE5FB5D79}"/>
              </a:ext>
            </a:extLst>
          </p:cNvPr>
          <p:cNvSpPr txBox="1"/>
          <p:nvPr/>
        </p:nvSpPr>
        <p:spPr>
          <a:xfrm>
            <a:off x="2372746" y="1770059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907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F1EE-92A5-46D9-2F76-51AAEBE9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965BBDA-9C4C-0119-B4F1-973AA7BB21BF}"/>
              </a:ext>
            </a:extLst>
          </p:cNvPr>
          <p:cNvCxnSpPr>
            <a:cxnSpLocks/>
          </p:cNvCxnSpPr>
          <p:nvPr/>
        </p:nvCxnSpPr>
        <p:spPr>
          <a:xfrm flipV="1">
            <a:off x="3075571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A5B2AC91-9E2A-9503-4691-7A0BF1F48C46}"/>
              </a:ext>
            </a:extLst>
          </p:cNvPr>
          <p:cNvSpPr/>
          <p:nvPr/>
        </p:nvSpPr>
        <p:spPr>
          <a:xfrm rot="5400000">
            <a:off x="2076042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57F58FA-07D2-C592-DF43-114C7DC1577E}"/>
              </a:ext>
            </a:extLst>
          </p:cNvPr>
          <p:cNvSpPr/>
          <p:nvPr/>
        </p:nvSpPr>
        <p:spPr>
          <a:xfrm rot="5400000">
            <a:off x="1705568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24DA767-D654-58F6-6BA6-4423D58AA0AE}"/>
              </a:ext>
            </a:extLst>
          </p:cNvPr>
          <p:cNvSpPr/>
          <p:nvPr/>
        </p:nvSpPr>
        <p:spPr>
          <a:xfrm rot="5400000">
            <a:off x="-166680" y="156809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5E45688-3D5D-EC88-0E87-C4666DAFA725}"/>
              </a:ext>
            </a:extLst>
          </p:cNvPr>
          <p:cNvCxnSpPr>
            <a:cxnSpLocks/>
          </p:cNvCxnSpPr>
          <p:nvPr/>
        </p:nvCxnSpPr>
        <p:spPr>
          <a:xfrm flipV="1">
            <a:off x="52047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9F0635B8-9791-CDDC-24B4-D57D3DC08078}"/>
              </a:ext>
            </a:extLst>
          </p:cNvPr>
          <p:cNvSpPr/>
          <p:nvPr/>
        </p:nvSpPr>
        <p:spPr>
          <a:xfrm rot="5400000">
            <a:off x="204399" y="1568093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EE74A8-986B-51C4-C21F-370366E12ACB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0E4AD4-0746-A350-FA54-6E820BA1342B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B146DD4-4E6B-5C3B-364C-2A4D48321142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4B23ACEE-96BE-4E60-F861-A38573AD244E}"/>
              </a:ext>
            </a:extLst>
          </p:cNvPr>
          <p:cNvSpPr txBox="1"/>
          <p:nvPr/>
        </p:nvSpPr>
        <p:spPr>
          <a:xfrm>
            <a:off x="1225883" y="37469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8A75A35-A513-3631-6CCB-21F2CA0D8358}"/>
              </a:ext>
            </a:extLst>
          </p:cNvPr>
          <p:cNvSpPr txBox="1"/>
          <p:nvPr/>
        </p:nvSpPr>
        <p:spPr>
          <a:xfrm>
            <a:off x="919117" y="166"/>
            <a:ext cx="1777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C4F10A6-CDDC-9FFB-DDE8-F8B3F4F4EE32}"/>
              </a:ext>
            </a:extLst>
          </p:cNvPr>
          <p:cNvCxnSpPr>
            <a:cxnSpLocks/>
          </p:cNvCxnSpPr>
          <p:nvPr/>
        </p:nvCxnSpPr>
        <p:spPr>
          <a:xfrm>
            <a:off x="526098" y="356833"/>
            <a:ext cx="25467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BD7DEDE-1969-175A-8A9C-BDB019A06BEF}"/>
              </a:ext>
            </a:extLst>
          </p:cNvPr>
          <p:cNvGrpSpPr/>
          <p:nvPr/>
        </p:nvGrpSpPr>
        <p:grpSpPr>
          <a:xfrm>
            <a:off x="688108" y="1245432"/>
            <a:ext cx="901216" cy="1703507"/>
            <a:chOff x="688108" y="1245427"/>
            <a:chExt cx="901216" cy="1697805"/>
          </a:xfrm>
        </p:grpSpPr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AFD89645-6A64-B7C0-15F1-C9026A14079C}"/>
                </a:ext>
              </a:extLst>
            </p:cNvPr>
            <p:cNvSpPr/>
            <p:nvPr/>
          </p:nvSpPr>
          <p:spPr>
            <a:xfrm rot="10800000">
              <a:off x="689609" y="1245427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" name="Rechteck 36">
              <a:extLst>
                <a:ext uri="{FF2B5EF4-FFF2-40B4-BE49-F238E27FC236}">
                  <a16:creationId xmlns:a16="http://schemas.microsoft.com/office/drawing/2014/main" id="{07E841BC-FC33-07BD-BDE2-D718FC740B39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7F69CEF-C148-A252-80EE-D529D6139203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72A649FD-8FE1-3747-1BE0-4247F282FF50}"/>
              </a:ext>
            </a:extLst>
          </p:cNvPr>
          <p:cNvCxnSpPr>
            <a:cxnSpLocks/>
          </p:cNvCxnSpPr>
          <p:nvPr/>
        </p:nvCxnSpPr>
        <p:spPr>
          <a:xfrm flipV="1">
            <a:off x="1243671" y="1250036"/>
            <a:ext cx="0" cy="168937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DF0ACF33-3416-CBEF-EF16-6EA463E7A670}"/>
              </a:ext>
            </a:extLst>
          </p:cNvPr>
          <p:cNvCxnSpPr>
            <a:cxnSpLocks/>
          </p:cNvCxnSpPr>
          <p:nvPr/>
        </p:nvCxnSpPr>
        <p:spPr>
          <a:xfrm>
            <a:off x="98250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57AB698-FB22-F50C-7D3E-122B9E20A2E1}"/>
              </a:ext>
            </a:extLst>
          </p:cNvPr>
          <p:cNvGrpSpPr/>
          <p:nvPr/>
        </p:nvGrpSpPr>
        <p:grpSpPr>
          <a:xfrm rot="10800000">
            <a:off x="2011126" y="1238250"/>
            <a:ext cx="901216" cy="1710251"/>
            <a:chOff x="688108" y="1243766"/>
            <a:chExt cx="901216" cy="1699466"/>
          </a:xfrm>
        </p:grpSpPr>
        <p:sp>
          <p:nvSpPr>
            <p:cNvPr id="10" name="Rechteck 36">
              <a:extLst>
                <a:ext uri="{FF2B5EF4-FFF2-40B4-BE49-F238E27FC236}">
                  <a16:creationId xmlns:a16="http://schemas.microsoft.com/office/drawing/2014/main" id="{4C92E796-B2C8-4429-219B-8686F89CA335}"/>
                </a:ext>
              </a:extLst>
            </p:cNvPr>
            <p:cNvSpPr/>
            <p:nvPr/>
          </p:nvSpPr>
          <p:spPr>
            <a:xfrm rot="10800000">
              <a:off x="689609" y="1243766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Rechteck 36">
              <a:extLst>
                <a:ext uri="{FF2B5EF4-FFF2-40B4-BE49-F238E27FC236}">
                  <a16:creationId xmlns:a16="http://schemas.microsoft.com/office/drawing/2014/main" id="{FCD144FA-F42D-F055-78A1-3A0B73A73BEA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D0A25079-8B64-7F0B-CBEB-8412AC423243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44300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1ADA8502-7766-C8F6-4A73-2829E87E012B}"/>
              </a:ext>
            </a:extLst>
          </p:cNvPr>
          <p:cNvSpPr txBox="1"/>
          <p:nvPr/>
        </p:nvSpPr>
        <p:spPr>
          <a:xfrm>
            <a:off x="2589194" y="1763888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09074489-F572-BA9B-1E7D-ACEBFE8E002F}"/>
              </a:ext>
            </a:extLst>
          </p:cNvPr>
          <p:cNvCxnSpPr>
            <a:cxnSpLocks/>
          </p:cNvCxnSpPr>
          <p:nvPr/>
        </p:nvCxnSpPr>
        <p:spPr>
          <a:xfrm>
            <a:off x="2356646" y="1933107"/>
            <a:ext cx="250823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DC68F22B-F97A-B07C-A7EA-0A5B70EF5F50}"/>
              </a:ext>
            </a:extLst>
          </p:cNvPr>
          <p:cNvCxnSpPr>
            <a:cxnSpLocks/>
          </p:cNvCxnSpPr>
          <p:nvPr/>
        </p:nvCxnSpPr>
        <p:spPr>
          <a:xfrm flipV="1">
            <a:off x="2365717" y="1249052"/>
            <a:ext cx="0" cy="1686553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27A562D-90FF-1476-449A-66E463106AFA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AE60EE26-A795-229B-AD32-0D662780F42A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818AF905-1DB8-5D9D-E490-8E90060263A9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889E28D0-53CE-FCC0-FEBB-54FA9874AD54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CDB39DE-5216-5E1C-5DEA-FCA75C40B2F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DF18A356-1832-B425-EDA5-0E9FC1A7AE05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4AD193D2-D77E-27F1-A250-7D47BA17812A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D7CF597-8965-1CBC-C74B-6186F200E9A5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1CB7915C-B48A-5449-F97C-AE85F8B8DC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2599EBAC-13B3-BF1E-B738-63FA3B2A88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3292089-0FBA-BC47-38DE-B7BD0D5E6A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39FC2-6EC9-D202-F14C-9F2FC5608297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23CF623A-0F57-E567-1830-C748BDC2BE55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0F5B36BB-9B70-3AC9-A2E8-7377546A34D7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9DE7EE4E-3DF5-EF91-2EBC-F750488A1CA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36B9A999-04D1-104A-A894-415D543DC21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B9F19168-5A59-B547-352F-6818F5F0C032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C477C271-510A-6FB8-2C58-66F6B71AC4A0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0F52352-AAF7-8027-616A-6E8C2D9BE437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2ABF500-E15E-A885-A70F-65170C634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B83BF305-34B1-158A-0E4A-518D4D8DAA7C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B849D80-C727-54CA-91B8-4ED7F6224E7E}"/>
              </a:ext>
            </a:extLst>
          </p:cNvPr>
          <p:cNvCxnSpPr>
            <a:cxnSpLocks/>
          </p:cNvCxnSpPr>
          <p:nvPr/>
        </p:nvCxnSpPr>
        <p:spPr>
          <a:xfrm>
            <a:off x="1225883" y="1933107"/>
            <a:ext cx="1185847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455DFB1E-CAB5-4EF6-E3C3-5498F5A45B6E}"/>
              </a:ext>
            </a:extLst>
          </p:cNvPr>
          <p:cNvSpPr txBox="1"/>
          <p:nvPr/>
        </p:nvSpPr>
        <p:spPr>
          <a:xfrm>
            <a:off x="2365812" y="2289411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1E006B6-3FAF-4261-F93D-35F2F8CE0D2F}"/>
              </a:ext>
            </a:extLst>
          </p:cNvPr>
          <p:cNvSpPr/>
          <p:nvPr/>
        </p:nvSpPr>
        <p:spPr>
          <a:xfrm>
            <a:off x="127729" y="1222815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FB03BD97-2375-1A5A-0054-339E43EB994A}"/>
              </a:ext>
            </a:extLst>
          </p:cNvPr>
          <p:cNvSpPr/>
          <p:nvPr/>
        </p:nvSpPr>
        <p:spPr>
          <a:xfrm rot="10800000">
            <a:off x="3205114" y="1221547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4694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9079C-64B2-0920-5FB6-A3BDE5BA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6E758F-5E8C-4A33-A484-C949DF6AE78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1366044" y="1885950"/>
            <a:ext cx="380602" cy="795826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C248CD-498B-0117-98A2-24FB0480EBA0}"/>
              </a:ext>
            </a:extLst>
          </p:cNvPr>
          <p:cNvCxnSpPr>
            <a:cxnSpLocks/>
          </p:cNvCxnSpPr>
          <p:nvPr/>
        </p:nvCxnSpPr>
        <p:spPr>
          <a:xfrm flipH="1">
            <a:off x="1746646" y="1125141"/>
            <a:ext cx="996554" cy="76080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8F34F80A-EBCC-0478-D19A-F497C3B0974F}"/>
              </a:ext>
            </a:extLst>
          </p:cNvPr>
          <p:cNvSpPr/>
          <p:nvPr/>
        </p:nvSpPr>
        <p:spPr>
          <a:xfrm>
            <a:off x="2743438" y="1001260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258C77C-4A7A-D452-546A-F782094A844D}"/>
              </a:ext>
            </a:extLst>
          </p:cNvPr>
          <p:cNvSpPr txBox="1"/>
          <p:nvPr/>
        </p:nvSpPr>
        <p:spPr>
          <a:xfrm>
            <a:off x="1746646" y="80831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Zugkraft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BC3B36-F438-30F7-E5AD-77E92FCC625F}"/>
              </a:ext>
            </a:extLst>
          </p:cNvPr>
          <p:cNvSpPr txBox="1"/>
          <p:nvPr/>
        </p:nvSpPr>
        <p:spPr>
          <a:xfrm>
            <a:off x="1746646" y="254174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Druckkraft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D77C840-5B36-FDCB-637F-4F0C4F90550E}"/>
              </a:ext>
            </a:extLst>
          </p:cNvPr>
          <p:cNvCxnSpPr>
            <a:cxnSpLocks/>
          </p:cNvCxnSpPr>
          <p:nvPr/>
        </p:nvCxnSpPr>
        <p:spPr>
          <a:xfrm>
            <a:off x="1746646" y="1983700"/>
            <a:ext cx="90344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51EE311-0F9A-9970-E8B6-FF561FBE8B19}"/>
              </a:ext>
            </a:extLst>
          </p:cNvPr>
          <p:cNvCxnSpPr>
            <a:cxnSpLocks/>
          </p:cNvCxnSpPr>
          <p:nvPr/>
        </p:nvCxnSpPr>
        <p:spPr>
          <a:xfrm flipV="1">
            <a:off x="1746646" y="860822"/>
            <a:ext cx="0" cy="200025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602C224-82B5-FDCF-B8F8-858E6D65BFE3}"/>
              </a:ext>
            </a:extLst>
          </p:cNvPr>
          <p:cNvCxnSpPr>
            <a:cxnSpLocks/>
          </p:cNvCxnSpPr>
          <p:nvPr/>
        </p:nvCxnSpPr>
        <p:spPr>
          <a:xfrm>
            <a:off x="546497" y="1885950"/>
            <a:ext cx="2875359" cy="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A11C55D-615F-C92E-D705-65A66C2476E5}"/>
              </a:ext>
            </a:extLst>
          </p:cNvPr>
          <p:cNvCxnSpPr>
            <a:cxnSpLocks/>
          </p:cNvCxnSpPr>
          <p:nvPr/>
        </p:nvCxnSpPr>
        <p:spPr>
          <a:xfrm flipV="1">
            <a:off x="2650093" y="1194435"/>
            <a:ext cx="0" cy="84201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B5B8BA-9C02-7E58-5C46-B9A3E0104B5D}"/>
              </a:ext>
            </a:extLst>
          </p:cNvPr>
          <p:cNvSpPr txBox="1"/>
          <p:nvPr/>
        </p:nvSpPr>
        <p:spPr>
          <a:xfrm>
            <a:off x="2053470" y="1967626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2003B1EF-7C68-A915-E9CF-FA38170D0E8B}"/>
              </a:ext>
            </a:extLst>
          </p:cNvPr>
          <p:cNvSpPr txBox="1"/>
          <p:nvPr/>
        </p:nvSpPr>
        <p:spPr>
          <a:xfrm>
            <a:off x="2613900" y="1467744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F19A157-F5C5-C33D-CA2E-A8E32836B9AD}"/>
              </a:ext>
            </a:extLst>
          </p:cNvPr>
          <p:cNvSpPr txBox="1"/>
          <p:nvPr/>
        </p:nvSpPr>
        <p:spPr>
          <a:xfrm>
            <a:off x="452765" y="1527214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8C5BBFCA-76A7-8024-76D9-34E5A94F3498}"/>
              </a:ext>
            </a:extLst>
          </p:cNvPr>
          <p:cNvSpPr txBox="1"/>
          <p:nvPr/>
        </p:nvSpPr>
        <p:spPr>
          <a:xfrm>
            <a:off x="2895271" y="1947383"/>
            <a:ext cx="594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pPr algn="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ED0F6383-8C16-6DE6-2112-331D5079AA18}"/>
              </a:ext>
            </a:extLst>
          </p:cNvPr>
          <p:cNvCxnSpPr>
            <a:cxnSpLocks/>
          </p:cNvCxnSpPr>
          <p:nvPr/>
        </p:nvCxnSpPr>
        <p:spPr>
          <a:xfrm flipH="1">
            <a:off x="1366044" y="1783675"/>
            <a:ext cx="3806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2139BF01-02C5-98FA-7B82-83DB45E8575E}"/>
              </a:ext>
            </a:extLst>
          </p:cNvPr>
          <p:cNvSpPr/>
          <p:nvPr/>
        </p:nvSpPr>
        <p:spPr>
          <a:xfrm rot="9516364">
            <a:off x="1055843" y="2740372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510E287-5135-5060-27A1-A086E315CD16}"/>
              </a:ext>
            </a:extLst>
          </p:cNvPr>
          <p:cNvCxnSpPr>
            <a:cxnSpLocks/>
          </p:cNvCxnSpPr>
          <p:nvPr/>
        </p:nvCxnSpPr>
        <p:spPr>
          <a:xfrm>
            <a:off x="1373585" y="1735872"/>
            <a:ext cx="0" cy="91017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852668C3-2838-FD24-E9ED-984BAE3EB588}"/>
              </a:ext>
            </a:extLst>
          </p:cNvPr>
          <p:cNvSpPr txBox="1"/>
          <p:nvPr/>
        </p:nvSpPr>
        <p:spPr>
          <a:xfrm>
            <a:off x="1429348" y="1541443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A9D5DF0-EF4A-CAEA-C492-FCE869E87F35}"/>
              </a:ext>
            </a:extLst>
          </p:cNvPr>
          <p:cNvSpPr txBox="1"/>
          <p:nvPr/>
        </p:nvSpPr>
        <p:spPr>
          <a:xfrm>
            <a:off x="749855" y="2101333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928E834B-A8BD-4AA7-25F6-2317285A2850}"/>
              </a:ext>
            </a:extLst>
          </p:cNvPr>
          <p:cNvSpPr txBox="1"/>
          <p:nvPr/>
        </p:nvSpPr>
        <p:spPr>
          <a:xfrm>
            <a:off x="54131" y="2464115"/>
            <a:ext cx="11469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 der verspannten Platten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B94EFC6-A58C-3F8B-EA65-358178775FD0}"/>
              </a:ext>
            </a:extLst>
          </p:cNvPr>
          <p:cNvSpPr txBox="1"/>
          <p:nvPr/>
        </p:nvSpPr>
        <p:spPr>
          <a:xfrm>
            <a:off x="2346719" y="736942"/>
            <a:ext cx="11469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Schraubenkennlinie</a:t>
            </a:r>
          </a:p>
        </p:txBody>
      </p:sp>
    </p:spTree>
    <p:extLst>
      <p:ext uri="{BB962C8B-B14F-4D97-AF65-F5344CB8AC3E}">
        <p14:creationId xmlns:p14="http://schemas.microsoft.com/office/powerpoint/2010/main" val="3106273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5AA2B-FFEE-1534-017F-A310916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9C99D4C-8C64-9441-D2C6-A6C44EF51D8D}"/>
              </a:ext>
            </a:extLst>
          </p:cNvPr>
          <p:cNvSpPr txBox="1"/>
          <p:nvPr/>
        </p:nvSpPr>
        <p:spPr>
          <a:xfrm>
            <a:off x="507088" y="55971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7411884-7775-269F-B4D0-63745A767B70}"/>
              </a:ext>
            </a:extLst>
          </p:cNvPr>
          <p:cNvSpPr txBox="1"/>
          <p:nvPr/>
        </p:nvSpPr>
        <p:spPr>
          <a:xfrm>
            <a:off x="3186887" y="263790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AE1CEDE2-2238-D8B2-4B64-54C3E159B1B5}"/>
              </a:ext>
            </a:extLst>
          </p:cNvPr>
          <p:cNvCxnSpPr>
            <a:cxnSpLocks/>
          </p:cNvCxnSpPr>
          <p:nvPr/>
        </p:nvCxnSpPr>
        <p:spPr>
          <a:xfrm flipH="1">
            <a:off x="507087" y="906780"/>
            <a:ext cx="2353550" cy="1719976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A834332-C8CB-D890-13D5-516C4C3DBDE7}"/>
              </a:ext>
            </a:extLst>
          </p:cNvPr>
          <p:cNvCxnSpPr>
            <a:cxnSpLocks/>
          </p:cNvCxnSpPr>
          <p:nvPr/>
        </p:nvCxnSpPr>
        <p:spPr>
          <a:xfrm flipH="1" flipV="1">
            <a:off x="2324933" y="1299210"/>
            <a:ext cx="771766" cy="1327546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720AFC-7E5F-B1E4-19F0-9541FE1CEA1B}"/>
              </a:ext>
            </a:extLst>
          </p:cNvPr>
          <p:cNvCxnSpPr>
            <a:cxnSpLocks/>
          </p:cNvCxnSpPr>
          <p:nvPr/>
        </p:nvCxnSpPr>
        <p:spPr>
          <a:xfrm flipV="1">
            <a:off x="2324935" y="1299210"/>
            <a:ext cx="0" cy="1327546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AC50AC88-3F57-241A-C949-CE3927493767}"/>
              </a:ext>
            </a:extLst>
          </p:cNvPr>
          <p:cNvCxnSpPr>
            <a:cxnSpLocks/>
          </p:cNvCxnSpPr>
          <p:nvPr/>
        </p:nvCxnSpPr>
        <p:spPr>
          <a:xfrm flipV="1">
            <a:off x="507088" y="626506"/>
            <a:ext cx="0" cy="200025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16982BB4-DB8D-2626-A307-3512141B3187}"/>
              </a:ext>
            </a:extLst>
          </p:cNvPr>
          <p:cNvCxnSpPr>
            <a:cxnSpLocks/>
          </p:cNvCxnSpPr>
          <p:nvPr/>
        </p:nvCxnSpPr>
        <p:spPr>
          <a:xfrm flipV="1">
            <a:off x="2865120" y="2236470"/>
            <a:ext cx="0" cy="59944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596D7F3-50AB-39D8-FDBC-789E25D1F4D9}"/>
              </a:ext>
            </a:extLst>
          </p:cNvPr>
          <p:cNvCxnSpPr>
            <a:cxnSpLocks/>
          </p:cNvCxnSpPr>
          <p:nvPr/>
        </p:nvCxnSpPr>
        <p:spPr>
          <a:xfrm flipV="1">
            <a:off x="3096699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1445743-BDCE-7C8F-998A-E69300AB6E22}"/>
              </a:ext>
            </a:extLst>
          </p:cNvPr>
          <p:cNvCxnSpPr>
            <a:cxnSpLocks/>
          </p:cNvCxnSpPr>
          <p:nvPr/>
        </p:nvCxnSpPr>
        <p:spPr>
          <a:xfrm flipV="1">
            <a:off x="2324935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27F04C1-748E-8132-59AE-5E753D432E7D}"/>
              </a:ext>
            </a:extLst>
          </p:cNvPr>
          <p:cNvCxnSpPr>
            <a:cxnSpLocks/>
          </p:cNvCxnSpPr>
          <p:nvPr/>
        </p:nvCxnSpPr>
        <p:spPr>
          <a:xfrm flipV="1">
            <a:off x="507087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7B7E50C4-36BE-7CE1-252B-BB31B7BDE238}"/>
              </a:ext>
            </a:extLst>
          </p:cNvPr>
          <p:cNvCxnSpPr>
            <a:cxnSpLocks/>
          </p:cNvCxnSpPr>
          <p:nvPr/>
        </p:nvCxnSpPr>
        <p:spPr>
          <a:xfrm flipH="1">
            <a:off x="2324935" y="2779078"/>
            <a:ext cx="54018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93D02C2-7C93-3227-B4AC-85D50F782449}"/>
              </a:ext>
            </a:extLst>
          </p:cNvPr>
          <p:cNvCxnSpPr>
            <a:cxnSpLocks/>
          </p:cNvCxnSpPr>
          <p:nvPr/>
        </p:nvCxnSpPr>
        <p:spPr>
          <a:xfrm flipH="1">
            <a:off x="2324935" y="3054191"/>
            <a:ext cx="7717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F3754CE9-ECA8-667B-91EA-B0BCE33B5F8C}"/>
              </a:ext>
            </a:extLst>
          </p:cNvPr>
          <p:cNvCxnSpPr>
            <a:cxnSpLocks/>
          </p:cNvCxnSpPr>
          <p:nvPr/>
        </p:nvCxnSpPr>
        <p:spPr>
          <a:xfrm flipH="1">
            <a:off x="507087" y="3054191"/>
            <a:ext cx="18178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86DD17A-DD84-31ED-7615-45D58F62AE92}"/>
              </a:ext>
            </a:extLst>
          </p:cNvPr>
          <p:cNvCxnSpPr>
            <a:cxnSpLocks/>
          </p:cNvCxnSpPr>
          <p:nvPr/>
        </p:nvCxnSpPr>
        <p:spPr>
          <a:xfrm>
            <a:off x="266700" y="903505"/>
            <a:ext cx="0" cy="171110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75A98BEE-DE98-3560-677A-DA4313133819}"/>
              </a:ext>
            </a:extLst>
          </p:cNvPr>
          <p:cNvCxnSpPr>
            <a:cxnSpLocks/>
          </p:cNvCxnSpPr>
          <p:nvPr/>
        </p:nvCxnSpPr>
        <p:spPr>
          <a:xfrm flipV="1">
            <a:off x="2870199" y="900965"/>
            <a:ext cx="0" cy="1327546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6BAAE751-7C2C-9817-F8EA-4C9961B01EE8}"/>
              </a:ext>
            </a:extLst>
          </p:cNvPr>
          <p:cNvCxnSpPr>
            <a:cxnSpLocks/>
          </p:cNvCxnSpPr>
          <p:nvPr/>
        </p:nvCxnSpPr>
        <p:spPr>
          <a:xfrm flipV="1">
            <a:off x="3246119" y="1295002"/>
            <a:ext cx="0" cy="936049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5215B533-2412-02F3-7C0E-FE61DF86C84D}"/>
              </a:ext>
            </a:extLst>
          </p:cNvPr>
          <p:cNvCxnSpPr>
            <a:cxnSpLocks/>
          </p:cNvCxnSpPr>
          <p:nvPr/>
        </p:nvCxnSpPr>
        <p:spPr>
          <a:xfrm flipV="1">
            <a:off x="3246119" y="903505"/>
            <a:ext cx="0" cy="38554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55F5122C-BDA4-7BDB-83D0-9BB36D0DB24E}"/>
              </a:ext>
            </a:extLst>
          </p:cNvPr>
          <p:cNvCxnSpPr>
            <a:cxnSpLocks/>
          </p:cNvCxnSpPr>
          <p:nvPr/>
        </p:nvCxnSpPr>
        <p:spPr>
          <a:xfrm flipH="1">
            <a:off x="2328745" y="1296907"/>
            <a:ext cx="10537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C7B4892-A982-B776-0BF0-68B3F3E87141}"/>
              </a:ext>
            </a:extLst>
          </p:cNvPr>
          <p:cNvCxnSpPr>
            <a:cxnSpLocks/>
          </p:cNvCxnSpPr>
          <p:nvPr/>
        </p:nvCxnSpPr>
        <p:spPr>
          <a:xfrm>
            <a:off x="200660" y="2626756"/>
            <a:ext cx="3064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5C33117-E556-EB23-CB47-3818D842C05D}"/>
              </a:ext>
            </a:extLst>
          </p:cNvPr>
          <p:cNvCxnSpPr>
            <a:cxnSpLocks/>
          </p:cNvCxnSpPr>
          <p:nvPr/>
        </p:nvCxnSpPr>
        <p:spPr>
          <a:xfrm flipH="1">
            <a:off x="200660" y="901600"/>
            <a:ext cx="317797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F44F04F4-2161-9788-E9A9-06290888598F}"/>
              </a:ext>
            </a:extLst>
          </p:cNvPr>
          <p:cNvCxnSpPr>
            <a:cxnSpLocks/>
          </p:cNvCxnSpPr>
          <p:nvPr/>
        </p:nvCxnSpPr>
        <p:spPr>
          <a:xfrm flipV="1">
            <a:off x="3246119" y="2231051"/>
            <a:ext cx="0" cy="395705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44C669EE-19E1-F7A2-D6AE-A02A0DC5AD1D}"/>
              </a:ext>
            </a:extLst>
          </p:cNvPr>
          <p:cNvCxnSpPr>
            <a:cxnSpLocks/>
          </p:cNvCxnSpPr>
          <p:nvPr/>
        </p:nvCxnSpPr>
        <p:spPr>
          <a:xfrm flipH="1">
            <a:off x="2865120" y="2235516"/>
            <a:ext cx="5173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ACDEABE0-52EC-B919-438F-E786233B373A}"/>
              </a:ext>
            </a:extLst>
          </p:cNvPr>
          <p:cNvCxnSpPr>
            <a:cxnSpLocks/>
          </p:cNvCxnSpPr>
          <p:nvPr/>
        </p:nvCxnSpPr>
        <p:spPr>
          <a:xfrm>
            <a:off x="507088" y="2626756"/>
            <a:ext cx="287535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0513B69D-0A95-2828-AEFA-24D1CD0BA15B}"/>
              </a:ext>
            </a:extLst>
          </p:cNvPr>
          <p:cNvSpPr txBox="1"/>
          <p:nvPr/>
        </p:nvSpPr>
        <p:spPr>
          <a:xfrm>
            <a:off x="-58022" y="1624526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DB10E0DB-2EFD-09E2-2C02-4640BB969425}"/>
              </a:ext>
            </a:extLst>
          </p:cNvPr>
          <p:cNvSpPr txBox="1"/>
          <p:nvPr/>
        </p:nvSpPr>
        <p:spPr>
          <a:xfrm>
            <a:off x="1987990" y="1896780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05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43E2AA8-EAF8-459F-96CA-C507CFFF2CFF}"/>
              </a:ext>
            </a:extLst>
          </p:cNvPr>
          <p:cNvSpPr txBox="1"/>
          <p:nvPr/>
        </p:nvSpPr>
        <p:spPr>
          <a:xfrm>
            <a:off x="2811841" y="1619197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928A08BA-FD0D-1597-BC55-93119CF75B17}"/>
              </a:ext>
            </a:extLst>
          </p:cNvPr>
          <p:cNvSpPr txBox="1"/>
          <p:nvPr/>
        </p:nvSpPr>
        <p:spPr>
          <a:xfrm>
            <a:off x="3171547" y="1679336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822F9E-30EB-6409-9B95-59176995CD33}"/>
              </a:ext>
            </a:extLst>
          </p:cNvPr>
          <p:cNvSpPr txBox="1"/>
          <p:nvPr/>
        </p:nvSpPr>
        <p:spPr>
          <a:xfrm>
            <a:off x="3166467" y="986843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7256C469-6CFE-7883-2735-1A3D81A4B209}"/>
              </a:ext>
            </a:extLst>
          </p:cNvPr>
          <p:cNvSpPr txBox="1"/>
          <p:nvPr/>
        </p:nvSpPr>
        <p:spPr>
          <a:xfrm>
            <a:off x="3154915" y="2306268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7D2E968E-3D91-58CE-6E64-97D76B1680DE}"/>
              </a:ext>
            </a:extLst>
          </p:cNvPr>
          <p:cNvSpPr txBox="1"/>
          <p:nvPr/>
        </p:nvSpPr>
        <p:spPr>
          <a:xfrm>
            <a:off x="2407504" y="275200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064290-5F30-CF9C-9703-A2E1FA771AB9}"/>
              </a:ext>
            </a:extLst>
          </p:cNvPr>
          <p:cNvSpPr txBox="1"/>
          <p:nvPr/>
        </p:nvSpPr>
        <p:spPr>
          <a:xfrm>
            <a:off x="2523293" y="302900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EEAA113F-3EA6-6B9B-A7C4-E78DE9E48639}"/>
              </a:ext>
            </a:extLst>
          </p:cNvPr>
          <p:cNvSpPr txBox="1"/>
          <p:nvPr/>
        </p:nvSpPr>
        <p:spPr>
          <a:xfrm>
            <a:off x="1229737" y="3030475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C3BA9DE5-6E7B-A76A-FFF8-6FE099E93876}"/>
              </a:ext>
            </a:extLst>
          </p:cNvPr>
          <p:cNvSpPr/>
          <p:nvPr/>
        </p:nvSpPr>
        <p:spPr>
          <a:xfrm>
            <a:off x="2302072" y="127379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5895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7956-AF41-C0BE-FF93-027994FD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95AE0A0B-3369-16ED-DA2E-99F24CDEB36C}"/>
              </a:ext>
            </a:extLst>
          </p:cNvPr>
          <p:cNvSpPr txBox="1"/>
          <p:nvPr/>
        </p:nvSpPr>
        <p:spPr>
          <a:xfrm>
            <a:off x="546379" y="177841"/>
            <a:ext cx="375046" cy="251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3488A0E-A7F3-5CC3-B623-823ED9ECDD71}"/>
              </a:ext>
            </a:extLst>
          </p:cNvPr>
          <p:cNvSpPr txBox="1"/>
          <p:nvPr/>
        </p:nvSpPr>
        <p:spPr>
          <a:xfrm>
            <a:off x="3226179" y="263790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81E3A99-6585-433B-5BA9-F7E9D1589373}"/>
              </a:ext>
            </a:extLst>
          </p:cNvPr>
          <p:cNvCxnSpPr>
            <a:cxnSpLocks/>
          </p:cNvCxnSpPr>
          <p:nvPr/>
        </p:nvCxnSpPr>
        <p:spPr>
          <a:xfrm flipH="1">
            <a:off x="546379" y="1303232"/>
            <a:ext cx="1811060" cy="1323524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C008D0C-552C-02C1-46BB-67AA19BF4991}"/>
              </a:ext>
            </a:extLst>
          </p:cNvPr>
          <p:cNvCxnSpPr>
            <a:cxnSpLocks/>
          </p:cNvCxnSpPr>
          <p:nvPr/>
        </p:nvCxnSpPr>
        <p:spPr>
          <a:xfrm flipH="1" flipV="1">
            <a:off x="1885950" y="457200"/>
            <a:ext cx="1250041" cy="2169556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E091306-381C-DB76-E590-3DD240CFDCEF}"/>
              </a:ext>
            </a:extLst>
          </p:cNvPr>
          <p:cNvCxnSpPr>
            <a:cxnSpLocks/>
          </p:cNvCxnSpPr>
          <p:nvPr/>
        </p:nvCxnSpPr>
        <p:spPr>
          <a:xfrm flipV="1">
            <a:off x="2368037" y="1299210"/>
            <a:ext cx="0" cy="1327546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CA4D40FD-B6B8-9A58-C2F3-854D5C4FFB95}"/>
              </a:ext>
            </a:extLst>
          </p:cNvPr>
          <p:cNvCxnSpPr>
            <a:cxnSpLocks/>
          </p:cNvCxnSpPr>
          <p:nvPr/>
        </p:nvCxnSpPr>
        <p:spPr>
          <a:xfrm flipV="1">
            <a:off x="546380" y="248019"/>
            <a:ext cx="0" cy="2378737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22544B07-9F56-D154-6498-F2A344DE24C8}"/>
              </a:ext>
            </a:extLst>
          </p:cNvPr>
          <p:cNvCxnSpPr>
            <a:cxnSpLocks/>
          </p:cNvCxnSpPr>
          <p:nvPr/>
        </p:nvCxnSpPr>
        <p:spPr>
          <a:xfrm flipV="1">
            <a:off x="1881366" y="2626756"/>
            <a:ext cx="0" cy="20153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CC5AF754-21E9-2B16-6B57-8D5FE9ADFE67}"/>
              </a:ext>
            </a:extLst>
          </p:cNvPr>
          <p:cNvCxnSpPr>
            <a:cxnSpLocks/>
          </p:cNvCxnSpPr>
          <p:nvPr/>
        </p:nvCxnSpPr>
        <p:spPr>
          <a:xfrm flipV="1">
            <a:off x="3135991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8772C187-945C-006E-265C-FEA6B989E61C}"/>
              </a:ext>
            </a:extLst>
          </p:cNvPr>
          <p:cNvCxnSpPr>
            <a:cxnSpLocks/>
          </p:cNvCxnSpPr>
          <p:nvPr/>
        </p:nvCxnSpPr>
        <p:spPr>
          <a:xfrm flipV="1">
            <a:off x="2364227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D1120721-2271-0DD7-723F-E6E35DDAD444}"/>
              </a:ext>
            </a:extLst>
          </p:cNvPr>
          <p:cNvCxnSpPr>
            <a:cxnSpLocks/>
          </p:cNvCxnSpPr>
          <p:nvPr/>
        </p:nvCxnSpPr>
        <p:spPr>
          <a:xfrm flipV="1">
            <a:off x="546379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2A6BDD3-B3A5-2B67-8456-DB75A5149C9F}"/>
              </a:ext>
            </a:extLst>
          </p:cNvPr>
          <p:cNvCxnSpPr>
            <a:cxnSpLocks/>
          </p:cNvCxnSpPr>
          <p:nvPr/>
        </p:nvCxnSpPr>
        <p:spPr>
          <a:xfrm>
            <a:off x="1881366" y="2779078"/>
            <a:ext cx="48286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61415A0F-13D7-EA7B-F954-8AF36216CC63}"/>
              </a:ext>
            </a:extLst>
          </p:cNvPr>
          <p:cNvCxnSpPr>
            <a:cxnSpLocks/>
          </p:cNvCxnSpPr>
          <p:nvPr/>
        </p:nvCxnSpPr>
        <p:spPr>
          <a:xfrm flipH="1">
            <a:off x="2364227" y="3054191"/>
            <a:ext cx="7717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E61124F-9B27-C9E9-8BE6-9A5828097962}"/>
              </a:ext>
            </a:extLst>
          </p:cNvPr>
          <p:cNvCxnSpPr>
            <a:cxnSpLocks/>
          </p:cNvCxnSpPr>
          <p:nvPr/>
        </p:nvCxnSpPr>
        <p:spPr>
          <a:xfrm flipH="1">
            <a:off x="546379" y="3054191"/>
            <a:ext cx="18178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428E91B-9518-4197-8FC2-DA9F59C3AB3F}"/>
              </a:ext>
            </a:extLst>
          </p:cNvPr>
          <p:cNvCxnSpPr>
            <a:cxnSpLocks/>
          </p:cNvCxnSpPr>
          <p:nvPr/>
        </p:nvCxnSpPr>
        <p:spPr>
          <a:xfrm>
            <a:off x="305992" y="446484"/>
            <a:ext cx="0" cy="2180272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headEnd type="triangle" w="med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C4A9FEA-FE63-92A0-0B0B-1B4B1880CC5F}"/>
              </a:ext>
            </a:extLst>
          </p:cNvPr>
          <p:cNvCxnSpPr>
            <a:cxnSpLocks/>
          </p:cNvCxnSpPr>
          <p:nvPr/>
        </p:nvCxnSpPr>
        <p:spPr>
          <a:xfrm>
            <a:off x="1883271" y="450056"/>
            <a:ext cx="0" cy="1203722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9EA6233-3FFA-3477-4930-9E5EF529F553}"/>
              </a:ext>
            </a:extLst>
          </p:cNvPr>
          <p:cNvCxnSpPr>
            <a:cxnSpLocks/>
          </p:cNvCxnSpPr>
          <p:nvPr/>
        </p:nvCxnSpPr>
        <p:spPr>
          <a:xfrm>
            <a:off x="1522632" y="455295"/>
            <a:ext cx="0" cy="84010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5FC55E29-9858-62E7-F3E1-607FDEAD539B}"/>
              </a:ext>
            </a:extLst>
          </p:cNvPr>
          <p:cNvCxnSpPr>
            <a:cxnSpLocks/>
          </p:cNvCxnSpPr>
          <p:nvPr/>
        </p:nvCxnSpPr>
        <p:spPr>
          <a:xfrm>
            <a:off x="1522632" y="1299210"/>
            <a:ext cx="0" cy="354089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9602500-D5F5-A9E4-6B13-4B915F32CEDA}"/>
              </a:ext>
            </a:extLst>
          </p:cNvPr>
          <p:cNvCxnSpPr>
            <a:cxnSpLocks/>
          </p:cNvCxnSpPr>
          <p:nvPr/>
        </p:nvCxnSpPr>
        <p:spPr>
          <a:xfrm flipH="1">
            <a:off x="1460898" y="1293097"/>
            <a:ext cx="89998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DBFBF70-5678-0047-A293-B1F4F14F504E}"/>
              </a:ext>
            </a:extLst>
          </p:cNvPr>
          <p:cNvCxnSpPr>
            <a:cxnSpLocks/>
          </p:cNvCxnSpPr>
          <p:nvPr/>
        </p:nvCxnSpPr>
        <p:spPr>
          <a:xfrm>
            <a:off x="246739" y="2626756"/>
            <a:ext cx="2996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9C34F30-022C-8E3A-19EE-0DA68DBC7A18}"/>
              </a:ext>
            </a:extLst>
          </p:cNvPr>
          <p:cNvCxnSpPr>
            <a:cxnSpLocks/>
          </p:cNvCxnSpPr>
          <p:nvPr/>
        </p:nvCxnSpPr>
        <p:spPr>
          <a:xfrm flipH="1">
            <a:off x="246739" y="446484"/>
            <a:ext cx="1710649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8FBA7228-F563-34C9-F858-B95EB791C0C9}"/>
              </a:ext>
            </a:extLst>
          </p:cNvPr>
          <p:cNvCxnSpPr>
            <a:cxnSpLocks/>
          </p:cNvCxnSpPr>
          <p:nvPr/>
        </p:nvCxnSpPr>
        <p:spPr>
          <a:xfrm flipV="1">
            <a:off x="1883690" y="1653299"/>
            <a:ext cx="0" cy="973457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AF6299C-62F8-774D-C38A-03B3DF5A476F}"/>
              </a:ext>
            </a:extLst>
          </p:cNvPr>
          <p:cNvCxnSpPr>
            <a:cxnSpLocks/>
          </p:cNvCxnSpPr>
          <p:nvPr/>
        </p:nvCxnSpPr>
        <p:spPr>
          <a:xfrm flipH="1">
            <a:off x="1460898" y="1656871"/>
            <a:ext cx="49649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75E9F74-5762-2E7A-9E24-61D533E76509}"/>
              </a:ext>
            </a:extLst>
          </p:cNvPr>
          <p:cNvCxnSpPr>
            <a:cxnSpLocks/>
          </p:cNvCxnSpPr>
          <p:nvPr/>
        </p:nvCxnSpPr>
        <p:spPr>
          <a:xfrm>
            <a:off x="546380" y="2626756"/>
            <a:ext cx="287535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8799690B-4BA1-ABE1-AE8B-242161B3BBEE}"/>
              </a:ext>
            </a:extLst>
          </p:cNvPr>
          <p:cNvSpPr txBox="1"/>
          <p:nvPr/>
        </p:nvSpPr>
        <p:spPr>
          <a:xfrm>
            <a:off x="1548235" y="203527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0827211-E098-4B28-830F-F238F5007F59}"/>
              </a:ext>
            </a:extLst>
          </p:cNvPr>
          <p:cNvSpPr txBox="1"/>
          <p:nvPr/>
        </p:nvSpPr>
        <p:spPr>
          <a:xfrm>
            <a:off x="2031623" y="189544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05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24AFC37E-4281-7689-721A-1C93B125B306}"/>
              </a:ext>
            </a:extLst>
          </p:cNvPr>
          <p:cNvSpPr txBox="1"/>
          <p:nvPr/>
        </p:nvSpPr>
        <p:spPr>
          <a:xfrm>
            <a:off x="1533628" y="871397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634652CC-53C8-15FD-6220-12A6B8C91A95}"/>
              </a:ext>
            </a:extLst>
          </p:cNvPr>
          <p:cNvSpPr txBox="1"/>
          <p:nvPr/>
        </p:nvSpPr>
        <p:spPr>
          <a:xfrm>
            <a:off x="1091152" y="731112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5D051-36CE-AB25-033E-B27B3B7C9C89}"/>
              </a:ext>
            </a:extLst>
          </p:cNvPr>
          <p:cNvSpPr txBox="1"/>
          <p:nvPr/>
        </p:nvSpPr>
        <p:spPr>
          <a:xfrm>
            <a:off x="1091152" y="1305646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8EC3E7CC-7F76-3B12-1B7B-47D253785951}"/>
              </a:ext>
            </a:extLst>
          </p:cNvPr>
          <p:cNvSpPr txBox="1"/>
          <p:nvPr/>
        </p:nvSpPr>
        <p:spPr>
          <a:xfrm>
            <a:off x="-113126" y="1337754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9A7C44FB-3D54-3479-4760-5A81B6532C7F}"/>
              </a:ext>
            </a:extLst>
          </p:cNvPr>
          <p:cNvSpPr txBox="1"/>
          <p:nvPr/>
        </p:nvSpPr>
        <p:spPr>
          <a:xfrm>
            <a:off x="1931880" y="275485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BF009A98-ABDE-B299-689B-F04700270EF4}"/>
              </a:ext>
            </a:extLst>
          </p:cNvPr>
          <p:cNvSpPr txBox="1"/>
          <p:nvPr/>
        </p:nvSpPr>
        <p:spPr>
          <a:xfrm>
            <a:off x="2562585" y="302900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25D08AC8-A85B-DA0D-2B8C-1F847D2E54C3}"/>
              </a:ext>
            </a:extLst>
          </p:cNvPr>
          <p:cNvSpPr txBox="1"/>
          <p:nvPr/>
        </p:nvSpPr>
        <p:spPr>
          <a:xfrm>
            <a:off x="1269029" y="3030475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44E73CF3-DC36-383E-C8ED-DD0FCB075FCD}"/>
              </a:ext>
            </a:extLst>
          </p:cNvPr>
          <p:cNvSpPr/>
          <p:nvPr/>
        </p:nvSpPr>
        <p:spPr>
          <a:xfrm>
            <a:off x="2345174" y="126998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9BFDC92-7B98-92DE-A84D-1DE4EDD86109}"/>
              </a:ext>
            </a:extLst>
          </p:cNvPr>
          <p:cNvSpPr txBox="1"/>
          <p:nvPr/>
        </p:nvSpPr>
        <p:spPr>
          <a:xfrm>
            <a:off x="2374942" y="500279"/>
            <a:ext cx="969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Vorzeichen beachten!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517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12F46-E359-4128-2C52-414F44723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E8CACB79-256F-8F76-1B10-2F03FC227ED8}"/>
              </a:ext>
            </a:extLst>
          </p:cNvPr>
          <p:cNvSpPr/>
          <p:nvPr/>
        </p:nvSpPr>
        <p:spPr>
          <a:xfrm>
            <a:off x="2288858" y="969807"/>
            <a:ext cx="693420" cy="335144"/>
          </a:xfrm>
          <a:custGeom>
            <a:avLst/>
            <a:gdLst>
              <a:gd name="csX0" fmla="*/ 0 w 693420"/>
              <a:gd name="csY0" fmla="*/ 345526 h 350141"/>
              <a:gd name="csX1" fmla="*/ 136525 w 693420"/>
              <a:gd name="csY1" fmla="*/ 5166 h 350141"/>
              <a:gd name="csX2" fmla="*/ 277495 w 693420"/>
              <a:gd name="csY2" fmla="*/ 346161 h 350141"/>
              <a:gd name="csX3" fmla="*/ 422910 w 693420"/>
              <a:gd name="csY3" fmla="*/ 1 h 350141"/>
              <a:gd name="csX4" fmla="*/ 568325 w 693420"/>
              <a:gd name="csY4" fmla="*/ 350141 h 350141"/>
              <a:gd name="csX5" fmla="*/ 693420 w 693420"/>
              <a:gd name="csY5" fmla="*/ 3176 h 3501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93420" h="350141">
                <a:moveTo>
                  <a:pt x="0" y="345526"/>
                </a:moveTo>
                <a:cubicBezTo>
                  <a:pt x="59266" y="345314"/>
                  <a:pt x="75036" y="6965"/>
                  <a:pt x="136525" y="5166"/>
                </a:cubicBezTo>
                <a:cubicBezTo>
                  <a:pt x="198014" y="3367"/>
                  <a:pt x="204999" y="343042"/>
                  <a:pt x="277495" y="346161"/>
                </a:cubicBezTo>
                <a:cubicBezTo>
                  <a:pt x="349991" y="349280"/>
                  <a:pt x="361103" y="-662"/>
                  <a:pt x="422910" y="1"/>
                </a:cubicBezTo>
                <a:cubicBezTo>
                  <a:pt x="484717" y="664"/>
                  <a:pt x="492760" y="349611"/>
                  <a:pt x="568325" y="350141"/>
                </a:cubicBezTo>
                <a:cubicBezTo>
                  <a:pt x="643890" y="350671"/>
                  <a:pt x="627380" y="1694"/>
                  <a:pt x="693420" y="3176"/>
                </a:cubicBezTo>
              </a:path>
            </a:pathLst>
          </a:custGeom>
          <a:noFill/>
          <a:ln w="12700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6EE74A3-4FFA-190B-6F54-F1024AC5B094}"/>
              </a:ext>
            </a:extLst>
          </p:cNvPr>
          <p:cNvSpPr txBox="1"/>
          <p:nvPr/>
        </p:nvSpPr>
        <p:spPr>
          <a:xfrm>
            <a:off x="85603" y="67606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E36A833-18E6-0D05-5D89-37C9221BED4E}"/>
              </a:ext>
            </a:extLst>
          </p:cNvPr>
          <p:cNvSpPr txBox="1"/>
          <p:nvPr/>
        </p:nvSpPr>
        <p:spPr>
          <a:xfrm>
            <a:off x="3074734" y="2487800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59B0E70-2664-6D29-E4DA-7D03C6BD9F07}"/>
              </a:ext>
            </a:extLst>
          </p:cNvPr>
          <p:cNvCxnSpPr>
            <a:cxnSpLocks/>
          </p:cNvCxnSpPr>
          <p:nvPr/>
        </p:nvCxnSpPr>
        <p:spPr>
          <a:xfrm flipH="1">
            <a:off x="85602" y="974866"/>
            <a:ext cx="2026261" cy="1480794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46EC812-FA91-A80F-8130-F1AD78AA1AEF}"/>
              </a:ext>
            </a:extLst>
          </p:cNvPr>
          <p:cNvCxnSpPr>
            <a:cxnSpLocks/>
          </p:cNvCxnSpPr>
          <p:nvPr/>
        </p:nvCxnSpPr>
        <p:spPr>
          <a:xfrm flipH="1" flipV="1">
            <a:off x="1650655" y="1312725"/>
            <a:ext cx="664443" cy="1142935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1066792-A0F8-458E-98BE-2F9B881E36AE}"/>
              </a:ext>
            </a:extLst>
          </p:cNvPr>
          <p:cNvCxnSpPr>
            <a:cxnSpLocks/>
          </p:cNvCxnSpPr>
          <p:nvPr/>
        </p:nvCxnSpPr>
        <p:spPr>
          <a:xfrm flipV="1">
            <a:off x="1650657" y="1312725"/>
            <a:ext cx="0" cy="1142935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ECEFEE41-D1C2-45D0-2D68-2ACD64418AD4}"/>
              </a:ext>
            </a:extLst>
          </p:cNvPr>
          <p:cNvCxnSpPr>
            <a:cxnSpLocks/>
          </p:cNvCxnSpPr>
          <p:nvPr/>
        </p:nvCxnSpPr>
        <p:spPr>
          <a:xfrm flipV="1">
            <a:off x="85603" y="733568"/>
            <a:ext cx="0" cy="1722092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AEC9508D-1D38-FA44-4FFA-CE67E5CFB26E}"/>
              </a:ext>
            </a:extLst>
          </p:cNvPr>
          <p:cNvGrpSpPr/>
          <p:nvPr/>
        </p:nvGrpSpPr>
        <p:grpSpPr>
          <a:xfrm>
            <a:off x="85602" y="2455661"/>
            <a:ext cx="2234576" cy="231660"/>
            <a:chOff x="85602" y="2455660"/>
            <a:chExt cx="2234576" cy="415147"/>
          </a:xfrm>
        </p:grpSpPr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465E648A-7F40-5535-BE14-204BA4C29B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0178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4879C858-B7AC-B027-FE34-DA6EBAFF69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0657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34E3100-07AA-C191-5DB5-ADEAB04213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2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2E54CDE2-2F16-6BDF-A1E0-34D34E088AFB}"/>
              </a:ext>
            </a:extLst>
          </p:cNvPr>
          <p:cNvCxnSpPr>
            <a:cxnSpLocks/>
          </p:cNvCxnSpPr>
          <p:nvPr/>
        </p:nvCxnSpPr>
        <p:spPr>
          <a:xfrm flipH="1">
            <a:off x="1650657" y="2630615"/>
            <a:ext cx="66444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AE3594-E867-E3C9-6861-AD7CDFACF8B4}"/>
              </a:ext>
            </a:extLst>
          </p:cNvPr>
          <p:cNvCxnSpPr>
            <a:cxnSpLocks/>
          </p:cNvCxnSpPr>
          <p:nvPr/>
        </p:nvCxnSpPr>
        <p:spPr>
          <a:xfrm flipH="1">
            <a:off x="85602" y="2630615"/>
            <a:ext cx="156505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68E87F18-5061-7BA9-2FEF-7A819E72E31E}"/>
              </a:ext>
            </a:extLst>
          </p:cNvPr>
          <p:cNvCxnSpPr>
            <a:cxnSpLocks/>
          </p:cNvCxnSpPr>
          <p:nvPr/>
        </p:nvCxnSpPr>
        <p:spPr>
          <a:xfrm flipV="1">
            <a:off x="2120096" y="969860"/>
            <a:ext cx="0" cy="114293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7153BB7-9511-0F3D-2EF3-9DA049D5251F}"/>
              </a:ext>
            </a:extLst>
          </p:cNvPr>
          <p:cNvCxnSpPr>
            <a:cxnSpLocks/>
          </p:cNvCxnSpPr>
          <p:nvPr/>
        </p:nvCxnSpPr>
        <p:spPr>
          <a:xfrm flipH="1">
            <a:off x="1653937" y="1310742"/>
            <a:ext cx="140263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69B635A-DB44-44CF-940C-2D3BB9FE1B1A}"/>
              </a:ext>
            </a:extLst>
          </p:cNvPr>
          <p:cNvCxnSpPr>
            <a:cxnSpLocks/>
          </p:cNvCxnSpPr>
          <p:nvPr/>
        </p:nvCxnSpPr>
        <p:spPr>
          <a:xfrm flipH="1">
            <a:off x="2018108" y="967867"/>
            <a:ext cx="10384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A21C9FAB-0D27-5F21-0D80-E752937A2E3C}"/>
              </a:ext>
            </a:extLst>
          </p:cNvPr>
          <p:cNvCxnSpPr>
            <a:cxnSpLocks/>
          </p:cNvCxnSpPr>
          <p:nvPr/>
        </p:nvCxnSpPr>
        <p:spPr>
          <a:xfrm flipV="1">
            <a:off x="2408180" y="2121841"/>
            <a:ext cx="0" cy="333819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CD2B9A2-309C-60E6-E452-FB7357F7DAEB}"/>
              </a:ext>
            </a:extLst>
          </p:cNvPr>
          <p:cNvCxnSpPr>
            <a:cxnSpLocks/>
          </p:cNvCxnSpPr>
          <p:nvPr/>
        </p:nvCxnSpPr>
        <p:spPr>
          <a:xfrm flipH="1">
            <a:off x="2115723" y="2118827"/>
            <a:ext cx="35220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1F4050C5-3DB2-86D5-14A5-E474A2E4EA59}"/>
              </a:ext>
            </a:extLst>
          </p:cNvPr>
          <p:cNvSpPr txBox="1"/>
          <p:nvPr/>
        </p:nvSpPr>
        <p:spPr>
          <a:xfrm>
            <a:off x="1337195" y="1827195"/>
            <a:ext cx="3696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CAA3C984-17F6-C1B9-E82D-526CA5A91090}"/>
              </a:ext>
            </a:extLst>
          </p:cNvPr>
          <p:cNvSpPr txBox="1"/>
          <p:nvPr/>
        </p:nvSpPr>
        <p:spPr>
          <a:xfrm>
            <a:off x="2068881" y="1476988"/>
            <a:ext cx="3748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Ao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45B3D0D-C1A7-8A0F-262F-A4D0C85D1553}"/>
              </a:ext>
            </a:extLst>
          </p:cNvPr>
          <p:cNvSpPr txBox="1"/>
          <p:nvPr/>
        </p:nvSpPr>
        <p:spPr>
          <a:xfrm>
            <a:off x="2282078" y="217730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Kl,min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3C5E13C6-14F8-0F2B-E0E8-802FBBE5A4D1}"/>
              </a:ext>
            </a:extLst>
          </p:cNvPr>
          <p:cNvSpPr txBox="1"/>
          <p:nvPr/>
        </p:nvSpPr>
        <p:spPr>
          <a:xfrm>
            <a:off x="1821431" y="260893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9E020142-7715-3FE2-9160-B1FF239A684D}"/>
              </a:ext>
            </a:extLst>
          </p:cNvPr>
          <p:cNvSpPr txBox="1"/>
          <p:nvPr/>
        </p:nvSpPr>
        <p:spPr>
          <a:xfrm>
            <a:off x="707759" y="2610197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3C00FDFF-A5F2-294C-CDC5-5B69E809D558}"/>
              </a:ext>
            </a:extLst>
          </p:cNvPr>
          <p:cNvSpPr/>
          <p:nvPr/>
        </p:nvSpPr>
        <p:spPr>
          <a:xfrm>
            <a:off x="1630973" y="1290840"/>
            <a:ext cx="39362" cy="393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9155719-6D61-21CA-235A-DF89B6EBA8C5}"/>
              </a:ext>
            </a:extLst>
          </p:cNvPr>
          <p:cNvCxnSpPr>
            <a:cxnSpLocks/>
          </p:cNvCxnSpPr>
          <p:nvPr/>
        </p:nvCxnSpPr>
        <p:spPr>
          <a:xfrm flipV="1">
            <a:off x="3010160" y="973642"/>
            <a:ext cx="0" cy="163737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FDE141F-4982-9E6E-1632-B5F7C9AC8A0C}"/>
              </a:ext>
            </a:extLst>
          </p:cNvPr>
          <p:cNvCxnSpPr>
            <a:cxnSpLocks/>
          </p:cNvCxnSpPr>
          <p:nvPr/>
        </p:nvCxnSpPr>
        <p:spPr>
          <a:xfrm flipV="1">
            <a:off x="3010160" y="1142671"/>
            <a:ext cx="0" cy="131510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5FDD3CE8-B435-1478-E492-5264812BB8D2}"/>
              </a:ext>
            </a:extLst>
          </p:cNvPr>
          <p:cNvCxnSpPr>
            <a:cxnSpLocks/>
          </p:cNvCxnSpPr>
          <p:nvPr/>
        </p:nvCxnSpPr>
        <p:spPr>
          <a:xfrm>
            <a:off x="85603" y="2455660"/>
            <a:ext cx="326052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797DDBE-5628-0F64-098D-A5678AD078DA}"/>
              </a:ext>
            </a:extLst>
          </p:cNvPr>
          <p:cNvCxnSpPr>
            <a:cxnSpLocks/>
          </p:cNvCxnSpPr>
          <p:nvPr/>
        </p:nvCxnSpPr>
        <p:spPr>
          <a:xfrm flipH="1">
            <a:off x="2290762" y="1141197"/>
            <a:ext cx="76581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D2BA86C-F25C-45D8-AB6C-8428EE6DCC11}"/>
              </a:ext>
            </a:extLst>
          </p:cNvPr>
          <p:cNvSpPr txBox="1"/>
          <p:nvPr/>
        </p:nvSpPr>
        <p:spPr>
          <a:xfrm>
            <a:off x="2955236" y="1600098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7904D0E-FEF1-DD6F-6145-F69CA7E53736}"/>
              </a:ext>
            </a:extLst>
          </p:cNvPr>
          <p:cNvSpPr txBox="1"/>
          <p:nvPr/>
        </p:nvSpPr>
        <p:spPr>
          <a:xfrm>
            <a:off x="3001926" y="938515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Sa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F9E1AA5D-2B69-6D42-DA7B-19D74B2ED346}"/>
              </a:ext>
            </a:extLst>
          </p:cNvPr>
          <p:cNvSpPr txBox="1"/>
          <p:nvPr/>
        </p:nvSpPr>
        <p:spPr>
          <a:xfrm>
            <a:off x="2949100" y="1797506"/>
            <a:ext cx="7042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(Mittelwert)</a:t>
            </a:r>
            <a:endParaRPr lang="de-DE" sz="5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3E37B111-4AA3-10D1-EE47-834D8B27721C}"/>
              </a:ext>
            </a:extLst>
          </p:cNvPr>
          <p:cNvSpPr txBox="1"/>
          <p:nvPr/>
        </p:nvSpPr>
        <p:spPr>
          <a:xfrm>
            <a:off x="3004977" y="1113703"/>
            <a:ext cx="67193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(Amplitude)</a:t>
            </a:r>
            <a:endParaRPr lang="de-DE" sz="5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769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61256-6831-679B-4C7F-1AF31F744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B5D49658-23C9-17A0-4197-BFC2DCBE3099}"/>
              </a:ext>
            </a:extLst>
          </p:cNvPr>
          <p:cNvSpPr/>
          <p:nvPr/>
        </p:nvSpPr>
        <p:spPr>
          <a:xfrm>
            <a:off x="2126850" y="1079500"/>
            <a:ext cx="693420" cy="461027"/>
          </a:xfrm>
          <a:custGeom>
            <a:avLst/>
            <a:gdLst>
              <a:gd name="csX0" fmla="*/ 0 w 693420"/>
              <a:gd name="csY0" fmla="*/ 345526 h 350141"/>
              <a:gd name="csX1" fmla="*/ 136525 w 693420"/>
              <a:gd name="csY1" fmla="*/ 5166 h 350141"/>
              <a:gd name="csX2" fmla="*/ 277495 w 693420"/>
              <a:gd name="csY2" fmla="*/ 346161 h 350141"/>
              <a:gd name="csX3" fmla="*/ 422910 w 693420"/>
              <a:gd name="csY3" fmla="*/ 1 h 350141"/>
              <a:gd name="csX4" fmla="*/ 568325 w 693420"/>
              <a:gd name="csY4" fmla="*/ 350141 h 350141"/>
              <a:gd name="csX5" fmla="*/ 693420 w 693420"/>
              <a:gd name="csY5" fmla="*/ 3176 h 3501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93420" h="350141">
                <a:moveTo>
                  <a:pt x="0" y="345526"/>
                </a:moveTo>
                <a:cubicBezTo>
                  <a:pt x="59266" y="345314"/>
                  <a:pt x="75036" y="6965"/>
                  <a:pt x="136525" y="5166"/>
                </a:cubicBezTo>
                <a:cubicBezTo>
                  <a:pt x="198014" y="3367"/>
                  <a:pt x="204999" y="343042"/>
                  <a:pt x="277495" y="346161"/>
                </a:cubicBezTo>
                <a:cubicBezTo>
                  <a:pt x="349991" y="349280"/>
                  <a:pt x="361103" y="-662"/>
                  <a:pt x="422910" y="1"/>
                </a:cubicBezTo>
                <a:cubicBezTo>
                  <a:pt x="484717" y="664"/>
                  <a:pt x="492760" y="349611"/>
                  <a:pt x="568325" y="350141"/>
                </a:cubicBezTo>
                <a:cubicBezTo>
                  <a:pt x="643890" y="350671"/>
                  <a:pt x="627380" y="1694"/>
                  <a:pt x="693420" y="3176"/>
                </a:cubicBezTo>
              </a:path>
            </a:pathLst>
          </a:custGeom>
          <a:noFill/>
          <a:ln w="12700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35E3CF1-FFB4-94B5-64D4-809C1F030876}"/>
              </a:ext>
            </a:extLst>
          </p:cNvPr>
          <p:cNvSpPr txBox="1"/>
          <p:nvPr/>
        </p:nvSpPr>
        <p:spPr>
          <a:xfrm>
            <a:off x="79713" y="533075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E4BC417-3ED3-5A8B-C057-E5667374F428}"/>
              </a:ext>
            </a:extLst>
          </p:cNvPr>
          <p:cNvSpPr txBox="1"/>
          <p:nvPr/>
        </p:nvSpPr>
        <p:spPr>
          <a:xfrm>
            <a:off x="3074734" y="2487800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85DF971-E4C3-5074-966C-491D3379E3C0}"/>
              </a:ext>
            </a:extLst>
          </p:cNvPr>
          <p:cNvCxnSpPr>
            <a:cxnSpLocks/>
          </p:cNvCxnSpPr>
          <p:nvPr/>
        </p:nvCxnSpPr>
        <p:spPr>
          <a:xfrm flipH="1">
            <a:off x="85602" y="1315720"/>
            <a:ext cx="1559850" cy="113994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26FE8B-7F69-4EB9-604C-269E9DC697D2}"/>
              </a:ext>
            </a:extLst>
          </p:cNvPr>
          <p:cNvCxnSpPr>
            <a:cxnSpLocks/>
          </p:cNvCxnSpPr>
          <p:nvPr/>
        </p:nvCxnSpPr>
        <p:spPr>
          <a:xfrm flipH="1" flipV="1">
            <a:off x="1327539" y="756920"/>
            <a:ext cx="987559" cy="169874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F15B155-9730-60C2-5C29-3C6F48F770BE}"/>
              </a:ext>
            </a:extLst>
          </p:cNvPr>
          <p:cNvCxnSpPr>
            <a:cxnSpLocks/>
          </p:cNvCxnSpPr>
          <p:nvPr/>
        </p:nvCxnSpPr>
        <p:spPr>
          <a:xfrm flipV="1">
            <a:off x="1650657" y="1312725"/>
            <a:ext cx="0" cy="1142935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B6225C3D-D505-EC0F-F6EB-203323BC3ACF}"/>
              </a:ext>
            </a:extLst>
          </p:cNvPr>
          <p:cNvCxnSpPr>
            <a:cxnSpLocks/>
          </p:cNvCxnSpPr>
          <p:nvPr/>
        </p:nvCxnSpPr>
        <p:spPr>
          <a:xfrm flipV="1">
            <a:off x="85603" y="596900"/>
            <a:ext cx="0" cy="185876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AA303058-3564-2732-E504-7AA9069D0B9C}"/>
              </a:ext>
            </a:extLst>
          </p:cNvPr>
          <p:cNvGrpSpPr/>
          <p:nvPr/>
        </p:nvGrpSpPr>
        <p:grpSpPr>
          <a:xfrm>
            <a:off x="85602" y="2455661"/>
            <a:ext cx="2234576" cy="231660"/>
            <a:chOff x="85602" y="2455660"/>
            <a:chExt cx="2234576" cy="415147"/>
          </a:xfrm>
        </p:grpSpPr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6F6AAEC2-AAAA-BBF9-D1D3-5AA53B2234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0178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C9B8564-59CB-B269-D170-AD418EE259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0657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C8F79A4D-82DD-F267-1449-057B3E62D3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2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51DB32B-A060-E806-EE44-AED5F55D8366}"/>
              </a:ext>
            </a:extLst>
          </p:cNvPr>
          <p:cNvCxnSpPr>
            <a:cxnSpLocks/>
          </p:cNvCxnSpPr>
          <p:nvPr/>
        </p:nvCxnSpPr>
        <p:spPr>
          <a:xfrm flipH="1">
            <a:off x="1650657" y="2630615"/>
            <a:ext cx="66444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113FD85E-1451-8C19-E17C-A49E1421536F}"/>
              </a:ext>
            </a:extLst>
          </p:cNvPr>
          <p:cNvCxnSpPr>
            <a:cxnSpLocks/>
          </p:cNvCxnSpPr>
          <p:nvPr/>
        </p:nvCxnSpPr>
        <p:spPr>
          <a:xfrm flipH="1">
            <a:off x="85602" y="2630615"/>
            <a:ext cx="156505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D427519-61FF-31E9-8B3C-967FE7A12128}"/>
              </a:ext>
            </a:extLst>
          </p:cNvPr>
          <p:cNvCxnSpPr>
            <a:cxnSpLocks/>
          </p:cNvCxnSpPr>
          <p:nvPr/>
        </p:nvCxnSpPr>
        <p:spPr>
          <a:xfrm flipV="1">
            <a:off x="1979532" y="1074420"/>
            <a:ext cx="0" cy="798047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A6DA4368-FCA5-3B85-C58F-4857E8644707}"/>
              </a:ext>
            </a:extLst>
          </p:cNvPr>
          <p:cNvCxnSpPr>
            <a:cxnSpLocks/>
          </p:cNvCxnSpPr>
          <p:nvPr/>
        </p:nvCxnSpPr>
        <p:spPr>
          <a:xfrm flipH="1">
            <a:off x="1971696" y="1074547"/>
            <a:ext cx="91374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27777B1D-31EB-CA17-F44F-CD0E16E8D846}"/>
              </a:ext>
            </a:extLst>
          </p:cNvPr>
          <p:cNvCxnSpPr>
            <a:cxnSpLocks/>
          </p:cNvCxnSpPr>
          <p:nvPr/>
        </p:nvCxnSpPr>
        <p:spPr>
          <a:xfrm flipV="1">
            <a:off x="2408180" y="1884192"/>
            <a:ext cx="0" cy="571468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A834A771-9845-6724-E256-8BF0D530F16C}"/>
              </a:ext>
            </a:extLst>
          </p:cNvPr>
          <p:cNvCxnSpPr>
            <a:cxnSpLocks/>
          </p:cNvCxnSpPr>
          <p:nvPr/>
        </p:nvCxnSpPr>
        <p:spPr>
          <a:xfrm flipH="1">
            <a:off x="1979532" y="1877039"/>
            <a:ext cx="47156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4253E8BD-48A1-43C7-2C1B-74A76191E06A}"/>
              </a:ext>
            </a:extLst>
          </p:cNvPr>
          <p:cNvSpPr txBox="1"/>
          <p:nvPr/>
        </p:nvSpPr>
        <p:spPr>
          <a:xfrm>
            <a:off x="1337195" y="1827195"/>
            <a:ext cx="3696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B6A3EE61-0EAD-3376-BBEE-DF6BA31DB0C5}"/>
              </a:ext>
            </a:extLst>
          </p:cNvPr>
          <p:cNvSpPr txBox="1"/>
          <p:nvPr/>
        </p:nvSpPr>
        <p:spPr>
          <a:xfrm>
            <a:off x="1940239" y="1580974"/>
            <a:ext cx="3748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Ao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B826BFA8-5A06-618D-5BC7-ECF24D037DB0}"/>
              </a:ext>
            </a:extLst>
          </p:cNvPr>
          <p:cNvSpPr txBox="1"/>
          <p:nvPr/>
        </p:nvSpPr>
        <p:spPr>
          <a:xfrm>
            <a:off x="2276734" y="205276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Kl,min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F7B746A8-A857-36AB-8582-0B3D10BA19AB}"/>
              </a:ext>
            </a:extLst>
          </p:cNvPr>
          <p:cNvSpPr txBox="1"/>
          <p:nvPr/>
        </p:nvSpPr>
        <p:spPr>
          <a:xfrm>
            <a:off x="1821431" y="260893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17DD04D6-49D5-716A-4DD8-A7C7F02C9AA5}"/>
              </a:ext>
            </a:extLst>
          </p:cNvPr>
          <p:cNvSpPr txBox="1"/>
          <p:nvPr/>
        </p:nvSpPr>
        <p:spPr>
          <a:xfrm>
            <a:off x="707759" y="2610197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A6B77636-1E0E-6FDB-6155-E73445EA1859}"/>
              </a:ext>
            </a:extLst>
          </p:cNvPr>
          <p:cNvSpPr/>
          <p:nvPr/>
        </p:nvSpPr>
        <p:spPr>
          <a:xfrm>
            <a:off x="1630973" y="1290840"/>
            <a:ext cx="39362" cy="393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2E428F0-8FC1-A060-5851-9D3A27CC5BB9}"/>
              </a:ext>
            </a:extLst>
          </p:cNvPr>
          <p:cNvCxnSpPr>
            <a:cxnSpLocks/>
          </p:cNvCxnSpPr>
          <p:nvPr/>
        </p:nvCxnSpPr>
        <p:spPr>
          <a:xfrm flipV="1">
            <a:off x="2862840" y="1076960"/>
            <a:ext cx="0" cy="469900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CBC732A-450B-185C-5415-431111D46DC7}"/>
              </a:ext>
            </a:extLst>
          </p:cNvPr>
          <p:cNvCxnSpPr>
            <a:cxnSpLocks/>
          </p:cNvCxnSpPr>
          <p:nvPr/>
        </p:nvCxnSpPr>
        <p:spPr>
          <a:xfrm flipV="1">
            <a:off x="3010160" y="1308100"/>
            <a:ext cx="0" cy="114967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006F7B8-9433-F0B5-7772-294E0BC025A3}"/>
              </a:ext>
            </a:extLst>
          </p:cNvPr>
          <p:cNvCxnSpPr>
            <a:cxnSpLocks/>
          </p:cNvCxnSpPr>
          <p:nvPr/>
        </p:nvCxnSpPr>
        <p:spPr>
          <a:xfrm flipH="1">
            <a:off x="2126850" y="1307419"/>
            <a:ext cx="93131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A9585C85-EEB0-D109-B3C3-54C54B070619}"/>
              </a:ext>
            </a:extLst>
          </p:cNvPr>
          <p:cNvSpPr txBox="1"/>
          <p:nvPr/>
        </p:nvSpPr>
        <p:spPr>
          <a:xfrm>
            <a:off x="2955251" y="1813967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557274D4-48FD-5CB2-1713-2CEDED328A65}"/>
              </a:ext>
            </a:extLst>
          </p:cNvPr>
          <p:cNvSpPr txBox="1"/>
          <p:nvPr/>
        </p:nvSpPr>
        <p:spPr>
          <a:xfrm>
            <a:off x="3074734" y="956853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EFCE6F6-B78C-5E70-67FA-CBB59E1EB1CD}"/>
              </a:ext>
            </a:extLst>
          </p:cNvPr>
          <p:cNvCxnSpPr>
            <a:cxnSpLocks/>
          </p:cNvCxnSpPr>
          <p:nvPr/>
        </p:nvCxnSpPr>
        <p:spPr>
          <a:xfrm flipH="1">
            <a:off x="1653937" y="1019059"/>
            <a:ext cx="393108" cy="28582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7475E32-2215-33CF-6431-190A1ADA053E}"/>
              </a:ext>
            </a:extLst>
          </p:cNvPr>
          <p:cNvCxnSpPr>
            <a:cxnSpLocks/>
          </p:cNvCxnSpPr>
          <p:nvPr/>
        </p:nvCxnSpPr>
        <p:spPr>
          <a:xfrm>
            <a:off x="1325328" y="757486"/>
            <a:ext cx="0" cy="792967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27440EFD-B683-6178-1C03-A7081C22F778}"/>
              </a:ext>
            </a:extLst>
          </p:cNvPr>
          <p:cNvSpPr txBox="1"/>
          <p:nvPr/>
        </p:nvSpPr>
        <p:spPr>
          <a:xfrm>
            <a:off x="980069" y="1017655"/>
            <a:ext cx="3931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1412199-179C-5B75-B166-AD175EB93C89}"/>
              </a:ext>
            </a:extLst>
          </p:cNvPr>
          <p:cNvCxnSpPr>
            <a:cxnSpLocks/>
          </p:cNvCxnSpPr>
          <p:nvPr/>
        </p:nvCxnSpPr>
        <p:spPr>
          <a:xfrm flipH="1">
            <a:off x="1255112" y="1548015"/>
            <a:ext cx="16379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llipse 50">
            <a:extLst>
              <a:ext uri="{FF2B5EF4-FFF2-40B4-BE49-F238E27FC236}">
                <a16:creationId xmlns:a16="http://schemas.microsoft.com/office/drawing/2014/main" id="{1D1D3760-36AB-498E-BF7A-C19EE088FF90}"/>
              </a:ext>
            </a:extLst>
          </p:cNvPr>
          <p:cNvSpPr/>
          <p:nvPr/>
        </p:nvSpPr>
        <p:spPr>
          <a:xfrm>
            <a:off x="2833643" y="1277646"/>
            <a:ext cx="58394" cy="5839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2062411-B480-8BC9-063F-F7A8FFECEE9F}"/>
              </a:ext>
            </a:extLst>
          </p:cNvPr>
          <p:cNvCxnSpPr>
            <a:cxnSpLocks/>
          </p:cNvCxnSpPr>
          <p:nvPr/>
        </p:nvCxnSpPr>
        <p:spPr>
          <a:xfrm flipH="1" flipV="1">
            <a:off x="2862840" y="1394196"/>
            <a:ext cx="294925" cy="117564"/>
          </a:xfrm>
          <a:prstGeom prst="straightConnector1">
            <a:avLst/>
          </a:prstGeom>
          <a:ln w="63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1DF7314-8185-3963-D1D3-9F820C369463}"/>
              </a:ext>
            </a:extLst>
          </p:cNvPr>
          <p:cNvCxnSpPr>
            <a:cxnSpLocks/>
          </p:cNvCxnSpPr>
          <p:nvPr/>
        </p:nvCxnSpPr>
        <p:spPr>
          <a:xfrm flipH="1">
            <a:off x="2862466" y="1076325"/>
            <a:ext cx="290309" cy="140136"/>
          </a:xfrm>
          <a:prstGeom prst="straightConnector1">
            <a:avLst/>
          </a:prstGeom>
          <a:ln w="63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6B64380D-3F2A-A497-048F-22D6FF7D2886}"/>
              </a:ext>
            </a:extLst>
          </p:cNvPr>
          <p:cNvSpPr txBox="1"/>
          <p:nvPr/>
        </p:nvSpPr>
        <p:spPr>
          <a:xfrm>
            <a:off x="3068541" y="1416405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Su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1406827-48F7-3441-C2F2-BBEC8AC5EF95}"/>
              </a:ext>
            </a:extLst>
          </p:cNvPr>
          <p:cNvCxnSpPr>
            <a:cxnSpLocks/>
          </p:cNvCxnSpPr>
          <p:nvPr/>
        </p:nvCxnSpPr>
        <p:spPr>
          <a:xfrm>
            <a:off x="906780" y="748523"/>
            <a:ext cx="50038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037D912F-6D3A-5DFB-AB5C-32C2C2B98B92}"/>
              </a:ext>
            </a:extLst>
          </p:cNvPr>
          <p:cNvCxnSpPr>
            <a:cxnSpLocks/>
          </p:cNvCxnSpPr>
          <p:nvPr/>
        </p:nvCxnSpPr>
        <p:spPr>
          <a:xfrm flipV="1">
            <a:off x="972709" y="751063"/>
            <a:ext cx="0" cy="1700037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C114B506-A193-6C7B-0F34-6E16FF6DCF63}"/>
              </a:ext>
            </a:extLst>
          </p:cNvPr>
          <p:cNvCxnSpPr>
            <a:cxnSpLocks/>
          </p:cNvCxnSpPr>
          <p:nvPr/>
        </p:nvCxnSpPr>
        <p:spPr>
          <a:xfrm>
            <a:off x="85603" y="2455660"/>
            <a:ext cx="326052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B70ECC45-998F-6DF8-2328-ADE1BD6199A7}"/>
              </a:ext>
            </a:extLst>
          </p:cNvPr>
          <p:cNvSpPr txBox="1"/>
          <p:nvPr/>
        </p:nvSpPr>
        <p:spPr>
          <a:xfrm>
            <a:off x="394801" y="140751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Kl,max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4700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01D43-FF70-2797-E638-F6C61D0CB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E4369F9C-6384-AE7E-2FB0-67F477A1B5DC}"/>
              </a:ext>
            </a:extLst>
          </p:cNvPr>
          <p:cNvCxnSpPr>
            <a:cxnSpLocks/>
          </p:cNvCxnSpPr>
          <p:nvPr/>
        </p:nvCxnSpPr>
        <p:spPr>
          <a:xfrm flipH="1">
            <a:off x="996570" y="1381854"/>
            <a:ext cx="1527602" cy="1237005"/>
          </a:xfrm>
          <a:prstGeom prst="straightConnector1">
            <a:avLst/>
          </a:prstGeom>
          <a:ln w="25400" cap="rnd">
            <a:solidFill>
              <a:srgbClr val="FF0000"/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E14CC29-F388-F1CD-384D-3BDC7B840B41}"/>
              </a:ext>
            </a:extLst>
          </p:cNvPr>
          <p:cNvCxnSpPr>
            <a:cxnSpLocks/>
          </p:cNvCxnSpPr>
          <p:nvPr/>
        </p:nvCxnSpPr>
        <p:spPr>
          <a:xfrm flipH="1" flipV="1">
            <a:off x="2523871" y="1382971"/>
            <a:ext cx="648415" cy="1235888"/>
          </a:xfrm>
          <a:prstGeom prst="straightConnector1">
            <a:avLst/>
          </a:prstGeom>
          <a:ln w="25400" cap="rnd">
            <a:solidFill>
              <a:srgbClr val="086FBD"/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979018A-1A77-4ACF-232C-FC7C7DF4C425}"/>
              </a:ext>
            </a:extLst>
          </p:cNvPr>
          <p:cNvCxnSpPr>
            <a:cxnSpLocks/>
          </p:cNvCxnSpPr>
          <p:nvPr/>
        </p:nvCxnSpPr>
        <p:spPr>
          <a:xfrm flipV="1">
            <a:off x="2523873" y="1382971"/>
            <a:ext cx="0" cy="1235888"/>
          </a:xfrm>
          <a:prstGeom prst="straightConnector1">
            <a:avLst/>
          </a:prstGeom>
          <a:ln w="19050" cap="rnd">
            <a:solidFill>
              <a:srgbClr val="8F45A3"/>
            </a:solidFill>
            <a:prstDash val="sysDash"/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6AF0983-0932-7B75-29EF-720408602A53}"/>
              </a:ext>
            </a:extLst>
          </p:cNvPr>
          <p:cNvCxnSpPr>
            <a:cxnSpLocks/>
          </p:cNvCxnSpPr>
          <p:nvPr/>
        </p:nvCxnSpPr>
        <p:spPr>
          <a:xfrm flipH="1">
            <a:off x="133229" y="1150619"/>
            <a:ext cx="1818204" cy="147232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DAF188-F747-5235-0C65-D47832949846}"/>
              </a:ext>
            </a:extLst>
          </p:cNvPr>
          <p:cNvCxnSpPr>
            <a:cxnSpLocks/>
          </p:cNvCxnSpPr>
          <p:nvPr/>
        </p:nvCxnSpPr>
        <p:spPr>
          <a:xfrm flipH="1" flipV="1">
            <a:off x="1951075" y="1151948"/>
            <a:ext cx="771766" cy="1470998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F8EF8AC-23D0-5B60-9833-5B3EB555FFF5}"/>
              </a:ext>
            </a:extLst>
          </p:cNvPr>
          <p:cNvCxnSpPr>
            <a:cxnSpLocks/>
          </p:cNvCxnSpPr>
          <p:nvPr/>
        </p:nvCxnSpPr>
        <p:spPr>
          <a:xfrm flipV="1">
            <a:off x="1951077" y="1151948"/>
            <a:ext cx="0" cy="1470998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Ellipse 90">
            <a:extLst>
              <a:ext uri="{FF2B5EF4-FFF2-40B4-BE49-F238E27FC236}">
                <a16:creationId xmlns:a16="http://schemas.microsoft.com/office/drawing/2014/main" id="{8E289D60-1B33-1120-D96B-E316FD6F540B}"/>
              </a:ext>
            </a:extLst>
          </p:cNvPr>
          <p:cNvSpPr/>
          <p:nvPr/>
        </p:nvSpPr>
        <p:spPr>
          <a:xfrm>
            <a:off x="1921844" y="1122640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4F50E4-0CE6-30E6-8E29-9E9B263A0515}"/>
              </a:ext>
            </a:extLst>
          </p:cNvPr>
          <p:cNvSpPr txBox="1"/>
          <p:nvPr/>
        </p:nvSpPr>
        <p:spPr>
          <a:xfrm>
            <a:off x="109198" y="816893"/>
            <a:ext cx="3750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D446D09-BD25-48BE-8457-A93A9D94F2BA}"/>
              </a:ext>
            </a:extLst>
          </p:cNvPr>
          <p:cNvSpPr txBox="1"/>
          <p:nvPr/>
        </p:nvSpPr>
        <p:spPr>
          <a:xfrm>
            <a:off x="3246685" y="2674082"/>
            <a:ext cx="3750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9454F299-52D6-570F-3AF3-F9F1F6220518}"/>
              </a:ext>
            </a:extLst>
          </p:cNvPr>
          <p:cNvCxnSpPr>
            <a:cxnSpLocks/>
          </p:cNvCxnSpPr>
          <p:nvPr/>
        </p:nvCxnSpPr>
        <p:spPr>
          <a:xfrm flipV="1">
            <a:off x="133230" y="850744"/>
            <a:ext cx="0" cy="1776012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ABB61030-99B2-3860-75ED-CE9903EEC922}"/>
              </a:ext>
            </a:extLst>
          </p:cNvPr>
          <p:cNvCxnSpPr>
            <a:cxnSpLocks/>
          </p:cNvCxnSpPr>
          <p:nvPr/>
        </p:nvCxnSpPr>
        <p:spPr>
          <a:xfrm flipV="1">
            <a:off x="1950681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61DD094-C201-4E81-ED43-73AEC5D859BE}"/>
              </a:ext>
            </a:extLst>
          </p:cNvPr>
          <p:cNvCxnSpPr>
            <a:cxnSpLocks/>
          </p:cNvCxnSpPr>
          <p:nvPr/>
        </p:nvCxnSpPr>
        <p:spPr>
          <a:xfrm flipV="1">
            <a:off x="993808" y="2626757"/>
            <a:ext cx="0" cy="20915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E32A87F-C126-2495-2C6F-418DDA8FD6E1}"/>
              </a:ext>
            </a:extLst>
          </p:cNvPr>
          <p:cNvCxnSpPr>
            <a:cxnSpLocks/>
          </p:cNvCxnSpPr>
          <p:nvPr/>
        </p:nvCxnSpPr>
        <p:spPr>
          <a:xfrm flipV="1">
            <a:off x="133229" y="2626757"/>
            <a:ext cx="0" cy="482202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4452199E-E731-00BA-68FB-980DED46C9CB}"/>
              </a:ext>
            </a:extLst>
          </p:cNvPr>
          <p:cNvCxnSpPr>
            <a:cxnSpLocks/>
          </p:cNvCxnSpPr>
          <p:nvPr/>
        </p:nvCxnSpPr>
        <p:spPr>
          <a:xfrm flipH="1">
            <a:off x="133229" y="3046099"/>
            <a:ext cx="181784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3933AE59-0225-E4A5-9D5F-BD3B986DA6BA}"/>
              </a:ext>
            </a:extLst>
          </p:cNvPr>
          <p:cNvCxnSpPr>
            <a:cxnSpLocks/>
          </p:cNvCxnSpPr>
          <p:nvPr/>
        </p:nvCxnSpPr>
        <p:spPr>
          <a:xfrm flipH="1">
            <a:off x="133229" y="2779155"/>
            <a:ext cx="86332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A0167BD-41B5-49E4-2EBF-4CC071296996}"/>
              </a:ext>
            </a:extLst>
          </p:cNvPr>
          <p:cNvCxnSpPr>
            <a:cxnSpLocks/>
          </p:cNvCxnSpPr>
          <p:nvPr/>
        </p:nvCxnSpPr>
        <p:spPr>
          <a:xfrm>
            <a:off x="136682" y="2626756"/>
            <a:ext cx="3378044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630663FE-7CE5-6F22-D51A-13B2C30DE847}"/>
              </a:ext>
            </a:extLst>
          </p:cNvPr>
          <p:cNvSpPr txBox="1"/>
          <p:nvPr/>
        </p:nvSpPr>
        <p:spPr>
          <a:xfrm rot="16200000">
            <a:off x="1341780" y="2178701"/>
            <a:ext cx="971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1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1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8635D666-A4FC-9539-534C-5D4355CF1699}"/>
              </a:ext>
            </a:extLst>
          </p:cNvPr>
          <p:cNvSpPr txBox="1"/>
          <p:nvPr/>
        </p:nvSpPr>
        <p:spPr>
          <a:xfrm>
            <a:off x="251483" y="2769100"/>
            <a:ext cx="6268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63BAEAF7-DA0E-4A4A-B95C-91F958D8F7F4}"/>
              </a:ext>
            </a:extLst>
          </p:cNvPr>
          <p:cNvSpPr/>
          <p:nvPr/>
        </p:nvSpPr>
        <p:spPr>
          <a:xfrm>
            <a:off x="2494943" y="1352486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C14CB3C3-E7D3-C458-CE73-D15524770F7D}"/>
              </a:ext>
            </a:extLst>
          </p:cNvPr>
          <p:cNvSpPr txBox="1"/>
          <p:nvPr/>
        </p:nvSpPr>
        <p:spPr>
          <a:xfrm>
            <a:off x="728549" y="3042542"/>
            <a:ext cx="6268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1800FE3-BD43-982B-CAAC-34854EFBE423}"/>
              </a:ext>
            </a:extLst>
          </p:cNvPr>
          <p:cNvSpPr/>
          <p:nvPr/>
        </p:nvSpPr>
        <p:spPr>
          <a:xfrm>
            <a:off x="2279490" y="2067560"/>
            <a:ext cx="212610" cy="287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C2615DA-075A-7CA6-4A44-57BD349A53AD}"/>
              </a:ext>
            </a:extLst>
          </p:cNvPr>
          <p:cNvSpPr txBox="1"/>
          <p:nvPr/>
        </p:nvSpPr>
        <p:spPr>
          <a:xfrm rot="16200000">
            <a:off x="1896133" y="2178701"/>
            <a:ext cx="971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1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E1C9902B-B327-4846-C456-FE4E5E2FA89D}"/>
              </a:ext>
            </a:extLst>
          </p:cNvPr>
          <p:cNvCxnSpPr>
            <a:cxnSpLocks/>
          </p:cNvCxnSpPr>
          <p:nvPr/>
        </p:nvCxnSpPr>
        <p:spPr>
          <a:xfrm flipV="1">
            <a:off x="2722841" y="2626756"/>
            <a:ext cx="0" cy="20915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84167148-FB25-DCBC-029B-EEA3957659F9}"/>
              </a:ext>
            </a:extLst>
          </p:cNvPr>
          <p:cNvCxnSpPr>
            <a:cxnSpLocks/>
          </p:cNvCxnSpPr>
          <p:nvPr/>
        </p:nvCxnSpPr>
        <p:spPr>
          <a:xfrm flipV="1">
            <a:off x="3172286" y="2626756"/>
            <a:ext cx="0" cy="20915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78BDFA5-F0BB-4126-D673-9D71EA2A4638}"/>
              </a:ext>
            </a:extLst>
          </p:cNvPr>
          <p:cNvCxnSpPr>
            <a:cxnSpLocks/>
          </p:cNvCxnSpPr>
          <p:nvPr/>
        </p:nvCxnSpPr>
        <p:spPr>
          <a:xfrm flipH="1">
            <a:off x="1949329" y="2778943"/>
            <a:ext cx="77351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613A1721-E9C6-9952-367B-6CC36C181C7A}"/>
              </a:ext>
            </a:extLst>
          </p:cNvPr>
          <p:cNvCxnSpPr>
            <a:cxnSpLocks/>
          </p:cNvCxnSpPr>
          <p:nvPr/>
        </p:nvCxnSpPr>
        <p:spPr>
          <a:xfrm flipH="1">
            <a:off x="2722841" y="2778943"/>
            <a:ext cx="44787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28BDC91C-0761-361F-B0B5-1D6B960061BA}"/>
              </a:ext>
            </a:extLst>
          </p:cNvPr>
          <p:cNvSpPr txBox="1"/>
          <p:nvPr/>
        </p:nvSpPr>
        <p:spPr>
          <a:xfrm>
            <a:off x="2633369" y="2804887"/>
            <a:ext cx="6268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B57166E-C019-5B08-DF94-36F1EB3E2D5D}"/>
              </a:ext>
            </a:extLst>
          </p:cNvPr>
          <p:cNvSpPr txBox="1"/>
          <p:nvPr/>
        </p:nvSpPr>
        <p:spPr>
          <a:xfrm>
            <a:off x="2023355" y="2809941"/>
            <a:ext cx="6268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7595E784-A10D-B64F-A611-987B68B341DA}"/>
              </a:ext>
            </a:extLst>
          </p:cNvPr>
          <p:cNvCxnSpPr>
            <a:cxnSpLocks/>
          </p:cNvCxnSpPr>
          <p:nvPr/>
        </p:nvCxnSpPr>
        <p:spPr>
          <a:xfrm>
            <a:off x="1667032" y="1381854"/>
            <a:ext cx="1146336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E0E5AC21-F7C0-1953-CC46-8DB9062D0FF2}"/>
              </a:ext>
            </a:extLst>
          </p:cNvPr>
          <p:cNvSpPr/>
          <p:nvPr/>
        </p:nvSpPr>
        <p:spPr>
          <a:xfrm>
            <a:off x="1635626" y="1352486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E776C935-E344-46EB-5228-68C1800AAB4F}"/>
              </a:ext>
            </a:extLst>
          </p:cNvPr>
          <p:cNvSpPr/>
          <p:nvPr/>
        </p:nvSpPr>
        <p:spPr>
          <a:xfrm>
            <a:off x="2045498" y="1352595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EE721BD8-899E-0834-D3C4-E3F20BCE1A4C}"/>
              </a:ext>
            </a:extLst>
          </p:cNvPr>
          <p:cNvCxnSpPr>
            <a:cxnSpLocks/>
          </p:cNvCxnSpPr>
          <p:nvPr/>
        </p:nvCxnSpPr>
        <p:spPr>
          <a:xfrm>
            <a:off x="2767422" y="1148173"/>
            <a:ext cx="0" cy="23354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02AE48C1-1247-ECF3-B482-2F4E731ADCC6}"/>
              </a:ext>
            </a:extLst>
          </p:cNvPr>
          <p:cNvCxnSpPr>
            <a:cxnSpLocks/>
          </p:cNvCxnSpPr>
          <p:nvPr/>
        </p:nvCxnSpPr>
        <p:spPr>
          <a:xfrm>
            <a:off x="1956324" y="1148173"/>
            <a:ext cx="85704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 Verbindung mit Pfeil 84">
            <a:extLst>
              <a:ext uri="{FF2B5EF4-FFF2-40B4-BE49-F238E27FC236}">
                <a16:creationId xmlns:a16="http://schemas.microsoft.com/office/drawing/2014/main" id="{638687A5-6160-CCC2-3E80-BD8570F7D666}"/>
              </a:ext>
            </a:extLst>
          </p:cNvPr>
          <p:cNvCxnSpPr>
            <a:cxnSpLocks/>
          </p:cNvCxnSpPr>
          <p:nvPr/>
        </p:nvCxnSpPr>
        <p:spPr>
          <a:xfrm flipV="1">
            <a:off x="1664856" y="967584"/>
            <a:ext cx="0" cy="40623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FF1D234B-1C86-77D8-01FE-3C0F7E8F699E}"/>
              </a:ext>
            </a:extLst>
          </p:cNvPr>
          <p:cNvCxnSpPr>
            <a:cxnSpLocks/>
          </p:cNvCxnSpPr>
          <p:nvPr/>
        </p:nvCxnSpPr>
        <p:spPr>
          <a:xfrm flipV="1">
            <a:off x="2074728" y="967584"/>
            <a:ext cx="0" cy="40623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916C93A5-874D-C989-F8A2-7B4415E72EF9}"/>
              </a:ext>
            </a:extLst>
          </p:cNvPr>
          <p:cNvCxnSpPr>
            <a:cxnSpLocks/>
          </p:cNvCxnSpPr>
          <p:nvPr/>
        </p:nvCxnSpPr>
        <p:spPr>
          <a:xfrm>
            <a:off x="1664856" y="1010920"/>
            <a:ext cx="40429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CADBEECB-653F-B242-17A8-51D269BD1356}"/>
              </a:ext>
            </a:extLst>
          </p:cNvPr>
          <p:cNvSpPr txBox="1"/>
          <p:nvPr/>
        </p:nvSpPr>
        <p:spPr>
          <a:xfrm>
            <a:off x="1233599" y="719939"/>
            <a:ext cx="12585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 </a:t>
            </a:r>
            <a:r>
              <a:rPr lang="de-DE" sz="11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 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E00A2A49-D4DE-7B9A-292B-AAE0A2C750DC}"/>
              </a:ext>
            </a:extLst>
          </p:cNvPr>
          <p:cNvSpPr txBox="1"/>
          <p:nvPr/>
        </p:nvSpPr>
        <p:spPr>
          <a:xfrm>
            <a:off x="2529752" y="1158574"/>
            <a:ext cx="971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8F45A3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17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9C2FB-857E-AB2F-FDA7-D882967E3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EB9ADD4-8704-0278-FF98-1D77EA0FE602}"/>
              </a:ext>
            </a:extLst>
          </p:cNvPr>
          <p:cNvCxnSpPr>
            <a:cxnSpLocks/>
          </p:cNvCxnSpPr>
          <p:nvPr/>
        </p:nvCxnSpPr>
        <p:spPr>
          <a:xfrm flipH="1">
            <a:off x="711601" y="1603870"/>
            <a:ext cx="1239161" cy="1003434"/>
          </a:xfrm>
          <a:prstGeom prst="straightConnector1">
            <a:avLst/>
          </a:prstGeom>
          <a:ln w="25400" cap="rnd">
            <a:solidFill>
              <a:srgbClr val="FF0000"/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9E5A17A-B2A0-8001-5805-B22768CC1FED}"/>
              </a:ext>
            </a:extLst>
          </p:cNvPr>
          <p:cNvCxnSpPr>
            <a:cxnSpLocks/>
          </p:cNvCxnSpPr>
          <p:nvPr/>
        </p:nvCxnSpPr>
        <p:spPr>
          <a:xfrm flipH="1" flipV="1">
            <a:off x="1950518" y="1604776"/>
            <a:ext cx="525981" cy="1002528"/>
          </a:xfrm>
          <a:prstGeom prst="straightConnector1">
            <a:avLst/>
          </a:prstGeom>
          <a:ln w="25400" cap="rnd">
            <a:solidFill>
              <a:srgbClr val="086FBD"/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F8DF65A-5FC9-1ACA-5F87-61CEBF6CBB92}"/>
              </a:ext>
            </a:extLst>
          </p:cNvPr>
          <p:cNvCxnSpPr>
            <a:cxnSpLocks/>
          </p:cNvCxnSpPr>
          <p:nvPr/>
        </p:nvCxnSpPr>
        <p:spPr>
          <a:xfrm flipV="1">
            <a:off x="2880159" y="1148173"/>
            <a:ext cx="0" cy="1475647"/>
          </a:xfrm>
          <a:prstGeom prst="straightConnector1">
            <a:avLst/>
          </a:prstGeom>
          <a:ln w="19050" cap="rnd">
            <a:solidFill>
              <a:srgbClr val="8F45A3"/>
            </a:solidFill>
            <a:prstDash val="solid"/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318BC54-8645-FD2C-D5E8-C2BF82185A60}"/>
              </a:ext>
            </a:extLst>
          </p:cNvPr>
          <p:cNvCxnSpPr>
            <a:cxnSpLocks/>
          </p:cNvCxnSpPr>
          <p:nvPr/>
        </p:nvCxnSpPr>
        <p:spPr>
          <a:xfrm flipH="1">
            <a:off x="133229" y="1150619"/>
            <a:ext cx="1818204" cy="147232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D0E3669-17CC-A36A-8EFA-9B789A923B08}"/>
              </a:ext>
            </a:extLst>
          </p:cNvPr>
          <p:cNvCxnSpPr>
            <a:cxnSpLocks/>
          </p:cNvCxnSpPr>
          <p:nvPr/>
        </p:nvCxnSpPr>
        <p:spPr>
          <a:xfrm flipH="1" flipV="1">
            <a:off x="1951075" y="1151948"/>
            <a:ext cx="771766" cy="1470998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3D7BCD7-7514-26C1-006E-6BC8F219F05F}"/>
              </a:ext>
            </a:extLst>
          </p:cNvPr>
          <p:cNvCxnSpPr>
            <a:cxnSpLocks/>
          </p:cNvCxnSpPr>
          <p:nvPr/>
        </p:nvCxnSpPr>
        <p:spPr>
          <a:xfrm flipV="1">
            <a:off x="1951077" y="1603870"/>
            <a:ext cx="0" cy="1019076"/>
          </a:xfrm>
          <a:prstGeom prst="straightConnector1">
            <a:avLst/>
          </a:prstGeom>
          <a:ln w="19050" cap="rnd">
            <a:solidFill>
              <a:srgbClr val="8F45A3"/>
            </a:solidFill>
            <a:prstDash val="sysDash"/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Ellipse 90">
            <a:extLst>
              <a:ext uri="{FF2B5EF4-FFF2-40B4-BE49-F238E27FC236}">
                <a16:creationId xmlns:a16="http://schemas.microsoft.com/office/drawing/2014/main" id="{85710973-CF4E-A0D9-DA54-31C1FFBD6C77}"/>
              </a:ext>
            </a:extLst>
          </p:cNvPr>
          <p:cNvSpPr/>
          <p:nvPr/>
        </p:nvSpPr>
        <p:spPr>
          <a:xfrm>
            <a:off x="1921844" y="1122640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50E43F7-2692-3671-CA5F-B0DD7959D3F1}"/>
              </a:ext>
            </a:extLst>
          </p:cNvPr>
          <p:cNvSpPr txBox="1"/>
          <p:nvPr/>
        </p:nvSpPr>
        <p:spPr>
          <a:xfrm>
            <a:off x="109198" y="816893"/>
            <a:ext cx="3750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1D6F196-A484-2467-3F14-681C4863A707}"/>
              </a:ext>
            </a:extLst>
          </p:cNvPr>
          <p:cNvSpPr txBox="1"/>
          <p:nvPr/>
        </p:nvSpPr>
        <p:spPr>
          <a:xfrm>
            <a:off x="3246685" y="2674082"/>
            <a:ext cx="3750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F695303-6279-AA05-36BD-31423AF55F8F}"/>
              </a:ext>
            </a:extLst>
          </p:cNvPr>
          <p:cNvCxnSpPr>
            <a:cxnSpLocks/>
          </p:cNvCxnSpPr>
          <p:nvPr/>
        </p:nvCxnSpPr>
        <p:spPr>
          <a:xfrm flipV="1">
            <a:off x="133230" y="850744"/>
            <a:ext cx="0" cy="1776012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9E106F6-D931-B3DC-D381-239E5364D44A}"/>
              </a:ext>
            </a:extLst>
          </p:cNvPr>
          <p:cNvCxnSpPr>
            <a:cxnSpLocks/>
          </p:cNvCxnSpPr>
          <p:nvPr/>
        </p:nvCxnSpPr>
        <p:spPr>
          <a:xfrm flipV="1">
            <a:off x="1950681" y="2626756"/>
            <a:ext cx="0" cy="40395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1F63D0C1-5F6B-B826-850D-3F988C8DCC3C}"/>
              </a:ext>
            </a:extLst>
          </p:cNvPr>
          <p:cNvCxnSpPr>
            <a:cxnSpLocks/>
          </p:cNvCxnSpPr>
          <p:nvPr/>
        </p:nvCxnSpPr>
        <p:spPr>
          <a:xfrm flipV="1">
            <a:off x="699168" y="2626757"/>
            <a:ext cx="0" cy="40395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3EA4EC2-33D2-5BAC-56EC-21282F70F15F}"/>
              </a:ext>
            </a:extLst>
          </p:cNvPr>
          <p:cNvCxnSpPr>
            <a:cxnSpLocks/>
          </p:cNvCxnSpPr>
          <p:nvPr/>
        </p:nvCxnSpPr>
        <p:spPr>
          <a:xfrm flipV="1">
            <a:off x="133229" y="2626757"/>
            <a:ext cx="0" cy="40395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54995EB8-2E22-4122-E7CA-C8B276801A8A}"/>
              </a:ext>
            </a:extLst>
          </p:cNvPr>
          <p:cNvCxnSpPr>
            <a:cxnSpLocks/>
          </p:cNvCxnSpPr>
          <p:nvPr/>
        </p:nvCxnSpPr>
        <p:spPr>
          <a:xfrm flipH="1">
            <a:off x="133229" y="2779399"/>
            <a:ext cx="577336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1D39FC31-201D-A58B-3AD1-39DCB831A169}"/>
              </a:ext>
            </a:extLst>
          </p:cNvPr>
          <p:cNvCxnSpPr>
            <a:cxnSpLocks/>
          </p:cNvCxnSpPr>
          <p:nvPr/>
        </p:nvCxnSpPr>
        <p:spPr>
          <a:xfrm flipH="1">
            <a:off x="133229" y="2977275"/>
            <a:ext cx="181610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37D816-72DF-7051-500E-9C25EA211BCE}"/>
              </a:ext>
            </a:extLst>
          </p:cNvPr>
          <p:cNvCxnSpPr>
            <a:cxnSpLocks/>
          </p:cNvCxnSpPr>
          <p:nvPr/>
        </p:nvCxnSpPr>
        <p:spPr>
          <a:xfrm>
            <a:off x="136682" y="2626756"/>
            <a:ext cx="3378044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F9C6355C-E937-988F-F842-2930D7983417}"/>
              </a:ext>
            </a:extLst>
          </p:cNvPr>
          <p:cNvSpPr txBox="1"/>
          <p:nvPr/>
        </p:nvSpPr>
        <p:spPr>
          <a:xfrm>
            <a:off x="635202" y="2645807"/>
            <a:ext cx="6268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SZ</a:t>
            </a:r>
            <a:endParaRPr lang="de-DE" sz="11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BB8E4993-C552-D21D-8192-4A384FE5A8E1}"/>
              </a:ext>
            </a:extLst>
          </p:cNvPr>
          <p:cNvSpPr txBox="1"/>
          <p:nvPr/>
        </p:nvSpPr>
        <p:spPr>
          <a:xfrm>
            <a:off x="735877" y="2962679"/>
            <a:ext cx="6268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1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46B6C4BA-AF34-0E93-07EC-CF95C56B057A}"/>
              </a:ext>
            </a:extLst>
          </p:cNvPr>
          <p:cNvSpPr txBox="1"/>
          <p:nvPr/>
        </p:nvSpPr>
        <p:spPr>
          <a:xfrm>
            <a:off x="2846147" y="1754133"/>
            <a:ext cx="4558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VM</a:t>
            </a:r>
            <a:endParaRPr lang="de-DE" sz="11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01EC557-6737-B7A7-8161-2926326E2F61}"/>
              </a:ext>
            </a:extLst>
          </p:cNvPr>
          <p:cNvCxnSpPr>
            <a:cxnSpLocks/>
          </p:cNvCxnSpPr>
          <p:nvPr/>
        </p:nvCxnSpPr>
        <p:spPr>
          <a:xfrm flipV="1">
            <a:off x="2722841" y="2626756"/>
            <a:ext cx="0" cy="40395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ADFD53D-F280-9999-E4A7-72B5A4A7C51B}"/>
              </a:ext>
            </a:extLst>
          </p:cNvPr>
          <p:cNvCxnSpPr>
            <a:cxnSpLocks/>
          </p:cNvCxnSpPr>
          <p:nvPr/>
        </p:nvCxnSpPr>
        <p:spPr>
          <a:xfrm flipV="1">
            <a:off x="2483946" y="2626756"/>
            <a:ext cx="0" cy="20915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A476746-DAED-2810-C229-C94B61CB265D}"/>
              </a:ext>
            </a:extLst>
          </p:cNvPr>
          <p:cNvCxnSpPr>
            <a:cxnSpLocks/>
          </p:cNvCxnSpPr>
          <p:nvPr/>
        </p:nvCxnSpPr>
        <p:spPr>
          <a:xfrm flipH="1">
            <a:off x="2483946" y="2778943"/>
            <a:ext cx="24655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826D5225-EA73-07F7-D5CC-52B4388B7A4B}"/>
              </a:ext>
            </a:extLst>
          </p:cNvPr>
          <p:cNvCxnSpPr>
            <a:cxnSpLocks/>
          </p:cNvCxnSpPr>
          <p:nvPr/>
        </p:nvCxnSpPr>
        <p:spPr>
          <a:xfrm flipH="1">
            <a:off x="1956324" y="2977275"/>
            <a:ext cx="76651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B661A347-0BF1-9677-357A-DAEE70180F6B}"/>
              </a:ext>
            </a:extLst>
          </p:cNvPr>
          <p:cNvSpPr txBox="1"/>
          <p:nvPr/>
        </p:nvSpPr>
        <p:spPr>
          <a:xfrm>
            <a:off x="2026763" y="2965107"/>
            <a:ext cx="6268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1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F8574C15-C9C5-8CEA-5276-1FE6B70B9BFE}"/>
              </a:ext>
            </a:extLst>
          </p:cNvPr>
          <p:cNvSpPr txBox="1"/>
          <p:nvPr/>
        </p:nvSpPr>
        <p:spPr>
          <a:xfrm>
            <a:off x="2837164" y="2645674"/>
            <a:ext cx="391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PZ</a:t>
            </a:r>
            <a:endParaRPr lang="de-DE" sz="11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661B221A-CAB4-A78A-F3F6-B78FBC4766B7}"/>
              </a:ext>
            </a:extLst>
          </p:cNvPr>
          <p:cNvSpPr/>
          <p:nvPr/>
        </p:nvSpPr>
        <p:spPr>
          <a:xfrm>
            <a:off x="1362690" y="1571736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0E1F6014-DA38-AA4C-6C32-E5F549181F49}"/>
              </a:ext>
            </a:extLst>
          </p:cNvPr>
          <p:cNvSpPr/>
          <p:nvPr/>
        </p:nvSpPr>
        <p:spPr>
          <a:xfrm>
            <a:off x="2159823" y="1571736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2680E66B-8AB6-3D44-73CA-E3A0BA02253B}"/>
              </a:ext>
            </a:extLst>
          </p:cNvPr>
          <p:cNvCxnSpPr>
            <a:cxnSpLocks/>
          </p:cNvCxnSpPr>
          <p:nvPr/>
        </p:nvCxnSpPr>
        <p:spPr>
          <a:xfrm>
            <a:off x="2328002" y="1148173"/>
            <a:ext cx="0" cy="455697"/>
          </a:xfrm>
          <a:prstGeom prst="straightConnector1">
            <a:avLst/>
          </a:prstGeom>
          <a:ln w="12700" cap="rnd">
            <a:solidFill>
              <a:srgbClr val="8F45A3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7A731F9D-3A90-B4CE-0A3C-4CA02DBDE8AA}"/>
              </a:ext>
            </a:extLst>
          </p:cNvPr>
          <p:cNvCxnSpPr>
            <a:cxnSpLocks/>
          </p:cNvCxnSpPr>
          <p:nvPr/>
        </p:nvCxnSpPr>
        <p:spPr>
          <a:xfrm>
            <a:off x="1956324" y="1148173"/>
            <a:ext cx="98776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 Verbindung mit Pfeil 84">
            <a:extLst>
              <a:ext uri="{FF2B5EF4-FFF2-40B4-BE49-F238E27FC236}">
                <a16:creationId xmlns:a16="http://schemas.microsoft.com/office/drawing/2014/main" id="{AF788BDC-1C78-A349-9CBF-89A0B5A40A4D}"/>
              </a:ext>
            </a:extLst>
          </p:cNvPr>
          <p:cNvCxnSpPr>
            <a:cxnSpLocks/>
          </p:cNvCxnSpPr>
          <p:nvPr/>
        </p:nvCxnSpPr>
        <p:spPr>
          <a:xfrm flipV="1">
            <a:off x="1391920" y="981549"/>
            <a:ext cx="0" cy="619417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4FA0B770-5131-022F-324E-81809F67DB30}"/>
              </a:ext>
            </a:extLst>
          </p:cNvPr>
          <p:cNvCxnSpPr>
            <a:cxnSpLocks/>
          </p:cNvCxnSpPr>
          <p:nvPr/>
        </p:nvCxnSpPr>
        <p:spPr>
          <a:xfrm flipV="1">
            <a:off x="2186513" y="981549"/>
            <a:ext cx="0" cy="613405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E6D1D186-D267-9A23-A567-054A586DDAF6}"/>
              </a:ext>
            </a:extLst>
          </p:cNvPr>
          <p:cNvCxnSpPr>
            <a:cxnSpLocks/>
          </p:cNvCxnSpPr>
          <p:nvPr/>
        </p:nvCxnSpPr>
        <p:spPr>
          <a:xfrm>
            <a:off x="1391920" y="1023620"/>
            <a:ext cx="794593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7EAD858B-8F70-897C-B5A7-11EAAE768A60}"/>
              </a:ext>
            </a:extLst>
          </p:cNvPr>
          <p:cNvSpPr txBox="1"/>
          <p:nvPr/>
        </p:nvSpPr>
        <p:spPr>
          <a:xfrm>
            <a:off x="1647205" y="784937"/>
            <a:ext cx="3060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A2BAB35C-B748-A403-4182-D2055D4B5C6D}"/>
              </a:ext>
            </a:extLst>
          </p:cNvPr>
          <p:cNvSpPr txBox="1"/>
          <p:nvPr/>
        </p:nvSpPr>
        <p:spPr>
          <a:xfrm>
            <a:off x="2265074" y="1234680"/>
            <a:ext cx="379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1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59DAB4C-B1E0-E5A9-2E68-0182A1C6B9BA}"/>
              </a:ext>
            </a:extLst>
          </p:cNvPr>
          <p:cNvSpPr/>
          <p:nvPr/>
        </p:nvSpPr>
        <p:spPr>
          <a:xfrm>
            <a:off x="1922213" y="1574911"/>
            <a:ext cx="58460" cy="584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BBAD611-EE3F-ED9D-A554-F8129ECDFAAF}"/>
              </a:ext>
            </a:extLst>
          </p:cNvPr>
          <p:cNvSpPr txBox="1"/>
          <p:nvPr/>
        </p:nvSpPr>
        <p:spPr>
          <a:xfrm>
            <a:off x="1584887" y="2059640"/>
            <a:ext cx="4455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1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431A5FA0-F064-66F3-15BD-F43794B66EFC}"/>
              </a:ext>
            </a:extLst>
          </p:cNvPr>
          <p:cNvCxnSpPr>
            <a:cxnSpLocks/>
          </p:cNvCxnSpPr>
          <p:nvPr/>
        </p:nvCxnSpPr>
        <p:spPr>
          <a:xfrm>
            <a:off x="1391920" y="1603870"/>
            <a:ext cx="9931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79EC6524-B15C-DF2D-F28C-C5B0A5867327}"/>
              </a:ext>
            </a:extLst>
          </p:cNvPr>
          <p:cNvCxnSpPr>
            <a:cxnSpLocks/>
          </p:cNvCxnSpPr>
          <p:nvPr/>
        </p:nvCxnSpPr>
        <p:spPr>
          <a:xfrm flipH="1">
            <a:off x="2676525" y="2778943"/>
            <a:ext cx="22923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CAF1D1E1-8E61-5A90-3F48-A19C80A2615A}"/>
              </a:ext>
            </a:extLst>
          </p:cNvPr>
          <p:cNvCxnSpPr>
            <a:cxnSpLocks/>
          </p:cNvCxnSpPr>
          <p:nvPr/>
        </p:nvCxnSpPr>
        <p:spPr>
          <a:xfrm flipH="1">
            <a:off x="659130" y="2778943"/>
            <a:ext cx="16703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9569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03D60-2837-62FF-23BE-79663F6B4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80130EE4-F4B1-7924-7FF6-E114DF7AC15E}"/>
              </a:ext>
            </a:extLst>
          </p:cNvPr>
          <p:cNvCxnSpPr>
            <a:cxnSpLocks/>
          </p:cNvCxnSpPr>
          <p:nvPr/>
        </p:nvCxnSpPr>
        <p:spPr>
          <a:xfrm flipV="1">
            <a:off x="1595960" y="1371384"/>
            <a:ext cx="0" cy="291443"/>
          </a:xfrm>
          <a:prstGeom prst="straightConnector1">
            <a:avLst/>
          </a:prstGeom>
          <a:ln w="6350" cap="rnd">
            <a:solidFill>
              <a:schemeClr val="tx1"/>
            </a:solidFill>
            <a:prstDash val="sysDot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C0B4B079-7A51-3ADE-31DA-AADBB0394E1C}"/>
              </a:ext>
            </a:extLst>
          </p:cNvPr>
          <p:cNvGrpSpPr/>
          <p:nvPr/>
        </p:nvGrpSpPr>
        <p:grpSpPr>
          <a:xfrm>
            <a:off x="364277" y="1523899"/>
            <a:ext cx="1670084" cy="1127427"/>
            <a:chOff x="620338" y="1603870"/>
            <a:chExt cx="1486411" cy="1003434"/>
          </a:xfrm>
        </p:grpSpPr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13CC6A72-7562-C16E-2F1C-33EC4B182E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0338" y="1603870"/>
              <a:ext cx="1043631" cy="1003434"/>
            </a:xfrm>
            <a:prstGeom prst="straightConnector1">
              <a:avLst/>
            </a:prstGeom>
            <a:ln w="15875" cap="rnd">
              <a:solidFill>
                <a:srgbClr val="FF0000"/>
              </a:solidFill>
              <a:prstDash val="solid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460AEA66-A0CC-043C-D58A-90F481347D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63764" y="1604776"/>
              <a:ext cx="442985" cy="1002528"/>
            </a:xfrm>
            <a:prstGeom prst="straightConnector1">
              <a:avLst/>
            </a:prstGeom>
            <a:ln w="15875" cap="rnd">
              <a:solidFill>
                <a:srgbClr val="086FBD"/>
              </a:solidFill>
              <a:prstDash val="solid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1D0FB079-B4DE-B2D6-5A56-74DB57FC0675}"/>
              </a:ext>
            </a:extLst>
          </p:cNvPr>
          <p:cNvGrpSpPr/>
          <p:nvPr/>
        </p:nvGrpSpPr>
        <p:grpSpPr>
          <a:xfrm>
            <a:off x="1052666" y="2185350"/>
            <a:ext cx="690581" cy="466191"/>
            <a:chOff x="772738" y="1756270"/>
            <a:chExt cx="1486411" cy="1003434"/>
          </a:xfrm>
        </p:grpSpPr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6C5C9661-541E-A1A2-C1A5-E117D958AB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2738" y="1756270"/>
              <a:ext cx="1043631" cy="1003434"/>
            </a:xfrm>
            <a:prstGeom prst="straightConnector1">
              <a:avLst/>
            </a:prstGeom>
            <a:ln w="15875" cap="rnd">
              <a:solidFill>
                <a:srgbClr val="FF0000"/>
              </a:solidFill>
              <a:prstDash val="solid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8D3C0938-F03F-DDE3-8478-53ABC2AC9D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16164" y="1757176"/>
              <a:ext cx="442985" cy="1002528"/>
            </a:xfrm>
            <a:prstGeom prst="straightConnector1">
              <a:avLst/>
            </a:prstGeom>
            <a:ln w="15875" cap="rnd">
              <a:solidFill>
                <a:srgbClr val="086FBD"/>
              </a:solidFill>
              <a:prstDash val="solid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8DB02BAC-1342-0CA6-E02D-66AAB21D7C4E}"/>
              </a:ext>
            </a:extLst>
          </p:cNvPr>
          <p:cNvSpPr/>
          <p:nvPr/>
        </p:nvSpPr>
        <p:spPr>
          <a:xfrm>
            <a:off x="1539993" y="1212707"/>
            <a:ext cx="394926" cy="211587"/>
          </a:xfrm>
          <a:custGeom>
            <a:avLst/>
            <a:gdLst>
              <a:gd name="csX0" fmla="*/ 0 w 284534"/>
              <a:gd name="csY0" fmla="*/ 149907 h 149907"/>
              <a:gd name="csX1" fmla="*/ 146233 w 284534"/>
              <a:gd name="csY1" fmla="*/ 46261 h 149907"/>
              <a:gd name="csX2" fmla="*/ 284534 w 284534"/>
              <a:gd name="csY2" fmla="*/ 0 h 1499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4534" h="149907">
                <a:moveTo>
                  <a:pt x="0" y="149907"/>
                </a:moveTo>
                <a:cubicBezTo>
                  <a:pt x="50912" y="104951"/>
                  <a:pt x="90775" y="73714"/>
                  <a:pt x="146233" y="46261"/>
                </a:cubicBezTo>
                <a:cubicBezTo>
                  <a:pt x="201691" y="18808"/>
                  <a:pt x="238592" y="6385"/>
                  <a:pt x="284534" y="0"/>
                </a:cubicBezTo>
              </a:path>
            </a:pathLst>
          </a:custGeom>
          <a:noFill/>
          <a:ln w="1587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1E2314DD-57FC-E81B-237E-AD770E3BC8AD}"/>
              </a:ext>
            </a:extLst>
          </p:cNvPr>
          <p:cNvGrpSpPr/>
          <p:nvPr/>
        </p:nvGrpSpPr>
        <p:grpSpPr>
          <a:xfrm>
            <a:off x="760442" y="1902968"/>
            <a:ext cx="1110961" cy="749978"/>
            <a:chOff x="620338" y="1603870"/>
            <a:chExt cx="1486411" cy="1003434"/>
          </a:xfrm>
        </p:grpSpPr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C80E9BCE-5011-42EF-CBED-38DD7416E6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0338" y="1603870"/>
              <a:ext cx="1043631" cy="1003434"/>
            </a:xfrm>
            <a:prstGeom prst="straightConnector1">
              <a:avLst/>
            </a:prstGeom>
            <a:ln w="15875" cap="rnd">
              <a:solidFill>
                <a:srgbClr val="FF0000"/>
              </a:solidFill>
              <a:prstDash val="solid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7AF01CE1-C610-78A9-5405-9766082455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63764" y="1604776"/>
              <a:ext cx="442985" cy="1002528"/>
            </a:xfrm>
            <a:prstGeom prst="straightConnector1">
              <a:avLst/>
            </a:prstGeom>
            <a:ln w="15875" cap="rnd">
              <a:solidFill>
                <a:srgbClr val="086FBD"/>
              </a:solidFill>
              <a:prstDash val="solid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5974F816-10AE-58EE-5EEA-C09C7E38583D}"/>
              </a:ext>
            </a:extLst>
          </p:cNvPr>
          <p:cNvGrpSpPr/>
          <p:nvPr/>
        </p:nvGrpSpPr>
        <p:grpSpPr>
          <a:xfrm>
            <a:off x="260171" y="1422334"/>
            <a:ext cx="1823974" cy="1231314"/>
            <a:chOff x="133229" y="1150619"/>
            <a:chExt cx="2180991" cy="1472327"/>
          </a:xfrm>
        </p:grpSpPr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DC979472-8C52-B3F9-67EA-4A333B9E0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3229" y="1150619"/>
              <a:ext cx="1531305" cy="1472327"/>
            </a:xfrm>
            <a:prstGeom prst="straightConnector1">
              <a:avLst/>
            </a:prstGeom>
            <a:ln w="15875" cap="rnd">
              <a:solidFill>
                <a:srgbClr val="FF0000"/>
              </a:solidFill>
              <a:prstDash val="sysDash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FE1A5393-62C7-97FC-2017-242E1A58B6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64233" y="1151948"/>
              <a:ext cx="649987" cy="1470998"/>
            </a:xfrm>
            <a:prstGeom prst="straightConnector1">
              <a:avLst/>
            </a:prstGeom>
            <a:ln w="15875" cap="rnd">
              <a:solidFill>
                <a:srgbClr val="086FBD"/>
              </a:solidFill>
              <a:prstDash val="sysDash"/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397CE312-EC3E-4E98-0CB5-DC7D3E046167}"/>
              </a:ext>
            </a:extLst>
          </p:cNvPr>
          <p:cNvSpPr txBox="1"/>
          <p:nvPr/>
        </p:nvSpPr>
        <p:spPr>
          <a:xfrm>
            <a:off x="226025" y="1104985"/>
            <a:ext cx="2765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BC78247-A5ED-2DA2-6261-683EE30AC3AD}"/>
              </a:ext>
            </a:extLst>
          </p:cNvPr>
          <p:cNvSpPr txBox="1"/>
          <p:nvPr/>
        </p:nvSpPr>
        <p:spPr>
          <a:xfrm>
            <a:off x="3157545" y="2433584"/>
            <a:ext cx="2765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F5CD930A-6C6F-5DB9-3A56-29A5BCB88EB0}"/>
              </a:ext>
            </a:extLst>
          </p:cNvPr>
          <p:cNvSpPr/>
          <p:nvPr/>
        </p:nvSpPr>
        <p:spPr>
          <a:xfrm>
            <a:off x="1516538" y="1405633"/>
            <a:ext cx="43100" cy="431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58CD4E85-0C88-30BB-A73A-1043E9144ED1}"/>
              </a:ext>
            </a:extLst>
          </p:cNvPr>
          <p:cNvSpPr/>
          <p:nvPr/>
        </p:nvSpPr>
        <p:spPr>
          <a:xfrm>
            <a:off x="1516538" y="1884874"/>
            <a:ext cx="43100" cy="431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22A3A2DF-06F7-65EF-DC31-23C035167309}"/>
              </a:ext>
            </a:extLst>
          </p:cNvPr>
          <p:cNvCxnSpPr>
            <a:cxnSpLocks/>
          </p:cNvCxnSpPr>
          <p:nvPr/>
        </p:nvCxnSpPr>
        <p:spPr>
          <a:xfrm>
            <a:off x="1291789" y="2185951"/>
            <a:ext cx="963969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 Verbindung mit Pfeil 84">
            <a:extLst>
              <a:ext uri="{FF2B5EF4-FFF2-40B4-BE49-F238E27FC236}">
                <a16:creationId xmlns:a16="http://schemas.microsoft.com/office/drawing/2014/main" id="{9EED6BF0-6CEC-1A93-0186-C9EB521E67A9}"/>
              </a:ext>
            </a:extLst>
          </p:cNvPr>
          <p:cNvCxnSpPr>
            <a:cxnSpLocks/>
          </p:cNvCxnSpPr>
          <p:nvPr/>
        </p:nvCxnSpPr>
        <p:spPr>
          <a:xfrm flipV="1">
            <a:off x="1538240" y="1245892"/>
            <a:ext cx="0" cy="140543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2C428DA0-2497-93F9-3683-8F198BB1D402}"/>
              </a:ext>
            </a:extLst>
          </p:cNvPr>
          <p:cNvCxnSpPr>
            <a:cxnSpLocks/>
          </p:cNvCxnSpPr>
          <p:nvPr/>
        </p:nvCxnSpPr>
        <p:spPr>
          <a:xfrm>
            <a:off x="1289530" y="1863664"/>
            <a:ext cx="373773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6482CD1A-771D-A913-DEB0-AF43328C0EC6}"/>
              </a:ext>
            </a:extLst>
          </p:cNvPr>
          <p:cNvSpPr txBox="1"/>
          <p:nvPr/>
        </p:nvSpPr>
        <p:spPr>
          <a:xfrm>
            <a:off x="1312163" y="1678055"/>
            <a:ext cx="265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8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780738D-005F-A539-A154-653873453D6A}"/>
              </a:ext>
            </a:extLst>
          </p:cNvPr>
          <p:cNvSpPr/>
          <p:nvPr/>
        </p:nvSpPr>
        <p:spPr>
          <a:xfrm>
            <a:off x="1516538" y="1502987"/>
            <a:ext cx="43100" cy="431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194CB42-8F3E-94CC-3CE1-0507258B9118}"/>
              </a:ext>
            </a:extLst>
          </p:cNvPr>
          <p:cNvSpPr txBox="1"/>
          <p:nvPr/>
        </p:nvSpPr>
        <p:spPr>
          <a:xfrm>
            <a:off x="1267449" y="2386384"/>
            <a:ext cx="3285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8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65340E7B-910A-171C-2E33-F0F8955FFE33}"/>
              </a:ext>
            </a:extLst>
          </p:cNvPr>
          <p:cNvCxnSpPr>
            <a:cxnSpLocks/>
          </p:cNvCxnSpPr>
          <p:nvPr/>
        </p:nvCxnSpPr>
        <p:spPr>
          <a:xfrm flipH="1">
            <a:off x="1543067" y="2104986"/>
            <a:ext cx="80231" cy="7708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DB8031C6-9437-98F7-DAEC-80602122E291}"/>
              </a:ext>
            </a:extLst>
          </p:cNvPr>
          <p:cNvCxnSpPr>
            <a:cxnSpLocks/>
          </p:cNvCxnSpPr>
          <p:nvPr/>
        </p:nvCxnSpPr>
        <p:spPr>
          <a:xfrm flipV="1">
            <a:off x="260588" y="1160172"/>
            <a:ext cx="0" cy="1494178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headEnd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EEDD2EC-C1AE-116E-7A72-F0176D718A1A}"/>
              </a:ext>
            </a:extLst>
          </p:cNvPr>
          <p:cNvCxnSpPr>
            <a:cxnSpLocks/>
          </p:cNvCxnSpPr>
          <p:nvPr/>
        </p:nvCxnSpPr>
        <p:spPr>
          <a:xfrm flipV="1">
            <a:off x="1289530" y="1820455"/>
            <a:ext cx="0" cy="36489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E18F1FF-3465-043B-7E61-6CD56A3F209B}"/>
              </a:ext>
            </a:extLst>
          </p:cNvPr>
          <p:cNvCxnSpPr>
            <a:cxnSpLocks/>
          </p:cNvCxnSpPr>
          <p:nvPr/>
        </p:nvCxnSpPr>
        <p:spPr>
          <a:xfrm flipV="1">
            <a:off x="1664063" y="1820455"/>
            <a:ext cx="0" cy="36489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136CFC37-9573-6D6D-5321-9E5E44210F31}"/>
              </a:ext>
            </a:extLst>
          </p:cNvPr>
          <p:cNvCxnSpPr>
            <a:cxnSpLocks/>
          </p:cNvCxnSpPr>
          <p:nvPr/>
        </p:nvCxnSpPr>
        <p:spPr>
          <a:xfrm flipV="1">
            <a:off x="1539644" y="2189647"/>
            <a:ext cx="0" cy="461678"/>
          </a:xfrm>
          <a:prstGeom prst="straightConnector1">
            <a:avLst/>
          </a:prstGeom>
          <a:ln w="19050" cap="rnd">
            <a:solidFill>
              <a:srgbClr val="8F45A3"/>
            </a:solidFill>
            <a:prstDash val="solid"/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lipse 31">
            <a:extLst>
              <a:ext uri="{FF2B5EF4-FFF2-40B4-BE49-F238E27FC236}">
                <a16:creationId xmlns:a16="http://schemas.microsoft.com/office/drawing/2014/main" id="{CE9165FC-3DEF-75C2-044D-5B14D0ABBCF6}"/>
              </a:ext>
            </a:extLst>
          </p:cNvPr>
          <p:cNvSpPr/>
          <p:nvPr/>
        </p:nvSpPr>
        <p:spPr>
          <a:xfrm>
            <a:off x="1516538" y="2165479"/>
            <a:ext cx="43100" cy="431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43F08F0-F132-0218-A536-9EB210014E91}"/>
              </a:ext>
            </a:extLst>
          </p:cNvPr>
          <p:cNvCxnSpPr>
            <a:cxnSpLocks/>
          </p:cNvCxnSpPr>
          <p:nvPr/>
        </p:nvCxnSpPr>
        <p:spPr>
          <a:xfrm>
            <a:off x="260324" y="2654350"/>
            <a:ext cx="308890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headEnd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Ellipse 60">
            <a:extLst>
              <a:ext uri="{FF2B5EF4-FFF2-40B4-BE49-F238E27FC236}">
                <a16:creationId xmlns:a16="http://schemas.microsoft.com/office/drawing/2014/main" id="{E62DD198-82D7-740B-9416-570042E00ED0}"/>
              </a:ext>
            </a:extLst>
          </p:cNvPr>
          <p:cNvSpPr/>
          <p:nvPr/>
        </p:nvSpPr>
        <p:spPr>
          <a:xfrm>
            <a:off x="1646157" y="2169456"/>
            <a:ext cx="33707" cy="3370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70EECEC1-B33E-FE59-AB4C-F3DB89BA3B62}"/>
              </a:ext>
            </a:extLst>
          </p:cNvPr>
          <p:cNvSpPr/>
          <p:nvPr/>
        </p:nvSpPr>
        <p:spPr>
          <a:xfrm>
            <a:off x="1274080" y="2170246"/>
            <a:ext cx="33707" cy="3370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9A67F5D8-07C7-B542-E85F-25361531560B}"/>
              </a:ext>
            </a:extLst>
          </p:cNvPr>
          <p:cNvSpPr/>
          <p:nvPr/>
        </p:nvSpPr>
        <p:spPr>
          <a:xfrm>
            <a:off x="1610469" y="2084658"/>
            <a:ext cx="33707" cy="3370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58179A45-5F45-39A4-B95B-9693D53C291E}"/>
              </a:ext>
            </a:extLst>
          </p:cNvPr>
          <p:cNvCxnSpPr>
            <a:cxnSpLocks/>
          </p:cNvCxnSpPr>
          <p:nvPr/>
        </p:nvCxnSpPr>
        <p:spPr>
          <a:xfrm>
            <a:off x="1628937" y="2100141"/>
            <a:ext cx="72439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30369FF1-57A9-796B-B151-FF2C163C7AA8}"/>
              </a:ext>
            </a:extLst>
          </p:cNvPr>
          <p:cNvCxnSpPr>
            <a:cxnSpLocks/>
          </p:cNvCxnSpPr>
          <p:nvPr/>
        </p:nvCxnSpPr>
        <p:spPr>
          <a:xfrm flipV="1">
            <a:off x="1627322" y="2101511"/>
            <a:ext cx="0" cy="285216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Ellipse 73">
            <a:extLst>
              <a:ext uri="{FF2B5EF4-FFF2-40B4-BE49-F238E27FC236}">
                <a16:creationId xmlns:a16="http://schemas.microsoft.com/office/drawing/2014/main" id="{723032E3-1378-2973-B789-66A4EDE6F077}"/>
              </a:ext>
            </a:extLst>
          </p:cNvPr>
          <p:cNvSpPr/>
          <p:nvPr/>
        </p:nvSpPr>
        <p:spPr>
          <a:xfrm>
            <a:off x="1610469" y="2374788"/>
            <a:ext cx="33707" cy="3370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5DE95263-A687-0ADA-BCFC-B5480A669BEB}"/>
              </a:ext>
            </a:extLst>
          </p:cNvPr>
          <p:cNvCxnSpPr>
            <a:cxnSpLocks/>
          </p:cNvCxnSpPr>
          <p:nvPr/>
        </p:nvCxnSpPr>
        <p:spPr>
          <a:xfrm>
            <a:off x="1628937" y="2391226"/>
            <a:ext cx="72439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Ellipse 79">
            <a:extLst>
              <a:ext uri="{FF2B5EF4-FFF2-40B4-BE49-F238E27FC236}">
                <a16:creationId xmlns:a16="http://schemas.microsoft.com/office/drawing/2014/main" id="{EF53154D-B9D1-7DE3-E6FC-9AB9AC20304A}"/>
              </a:ext>
            </a:extLst>
          </p:cNvPr>
          <p:cNvSpPr/>
          <p:nvPr/>
        </p:nvSpPr>
        <p:spPr>
          <a:xfrm>
            <a:off x="2116802" y="2169456"/>
            <a:ext cx="33707" cy="3370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1565F3A0-7359-C3DC-3483-8B9477E90408}"/>
              </a:ext>
            </a:extLst>
          </p:cNvPr>
          <p:cNvCxnSpPr>
            <a:cxnSpLocks/>
          </p:cNvCxnSpPr>
          <p:nvPr/>
        </p:nvCxnSpPr>
        <p:spPr>
          <a:xfrm flipV="1">
            <a:off x="2133421" y="2100977"/>
            <a:ext cx="0" cy="28956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feld 95">
            <a:extLst>
              <a:ext uri="{FF2B5EF4-FFF2-40B4-BE49-F238E27FC236}">
                <a16:creationId xmlns:a16="http://schemas.microsoft.com/office/drawing/2014/main" id="{36000A02-9824-BEC0-F68F-A6B1ACE84F6F}"/>
              </a:ext>
            </a:extLst>
          </p:cNvPr>
          <p:cNvSpPr txBox="1"/>
          <p:nvPr/>
        </p:nvSpPr>
        <p:spPr>
          <a:xfrm rot="16200000">
            <a:off x="1902661" y="2198887"/>
            <a:ext cx="32524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AA10920A-3EEA-C8BD-81A2-8D23E12AFC07}"/>
              </a:ext>
            </a:extLst>
          </p:cNvPr>
          <p:cNvSpPr txBox="1"/>
          <p:nvPr/>
        </p:nvSpPr>
        <p:spPr>
          <a:xfrm rot="16200000">
            <a:off x="1801021" y="1918674"/>
            <a:ext cx="32524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0511158F-666C-187A-A76D-349D99F21365}"/>
              </a:ext>
            </a:extLst>
          </p:cNvPr>
          <p:cNvCxnSpPr>
            <a:cxnSpLocks/>
          </p:cNvCxnSpPr>
          <p:nvPr/>
        </p:nvCxnSpPr>
        <p:spPr>
          <a:xfrm>
            <a:off x="2011918" y="2045732"/>
            <a:ext cx="85725" cy="110490"/>
          </a:xfrm>
          <a:prstGeom prst="straightConnector1">
            <a:avLst/>
          </a:prstGeom>
          <a:ln w="31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2D4E5B9F-8031-6BF9-2FC7-B3634DB18D59}"/>
              </a:ext>
            </a:extLst>
          </p:cNvPr>
          <p:cNvSpPr txBox="1"/>
          <p:nvPr/>
        </p:nvSpPr>
        <p:spPr>
          <a:xfrm rot="16200000">
            <a:off x="2087482" y="2445076"/>
            <a:ext cx="32524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8F4CA583-A304-D59B-0661-9274405FD6B8}"/>
              </a:ext>
            </a:extLst>
          </p:cNvPr>
          <p:cNvCxnSpPr>
            <a:cxnSpLocks/>
          </p:cNvCxnSpPr>
          <p:nvPr/>
        </p:nvCxnSpPr>
        <p:spPr>
          <a:xfrm flipV="1">
            <a:off x="2310838" y="2390537"/>
            <a:ext cx="0" cy="26670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8332CF69-92B2-CD71-2D24-00F7B1881C13}"/>
              </a:ext>
            </a:extLst>
          </p:cNvPr>
          <p:cNvCxnSpPr>
            <a:cxnSpLocks/>
          </p:cNvCxnSpPr>
          <p:nvPr/>
        </p:nvCxnSpPr>
        <p:spPr>
          <a:xfrm flipV="1">
            <a:off x="2311090" y="2100141"/>
            <a:ext cx="0" cy="288752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feld 113">
            <a:extLst>
              <a:ext uri="{FF2B5EF4-FFF2-40B4-BE49-F238E27FC236}">
                <a16:creationId xmlns:a16="http://schemas.microsoft.com/office/drawing/2014/main" id="{E629CF8F-CEBD-8B0F-9DA5-3843E2C7B424}"/>
              </a:ext>
            </a:extLst>
          </p:cNvPr>
          <p:cNvSpPr txBox="1"/>
          <p:nvPr/>
        </p:nvSpPr>
        <p:spPr>
          <a:xfrm rot="16200000">
            <a:off x="2086604" y="2198887"/>
            <a:ext cx="32524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45BCBC97-1709-0DDC-0C2F-F15B38BDF5F6}"/>
              </a:ext>
            </a:extLst>
          </p:cNvPr>
          <p:cNvCxnSpPr>
            <a:cxnSpLocks/>
          </p:cNvCxnSpPr>
          <p:nvPr/>
        </p:nvCxnSpPr>
        <p:spPr>
          <a:xfrm>
            <a:off x="2225365" y="1910477"/>
            <a:ext cx="0" cy="27449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 Verbindung mit Pfeil 117">
            <a:extLst>
              <a:ext uri="{FF2B5EF4-FFF2-40B4-BE49-F238E27FC236}">
                <a16:creationId xmlns:a16="http://schemas.microsoft.com/office/drawing/2014/main" id="{00D8E223-994A-0679-85D5-D328DDC361BE}"/>
              </a:ext>
            </a:extLst>
          </p:cNvPr>
          <p:cNvCxnSpPr>
            <a:cxnSpLocks/>
          </p:cNvCxnSpPr>
          <p:nvPr/>
        </p:nvCxnSpPr>
        <p:spPr>
          <a:xfrm>
            <a:off x="1543067" y="1906778"/>
            <a:ext cx="100225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feld 121">
            <a:extLst>
              <a:ext uri="{FF2B5EF4-FFF2-40B4-BE49-F238E27FC236}">
                <a16:creationId xmlns:a16="http://schemas.microsoft.com/office/drawing/2014/main" id="{CB70D907-ED99-AF0A-AD64-811C20B26943}"/>
              </a:ext>
            </a:extLst>
          </p:cNvPr>
          <p:cNvSpPr txBox="1"/>
          <p:nvPr/>
        </p:nvSpPr>
        <p:spPr>
          <a:xfrm rot="16200000">
            <a:off x="1999628" y="1914782"/>
            <a:ext cx="32524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E94E3330-143D-3873-FBF5-41D2ECA686C9}"/>
              </a:ext>
            </a:extLst>
          </p:cNvPr>
          <p:cNvCxnSpPr>
            <a:cxnSpLocks/>
          </p:cNvCxnSpPr>
          <p:nvPr/>
        </p:nvCxnSpPr>
        <p:spPr>
          <a:xfrm flipV="1">
            <a:off x="2505148" y="1908572"/>
            <a:ext cx="0" cy="74866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Gerade Verbindung mit Pfeil 125">
            <a:extLst>
              <a:ext uri="{FF2B5EF4-FFF2-40B4-BE49-F238E27FC236}">
                <a16:creationId xmlns:a16="http://schemas.microsoft.com/office/drawing/2014/main" id="{2F9D06C9-79D4-248C-65AC-56122C4EAC3F}"/>
              </a:ext>
            </a:extLst>
          </p:cNvPr>
          <p:cNvCxnSpPr>
            <a:cxnSpLocks/>
          </p:cNvCxnSpPr>
          <p:nvPr/>
        </p:nvCxnSpPr>
        <p:spPr>
          <a:xfrm flipV="1">
            <a:off x="2505148" y="1527572"/>
            <a:ext cx="0" cy="379387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CDEE5A2E-F00A-3710-45CC-EDC18952F72D}"/>
              </a:ext>
            </a:extLst>
          </p:cNvPr>
          <p:cNvCxnSpPr>
            <a:cxnSpLocks/>
          </p:cNvCxnSpPr>
          <p:nvPr/>
        </p:nvCxnSpPr>
        <p:spPr>
          <a:xfrm>
            <a:off x="1542312" y="1525915"/>
            <a:ext cx="121255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57E21C89-81F7-F286-767A-15D85BB1F8A4}"/>
              </a:ext>
            </a:extLst>
          </p:cNvPr>
          <p:cNvSpPr txBox="1"/>
          <p:nvPr/>
        </p:nvSpPr>
        <p:spPr>
          <a:xfrm rot="16200000">
            <a:off x="2255050" y="1632888"/>
            <a:ext cx="38074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DE622536-8C8E-AA29-D7A1-E7511909E9B8}"/>
              </a:ext>
            </a:extLst>
          </p:cNvPr>
          <p:cNvSpPr txBox="1"/>
          <p:nvPr/>
        </p:nvSpPr>
        <p:spPr>
          <a:xfrm rot="16200000">
            <a:off x="2248215" y="2226975"/>
            <a:ext cx="38074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</a:t>
            </a:r>
            <a:r>
              <a:rPr lang="de-DE" sz="3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4BCC4C0F-5924-F4EB-2A75-7AEC8D933040}"/>
              </a:ext>
            </a:extLst>
          </p:cNvPr>
          <p:cNvCxnSpPr>
            <a:cxnSpLocks/>
          </p:cNvCxnSpPr>
          <p:nvPr/>
        </p:nvCxnSpPr>
        <p:spPr>
          <a:xfrm flipV="1">
            <a:off x="2708983" y="1525667"/>
            <a:ext cx="0" cy="112689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6BBA29A5-D8F4-29C9-7482-8C432BA70FD9}"/>
              </a:ext>
            </a:extLst>
          </p:cNvPr>
          <p:cNvSpPr txBox="1"/>
          <p:nvPr/>
        </p:nvSpPr>
        <p:spPr>
          <a:xfrm rot="16200000">
            <a:off x="2420547" y="2026030"/>
            <a:ext cx="44973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</a:t>
            </a:r>
            <a:r>
              <a:rPr lang="de-DE" sz="3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1" name="Gerade Verbindung mit Pfeil 140">
            <a:extLst>
              <a:ext uri="{FF2B5EF4-FFF2-40B4-BE49-F238E27FC236}">
                <a16:creationId xmlns:a16="http://schemas.microsoft.com/office/drawing/2014/main" id="{163C35F4-DF98-E813-4C27-36DD501FA423}"/>
              </a:ext>
            </a:extLst>
          </p:cNvPr>
          <p:cNvCxnSpPr>
            <a:cxnSpLocks/>
          </p:cNvCxnSpPr>
          <p:nvPr/>
        </p:nvCxnSpPr>
        <p:spPr>
          <a:xfrm>
            <a:off x="1542326" y="1426144"/>
            <a:ext cx="141447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Gerade Verbindung mit Pfeil 142">
            <a:extLst>
              <a:ext uri="{FF2B5EF4-FFF2-40B4-BE49-F238E27FC236}">
                <a16:creationId xmlns:a16="http://schemas.microsoft.com/office/drawing/2014/main" id="{479B5469-96A1-87C0-767C-5E3275033DCA}"/>
              </a:ext>
            </a:extLst>
          </p:cNvPr>
          <p:cNvCxnSpPr>
            <a:cxnSpLocks/>
          </p:cNvCxnSpPr>
          <p:nvPr/>
        </p:nvCxnSpPr>
        <p:spPr>
          <a:xfrm flipV="1">
            <a:off x="2914723" y="1426607"/>
            <a:ext cx="0" cy="122471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feld 145">
            <a:extLst>
              <a:ext uri="{FF2B5EF4-FFF2-40B4-BE49-F238E27FC236}">
                <a16:creationId xmlns:a16="http://schemas.microsoft.com/office/drawing/2014/main" id="{C552FF72-9A86-2AC3-7C17-ED386C0D8E93}"/>
              </a:ext>
            </a:extLst>
          </p:cNvPr>
          <p:cNvSpPr txBox="1"/>
          <p:nvPr/>
        </p:nvSpPr>
        <p:spPr>
          <a:xfrm rot="16200000">
            <a:off x="2680975" y="1992325"/>
            <a:ext cx="32524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SP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E5B80659-30D0-A09F-6D35-554FA12EA88B}"/>
              </a:ext>
            </a:extLst>
          </p:cNvPr>
          <p:cNvCxnSpPr>
            <a:cxnSpLocks/>
          </p:cNvCxnSpPr>
          <p:nvPr/>
        </p:nvCxnSpPr>
        <p:spPr>
          <a:xfrm>
            <a:off x="1595960" y="1376614"/>
            <a:ext cx="156276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Ellipse 152">
            <a:extLst>
              <a:ext uri="{FF2B5EF4-FFF2-40B4-BE49-F238E27FC236}">
                <a16:creationId xmlns:a16="http://schemas.microsoft.com/office/drawing/2014/main" id="{8CD24711-0EB3-BC85-5369-A78213278E75}"/>
              </a:ext>
            </a:extLst>
          </p:cNvPr>
          <p:cNvSpPr/>
          <p:nvPr/>
        </p:nvSpPr>
        <p:spPr>
          <a:xfrm>
            <a:off x="1579105" y="1359877"/>
            <a:ext cx="33707" cy="3370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cxnSp>
        <p:nvCxnSpPr>
          <p:cNvPr id="154" name="Gerade Verbindung mit Pfeil 153">
            <a:extLst>
              <a:ext uri="{FF2B5EF4-FFF2-40B4-BE49-F238E27FC236}">
                <a16:creationId xmlns:a16="http://schemas.microsoft.com/office/drawing/2014/main" id="{E82D92D4-5411-4110-3CCB-9B204BA0AD0F}"/>
              </a:ext>
            </a:extLst>
          </p:cNvPr>
          <p:cNvCxnSpPr>
            <a:cxnSpLocks/>
          </p:cNvCxnSpPr>
          <p:nvPr/>
        </p:nvCxnSpPr>
        <p:spPr>
          <a:xfrm flipV="1">
            <a:off x="3120463" y="1378982"/>
            <a:ext cx="0" cy="127234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A8D66FC1-15C2-3FE1-0A35-4FC42AF74F67}"/>
              </a:ext>
            </a:extLst>
          </p:cNvPr>
          <p:cNvSpPr txBox="1"/>
          <p:nvPr/>
        </p:nvSpPr>
        <p:spPr>
          <a:xfrm rot="16200000">
            <a:off x="2841657" y="1980765"/>
            <a:ext cx="41887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S,</a:t>
            </a:r>
            <a:r>
              <a:rPr lang="de-DE" sz="3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  <a:endParaRPr lang="de-DE" sz="6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1823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998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0" name="Rechteck 59">
            <a:extLst>
              <a:ext uri="{FF2B5EF4-FFF2-40B4-BE49-F238E27FC236}">
                <a16:creationId xmlns:a16="http://schemas.microsoft.com/office/drawing/2014/main" id="{6D8F9B14-0A6F-59A5-86E7-35484D151FE7}"/>
              </a:ext>
            </a:extLst>
          </p:cNvPr>
          <p:cNvSpPr/>
          <p:nvPr/>
        </p:nvSpPr>
        <p:spPr>
          <a:xfrm>
            <a:off x="2775842" y="423436"/>
            <a:ext cx="280877" cy="857368"/>
          </a:xfrm>
          <a:custGeom>
            <a:avLst/>
            <a:gdLst>
              <a:gd name="csX0" fmla="*/ 0 w 280877"/>
              <a:gd name="csY0" fmla="*/ 0 h 736601"/>
              <a:gd name="csX1" fmla="*/ 280849 w 280877"/>
              <a:gd name="csY1" fmla="*/ 0 h 736601"/>
              <a:gd name="csX2" fmla="*/ 280877 w 280877"/>
              <a:gd name="csY2" fmla="*/ 685009 h 736601"/>
              <a:gd name="csX3" fmla="*/ 248464 w 280877"/>
              <a:gd name="csY3" fmla="*/ 736601 h 736601"/>
              <a:gd name="csX4" fmla="*/ 31750 w 280877"/>
              <a:gd name="csY4" fmla="*/ 734696 h 736601"/>
              <a:gd name="csX5" fmla="*/ 842 w 280877"/>
              <a:gd name="csY5" fmla="*/ 681199 h 736601"/>
              <a:gd name="csX6" fmla="*/ 0 w 280877"/>
              <a:gd name="csY6" fmla="*/ 0 h 736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80877" h="736601">
                <a:moveTo>
                  <a:pt x="0" y="0"/>
                </a:moveTo>
                <a:lnTo>
                  <a:pt x="280849" y="0"/>
                </a:lnTo>
                <a:cubicBezTo>
                  <a:pt x="280858" y="223256"/>
                  <a:pt x="280868" y="461753"/>
                  <a:pt x="280877" y="685009"/>
                </a:cubicBezTo>
                <a:cubicBezTo>
                  <a:pt x="267533" y="702841"/>
                  <a:pt x="261808" y="718769"/>
                  <a:pt x="248464" y="736601"/>
                </a:cubicBezTo>
                <a:lnTo>
                  <a:pt x="31750" y="734696"/>
                </a:lnTo>
                <a:cubicBezTo>
                  <a:pt x="14886" y="700989"/>
                  <a:pt x="19611" y="714906"/>
                  <a:pt x="842" y="681199"/>
                </a:cubicBezTo>
                <a:cubicBezTo>
                  <a:pt x="561" y="456673"/>
                  <a:pt x="281" y="224526"/>
                  <a:pt x="0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82204C4-0828-F6A4-2DFF-59C059125B28}"/>
              </a:ext>
            </a:extLst>
          </p:cNvPr>
          <p:cNvSpPr/>
          <p:nvPr/>
        </p:nvSpPr>
        <p:spPr>
          <a:xfrm>
            <a:off x="2681965" y="288815"/>
            <a:ext cx="468632" cy="19176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0D81FFEE-353D-FBF9-2230-0C53566CBB54}"/>
              </a:ext>
            </a:extLst>
          </p:cNvPr>
          <p:cNvSpPr/>
          <p:nvPr/>
        </p:nvSpPr>
        <p:spPr>
          <a:xfrm>
            <a:off x="2874454" y="1112811"/>
            <a:ext cx="82826" cy="8282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25E51D0A-CFF0-E3EA-C004-A4F972CE25DE}"/>
              </a:ext>
            </a:extLst>
          </p:cNvPr>
          <p:cNvSpPr/>
          <p:nvPr/>
        </p:nvSpPr>
        <p:spPr>
          <a:xfrm>
            <a:off x="470535" y="2827483"/>
            <a:ext cx="431000" cy="49784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383FF4B-FFDF-9228-EFA8-3BCB63B9633F}"/>
              </a:ext>
            </a:extLst>
          </p:cNvPr>
          <p:cNvSpPr/>
          <p:nvPr/>
        </p:nvSpPr>
        <p:spPr>
          <a:xfrm>
            <a:off x="309936" y="2147873"/>
            <a:ext cx="757238" cy="757238"/>
          </a:xfrm>
          <a:prstGeom prst="ellips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FE01F44-7A11-EAFD-2A4B-75BFC52A7DEA}"/>
              </a:ext>
            </a:extLst>
          </p:cNvPr>
          <p:cNvSpPr/>
          <p:nvPr/>
        </p:nvSpPr>
        <p:spPr>
          <a:xfrm>
            <a:off x="456244" y="2296701"/>
            <a:ext cx="459582" cy="45958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Rechteck: abgerundete Ecken 67">
            <a:extLst>
              <a:ext uri="{FF2B5EF4-FFF2-40B4-BE49-F238E27FC236}">
                <a16:creationId xmlns:a16="http://schemas.microsoft.com/office/drawing/2014/main" id="{D823E6D8-424E-6E7F-A478-8EDE50E11273}"/>
              </a:ext>
            </a:extLst>
          </p:cNvPr>
          <p:cNvSpPr/>
          <p:nvPr/>
        </p:nvSpPr>
        <p:spPr>
          <a:xfrm>
            <a:off x="586975" y="1688372"/>
            <a:ext cx="198120" cy="808911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E06F8AF4-65B3-BE14-B1CC-6278309D9830}"/>
              </a:ext>
            </a:extLst>
          </p:cNvPr>
          <p:cNvSpPr/>
          <p:nvPr/>
        </p:nvSpPr>
        <p:spPr>
          <a:xfrm>
            <a:off x="479819" y="2779223"/>
            <a:ext cx="411721" cy="19708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F347F5E4-7898-361B-F3C4-536120031744}"/>
              </a:ext>
            </a:extLst>
          </p:cNvPr>
          <p:cNvSpPr/>
          <p:nvPr/>
        </p:nvSpPr>
        <p:spPr>
          <a:xfrm rot="5400000">
            <a:off x="487358" y="162815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D28A9D0E-1F88-40C2-FEBC-3641F8E36F1B}"/>
              </a:ext>
            </a:extLst>
          </p:cNvPr>
          <p:cNvSpPr/>
          <p:nvPr/>
        </p:nvSpPr>
        <p:spPr>
          <a:xfrm rot="16200000">
            <a:off x="493894" y="3031350"/>
            <a:ext cx="393090" cy="51177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317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317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317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91094FD2-079D-41BA-7818-A228B3EED81E}"/>
              </a:ext>
            </a:extLst>
          </p:cNvPr>
          <p:cNvSpPr/>
          <p:nvPr/>
        </p:nvSpPr>
        <p:spPr>
          <a:xfrm>
            <a:off x="2676018" y="1625082"/>
            <a:ext cx="198120" cy="130221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2BF81AC5-4E47-3042-2649-6858074088D5}"/>
              </a:ext>
            </a:extLst>
          </p:cNvPr>
          <p:cNvSpPr/>
          <p:nvPr/>
        </p:nvSpPr>
        <p:spPr>
          <a:xfrm rot="5400000">
            <a:off x="2544136" y="1665986"/>
            <a:ext cx="454665" cy="26990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AFCFA91A-A4F9-10D4-2B91-5F6ED1FDC7B9}"/>
              </a:ext>
            </a:extLst>
          </p:cNvPr>
          <p:cNvSpPr/>
          <p:nvPr/>
        </p:nvSpPr>
        <p:spPr>
          <a:xfrm>
            <a:off x="2892726" y="2162447"/>
            <a:ext cx="78014" cy="764844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537B48B9-9634-0415-5732-ED0A22B72AC8}"/>
              </a:ext>
            </a:extLst>
          </p:cNvPr>
          <p:cNvSpPr/>
          <p:nvPr/>
        </p:nvSpPr>
        <p:spPr>
          <a:xfrm>
            <a:off x="2989328" y="2162447"/>
            <a:ext cx="198120" cy="130221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CD686082-EBF4-CDD9-CD0B-C624E7683861}"/>
              </a:ext>
            </a:extLst>
          </p:cNvPr>
          <p:cNvSpPr/>
          <p:nvPr/>
        </p:nvSpPr>
        <p:spPr>
          <a:xfrm rot="16200000">
            <a:off x="2860081" y="3136474"/>
            <a:ext cx="454665" cy="260269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69" y="778809"/>
            <a:ext cx="1069862" cy="337228"/>
          </a:xfrm>
          <a:custGeom>
            <a:avLst/>
            <a:gdLst>
              <a:gd name="csX0" fmla="*/ 0 w 1021979"/>
              <a:gd name="csY0" fmla="*/ 483 h 259520"/>
              <a:gd name="csX1" fmla="*/ 964300 w 1021979"/>
              <a:gd name="csY1" fmla="*/ 0 h 259520"/>
              <a:gd name="csX2" fmla="*/ 1021870 w 1021979"/>
              <a:gd name="csY2" fmla="*/ 34781 h 259520"/>
              <a:gd name="csX3" fmla="*/ 1021954 w 1021979"/>
              <a:gd name="csY3" fmla="*/ 222386 h 259520"/>
              <a:gd name="csX4" fmla="*/ 971046 w 1021979"/>
              <a:gd name="csY4" fmla="*/ 259520 h 259520"/>
              <a:gd name="csX5" fmla="*/ 0 w 1021979"/>
              <a:gd name="csY5" fmla="*/ 259520 h 259520"/>
              <a:gd name="csX6" fmla="*/ 0 w 1021979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79" h="259520">
                <a:moveTo>
                  <a:pt x="0" y="483"/>
                </a:moveTo>
                <a:lnTo>
                  <a:pt x="964300" y="0"/>
                </a:lnTo>
                <a:lnTo>
                  <a:pt x="1021870" y="34781"/>
                </a:lnTo>
                <a:cubicBezTo>
                  <a:pt x="1022213" y="97966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90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4898"/>
            <a:ext cx="0" cy="851952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5286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36BC8-3480-7A1D-0008-2A4254877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ylinder 23">
            <a:extLst>
              <a:ext uri="{FF2B5EF4-FFF2-40B4-BE49-F238E27FC236}">
                <a16:creationId xmlns:a16="http://schemas.microsoft.com/office/drawing/2014/main" id="{01327384-D23C-3DE5-403C-43C7BE03F89F}"/>
              </a:ext>
            </a:extLst>
          </p:cNvPr>
          <p:cNvSpPr/>
          <p:nvPr/>
        </p:nvSpPr>
        <p:spPr>
          <a:xfrm>
            <a:off x="1715209" y="1150033"/>
            <a:ext cx="167998" cy="454665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51A5F4E9-7EA2-C3A3-CAA7-F8F56CFBFB58}"/>
              </a:ext>
            </a:extLst>
          </p:cNvPr>
          <p:cNvSpPr/>
          <p:nvPr/>
        </p:nvSpPr>
        <p:spPr>
          <a:xfrm>
            <a:off x="1657766" y="496562"/>
            <a:ext cx="284918" cy="826008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54D7D003-B495-A505-ACA6-D911EBE6424A}"/>
              </a:ext>
            </a:extLst>
          </p:cNvPr>
          <p:cNvSpPr/>
          <p:nvPr/>
        </p:nvSpPr>
        <p:spPr>
          <a:xfrm>
            <a:off x="648649" y="755333"/>
            <a:ext cx="209550" cy="333375"/>
          </a:xfrm>
          <a:custGeom>
            <a:avLst/>
            <a:gdLst>
              <a:gd name="csX0" fmla="*/ 121920 w 209550"/>
              <a:gd name="csY0" fmla="*/ 0 h 333375"/>
              <a:gd name="csX1" fmla="*/ 0 w 209550"/>
              <a:gd name="csY1" fmla="*/ 169545 h 333375"/>
              <a:gd name="csX2" fmla="*/ 121920 w 209550"/>
              <a:gd name="csY2" fmla="*/ 333375 h 333375"/>
              <a:gd name="csX3" fmla="*/ 209550 w 209550"/>
              <a:gd name="csY3" fmla="*/ 163830 h 333375"/>
              <a:gd name="csX4" fmla="*/ 121920 w 209550"/>
              <a:gd name="csY4" fmla="*/ 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9550" h="333375">
                <a:moveTo>
                  <a:pt x="121920" y="0"/>
                </a:moveTo>
                <a:lnTo>
                  <a:pt x="0" y="169545"/>
                </a:lnTo>
                <a:lnTo>
                  <a:pt x="121920" y="333375"/>
                </a:lnTo>
                <a:cubicBezTo>
                  <a:pt x="161925" y="292100"/>
                  <a:pt x="209550" y="219392"/>
                  <a:pt x="209550" y="163830"/>
                </a:cubicBezTo>
                <a:cubicBezTo>
                  <a:pt x="209550" y="108268"/>
                  <a:pt x="163195" y="47466"/>
                  <a:pt x="121920" y="0"/>
                </a:cubicBezTo>
                <a:close/>
              </a:path>
            </a:pathLst>
          </a:custGeom>
          <a:solidFill>
            <a:schemeClr val="accent4"/>
          </a:solidFill>
          <a:ln w="127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51B68CC9-390B-4173-95DC-6C1C3F796328}"/>
              </a:ext>
            </a:extLst>
          </p:cNvPr>
          <p:cNvSpPr/>
          <p:nvPr/>
        </p:nvSpPr>
        <p:spPr>
          <a:xfrm>
            <a:off x="567180" y="217689"/>
            <a:ext cx="198120" cy="702188"/>
          </a:xfrm>
          <a:custGeom>
            <a:avLst/>
            <a:gdLst>
              <a:gd name="csX0" fmla="*/ 0 w 198120"/>
              <a:gd name="csY0" fmla="*/ 0 h 702188"/>
              <a:gd name="csX1" fmla="*/ 198120 w 198120"/>
              <a:gd name="csY1" fmla="*/ 0 h 702188"/>
              <a:gd name="csX2" fmla="*/ 198120 w 198120"/>
              <a:gd name="csY2" fmla="*/ 526928 h 702188"/>
              <a:gd name="csX3" fmla="*/ 70039 w 198120"/>
              <a:gd name="csY3" fmla="*/ 701474 h 702188"/>
              <a:gd name="csX4" fmla="*/ 0 w 198120"/>
              <a:gd name="csY4" fmla="*/ 702188 h 702188"/>
              <a:gd name="csX5" fmla="*/ 0 w 198120"/>
              <a:gd name="csY5" fmla="*/ 0 h 7021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98120" h="702188">
                <a:moveTo>
                  <a:pt x="0" y="0"/>
                </a:moveTo>
                <a:lnTo>
                  <a:pt x="198120" y="0"/>
                </a:lnTo>
                <a:lnTo>
                  <a:pt x="198120" y="526928"/>
                </a:lnTo>
                <a:lnTo>
                  <a:pt x="70039" y="701474"/>
                </a:lnTo>
                <a:lnTo>
                  <a:pt x="0" y="70218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28441B5-6DD0-1EDE-3252-628DEF2B85B3}"/>
              </a:ext>
            </a:extLst>
          </p:cNvPr>
          <p:cNvSpPr/>
          <p:nvPr/>
        </p:nvSpPr>
        <p:spPr>
          <a:xfrm rot="5400000">
            <a:off x="481732" y="206444"/>
            <a:ext cx="361796" cy="26990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91">
            <a:extLst>
              <a:ext uri="{FF2B5EF4-FFF2-40B4-BE49-F238E27FC236}">
                <a16:creationId xmlns:a16="http://schemas.microsoft.com/office/drawing/2014/main" id="{8D122038-A327-4BBE-4615-F755F1FB567A}"/>
              </a:ext>
            </a:extLst>
          </p:cNvPr>
          <p:cNvSpPr/>
          <p:nvPr/>
        </p:nvSpPr>
        <p:spPr>
          <a:xfrm flipV="1">
            <a:off x="567380" y="928849"/>
            <a:ext cx="198120" cy="702188"/>
          </a:xfrm>
          <a:custGeom>
            <a:avLst/>
            <a:gdLst>
              <a:gd name="csX0" fmla="*/ 0 w 198120"/>
              <a:gd name="csY0" fmla="*/ 0 h 702188"/>
              <a:gd name="csX1" fmla="*/ 198120 w 198120"/>
              <a:gd name="csY1" fmla="*/ 0 h 702188"/>
              <a:gd name="csX2" fmla="*/ 198120 w 198120"/>
              <a:gd name="csY2" fmla="*/ 526928 h 702188"/>
              <a:gd name="csX3" fmla="*/ 70039 w 198120"/>
              <a:gd name="csY3" fmla="*/ 701474 h 702188"/>
              <a:gd name="csX4" fmla="*/ 0 w 198120"/>
              <a:gd name="csY4" fmla="*/ 702188 h 702188"/>
              <a:gd name="csX5" fmla="*/ 0 w 198120"/>
              <a:gd name="csY5" fmla="*/ 0 h 7021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98120" h="702188">
                <a:moveTo>
                  <a:pt x="0" y="0"/>
                </a:moveTo>
                <a:lnTo>
                  <a:pt x="198120" y="0"/>
                </a:lnTo>
                <a:lnTo>
                  <a:pt x="198120" y="526928"/>
                </a:lnTo>
                <a:lnTo>
                  <a:pt x="70039" y="701474"/>
                </a:lnTo>
                <a:lnTo>
                  <a:pt x="0" y="70218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B3AC2F37-1423-4F55-6368-10F5B3FE6130}"/>
              </a:ext>
            </a:extLst>
          </p:cNvPr>
          <p:cNvSpPr/>
          <p:nvPr/>
        </p:nvSpPr>
        <p:spPr>
          <a:xfrm rot="16200000">
            <a:off x="476916" y="1373332"/>
            <a:ext cx="361795" cy="260269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Zylinder 10">
            <a:extLst>
              <a:ext uri="{FF2B5EF4-FFF2-40B4-BE49-F238E27FC236}">
                <a16:creationId xmlns:a16="http://schemas.microsoft.com/office/drawing/2014/main" id="{EE066DE3-0912-934E-7E15-F0DB894C178A}"/>
              </a:ext>
            </a:extLst>
          </p:cNvPr>
          <p:cNvSpPr/>
          <p:nvPr/>
        </p:nvSpPr>
        <p:spPr>
          <a:xfrm>
            <a:off x="1715209" y="244360"/>
            <a:ext cx="167998" cy="306998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C96ED97-D734-B51A-8EBC-2DD960833861}"/>
              </a:ext>
            </a:extLst>
          </p:cNvPr>
          <p:cNvSpPr/>
          <p:nvPr/>
        </p:nvSpPr>
        <p:spPr>
          <a:xfrm rot="5400000">
            <a:off x="1645709" y="231845"/>
            <a:ext cx="306998" cy="222436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B61BADA-5616-9B50-AB18-35A72876DFE9}"/>
              </a:ext>
            </a:extLst>
          </p:cNvPr>
          <p:cNvSpPr/>
          <p:nvPr/>
        </p:nvSpPr>
        <p:spPr>
          <a:xfrm rot="16200000">
            <a:off x="1661084" y="1293054"/>
            <a:ext cx="306998" cy="47562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AC3CF0C5-0954-BDDC-783E-4D76ACE7EC08}"/>
              </a:ext>
            </a:extLst>
          </p:cNvPr>
          <p:cNvSpPr/>
          <p:nvPr/>
        </p:nvSpPr>
        <p:spPr>
          <a:xfrm>
            <a:off x="2840423" y="1181690"/>
            <a:ext cx="167998" cy="454665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44D7B543-FDD6-BFCB-4940-1496F607037A}"/>
              </a:ext>
            </a:extLst>
          </p:cNvPr>
          <p:cNvSpPr/>
          <p:nvPr/>
        </p:nvSpPr>
        <p:spPr>
          <a:xfrm>
            <a:off x="2782980" y="1052260"/>
            <a:ext cx="284918" cy="361021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0D03E87-4258-0364-0E3C-28F49421BC98}"/>
              </a:ext>
            </a:extLst>
          </p:cNvPr>
          <p:cNvSpPr/>
          <p:nvPr/>
        </p:nvSpPr>
        <p:spPr>
          <a:xfrm rot="16200000">
            <a:off x="2786298" y="1355191"/>
            <a:ext cx="306998" cy="47562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Zylinder 35">
            <a:extLst>
              <a:ext uri="{FF2B5EF4-FFF2-40B4-BE49-F238E27FC236}">
                <a16:creationId xmlns:a16="http://schemas.microsoft.com/office/drawing/2014/main" id="{F52F2C65-EE48-7B9F-718C-737D86232D7E}"/>
              </a:ext>
            </a:extLst>
          </p:cNvPr>
          <p:cNvSpPr/>
          <p:nvPr/>
        </p:nvSpPr>
        <p:spPr>
          <a:xfrm>
            <a:off x="2740346" y="504200"/>
            <a:ext cx="367012" cy="759348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Zylinder 29">
            <a:extLst>
              <a:ext uri="{FF2B5EF4-FFF2-40B4-BE49-F238E27FC236}">
                <a16:creationId xmlns:a16="http://schemas.microsoft.com/office/drawing/2014/main" id="{EF3E2A5C-DF1D-131A-AA99-059D2AAF8066}"/>
              </a:ext>
            </a:extLst>
          </p:cNvPr>
          <p:cNvSpPr/>
          <p:nvPr/>
        </p:nvSpPr>
        <p:spPr>
          <a:xfrm>
            <a:off x="2840423" y="192154"/>
            <a:ext cx="167998" cy="390861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D6AA4E2F-B77F-005F-4A56-A7FC6C29054F}"/>
              </a:ext>
            </a:extLst>
          </p:cNvPr>
          <p:cNvSpPr/>
          <p:nvPr/>
        </p:nvSpPr>
        <p:spPr>
          <a:xfrm>
            <a:off x="2888609" y="758528"/>
            <a:ext cx="70485" cy="41005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F5151DA-AF7A-533F-E958-CFCB012058FF}"/>
              </a:ext>
            </a:extLst>
          </p:cNvPr>
          <p:cNvSpPr/>
          <p:nvPr/>
        </p:nvSpPr>
        <p:spPr>
          <a:xfrm rot="5400000">
            <a:off x="2770923" y="202778"/>
            <a:ext cx="306998" cy="222436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DDDC4C19-1EFB-D0FF-4F7C-5C7AC8097260}"/>
              </a:ext>
            </a:extLst>
          </p:cNvPr>
          <p:cNvGrpSpPr/>
          <p:nvPr/>
        </p:nvGrpSpPr>
        <p:grpSpPr>
          <a:xfrm>
            <a:off x="327907" y="2205942"/>
            <a:ext cx="795518" cy="942297"/>
            <a:chOff x="295760" y="2198798"/>
            <a:chExt cx="795518" cy="942297"/>
          </a:xfrm>
        </p:grpSpPr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BC3ADD27-56A0-CE2A-CB9C-14C7636EF842}"/>
                </a:ext>
              </a:extLst>
            </p:cNvPr>
            <p:cNvSpPr/>
            <p:nvPr/>
          </p:nvSpPr>
          <p:spPr>
            <a:xfrm rot="1932140">
              <a:off x="398992" y="2246963"/>
              <a:ext cx="692286" cy="894132"/>
            </a:xfrm>
            <a:custGeom>
              <a:avLst/>
              <a:gdLst>
                <a:gd name="csX0" fmla="*/ 24 w 692286"/>
                <a:gd name="csY0" fmla="*/ 84507 h 894132"/>
                <a:gd name="csX1" fmla="*/ 89559 w 692286"/>
                <a:gd name="csY1" fmla="*/ 17832 h 894132"/>
                <a:gd name="csX2" fmla="*/ 232434 w 692286"/>
                <a:gd name="csY2" fmla="*/ 687 h 894132"/>
                <a:gd name="csX3" fmla="*/ 379119 w 692286"/>
                <a:gd name="csY3" fmla="*/ 42597 h 894132"/>
                <a:gd name="csX4" fmla="*/ 609624 w 692286"/>
                <a:gd name="csY4" fmla="*/ 286437 h 894132"/>
                <a:gd name="csX5" fmla="*/ 683919 w 692286"/>
                <a:gd name="csY5" fmla="*/ 640767 h 894132"/>
                <a:gd name="csX6" fmla="*/ 594384 w 692286"/>
                <a:gd name="csY6" fmla="*/ 802692 h 894132"/>
                <a:gd name="csX7" fmla="*/ 447699 w 692286"/>
                <a:gd name="csY7" fmla="*/ 894132 h 894132"/>
                <a:gd name="csX8" fmla="*/ 556284 w 692286"/>
                <a:gd name="csY8" fmla="*/ 749352 h 894132"/>
                <a:gd name="csX9" fmla="*/ 537234 w 692286"/>
                <a:gd name="csY9" fmla="*/ 488367 h 894132"/>
                <a:gd name="csX10" fmla="*/ 411504 w 692286"/>
                <a:gd name="csY10" fmla="*/ 261672 h 894132"/>
                <a:gd name="csX11" fmla="*/ 226719 w 692286"/>
                <a:gd name="csY11" fmla="*/ 109272 h 894132"/>
                <a:gd name="csX12" fmla="*/ 97179 w 692286"/>
                <a:gd name="csY12" fmla="*/ 73077 h 894132"/>
                <a:gd name="csX13" fmla="*/ 24 w 692286"/>
                <a:gd name="csY13" fmla="*/ 84507 h 894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692286" h="894132">
                  <a:moveTo>
                    <a:pt x="24" y="84507"/>
                  </a:moveTo>
                  <a:cubicBezTo>
                    <a:pt x="-1246" y="75300"/>
                    <a:pt x="50189" y="42597"/>
                    <a:pt x="89559" y="17832"/>
                  </a:cubicBezTo>
                  <a:cubicBezTo>
                    <a:pt x="137184" y="12117"/>
                    <a:pt x="184174" y="-3440"/>
                    <a:pt x="232434" y="687"/>
                  </a:cubicBezTo>
                  <a:cubicBezTo>
                    <a:pt x="280694" y="4814"/>
                    <a:pt x="316254" y="-5028"/>
                    <a:pt x="379119" y="42597"/>
                  </a:cubicBezTo>
                  <a:cubicBezTo>
                    <a:pt x="441984" y="90222"/>
                    <a:pt x="558824" y="186742"/>
                    <a:pt x="609624" y="286437"/>
                  </a:cubicBezTo>
                  <a:cubicBezTo>
                    <a:pt x="660424" y="386132"/>
                    <a:pt x="713129" y="514720"/>
                    <a:pt x="683919" y="640767"/>
                  </a:cubicBezTo>
                  <a:cubicBezTo>
                    <a:pt x="654709" y="766814"/>
                    <a:pt x="620101" y="769355"/>
                    <a:pt x="594384" y="802692"/>
                  </a:cubicBezTo>
                  <a:lnTo>
                    <a:pt x="447699" y="894132"/>
                  </a:lnTo>
                  <a:cubicBezTo>
                    <a:pt x="483894" y="845872"/>
                    <a:pt x="541362" y="816979"/>
                    <a:pt x="556284" y="749352"/>
                  </a:cubicBezTo>
                  <a:cubicBezTo>
                    <a:pt x="571206" y="681725"/>
                    <a:pt x="561364" y="569647"/>
                    <a:pt x="537234" y="488367"/>
                  </a:cubicBezTo>
                  <a:cubicBezTo>
                    <a:pt x="513104" y="407087"/>
                    <a:pt x="463257" y="324855"/>
                    <a:pt x="411504" y="261672"/>
                  </a:cubicBezTo>
                  <a:cubicBezTo>
                    <a:pt x="359752" y="198490"/>
                    <a:pt x="279107" y="140705"/>
                    <a:pt x="226719" y="109272"/>
                  </a:cubicBezTo>
                  <a:cubicBezTo>
                    <a:pt x="174332" y="77839"/>
                    <a:pt x="134962" y="77205"/>
                    <a:pt x="97179" y="73077"/>
                  </a:cubicBezTo>
                  <a:cubicBezTo>
                    <a:pt x="59397" y="68950"/>
                    <a:pt x="1294" y="93714"/>
                    <a:pt x="24" y="84507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EEF17467-48A7-FA0C-48B9-CCB1CC303585}"/>
                </a:ext>
              </a:extLst>
            </p:cNvPr>
            <p:cNvSpPr/>
            <p:nvPr/>
          </p:nvSpPr>
          <p:spPr>
            <a:xfrm rot="5393793">
              <a:off x="140536" y="2359168"/>
              <a:ext cx="926217" cy="6107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9376261-F1E8-57F0-B2AF-7B85C4C3CCEE}"/>
                </a:ext>
              </a:extLst>
            </p:cNvPr>
            <p:cNvSpPr/>
            <p:nvPr/>
          </p:nvSpPr>
          <p:spPr>
            <a:xfrm rot="5393793">
              <a:off x="693802" y="2347037"/>
              <a:ext cx="132494" cy="12732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C85F669-6E20-ECFA-FD42-FE06968DE2F4}"/>
                </a:ext>
              </a:extLst>
            </p:cNvPr>
            <p:cNvSpPr/>
            <p:nvPr/>
          </p:nvSpPr>
          <p:spPr>
            <a:xfrm rot="5393793">
              <a:off x="775482" y="2594639"/>
              <a:ext cx="132494" cy="12932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E150A60-821F-E3C2-90B8-7769AB888E43}"/>
                </a:ext>
              </a:extLst>
            </p:cNvPr>
            <p:cNvSpPr/>
            <p:nvPr/>
          </p:nvSpPr>
          <p:spPr>
            <a:xfrm rot="5393793">
              <a:off x="350528" y="2462539"/>
              <a:ext cx="132494" cy="12378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6581EFE2-86FF-AF6C-B0C5-DCBD3BB584C2}"/>
                </a:ext>
              </a:extLst>
            </p:cNvPr>
            <p:cNvSpPr/>
            <p:nvPr/>
          </p:nvSpPr>
          <p:spPr>
            <a:xfrm rot="5393793">
              <a:off x="354360" y="2734531"/>
              <a:ext cx="132494" cy="130342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E62D966C-C4D2-0D95-196A-5A6FB88BAA55}"/>
                </a:ext>
              </a:extLst>
            </p:cNvPr>
            <p:cNvSpPr/>
            <p:nvPr/>
          </p:nvSpPr>
          <p:spPr>
            <a:xfrm rot="5393793">
              <a:off x="505577" y="2278304"/>
              <a:ext cx="132494" cy="127358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4AA64EAB-9CB2-D095-26EB-88FAD3D56A98}"/>
                </a:ext>
              </a:extLst>
            </p:cNvPr>
            <p:cNvSpPr/>
            <p:nvPr/>
          </p:nvSpPr>
          <p:spPr>
            <a:xfrm rot="5393793">
              <a:off x="505164" y="2925527"/>
              <a:ext cx="132494" cy="124459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0926B05D-A085-7781-04B1-53A4A9342FB5}"/>
                </a:ext>
              </a:extLst>
            </p:cNvPr>
            <p:cNvSpPr/>
            <p:nvPr/>
          </p:nvSpPr>
          <p:spPr>
            <a:xfrm rot="5393793">
              <a:off x="696932" y="2848696"/>
              <a:ext cx="132494" cy="13176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824C73D-5411-555B-98A8-BDE8A8466A4A}"/>
                </a:ext>
              </a:extLst>
            </p:cNvPr>
            <p:cNvSpPr/>
            <p:nvPr/>
          </p:nvSpPr>
          <p:spPr>
            <a:xfrm rot="5393793">
              <a:off x="360369" y="2504940"/>
              <a:ext cx="488206" cy="32194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" name="Freihandform: Form 77">
              <a:extLst>
                <a:ext uri="{FF2B5EF4-FFF2-40B4-BE49-F238E27FC236}">
                  <a16:creationId xmlns:a16="http://schemas.microsoft.com/office/drawing/2014/main" id="{038E1C14-6730-3EFA-93D1-E4F5F7C250A5}"/>
                </a:ext>
              </a:extLst>
            </p:cNvPr>
            <p:cNvSpPr/>
            <p:nvPr/>
          </p:nvSpPr>
          <p:spPr>
            <a:xfrm rot="1932140">
              <a:off x="580158" y="2522025"/>
              <a:ext cx="190058" cy="259720"/>
            </a:xfrm>
            <a:custGeom>
              <a:avLst/>
              <a:gdLst>
                <a:gd name="csX0" fmla="*/ 9627 w 190058"/>
                <a:gd name="csY0" fmla="*/ 0 h 259720"/>
                <a:gd name="csX1" fmla="*/ 5817 w 190058"/>
                <a:gd name="csY1" fmla="*/ 100965 h 259720"/>
                <a:gd name="csX2" fmla="*/ 57252 w 190058"/>
                <a:gd name="csY2" fmla="*/ 194310 h 259720"/>
                <a:gd name="csX3" fmla="*/ 123927 w 190058"/>
                <a:gd name="csY3" fmla="*/ 247650 h 259720"/>
                <a:gd name="csX4" fmla="*/ 186792 w 190058"/>
                <a:gd name="csY4" fmla="*/ 259080 h 259720"/>
                <a:gd name="csX5" fmla="*/ 186792 w 190058"/>
                <a:gd name="csY5" fmla="*/ 198120 h 259720"/>
                <a:gd name="csX6" fmla="*/ 146787 w 190058"/>
                <a:gd name="csY6" fmla="*/ 108585 h 259720"/>
                <a:gd name="csX7" fmla="*/ 82017 w 190058"/>
                <a:gd name="csY7" fmla="*/ 41910 h 259720"/>
                <a:gd name="csX8" fmla="*/ 9627 w 190058"/>
                <a:gd name="csY8" fmla="*/ 0 h 25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0058" h="259720">
                  <a:moveTo>
                    <a:pt x="9627" y="0"/>
                  </a:moveTo>
                  <a:cubicBezTo>
                    <a:pt x="-2914" y="33020"/>
                    <a:pt x="-2121" y="68580"/>
                    <a:pt x="5817" y="100965"/>
                  </a:cubicBezTo>
                  <a:cubicBezTo>
                    <a:pt x="13755" y="133350"/>
                    <a:pt x="37567" y="169863"/>
                    <a:pt x="57252" y="194310"/>
                  </a:cubicBezTo>
                  <a:cubicBezTo>
                    <a:pt x="76937" y="218758"/>
                    <a:pt x="102337" y="236855"/>
                    <a:pt x="123927" y="247650"/>
                  </a:cubicBezTo>
                  <a:cubicBezTo>
                    <a:pt x="145517" y="258445"/>
                    <a:pt x="167424" y="261144"/>
                    <a:pt x="186792" y="259080"/>
                  </a:cubicBezTo>
                  <a:cubicBezTo>
                    <a:pt x="188062" y="231775"/>
                    <a:pt x="193459" y="223202"/>
                    <a:pt x="186792" y="198120"/>
                  </a:cubicBezTo>
                  <a:cubicBezTo>
                    <a:pt x="180125" y="173038"/>
                    <a:pt x="164249" y="134620"/>
                    <a:pt x="146787" y="108585"/>
                  </a:cubicBezTo>
                  <a:cubicBezTo>
                    <a:pt x="129325" y="82550"/>
                    <a:pt x="105512" y="58420"/>
                    <a:pt x="82017" y="41910"/>
                  </a:cubicBezTo>
                  <a:lnTo>
                    <a:pt x="9627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27A67ED9-6B7A-421A-8EB4-55CCD137F2DF}"/>
                </a:ext>
              </a:extLst>
            </p:cNvPr>
            <p:cNvSpPr/>
            <p:nvPr/>
          </p:nvSpPr>
          <p:spPr>
            <a:xfrm rot="5393793">
              <a:off x="411526" y="2537872"/>
              <a:ext cx="384236" cy="253382"/>
            </a:xfrm>
            <a:prstGeom prst="ellipse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05ABA0AD-94FD-50ED-3194-24EDFCE7965A}"/>
                </a:ext>
              </a:extLst>
            </p:cNvPr>
            <p:cNvSpPr/>
            <p:nvPr/>
          </p:nvSpPr>
          <p:spPr>
            <a:xfrm rot="21570734">
              <a:off x="603410" y="2480498"/>
              <a:ext cx="272128" cy="350572"/>
            </a:xfrm>
            <a:prstGeom prst="arc">
              <a:avLst>
                <a:gd name="adj1" fmla="val 6680576"/>
                <a:gd name="adj2" fmla="val 14755507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E543F134-418C-17ED-3F3F-4760DFB98A91}"/>
                </a:ext>
              </a:extLst>
            </p:cNvPr>
            <p:cNvSpPr/>
            <p:nvPr/>
          </p:nvSpPr>
          <p:spPr>
            <a:xfrm rot="5393793">
              <a:off x="162782" y="2369494"/>
              <a:ext cx="883333" cy="587346"/>
            </a:xfrm>
            <a:prstGeom prst="ellipse">
              <a:avLst/>
            </a:prstGeom>
            <a:noFill/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8" name="Ellipse 87">
              <a:extLst>
                <a:ext uri="{FF2B5EF4-FFF2-40B4-BE49-F238E27FC236}">
                  <a16:creationId xmlns:a16="http://schemas.microsoft.com/office/drawing/2014/main" id="{D20679C2-9BA8-8976-B2C1-AF6BEB960889}"/>
                </a:ext>
              </a:extLst>
            </p:cNvPr>
            <p:cNvSpPr/>
            <p:nvPr/>
          </p:nvSpPr>
          <p:spPr>
            <a:xfrm rot="5393793">
              <a:off x="138046" y="2357599"/>
              <a:ext cx="926217" cy="610790"/>
            </a:xfrm>
            <a:prstGeom prst="ellipse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9EA44279-F7D5-F660-1518-8D99B8ADAF26}"/>
                </a:ext>
              </a:extLst>
            </p:cNvPr>
            <p:cNvSpPr/>
            <p:nvPr/>
          </p:nvSpPr>
          <p:spPr>
            <a:xfrm rot="5393793">
              <a:off x="175969" y="2382630"/>
              <a:ext cx="848908" cy="559808"/>
            </a:xfrm>
            <a:prstGeom prst="ellipse">
              <a:avLst/>
            </a:prstGeom>
            <a:noFill/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Bogen 92">
              <a:extLst>
                <a:ext uri="{FF2B5EF4-FFF2-40B4-BE49-F238E27FC236}">
                  <a16:creationId xmlns:a16="http://schemas.microsoft.com/office/drawing/2014/main" id="{C0B9BAC1-B6F6-C6C8-F86A-F0FB03BE8A38}"/>
                </a:ext>
              </a:extLst>
            </p:cNvPr>
            <p:cNvSpPr/>
            <p:nvPr/>
          </p:nvSpPr>
          <p:spPr>
            <a:xfrm rot="10790474">
              <a:off x="404795" y="2198798"/>
              <a:ext cx="650871" cy="929984"/>
            </a:xfrm>
            <a:prstGeom prst="arc">
              <a:avLst>
                <a:gd name="adj1" fmla="val 5588204"/>
                <a:gd name="adj2" fmla="val 15954667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F5136C05-A8EA-CE20-DDC8-4EBF184084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4360" y="2199396"/>
              <a:ext cx="165735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AB52791E-0D65-9325-8F4C-290C3733F7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182" y="3125544"/>
              <a:ext cx="166628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090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366</Words>
  <Application>Microsoft Office PowerPoint</Application>
  <PresentationFormat>Benutzerdefiniert</PresentationFormat>
  <Paragraphs>257</Paragraphs>
  <Slides>38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181</cp:revision>
  <dcterms:created xsi:type="dcterms:W3CDTF">2026-09-04T15:35:46Z</dcterms:created>
  <dcterms:modified xsi:type="dcterms:W3CDTF">2026-10-28T16:39:46Z</dcterms:modified>
</cp:coreProperties>
</file>