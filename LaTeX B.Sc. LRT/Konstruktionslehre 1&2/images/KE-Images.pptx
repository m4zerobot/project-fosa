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80" r:id="rId23"/>
    <p:sldId id="278" r:id="rId24"/>
    <p:sldId id="262" r:id="rId25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9F2B"/>
    <a:srgbClr val="FFB94C"/>
    <a:srgbClr val="129F57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896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4938-D142-2A7D-A7EC-63CFC93EE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4B7C2E7B-6BDB-4754-5C82-ED08F0199194}"/>
              </a:ext>
            </a:extLst>
          </p:cNvPr>
          <p:cNvSpPr/>
          <p:nvPr/>
        </p:nvSpPr>
        <p:spPr>
          <a:xfrm>
            <a:off x="294640" y="1254760"/>
            <a:ext cx="3017520" cy="876300"/>
          </a:xfrm>
          <a:custGeom>
            <a:avLst/>
            <a:gdLst>
              <a:gd name="csX0" fmla="*/ 3810 w 3017520"/>
              <a:gd name="csY0" fmla="*/ 863600 h 876300"/>
              <a:gd name="csX1" fmla="*/ 0 w 3017520"/>
              <a:gd name="csY1" fmla="*/ 0 h 876300"/>
              <a:gd name="csX2" fmla="*/ 3017520 w 3017520"/>
              <a:gd name="csY2" fmla="*/ 0 h 876300"/>
              <a:gd name="csX3" fmla="*/ 3009900 w 3017520"/>
              <a:gd name="csY3" fmla="*/ 876300 h 876300"/>
              <a:gd name="csX4" fmla="*/ 2926080 w 3017520"/>
              <a:gd name="csY4" fmla="*/ 754380 h 876300"/>
              <a:gd name="csX5" fmla="*/ 2773680 w 3017520"/>
              <a:gd name="csY5" fmla="*/ 182880 h 876300"/>
              <a:gd name="csX6" fmla="*/ 2698115 w 3017520"/>
              <a:gd name="csY6" fmla="*/ 95885 h 876300"/>
              <a:gd name="csX7" fmla="*/ 2583815 w 3017520"/>
              <a:gd name="csY7" fmla="*/ 67310 h 876300"/>
              <a:gd name="csX8" fmla="*/ 2469515 w 3017520"/>
              <a:gd name="csY8" fmla="*/ 97790 h 876300"/>
              <a:gd name="csX9" fmla="*/ 2397760 w 3017520"/>
              <a:gd name="csY9" fmla="*/ 182880 h 876300"/>
              <a:gd name="csX10" fmla="*/ 2247900 w 3017520"/>
              <a:gd name="csY10" fmla="*/ 751840 h 876300"/>
              <a:gd name="csX11" fmla="*/ 2168525 w 3017520"/>
              <a:gd name="csY11" fmla="*/ 844550 h 876300"/>
              <a:gd name="csX12" fmla="*/ 2038985 w 3017520"/>
              <a:gd name="csY12" fmla="*/ 875030 h 876300"/>
              <a:gd name="csX13" fmla="*/ 1924685 w 3017520"/>
              <a:gd name="csY13" fmla="*/ 842645 h 876300"/>
              <a:gd name="csX14" fmla="*/ 1849120 w 3017520"/>
              <a:gd name="csY14" fmla="*/ 751840 h 876300"/>
              <a:gd name="csX15" fmla="*/ 1696720 w 3017520"/>
              <a:gd name="csY15" fmla="*/ 185420 h 876300"/>
              <a:gd name="csX16" fmla="*/ 1619885 w 3017520"/>
              <a:gd name="csY16" fmla="*/ 92075 h 876300"/>
              <a:gd name="csX17" fmla="*/ 1499870 w 3017520"/>
              <a:gd name="csY17" fmla="*/ 61595 h 876300"/>
              <a:gd name="csX18" fmla="*/ 1381760 w 3017520"/>
              <a:gd name="csY18" fmla="*/ 99695 h 876300"/>
              <a:gd name="csX19" fmla="*/ 1320800 w 3017520"/>
              <a:gd name="csY19" fmla="*/ 185420 h 876300"/>
              <a:gd name="csX20" fmla="*/ 1170940 w 3017520"/>
              <a:gd name="csY20" fmla="*/ 754380 h 876300"/>
              <a:gd name="csX21" fmla="*/ 1090295 w 3017520"/>
              <a:gd name="csY21" fmla="*/ 848360 h 876300"/>
              <a:gd name="csX22" fmla="*/ 966470 w 3017520"/>
              <a:gd name="csY22" fmla="*/ 873125 h 876300"/>
              <a:gd name="csX23" fmla="*/ 846455 w 3017520"/>
              <a:gd name="csY23" fmla="*/ 842645 h 876300"/>
              <a:gd name="csX24" fmla="*/ 769620 w 3017520"/>
              <a:gd name="csY24" fmla="*/ 754380 h 876300"/>
              <a:gd name="csX25" fmla="*/ 617220 w 3017520"/>
              <a:gd name="csY25" fmla="*/ 182880 h 876300"/>
              <a:gd name="csX26" fmla="*/ 543560 w 3017520"/>
              <a:gd name="csY26" fmla="*/ 90170 h 876300"/>
              <a:gd name="csX27" fmla="*/ 431165 w 3017520"/>
              <a:gd name="csY27" fmla="*/ 69215 h 876300"/>
              <a:gd name="csX28" fmla="*/ 330200 w 3017520"/>
              <a:gd name="csY28" fmla="*/ 95885 h 876300"/>
              <a:gd name="csX29" fmla="*/ 242570 w 3017520"/>
              <a:gd name="csY29" fmla="*/ 184785 h 876300"/>
              <a:gd name="csX30" fmla="*/ 91440 w 3017520"/>
              <a:gd name="csY30" fmla="*/ 751840 h 876300"/>
              <a:gd name="csX31" fmla="*/ 3810 w 3017520"/>
              <a:gd name="csY31" fmla="*/ 8636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876300">
                <a:moveTo>
                  <a:pt x="3810" y="863600"/>
                </a:moveTo>
                <a:lnTo>
                  <a:pt x="0" y="0"/>
                </a:lnTo>
                <a:lnTo>
                  <a:pt x="3017520" y="0"/>
                </a:lnTo>
                <a:lnTo>
                  <a:pt x="3009900" y="876300"/>
                </a:lnTo>
                <a:lnTo>
                  <a:pt x="2926080" y="754380"/>
                </a:lnTo>
                <a:lnTo>
                  <a:pt x="2773680" y="182880"/>
                </a:lnTo>
                <a:cubicBezTo>
                  <a:pt x="2748492" y="153882"/>
                  <a:pt x="2742353" y="136313"/>
                  <a:pt x="2698115" y="95885"/>
                </a:cubicBezTo>
                <a:lnTo>
                  <a:pt x="2583815" y="67310"/>
                </a:lnTo>
                <a:lnTo>
                  <a:pt x="2469515" y="9779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2168525" y="844550"/>
                </a:lnTo>
                <a:lnTo>
                  <a:pt x="2038985" y="875030"/>
                </a:lnTo>
                <a:lnTo>
                  <a:pt x="1924685" y="842645"/>
                </a:lnTo>
                <a:lnTo>
                  <a:pt x="1849120" y="751840"/>
                </a:lnTo>
                <a:lnTo>
                  <a:pt x="1696720" y="185420"/>
                </a:lnTo>
                <a:cubicBezTo>
                  <a:pt x="1671108" y="152400"/>
                  <a:pt x="1677882" y="140335"/>
                  <a:pt x="1619885" y="92075"/>
                </a:cubicBezTo>
                <a:cubicBezTo>
                  <a:pt x="1576070" y="70485"/>
                  <a:pt x="1539875" y="69850"/>
                  <a:pt x="1499870" y="61595"/>
                </a:cubicBezTo>
                <a:cubicBezTo>
                  <a:pt x="1460500" y="74295"/>
                  <a:pt x="1432560" y="71755"/>
                  <a:pt x="1381760" y="99695"/>
                </a:cubicBezTo>
                <a:lnTo>
                  <a:pt x="1320800" y="185420"/>
                </a:lnTo>
                <a:lnTo>
                  <a:pt x="1170940" y="754380"/>
                </a:lnTo>
                <a:lnTo>
                  <a:pt x="1090295" y="848360"/>
                </a:lnTo>
                <a:lnTo>
                  <a:pt x="966470" y="873125"/>
                </a:lnTo>
                <a:lnTo>
                  <a:pt x="846455" y="842645"/>
                </a:lnTo>
                <a:lnTo>
                  <a:pt x="769620" y="754380"/>
                </a:lnTo>
                <a:lnTo>
                  <a:pt x="617220" y="182880"/>
                </a:lnTo>
                <a:cubicBezTo>
                  <a:pt x="592667" y="151977"/>
                  <a:pt x="590973" y="130598"/>
                  <a:pt x="543560" y="90170"/>
                </a:cubicBezTo>
                <a:cubicBezTo>
                  <a:pt x="505460" y="81915"/>
                  <a:pt x="478790" y="75565"/>
                  <a:pt x="431165" y="69215"/>
                </a:cubicBezTo>
                <a:cubicBezTo>
                  <a:pt x="382270" y="73025"/>
                  <a:pt x="369570" y="86360"/>
                  <a:pt x="330200" y="95885"/>
                </a:cubicBezTo>
                <a:cubicBezTo>
                  <a:pt x="292100" y="126153"/>
                  <a:pt x="274955" y="133562"/>
                  <a:pt x="242570" y="184785"/>
                </a:cubicBezTo>
                <a:lnTo>
                  <a:pt x="91440" y="751840"/>
                </a:lnTo>
                <a:lnTo>
                  <a:pt x="3810" y="863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F07E393D-F541-6DF2-1A38-2A4F4A03AA64}"/>
              </a:ext>
            </a:extLst>
          </p:cNvPr>
          <p:cNvSpPr/>
          <p:nvPr/>
        </p:nvSpPr>
        <p:spPr>
          <a:xfrm>
            <a:off x="292100" y="1419225"/>
            <a:ext cx="3017520" cy="925195"/>
          </a:xfrm>
          <a:custGeom>
            <a:avLst/>
            <a:gdLst>
              <a:gd name="csX0" fmla="*/ 0 w 3017520"/>
              <a:gd name="csY0" fmla="*/ 925195 h 925195"/>
              <a:gd name="csX1" fmla="*/ 9525 w 3017520"/>
              <a:gd name="csY1" fmla="*/ 799465 h 925195"/>
              <a:gd name="csX2" fmla="*/ 83820 w 3017520"/>
              <a:gd name="csY2" fmla="*/ 696595 h 925195"/>
              <a:gd name="csX3" fmla="*/ 236220 w 3017520"/>
              <a:gd name="csY3" fmla="*/ 135255 h 925195"/>
              <a:gd name="csX4" fmla="*/ 306070 w 3017520"/>
              <a:gd name="csY4" fmla="*/ 34290 h 925195"/>
              <a:gd name="csX5" fmla="*/ 433705 w 3017520"/>
              <a:gd name="csY5" fmla="*/ 0 h 925195"/>
              <a:gd name="csX6" fmla="*/ 557530 w 3017520"/>
              <a:gd name="csY6" fmla="*/ 36195 h 925195"/>
              <a:gd name="csX7" fmla="*/ 632460 w 3017520"/>
              <a:gd name="csY7" fmla="*/ 135255 h 925195"/>
              <a:gd name="csX8" fmla="*/ 787400 w 3017520"/>
              <a:gd name="csY8" fmla="*/ 699135 h 925195"/>
              <a:gd name="csX9" fmla="*/ 856615 w 3017520"/>
              <a:gd name="csY9" fmla="*/ 777240 h 925195"/>
              <a:gd name="csX10" fmla="*/ 972820 w 3017520"/>
              <a:gd name="csY10" fmla="*/ 815340 h 925195"/>
              <a:gd name="csX11" fmla="*/ 1090930 w 3017520"/>
              <a:gd name="csY11" fmla="*/ 781050 h 925195"/>
              <a:gd name="csX12" fmla="*/ 1163320 w 3017520"/>
              <a:gd name="csY12" fmla="*/ 699135 h 925195"/>
              <a:gd name="csX13" fmla="*/ 1313180 w 3017520"/>
              <a:gd name="csY13" fmla="*/ 132715 h 925195"/>
              <a:gd name="csX14" fmla="*/ 1378585 w 3017520"/>
              <a:gd name="csY14" fmla="*/ 41910 h 925195"/>
              <a:gd name="csX15" fmla="*/ 1508125 w 3017520"/>
              <a:gd name="csY15" fmla="*/ 1905 h 925195"/>
              <a:gd name="csX16" fmla="*/ 1635760 w 3017520"/>
              <a:gd name="csY16" fmla="*/ 30480 h 925195"/>
              <a:gd name="csX17" fmla="*/ 1711960 w 3017520"/>
              <a:gd name="csY17" fmla="*/ 132715 h 925195"/>
              <a:gd name="csX18" fmla="*/ 1859280 w 3017520"/>
              <a:gd name="csY18" fmla="*/ 699135 h 925195"/>
              <a:gd name="csX19" fmla="*/ 1934845 w 3017520"/>
              <a:gd name="csY19" fmla="*/ 782955 h 925195"/>
              <a:gd name="csX20" fmla="*/ 2045335 w 3017520"/>
              <a:gd name="csY20" fmla="*/ 813435 h 925195"/>
              <a:gd name="csX21" fmla="*/ 2169160 w 3017520"/>
              <a:gd name="csY21" fmla="*/ 775335 h 925195"/>
              <a:gd name="csX22" fmla="*/ 2237740 w 3017520"/>
              <a:gd name="csY22" fmla="*/ 699135 h 925195"/>
              <a:gd name="csX23" fmla="*/ 2390140 w 3017520"/>
              <a:gd name="csY23" fmla="*/ 132715 h 925195"/>
              <a:gd name="csX24" fmla="*/ 2460625 w 3017520"/>
              <a:gd name="csY24" fmla="*/ 45720 h 925195"/>
              <a:gd name="csX25" fmla="*/ 2586355 w 3017520"/>
              <a:gd name="csY25" fmla="*/ 9525 h 925195"/>
              <a:gd name="csX26" fmla="*/ 2715895 w 3017520"/>
              <a:gd name="csY26" fmla="*/ 38100 h 925195"/>
              <a:gd name="csX27" fmla="*/ 2791460 w 3017520"/>
              <a:gd name="csY27" fmla="*/ 132715 h 925195"/>
              <a:gd name="csX28" fmla="*/ 2941320 w 3017520"/>
              <a:gd name="csY28" fmla="*/ 701675 h 925195"/>
              <a:gd name="csX29" fmla="*/ 3007995 w 3017520"/>
              <a:gd name="csY29" fmla="*/ 802640 h 925195"/>
              <a:gd name="csX30" fmla="*/ 3017520 w 3017520"/>
              <a:gd name="csY30" fmla="*/ 922655 h 925195"/>
              <a:gd name="csX31" fmla="*/ 0 w 3017520"/>
              <a:gd name="csY31" fmla="*/ 925195 h 925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925195">
                <a:moveTo>
                  <a:pt x="0" y="925195"/>
                </a:moveTo>
                <a:lnTo>
                  <a:pt x="9525" y="799465"/>
                </a:lnTo>
                <a:lnTo>
                  <a:pt x="83820" y="696595"/>
                </a:lnTo>
                <a:lnTo>
                  <a:pt x="236220" y="135255"/>
                </a:lnTo>
                <a:lnTo>
                  <a:pt x="306070" y="34290"/>
                </a:lnTo>
                <a:lnTo>
                  <a:pt x="433705" y="0"/>
                </a:lnTo>
                <a:lnTo>
                  <a:pt x="557530" y="36195"/>
                </a:lnTo>
                <a:cubicBezTo>
                  <a:pt x="595842" y="73025"/>
                  <a:pt x="607483" y="102235"/>
                  <a:pt x="632460" y="135255"/>
                </a:cubicBezTo>
                <a:lnTo>
                  <a:pt x="787400" y="699135"/>
                </a:lnTo>
                <a:lnTo>
                  <a:pt x="856615" y="777240"/>
                </a:lnTo>
                <a:lnTo>
                  <a:pt x="972820" y="815340"/>
                </a:lnTo>
                <a:lnTo>
                  <a:pt x="1090930" y="781050"/>
                </a:lnTo>
                <a:lnTo>
                  <a:pt x="1163320" y="699135"/>
                </a:lnTo>
                <a:lnTo>
                  <a:pt x="1313180" y="132715"/>
                </a:lnTo>
                <a:lnTo>
                  <a:pt x="1378585" y="41910"/>
                </a:lnTo>
                <a:lnTo>
                  <a:pt x="1508125" y="1905"/>
                </a:lnTo>
                <a:lnTo>
                  <a:pt x="1635760" y="30480"/>
                </a:lnTo>
                <a:lnTo>
                  <a:pt x="1711960" y="132715"/>
                </a:lnTo>
                <a:lnTo>
                  <a:pt x="1859280" y="699135"/>
                </a:lnTo>
                <a:lnTo>
                  <a:pt x="1934845" y="782955"/>
                </a:lnTo>
                <a:lnTo>
                  <a:pt x="2045335" y="813435"/>
                </a:lnTo>
                <a:lnTo>
                  <a:pt x="2169160" y="775335"/>
                </a:lnTo>
                <a:lnTo>
                  <a:pt x="2237740" y="699135"/>
                </a:lnTo>
                <a:lnTo>
                  <a:pt x="2390140" y="132715"/>
                </a:lnTo>
                <a:cubicBezTo>
                  <a:pt x="2413635" y="103717"/>
                  <a:pt x="2421890" y="80433"/>
                  <a:pt x="2460625" y="45720"/>
                </a:cubicBezTo>
                <a:cubicBezTo>
                  <a:pt x="2517775" y="22225"/>
                  <a:pt x="2544445" y="21590"/>
                  <a:pt x="2586355" y="9525"/>
                </a:cubicBezTo>
                <a:cubicBezTo>
                  <a:pt x="2629535" y="19050"/>
                  <a:pt x="2667000" y="17145"/>
                  <a:pt x="2715895" y="38100"/>
                </a:cubicBezTo>
                <a:cubicBezTo>
                  <a:pt x="2754418" y="77258"/>
                  <a:pt x="2766272" y="101177"/>
                  <a:pt x="2791460" y="132715"/>
                </a:cubicBezTo>
                <a:lnTo>
                  <a:pt x="2941320" y="701675"/>
                </a:lnTo>
                <a:lnTo>
                  <a:pt x="3007995" y="802640"/>
                </a:lnTo>
                <a:lnTo>
                  <a:pt x="3017520" y="922655"/>
                </a:lnTo>
                <a:lnTo>
                  <a:pt x="0" y="925195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04CD142-4373-F43B-ADF9-2299AB552700}"/>
              </a:ext>
            </a:extLst>
          </p:cNvPr>
          <p:cNvCxnSpPr>
            <a:cxnSpLocks/>
          </p:cNvCxnSpPr>
          <p:nvPr/>
        </p:nvCxnSpPr>
        <p:spPr>
          <a:xfrm>
            <a:off x="2002872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ED95AA1E-6AFC-5693-1A05-DCFB471B8234}"/>
              </a:ext>
            </a:extLst>
          </p:cNvPr>
          <p:cNvCxnSpPr>
            <a:cxnSpLocks/>
          </p:cNvCxnSpPr>
          <p:nvPr/>
        </p:nvCxnSpPr>
        <p:spPr>
          <a:xfrm flipH="1">
            <a:off x="252703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7EFA03F-3468-60B7-A571-743677DB1DEB}"/>
              </a:ext>
            </a:extLst>
          </p:cNvPr>
          <p:cNvCxnSpPr>
            <a:cxnSpLocks/>
          </p:cNvCxnSpPr>
          <p:nvPr/>
        </p:nvCxnSpPr>
        <p:spPr>
          <a:xfrm>
            <a:off x="3074815" y="1552891"/>
            <a:ext cx="150933" cy="56328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A4D578-1FAF-36AB-8AD1-819BE8E6BDC3}"/>
              </a:ext>
            </a:extLst>
          </p:cNvPr>
          <p:cNvCxnSpPr>
            <a:cxnSpLocks/>
          </p:cNvCxnSpPr>
          <p:nvPr/>
        </p:nvCxnSpPr>
        <p:spPr>
          <a:xfrm>
            <a:off x="928017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410496E-64CA-3E5A-B4BB-D93D20009BF8}"/>
              </a:ext>
            </a:extLst>
          </p:cNvPr>
          <p:cNvCxnSpPr>
            <a:cxnSpLocks/>
          </p:cNvCxnSpPr>
          <p:nvPr/>
        </p:nvCxnSpPr>
        <p:spPr>
          <a:xfrm flipH="1">
            <a:off x="145408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1DAF7130-46DF-E44B-E34C-955F520C272C}"/>
              </a:ext>
            </a:extLst>
          </p:cNvPr>
          <p:cNvCxnSpPr>
            <a:cxnSpLocks/>
          </p:cNvCxnSpPr>
          <p:nvPr/>
        </p:nvCxnSpPr>
        <p:spPr>
          <a:xfrm flipH="1">
            <a:off x="376186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Bogen 72">
            <a:extLst>
              <a:ext uri="{FF2B5EF4-FFF2-40B4-BE49-F238E27FC236}">
                <a16:creationId xmlns:a16="http://schemas.microsoft.com/office/drawing/2014/main" id="{071DDA86-8378-75B9-B1E1-C206552125D2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52B01C-6E29-BB1A-4440-5723ACA31CE0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B16EE968-4B3F-9072-1B81-1029F56277F5}"/>
              </a:ext>
            </a:extLst>
          </p:cNvPr>
          <p:cNvSpPr/>
          <p:nvPr/>
        </p:nvSpPr>
        <p:spPr>
          <a:xfrm rot="10800000">
            <a:off x="523874" y="132651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32AB3419-922B-6B0D-CB31-74CF88C41F65}"/>
              </a:ext>
            </a:extLst>
          </p:cNvPr>
          <p:cNvSpPr/>
          <p:nvPr/>
        </p:nvSpPr>
        <p:spPr>
          <a:xfrm rot="10800000">
            <a:off x="512445" y="1425112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29E990F7-79CD-A387-5E72-5344DF8760E3}"/>
              </a:ext>
            </a:extLst>
          </p:cNvPr>
          <p:cNvSpPr/>
          <p:nvPr/>
        </p:nvSpPr>
        <p:spPr>
          <a:xfrm rot="10800000">
            <a:off x="1604010" y="1322646"/>
            <a:ext cx="399782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ACB60C64-F63E-9C4C-95EC-2599A0A11DF7}"/>
              </a:ext>
            </a:extLst>
          </p:cNvPr>
          <p:cNvSpPr/>
          <p:nvPr/>
        </p:nvSpPr>
        <p:spPr>
          <a:xfrm rot="10800000">
            <a:off x="1592580" y="1425052"/>
            <a:ext cx="423368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ACB3442-BEAE-556F-2C1B-3C7E4CB6182E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A9D0C6B-9AE7-E52B-C244-A39DB1AB80D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88ADA89-854B-D2CE-C2C8-75511BC797DF}"/>
              </a:ext>
            </a:extLst>
          </p:cNvPr>
          <p:cNvCxnSpPr>
            <a:cxnSpLocks/>
          </p:cNvCxnSpPr>
          <p:nvPr/>
        </p:nvCxnSpPr>
        <p:spPr>
          <a:xfrm rot="10800000">
            <a:off x="916092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4E5E269-FDC4-34FF-6BBF-A97D3A4FE229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ogen 11">
            <a:extLst>
              <a:ext uri="{FF2B5EF4-FFF2-40B4-BE49-F238E27FC236}">
                <a16:creationId xmlns:a16="http://schemas.microsoft.com/office/drawing/2014/main" id="{FC2B1910-FF51-BF31-4F17-78DECC1AD9FF}"/>
              </a:ext>
            </a:extLst>
          </p:cNvPr>
          <p:cNvSpPr/>
          <p:nvPr/>
        </p:nvSpPr>
        <p:spPr>
          <a:xfrm rot="10800000">
            <a:off x="2674009" y="1330266"/>
            <a:ext cx="406373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Bogen 13">
            <a:extLst>
              <a:ext uri="{FF2B5EF4-FFF2-40B4-BE49-F238E27FC236}">
                <a16:creationId xmlns:a16="http://schemas.microsoft.com/office/drawing/2014/main" id="{994EADDF-6170-5B72-16C3-4664646627AB}"/>
              </a:ext>
            </a:extLst>
          </p:cNvPr>
          <p:cNvSpPr/>
          <p:nvPr/>
        </p:nvSpPr>
        <p:spPr>
          <a:xfrm rot="10800000">
            <a:off x="2665354" y="1428862"/>
            <a:ext cx="424556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76180BC-CDEE-200E-9827-D771F57638FB}"/>
              </a:ext>
            </a:extLst>
          </p:cNvPr>
          <p:cNvCxnSpPr>
            <a:cxnSpLocks/>
          </p:cNvCxnSpPr>
          <p:nvPr/>
        </p:nvCxnSpPr>
        <p:spPr>
          <a:xfrm rot="10800000">
            <a:off x="306393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F0D63A6F-969E-99E6-27B7-C28E985DC3F1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3871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CC87F743-BB58-9010-0BA1-E457DBC76637}"/>
              </a:ext>
            </a:extLst>
          </p:cNvPr>
          <p:cNvSpPr/>
          <p:nvPr/>
        </p:nvSpPr>
        <p:spPr>
          <a:xfrm>
            <a:off x="1062756" y="186089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EA115380-A783-6DAD-B12C-7040702A7F0D}"/>
              </a:ext>
            </a:extLst>
          </p:cNvPr>
          <p:cNvSpPr/>
          <p:nvPr/>
        </p:nvSpPr>
        <p:spPr>
          <a:xfrm>
            <a:off x="1053231" y="1738184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28D601EE-ECCA-CCD6-57B8-0B4CD932A48B}"/>
              </a:ext>
            </a:extLst>
          </p:cNvPr>
          <p:cNvSpPr/>
          <p:nvPr/>
        </p:nvSpPr>
        <p:spPr>
          <a:xfrm>
            <a:off x="2137725" y="1860839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31AD02F-3472-8918-C405-88318A178DE3}"/>
              </a:ext>
            </a:extLst>
          </p:cNvPr>
          <p:cNvSpPr/>
          <p:nvPr/>
        </p:nvSpPr>
        <p:spPr>
          <a:xfrm>
            <a:off x="2128200" y="1738128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B1759E70-A903-555E-C9F1-D7439801CD60}"/>
              </a:ext>
            </a:extLst>
          </p:cNvPr>
          <p:cNvSpPr/>
          <p:nvPr/>
        </p:nvSpPr>
        <p:spPr>
          <a:xfrm>
            <a:off x="-15857" y="1862744"/>
            <a:ext cx="405765" cy="365184"/>
          </a:xfrm>
          <a:prstGeom prst="arc">
            <a:avLst>
              <a:gd name="adj1" fmla="val 1151559"/>
              <a:gd name="adj2" fmla="val 3202927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CB993EE7-46AC-25AB-5281-874F70E17BF1}"/>
              </a:ext>
            </a:extLst>
          </p:cNvPr>
          <p:cNvSpPr/>
          <p:nvPr/>
        </p:nvSpPr>
        <p:spPr>
          <a:xfrm>
            <a:off x="-25382" y="1738128"/>
            <a:ext cx="426719" cy="389298"/>
          </a:xfrm>
          <a:prstGeom prst="arc">
            <a:avLst>
              <a:gd name="adj1" fmla="val 1151559"/>
              <a:gd name="adj2" fmla="val 3495597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Bogen 36">
            <a:extLst>
              <a:ext uri="{FF2B5EF4-FFF2-40B4-BE49-F238E27FC236}">
                <a16:creationId xmlns:a16="http://schemas.microsoft.com/office/drawing/2014/main" id="{6DBF449F-D6FB-0367-48E1-3ED223BBA193}"/>
              </a:ext>
            </a:extLst>
          </p:cNvPr>
          <p:cNvSpPr/>
          <p:nvPr/>
        </p:nvSpPr>
        <p:spPr>
          <a:xfrm>
            <a:off x="3209870" y="1860839"/>
            <a:ext cx="405765" cy="365184"/>
          </a:xfrm>
          <a:prstGeom prst="arc">
            <a:avLst>
              <a:gd name="adj1" fmla="val 77030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Bogen 39">
            <a:extLst>
              <a:ext uri="{FF2B5EF4-FFF2-40B4-BE49-F238E27FC236}">
                <a16:creationId xmlns:a16="http://schemas.microsoft.com/office/drawing/2014/main" id="{C6DE6B71-4F41-4D6F-898D-222BABBD18A6}"/>
              </a:ext>
            </a:extLst>
          </p:cNvPr>
          <p:cNvSpPr/>
          <p:nvPr/>
        </p:nvSpPr>
        <p:spPr>
          <a:xfrm>
            <a:off x="3200345" y="1738128"/>
            <a:ext cx="426719" cy="389298"/>
          </a:xfrm>
          <a:prstGeom prst="arc">
            <a:avLst>
              <a:gd name="adj1" fmla="val 7485783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00E4-B249-9F84-DC20-EA708E44B31E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088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478994" y="2918460"/>
              <a:ext cx="431000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485738" y="2870200"/>
              <a:ext cx="419174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82" y="778796"/>
            <a:ext cx="1069836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6803"/>
            <a:ext cx="0" cy="846237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3381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200</Words>
  <Application>Microsoft Office PowerPoint</Application>
  <PresentationFormat>Benutzerdefiniert</PresentationFormat>
  <Paragraphs>151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151</cp:revision>
  <dcterms:created xsi:type="dcterms:W3CDTF">2026-09-04T15:35:46Z</dcterms:created>
  <dcterms:modified xsi:type="dcterms:W3CDTF">2026-10-13T16:48:19Z</dcterms:modified>
</cp:coreProperties>
</file>