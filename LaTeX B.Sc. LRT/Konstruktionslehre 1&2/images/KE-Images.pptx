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57" autoAdjust="0"/>
    <p:restoredTop sz="94660"/>
  </p:normalViewPr>
  <p:slideViewPr>
    <p:cSldViewPr snapToGrid="0">
      <p:cViewPr>
        <p:scale>
          <a:sx n="200" d="100"/>
          <a:sy n="200" d="100"/>
        </p:scale>
        <p:origin x="447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01.10.2026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0695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0695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4"/>
            <a:ext cx="658560" cy="528856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3240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</Words>
  <Application>Microsoft Office PowerPoint</Application>
  <PresentationFormat>Benutzerdefiniert</PresentationFormat>
  <Paragraphs>4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CMU Serif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101</cp:revision>
  <dcterms:created xsi:type="dcterms:W3CDTF">2026-09-04T15:35:46Z</dcterms:created>
  <dcterms:modified xsi:type="dcterms:W3CDTF">2026-10-01T16:02:28Z</dcterms:modified>
</cp:coreProperties>
</file>