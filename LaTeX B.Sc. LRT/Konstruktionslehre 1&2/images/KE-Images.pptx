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80" r:id="rId23"/>
    <p:sldId id="281" r:id="rId24"/>
    <p:sldId id="282" r:id="rId25"/>
    <p:sldId id="278" r:id="rId26"/>
    <p:sldId id="284" r:id="rId27"/>
    <p:sldId id="285" r:id="rId28"/>
    <p:sldId id="283" r:id="rId29"/>
    <p:sldId id="286" r:id="rId30"/>
    <p:sldId id="287" r:id="rId31"/>
    <p:sldId id="262" r:id="rId32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3F7E31"/>
    <a:srgbClr val="8F45A3"/>
    <a:srgbClr val="129F57"/>
    <a:srgbClr val="FF9F2B"/>
    <a:srgbClr val="FFB94C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447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4938-D142-2A7D-A7EC-63CFC93EE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4B7C2E7B-6BDB-4754-5C82-ED08F0199194}"/>
              </a:ext>
            </a:extLst>
          </p:cNvPr>
          <p:cNvSpPr/>
          <p:nvPr/>
        </p:nvSpPr>
        <p:spPr>
          <a:xfrm>
            <a:off x="294640" y="1254760"/>
            <a:ext cx="3017520" cy="876300"/>
          </a:xfrm>
          <a:custGeom>
            <a:avLst/>
            <a:gdLst>
              <a:gd name="csX0" fmla="*/ 3810 w 3017520"/>
              <a:gd name="csY0" fmla="*/ 863600 h 876300"/>
              <a:gd name="csX1" fmla="*/ 0 w 3017520"/>
              <a:gd name="csY1" fmla="*/ 0 h 876300"/>
              <a:gd name="csX2" fmla="*/ 3017520 w 3017520"/>
              <a:gd name="csY2" fmla="*/ 0 h 876300"/>
              <a:gd name="csX3" fmla="*/ 3009900 w 3017520"/>
              <a:gd name="csY3" fmla="*/ 876300 h 876300"/>
              <a:gd name="csX4" fmla="*/ 2926080 w 3017520"/>
              <a:gd name="csY4" fmla="*/ 754380 h 876300"/>
              <a:gd name="csX5" fmla="*/ 2773680 w 3017520"/>
              <a:gd name="csY5" fmla="*/ 182880 h 876300"/>
              <a:gd name="csX6" fmla="*/ 2698115 w 3017520"/>
              <a:gd name="csY6" fmla="*/ 95885 h 876300"/>
              <a:gd name="csX7" fmla="*/ 2583815 w 3017520"/>
              <a:gd name="csY7" fmla="*/ 67310 h 876300"/>
              <a:gd name="csX8" fmla="*/ 2469515 w 3017520"/>
              <a:gd name="csY8" fmla="*/ 97790 h 876300"/>
              <a:gd name="csX9" fmla="*/ 2397760 w 3017520"/>
              <a:gd name="csY9" fmla="*/ 182880 h 876300"/>
              <a:gd name="csX10" fmla="*/ 2247900 w 3017520"/>
              <a:gd name="csY10" fmla="*/ 751840 h 876300"/>
              <a:gd name="csX11" fmla="*/ 2168525 w 3017520"/>
              <a:gd name="csY11" fmla="*/ 844550 h 876300"/>
              <a:gd name="csX12" fmla="*/ 2038985 w 3017520"/>
              <a:gd name="csY12" fmla="*/ 875030 h 876300"/>
              <a:gd name="csX13" fmla="*/ 1924685 w 3017520"/>
              <a:gd name="csY13" fmla="*/ 842645 h 876300"/>
              <a:gd name="csX14" fmla="*/ 1849120 w 3017520"/>
              <a:gd name="csY14" fmla="*/ 751840 h 876300"/>
              <a:gd name="csX15" fmla="*/ 1696720 w 3017520"/>
              <a:gd name="csY15" fmla="*/ 185420 h 876300"/>
              <a:gd name="csX16" fmla="*/ 1619885 w 3017520"/>
              <a:gd name="csY16" fmla="*/ 92075 h 876300"/>
              <a:gd name="csX17" fmla="*/ 1499870 w 3017520"/>
              <a:gd name="csY17" fmla="*/ 61595 h 876300"/>
              <a:gd name="csX18" fmla="*/ 1381760 w 3017520"/>
              <a:gd name="csY18" fmla="*/ 99695 h 876300"/>
              <a:gd name="csX19" fmla="*/ 1320800 w 3017520"/>
              <a:gd name="csY19" fmla="*/ 185420 h 876300"/>
              <a:gd name="csX20" fmla="*/ 1170940 w 3017520"/>
              <a:gd name="csY20" fmla="*/ 754380 h 876300"/>
              <a:gd name="csX21" fmla="*/ 1090295 w 3017520"/>
              <a:gd name="csY21" fmla="*/ 848360 h 876300"/>
              <a:gd name="csX22" fmla="*/ 966470 w 3017520"/>
              <a:gd name="csY22" fmla="*/ 873125 h 876300"/>
              <a:gd name="csX23" fmla="*/ 846455 w 3017520"/>
              <a:gd name="csY23" fmla="*/ 842645 h 876300"/>
              <a:gd name="csX24" fmla="*/ 769620 w 3017520"/>
              <a:gd name="csY24" fmla="*/ 754380 h 876300"/>
              <a:gd name="csX25" fmla="*/ 617220 w 3017520"/>
              <a:gd name="csY25" fmla="*/ 182880 h 876300"/>
              <a:gd name="csX26" fmla="*/ 543560 w 3017520"/>
              <a:gd name="csY26" fmla="*/ 90170 h 876300"/>
              <a:gd name="csX27" fmla="*/ 431165 w 3017520"/>
              <a:gd name="csY27" fmla="*/ 69215 h 876300"/>
              <a:gd name="csX28" fmla="*/ 330200 w 3017520"/>
              <a:gd name="csY28" fmla="*/ 95885 h 876300"/>
              <a:gd name="csX29" fmla="*/ 242570 w 3017520"/>
              <a:gd name="csY29" fmla="*/ 184785 h 876300"/>
              <a:gd name="csX30" fmla="*/ 91440 w 3017520"/>
              <a:gd name="csY30" fmla="*/ 751840 h 876300"/>
              <a:gd name="csX31" fmla="*/ 3810 w 3017520"/>
              <a:gd name="csY31" fmla="*/ 8636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876300">
                <a:moveTo>
                  <a:pt x="3810" y="863600"/>
                </a:moveTo>
                <a:lnTo>
                  <a:pt x="0" y="0"/>
                </a:lnTo>
                <a:lnTo>
                  <a:pt x="3017520" y="0"/>
                </a:lnTo>
                <a:lnTo>
                  <a:pt x="3009900" y="876300"/>
                </a:lnTo>
                <a:lnTo>
                  <a:pt x="2926080" y="754380"/>
                </a:lnTo>
                <a:lnTo>
                  <a:pt x="2773680" y="182880"/>
                </a:lnTo>
                <a:cubicBezTo>
                  <a:pt x="2748492" y="153882"/>
                  <a:pt x="2742353" y="136313"/>
                  <a:pt x="2698115" y="95885"/>
                </a:cubicBezTo>
                <a:lnTo>
                  <a:pt x="2583815" y="67310"/>
                </a:lnTo>
                <a:lnTo>
                  <a:pt x="2469515" y="9779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2168525" y="844550"/>
                </a:lnTo>
                <a:lnTo>
                  <a:pt x="2038985" y="875030"/>
                </a:lnTo>
                <a:lnTo>
                  <a:pt x="1924685" y="842645"/>
                </a:lnTo>
                <a:lnTo>
                  <a:pt x="1849120" y="751840"/>
                </a:lnTo>
                <a:lnTo>
                  <a:pt x="1696720" y="185420"/>
                </a:lnTo>
                <a:cubicBezTo>
                  <a:pt x="1671108" y="152400"/>
                  <a:pt x="1677882" y="140335"/>
                  <a:pt x="1619885" y="92075"/>
                </a:cubicBezTo>
                <a:cubicBezTo>
                  <a:pt x="1576070" y="70485"/>
                  <a:pt x="1539875" y="69850"/>
                  <a:pt x="1499870" y="61595"/>
                </a:cubicBezTo>
                <a:cubicBezTo>
                  <a:pt x="1460500" y="74295"/>
                  <a:pt x="1432560" y="71755"/>
                  <a:pt x="1381760" y="99695"/>
                </a:cubicBezTo>
                <a:lnTo>
                  <a:pt x="1320800" y="185420"/>
                </a:lnTo>
                <a:lnTo>
                  <a:pt x="1170940" y="754380"/>
                </a:lnTo>
                <a:lnTo>
                  <a:pt x="1090295" y="848360"/>
                </a:lnTo>
                <a:lnTo>
                  <a:pt x="966470" y="873125"/>
                </a:lnTo>
                <a:lnTo>
                  <a:pt x="846455" y="842645"/>
                </a:lnTo>
                <a:lnTo>
                  <a:pt x="769620" y="754380"/>
                </a:lnTo>
                <a:lnTo>
                  <a:pt x="617220" y="182880"/>
                </a:lnTo>
                <a:cubicBezTo>
                  <a:pt x="592667" y="151977"/>
                  <a:pt x="590973" y="130598"/>
                  <a:pt x="543560" y="90170"/>
                </a:cubicBezTo>
                <a:cubicBezTo>
                  <a:pt x="505460" y="81915"/>
                  <a:pt x="478790" y="75565"/>
                  <a:pt x="431165" y="69215"/>
                </a:cubicBezTo>
                <a:cubicBezTo>
                  <a:pt x="382270" y="73025"/>
                  <a:pt x="369570" y="86360"/>
                  <a:pt x="330200" y="95885"/>
                </a:cubicBezTo>
                <a:cubicBezTo>
                  <a:pt x="292100" y="126153"/>
                  <a:pt x="274955" y="133562"/>
                  <a:pt x="242570" y="184785"/>
                </a:cubicBezTo>
                <a:lnTo>
                  <a:pt x="91440" y="751840"/>
                </a:lnTo>
                <a:lnTo>
                  <a:pt x="3810" y="863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F07E393D-F541-6DF2-1A38-2A4F4A03AA64}"/>
              </a:ext>
            </a:extLst>
          </p:cNvPr>
          <p:cNvSpPr/>
          <p:nvPr/>
        </p:nvSpPr>
        <p:spPr>
          <a:xfrm>
            <a:off x="292100" y="1419225"/>
            <a:ext cx="3017520" cy="925195"/>
          </a:xfrm>
          <a:custGeom>
            <a:avLst/>
            <a:gdLst>
              <a:gd name="csX0" fmla="*/ 0 w 3017520"/>
              <a:gd name="csY0" fmla="*/ 925195 h 925195"/>
              <a:gd name="csX1" fmla="*/ 9525 w 3017520"/>
              <a:gd name="csY1" fmla="*/ 799465 h 925195"/>
              <a:gd name="csX2" fmla="*/ 83820 w 3017520"/>
              <a:gd name="csY2" fmla="*/ 696595 h 925195"/>
              <a:gd name="csX3" fmla="*/ 236220 w 3017520"/>
              <a:gd name="csY3" fmla="*/ 135255 h 925195"/>
              <a:gd name="csX4" fmla="*/ 306070 w 3017520"/>
              <a:gd name="csY4" fmla="*/ 34290 h 925195"/>
              <a:gd name="csX5" fmla="*/ 433705 w 3017520"/>
              <a:gd name="csY5" fmla="*/ 0 h 925195"/>
              <a:gd name="csX6" fmla="*/ 557530 w 3017520"/>
              <a:gd name="csY6" fmla="*/ 36195 h 925195"/>
              <a:gd name="csX7" fmla="*/ 632460 w 3017520"/>
              <a:gd name="csY7" fmla="*/ 135255 h 925195"/>
              <a:gd name="csX8" fmla="*/ 787400 w 3017520"/>
              <a:gd name="csY8" fmla="*/ 699135 h 925195"/>
              <a:gd name="csX9" fmla="*/ 856615 w 3017520"/>
              <a:gd name="csY9" fmla="*/ 777240 h 925195"/>
              <a:gd name="csX10" fmla="*/ 972820 w 3017520"/>
              <a:gd name="csY10" fmla="*/ 815340 h 925195"/>
              <a:gd name="csX11" fmla="*/ 1090930 w 3017520"/>
              <a:gd name="csY11" fmla="*/ 781050 h 925195"/>
              <a:gd name="csX12" fmla="*/ 1163320 w 3017520"/>
              <a:gd name="csY12" fmla="*/ 699135 h 925195"/>
              <a:gd name="csX13" fmla="*/ 1313180 w 3017520"/>
              <a:gd name="csY13" fmla="*/ 132715 h 925195"/>
              <a:gd name="csX14" fmla="*/ 1378585 w 3017520"/>
              <a:gd name="csY14" fmla="*/ 41910 h 925195"/>
              <a:gd name="csX15" fmla="*/ 1508125 w 3017520"/>
              <a:gd name="csY15" fmla="*/ 1905 h 925195"/>
              <a:gd name="csX16" fmla="*/ 1635760 w 3017520"/>
              <a:gd name="csY16" fmla="*/ 30480 h 925195"/>
              <a:gd name="csX17" fmla="*/ 1711960 w 3017520"/>
              <a:gd name="csY17" fmla="*/ 132715 h 925195"/>
              <a:gd name="csX18" fmla="*/ 1859280 w 3017520"/>
              <a:gd name="csY18" fmla="*/ 699135 h 925195"/>
              <a:gd name="csX19" fmla="*/ 1934845 w 3017520"/>
              <a:gd name="csY19" fmla="*/ 782955 h 925195"/>
              <a:gd name="csX20" fmla="*/ 2045335 w 3017520"/>
              <a:gd name="csY20" fmla="*/ 813435 h 925195"/>
              <a:gd name="csX21" fmla="*/ 2169160 w 3017520"/>
              <a:gd name="csY21" fmla="*/ 775335 h 925195"/>
              <a:gd name="csX22" fmla="*/ 2237740 w 3017520"/>
              <a:gd name="csY22" fmla="*/ 699135 h 925195"/>
              <a:gd name="csX23" fmla="*/ 2390140 w 3017520"/>
              <a:gd name="csY23" fmla="*/ 132715 h 925195"/>
              <a:gd name="csX24" fmla="*/ 2460625 w 3017520"/>
              <a:gd name="csY24" fmla="*/ 45720 h 925195"/>
              <a:gd name="csX25" fmla="*/ 2586355 w 3017520"/>
              <a:gd name="csY25" fmla="*/ 9525 h 925195"/>
              <a:gd name="csX26" fmla="*/ 2715895 w 3017520"/>
              <a:gd name="csY26" fmla="*/ 38100 h 925195"/>
              <a:gd name="csX27" fmla="*/ 2791460 w 3017520"/>
              <a:gd name="csY27" fmla="*/ 132715 h 925195"/>
              <a:gd name="csX28" fmla="*/ 2941320 w 3017520"/>
              <a:gd name="csY28" fmla="*/ 701675 h 925195"/>
              <a:gd name="csX29" fmla="*/ 3007995 w 3017520"/>
              <a:gd name="csY29" fmla="*/ 802640 h 925195"/>
              <a:gd name="csX30" fmla="*/ 3017520 w 3017520"/>
              <a:gd name="csY30" fmla="*/ 922655 h 925195"/>
              <a:gd name="csX31" fmla="*/ 0 w 3017520"/>
              <a:gd name="csY31" fmla="*/ 925195 h 925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925195">
                <a:moveTo>
                  <a:pt x="0" y="925195"/>
                </a:moveTo>
                <a:lnTo>
                  <a:pt x="9525" y="799465"/>
                </a:lnTo>
                <a:lnTo>
                  <a:pt x="83820" y="696595"/>
                </a:lnTo>
                <a:lnTo>
                  <a:pt x="236220" y="135255"/>
                </a:lnTo>
                <a:lnTo>
                  <a:pt x="306070" y="34290"/>
                </a:lnTo>
                <a:lnTo>
                  <a:pt x="433705" y="0"/>
                </a:lnTo>
                <a:lnTo>
                  <a:pt x="557530" y="36195"/>
                </a:lnTo>
                <a:cubicBezTo>
                  <a:pt x="595842" y="73025"/>
                  <a:pt x="607483" y="102235"/>
                  <a:pt x="632460" y="135255"/>
                </a:cubicBezTo>
                <a:lnTo>
                  <a:pt x="787400" y="699135"/>
                </a:lnTo>
                <a:lnTo>
                  <a:pt x="856615" y="777240"/>
                </a:lnTo>
                <a:lnTo>
                  <a:pt x="972820" y="815340"/>
                </a:lnTo>
                <a:lnTo>
                  <a:pt x="1090930" y="781050"/>
                </a:lnTo>
                <a:lnTo>
                  <a:pt x="1163320" y="699135"/>
                </a:lnTo>
                <a:lnTo>
                  <a:pt x="1313180" y="132715"/>
                </a:lnTo>
                <a:lnTo>
                  <a:pt x="1378585" y="41910"/>
                </a:lnTo>
                <a:lnTo>
                  <a:pt x="1508125" y="1905"/>
                </a:lnTo>
                <a:lnTo>
                  <a:pt x="1635760" y="30480"/>
                </a:lnTo>
                <a:lnTo>
                  <a:pt x="1711960" y="132715"/>
                </a:lnTo>
                <a:lnTo>
                  <a:pt x="1859280" y="699135"/>
                </a:lnTo>
                <a:lnTo>
                  <a:pt x="1934845" y="782955"/>
                </a:lnTo>
                <a:lnTo>
                  <a:pt x="2045335" y="813435"/>
                </a:lnTo>
                <a:lnTo>
                  <a:pt x="2169160" y="775335"/>
                </a:lnTo>
                <a:lnTo>
                  <a:pt x="2237740" y="699135"/>
                </a:lnTo>
                <a:lnTo>
                  <a:pt x="2390140" y="132715"/>
                </a:lnTo>
                <a:cubicBezTo>
                  <a:pt x="2413635" y="103717"/>
                  <a:pt x="2421890" y="80433"/>
                  <a:pt x="2460625" y="45720"/>
                </a:cubicBezTo>
                <a:cubicBezTo>
                  <a:pt x="2517775" y="22225"/>
                  <a:pt x="2544445" y="21590"/>
                  <a:pt x="2586355" y="9525"/>
                </a:cubicBezTo>
                <a:cubicBezTo>
                  <a:pt x="2629535" y="19050"/>
                  <a:pt x="2667000" y="17145"/>
                  <a:pt x="2715895" y="38100"/>
                </a:cubicBezTo>
                <a:cubicBezTo>
                  <a:pt x="2754418" y="77258"/>
                  <a:pt x="2766272" y="101177"/>
                  <a:pt x="2791460" y="132715"/>
                </a:cubicBezTo>
                <a:lnTo>
                  <a:pt x="2941320" y="701675"/>
                </a:lnTo>
                <a:lnTo>
                  <a:pt x="3007995" y="802640"/>
                </a:lnTo>
                <a:lnTo>
                  <a:pt x="3017520" y="922655"/>
                </a:lnTo>
                <a:lnTo>
                  <a:pt x="0" y="925195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04CD142-4373-F43B-ADF9-2299AB552700}"/>
              </a:ext>
            </a:extLst>
          </p:cNvPr>
          <p:cNvCxnSpPr>
            <a:cxnSpLocks/>
          </p:cNvCxnSpPr>
          <p:nvPr/>
        </p:nvCxnSpPr>
        <p:spPr>
          <a:xfrm>
            <a:off x="2002872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ED95AA1E-6AFC-5693-1A05-DCFB471B8234}"/>
              </a:ext>
            </a:extLst>
          </p:cNvPr>
          <p:cNvCxnSpPr>
            <a:cxnSpLocks/>
          </p:cNvCxnSpPr>
          <p:nvPr/>
        </p:nvCxnSpPr>
        <p:spPr>
          <a:xfrm flipH="1">
            <a:off x="252703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7EFA03F-3468-60B7-A571-743677DB1DEB}"/>
              </a:ext>
            </a:extLst>
          </p:cNvPr>
          <p:cNvCxnSpPr>
            <a:cxnSpLocks/>
          </p:cNvCxnSpPr>
          <p:nvPr/>
        </p:nvCxnSpPr>
        <p:spPr>
          <a:xfrm>
            <a:off x="3074815" y="1552891"/>
            <a:ext cx="150933" cy="56328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A4D578-1FAF-36AB-8AD1-819BE8E6BDC3}"/>
              </a:ext>
            </a:extLst>
          </p:cNvPr>
          <p:cNvCxnSpPr>
            <a:cxnSpLocks/>
          </p:cNvCxnSpPr>
          <p:nvPr/>
        </p:nvCxnSpPr>
        <p:spPr>
          <a:xfrm>
            <a:off x="928017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410496E-64CA-3E5A-B4BB-D93D20009BF8}"/>
              </a:ext>
            </a:extLst>
          </p:cNvPr>
          <p:cNvCxnSpPr>
            <a:cxnSpLocks/>
          </p:cNvCxnSpPr>
          <p:nvPr/>
        </p:nvCxnSpPr>
        <p:spPr>
          <a:xfrm flipH="1">
            <a:off x="145408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1DAF7130-46DF-E44B-E34C-955F520C272C}"/>
              </a:ext>
            </a:extLst>
          </p:cNvPr>
          <p:cNvCxnSpPr>
            <a:cxnSpLocks/>
          </p:cNvCxnSpPr>
          <p:nvPr/>
        </p:nvCxnSpPr>
        <p:spPr>
          <a:xfrm flipH="1">
            <a:off x="376186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Bogen 72">
            <a:extLst>
              <a:ext uri="{FF2B5EF4-FFF2-40B4-BE49-F238E27FC236}">
                <a16:creationId xmlns:a16="http://schemas.microsoft.com/office/drawing/2014/main" id="{071DDA86-8378-75B9-B1E1-C206552125D2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52B01C-6E29-BB1A-4440-5723ACA31CE0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B16EE968-4B3F-9072-1B81-1029F56277F5}"/>
              </a:ext>
            </a:extLst>
          </p:cNvPr>
          <p:cNvSpPr/>
          <p:nvPr/>
        </p:nvSpPr>
        <p:spPr>
          <a:xfrm rot="10800000">
            <a:off x="523874" y="132651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32AB3419-922B-6B0D-CB31-74CF88C41F65}"/>
              </a:ext>
            </a:extLst>
          </p:cNvPr>
          <p:cNvSpPr/>
          <p:nvPr/>
        </p:nvSpPr>
        <p:spPr>
          <a:xfrm rot="10800000">
            <a:off x="512445" y="1425112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29E990F7-79CD-A387-5E72-5344DF8760E3}"/>
              </a:ext>
            </a:extLst>
          </p:cNvPr>
          <p:cNvSpPr/>
          <p:nvPr/>
        </p:nvSpPr>
        <p:spPr>
          <a:xfrm rot="10800000">
            <a:off x="1604010" y="1322646"/>
            <a:ext cx="399782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ACB60C64-F63E-9C4C-95EC-2599A0A11DF7}"/>
              </a:ext>
            </a:extLst>
          </p:cNvPr>
          <p:cNvSpPr/>
          <p:nvPr/>
        </p:nvSpPr>
        <p:spPr>
          <a:xfrm rot="10800000">
            <a:off x="1592580" y="1425052"/>
            <a:ext cx="423368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ACB3442-BEAE-556F-2C1B-3C7E4CB6182E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A9D0C6B-9AE7-E52B-C244-A39DB1AB80D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88ADA89-854B-D2CE-C2C8-75511BC797DF}"/>
              </a:ext>
            </a:extLst>
          </p:cNvPr>
          <p:cNvCxnSpPr>
            <a:cxnSpLocks/>
          </p:cNvCxnSpPr>
          <p:nvPr/>
        </p:nvCxnSpPr>
        <p:spPr>
          <a:xfrm rot="10800000">
            <a:off x="916092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4E5E269-FDC4-34FF-6BBF-A97D3A4FE229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ogen 11">
            <a:extLst>
              <a:ext uri="{FF2B5EF4-FFF2-40B4-BE49-F238E27FC236}">
                <a16:creationId xmlns:a16="http://schemas.microsoft.com/office/drawing/2014/main" id="{FC2B1910-FF51-BF31-4F17-78DECC1AD9FF}"/>
              </a:ext>
            </a:extLst>
          </p:cNvPr>
          <p:cNvSpPr/>
          <p:nvPr/>
        </p:nvSpPr>
        <p:spPr>
          <a:xfrm rot="10800000">
            <a:off x="2674009" y="1330266"/>
            <a:ext cx="406373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Bogen 13">
            <a:extLst>
              <a:ext uri="{FF2B5EF4-FFF2-40B4-BE49-F238E27FC236}">
                <a16:creationId xmlns:a16="http://schemas.microsoft.com/office/drawing/2014/main" id="{994EADDF-6170-5B72-16C3-4664646627AB}"/>
              </a:ext>
            </a:extLst>
          </p:cNvPr>
          <p:cNvSpPr/>
          <p:nvPr/>
        </p:nvSpPr>
        <p:spPr>
          <a:xfrm rot="10800000">
            <a:off x="2665354" y="1428862"/>
            <a:ext cx="424556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76180BC-CDEE-200E-9827-D771F57638FB}"/>
              </a:ext>
            </a:extLst>
          </p:cNvPr>
          <p:cNvCxnSpPr>
            <a:cxnSpLocks/>
          </p:cNvCxnSpPr>
          <p:nvPr/>
        </p:nvCxnSpPr>
        <p:spPr>
          <a:xfrm rot="10800000">
            <a:off x="306393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F0D63A6F-969E-99E6-27B7-C28E985DC3F1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3871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CC87F743-BB58-9010-0BA1-E457DBC76637}"/>
              </a:ext>
            </a:extLst>
          </p:cNvPr>
          <p:cNvSpPr/>
          <p:nvPr/>
        </p:nvSpPr>
        <p:spPr>
          <a:xfrm>
            <a:off x="1062756" y="186089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EA115380-A783-6DAD-B12C-7040702A7F0D}"/>
              </a:ext>
            </a:extLst>
          </p:cNvPr>
          <p:cNvSpPr/>
          <p:nvPr/>
        </p:nvSpPr>
        <p:spPr>
          <a:xfrm>
            <a:off x="1053231" y="1738184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28D601EE-ECCA-CCD6-57B8-0B4CD932A48B}"/>
              </a:ext>
            </a:extLst>
          </p:cNvPr>
          <p:cNvSpPr/>
          <p:nvPr/>
        </p:nvSpPr>
        <p:spPr>
          <a:xfrm>
            <a:off x="2137725" y="1860839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31AD02F-3472-8918-C405-88318A178DE3}"/>
              </a:ext>
            </a:extLst>
          </p:cNvPr>
          <p:cNvSpPr/>
          <p:nvPr/>
        </p:nvSpPr>
        <p:spPr>
          <a:xfrm>
            <a:off x="2128200" y="1738128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B1759E70-A903-555E-C9F1-D7439801CD60}"/>
              </a:ext>
            </a:extLst>
          </p:cNvPr>
          <p:cNvSpPr/>
          <p:nvPr/>
        </p:nvSpPr>
        <p:spPr>
          <a:xfrm>
            <a:off x="-15857" y="1862744"/>
            <a:ext cx="405765" cy="365184"/>
          </a:xfrm>
          <a:prstGeom prst="arc">
            <a:avLst>
              <a:gd name="adj1" fmla="val 1151559"/>
              <a:gd name="adj2" fmla="val 3202927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CB993EE7-46AC-25AB-5281-874F70E17BF1}"/>
              </a:ext>
            </a:extLst>
          </p:cNvPr>
          <p:cNvSpPr/>
          <p:nvPr/>
        </p:nvSpPr>
        <p:spPr>
          <a:xfrm>
            <a:off x="-25382" y="1738128"/>
            <a:ext cx="426719" cy="389298"/>
          </a:xfrm>
          <a:prstGeom prst="arc">
            <a:avLst>
              <a:gd name="adj1" fmla="val 1151559"/>
              <a:gd name="adj2" fmla="val 3495597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Bogen 36">
            <a:extLst>
              <a:ext uri="{FF2B5EF4-FFF2-40B4-BE49-F238E27FC236}">
                <a16:creationId xmlns:a16="http://schemas.microsoft.com/office/drawing/2014/main" id="{6DBF449F-D6FB-0367-48E1-3ED223BBA193}"/>
              </a:ext>
            </a:extLst>
          </p:cNvPr>
          <p:cNvSpPr/>
          <p:nvPr/>
        </p:nvSpPr>
        <p:spPr>
          <a:xfrm>
            <a:off x="3209870" y="1860839"/>
            <a:ext cx="405765" cy="365184"/>
          </a:xfrm>
          <a:prstGeom prst="arc">
            <a:avLst>
              <a:gd name="adj1" fmla="val 77030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Bogen 39">
            <a:extLst>
              <a:ext uri="{FF2B5EF4-FFF2-40B4-BE49-F238E27FC236}">
                <a16:creationId xmlns:a16="http://schemas.microsoft.com/office/drawing/2014/main" id="{C6DE6B71-4F41-4D6F-898D-222BABBD18A6}"/>
              </a:ext>
            </a:extLst>
          </p:cNvPr>
          <p:cNvSpPr/>
          <p:nvPr/>
        </p:nvSpPr>
        <p:spPr>
          <a:xfrm>
            <a:off x="3200345" y="1738128"/>
            <a:ext cx="426719" cy="389298"/>
          </a:xfrm>
          <a:prstGeom prst="arc">
            <a:avLst>
              <a:gd name="adj1" fmla="val 7485783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00E4-B249-9F84-DC20-EA708E44B31E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088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08CE-4237-7BEE-B467-F53B030FE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B4C5427-9380-7FDC-6DC2-017DD819B6DD}"/>
              </a:ext>
            </a:extLst>
          </p:cNvPr>
          <p:cNvGrpSpPr/>
          <p:nvPr/>
        </p:nvGrpSpPr>
        <p:grpSpPr>
          <a:xfrm>
            <a:off x="294322" y="1546860"/>
            <a:ext cx="3011805" cy="803910"/>
            <a:chOff x="294322" y="1546860"/>
            <a:chExt cx="3011805" cy="803910"/>
          </a:xfrm>
        </p:grpSpPr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02080047-C27C-BDBD-45FE-C89951871A96}"/>
                </a:ext>
              </a:extLst>
            </p:cNvPr>
            <p:cNvSpPr/>
            <p:nvPr/>
          </p:nvSpPr>
          <p:spPr>
            <a:xfrm>
              <a:off x="297180" y="1546860"/>
              <a:ext cx="3004185" cy="803910"/>
            </a:xfrm>
            <a:custGeom>
              <a:avLst/>
              <a:gdLst>
                <a:gd name="csX0" fmla="*/ 0 w 3004185"/>
                <a:gd name="csY0" fmla="*/ 632460 h 803910"/>
                <a:gd name="csX1" fmla="*/ 198120 w 3004185"/>
                <a:gd name="csY1" fmla="*/ 632460 h 803910"/>
                <a:gd name="csX2" fmla="*/ 523875 w 3004185"/>
                <a:gd name="csY2" fmla="*/ 0 h 803910"/>
                <a:gd name="csX3" fmla="*/ 802005 w 3004185"/>
                <a:gd name="csY3" fmla="*/ 0 h 803910"/>
                <a:gd name="csX4" fmla="*/ 840105 w 3004185"/>
                <a:gd name="csY4" fmla="*/ 634365 h 803910"/>
                <a:gd name="csX5" fmla="*/ 1152525 w 3004185"/>
                <a:gd name="csY5" fmla="*/ 634365 h 803910"/>
                <a:gd name="csX6" fmla="*/ 1478280 w 3004185"/>
                <a:gd name="csY6" fmla="*/ 3810 h 803910"/>
                <a:gd name="csX7" fmla="*/ 1756410 w 3004185"/>
                <a:gd name="csY7" fmla="*/ 3810 h 803910"/>
                <a:gd name="csX8" fmla="*/ 1788795 w 3004185"/>
                <a:gd name="csY8" fmla="*/ 632460 h 803910"/>
                <a:gd name="csX9" fmla="*/ 2105025 w 3004185"/>
                <a:gd name="csY9" fmla="*/ 632460 h 803910"/>
                <a:gd name="csX10" fmla="*/ 2428875 w 3004185"/>
                <a:gd name="csY10" fmla="*/ 1905 h 803910"/>
                <a:gd name="csX11" fmla="*/ 2705100 w 3004185"/>
                <a:gd name="csY11" fmla="*/ 1905 h 803910"/>
                <a:gd name="csX12" fmla="*/ 2743200 w 3004185"/>
                <a:gd name="csY12" fmla="*/ 634365 h 803910"/>
                <a:gd name="csX13" fmla="*/ 3004185 w 3004185"/>
                <a:gd name="csY13" fmla="*/ 634365 h 803910"/>
                <a:gd name="csX14" fmla="*/ 3004185 w 3004185"/>
                <a:gd name="csY14" fmla="*/ 803910 h 803910"/>
                <a:gd name="csX15" fmla="*/ 0 w 3004185"/>
                <a:gd name="csY15" fmla="*/ 803910 h 803910"/>
                <a:gd name="csX16" fmla="*/ 0 w 3004185"/>
                <a:gd name="csY16" fmla="*/ 632460 h 803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04185" h="803910">
                  <a:moveTo>
                    <a:pt x="0" y="632460"/>
                  </a:moveTo>
                  <a:lnTo>
                    <a:pt x="198120" y="632460"/>
                  </a:lnTo>
                  <a:lnTo>
                    <a:pt x="523875" y="0"/>
                  </a:lnTo>
                  <a:lnTo>
                    <a:pt x="802005" y="0"/>
                  </a:lnTo>
                  <a:lnTo>
                    <a:pt x="840105" y="634365"/>
                  </a:lnTo>
                  <a:lnTo>
                    <a:pt x="1152525" y="634365"/>
                  </a:lnTo>
                  <a:lnTo>
                    <a:pt x="1478280" y="3810"/>
                  </a:lnTo>
                  <a:lnTo>
                    <a:pt x="1756410" y="3810"/>
                  </a:lnTo>
                  <a:lnTo>
                    <a:pt x="1788795" y="632460"/>
                  </a:lnTo>
                  <a:lnTo>
                    <a:pt x="2105025" y="632460"/>
                  </a:lnTo>
                  <a:lnTo>
                    <a:pt x="2428875" y="1905"/>
                  </a:lnTo>
                  <a:lnTo>
                    <a:pt x="2705100" y="1905"/>
                  </a:lnTo>
                  <a:lnTo>
                    <a:pt x="2743200" y="634365"/>
                  </a:lnTo>
                  <a:lnTo>
                    <a:pt x="3004185" y="634365"/>
                  </a:lnTo>
                  <a:lnTo>
                    <a:pt x="3004185" y="803910"/>
                  </a:lnTo>
                  <a:lnTo>
                    <a:pt x="0" y="803910"/>
                  </a:lnTo>
                  <a:lnTo>
                    <a:pt x="0" y="63246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722D0BB8-FA62-8360-DE7B-401BC8B7075F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03541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4FEAF60A-F7EC-F858-F409-0F99CB992D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09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5FB87FE8-C918-6A15-548B-7EFF33853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6775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4352FEF2-F6EF-1554-B4F5-663D522AD6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78100"/>
              <a:ext cx="20379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7E25EB5-EAC3-56FC-4EAF-F50B84CB7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915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6CE4F757-F880-9BBF-13EE-FFF0570007A5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987600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A0CBB5AD-801C-8002-938E-A6D9C5B292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281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D42E7FAA-0E91-3150-26B6-FF58B349C5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88964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CA011571-9EDF-42FE-7095-9E115E3EC8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71339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3EB53B8A-0DAA-B785-2C30-47A89EFDCD82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294009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74D57E3F-7D03-EC23-9E34-7462336932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0177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72590D53-8967-9537-D775-C61C14307D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1455" y="2178560"/>
              <a:ext cx="264672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1A354C2E-092D-EA95-D090-365D46D85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2383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A97A43CD-A1AA-A82E-2985-4DB0AD514D85}"/>
              </a:ext>
            </a:extLst>
          </p:cNvPr>
          <p:cNvGrpSpPr/>
          <p:nvPr/>
        </p:nvGrpSpPr>
        <p:grpSpPr>
          <a:xfrm>
            <a:off x="291465" y="1253490"/>
            <a:ext cx="3011805" cy="880110"/>
            <a:chOff x="293370" y="1253490"/>
            <a:chExt cx="3011805" cy="880110"/>
          </a:xfrm>
        </p:grpSpPr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BB079873-3C40-0F35-B00E-6E439A397C30}"/>
                </a:ext>
              </a:extLst>
            </p:cNvPr>
            <p:cNvSpPr/>
            <p:nvPr/>
          </p:nvSpPr>
          <p:spPr>
            <a:xfrm>
              <a:off x="293370" y="1253490"/>
              <a:ext cx="3011805" cy="880110"/>
            </a:xfrm>
            <a:custGeom>
              <a:avLst/>
              <a:gdLst>
                <a:gd name="csX0" fmla="*/ 0 w 3011805"/>
                <a:gd name="csY0" fmla="*/ 870585 h 880110"/>
                <a:gd name="csX1" fmla="*/ 0 w 3011805"/>
                <a:gd name="csY1" fmla="*/ 0 h 880110"/>
                <a:gd name="csX2" fmla="*/ 3011805 w 3011805"/>
                <a:gd name="csY2" fmla="*/ 0 h 880110"/>
                <a:gd name="csX3" fmla="*/ 3011805 w 3011805"/>
                <a:gd name="csY3" fmla="*/ 880110 h 880110"/>
                <a:gd name="csX4" fmla="*/ 2762250 w 3011805"/>
                <a:gd name="csY4" fmla="*/ 880110 h 880110"/>
                <a:gd name="csX5" fmla="*/ 2729865 w 3011805"/>
                <a:gd name="csY5" fmla="*/ 295275 h 880110"/>
                <a:gd name="csX6" fmla="*/ 2699385 w 3011805"/>
                <a:gd name="csY6" fmla="*/ 220980 h 880110"/>
                <a:gd name="csX7" fmla="*/ 2647950 w 3011805"/>
                <a:gd name="csY7" fmla="*/ 177165 h 880110"/>
                <a:gd name="csX8" fmla="*/ 2590800 w 3011805"/>
                <a:gd name="csY8" fmla="*/ 154305 h 880110"/>
                <a:gd name="csX9" fmla="*/ 2518410 w 3011805"/>
                <a:gd name="csY9" fmla="*/ 152400 h 880110"/>
                <a:gd name="csX10" fmla="*/ 2453640 w 3011805"/>
                <a:gd name="csY10" fmla="*/ 173355 h 880110"/>
                <a:gd name="csX11" fmla="*/ 2398395 w 3011805"/>
                <a:gd name="csY11" fmla="*/ 215265 h 880110"/>
                <a:gd name="csX12" fmla="*/ 2362200 w 3011805"/>
                <a:gd name="csY12" fmla="*/ 274320 h 880110"/>
                <a:gd name="csX13" fmla="*/ 2051685 w 3011805"/>
                <a:gd name="csY13" fmla="*/ 880110 h 880110"/>
                <a:gd name="csX14" fmla="*/ 1807845 w 3011805"/>
                <a:gd name="csY14" fmla="*/ 880110 h 880110"/>
                <a:gd name="csX15" fmla="*/ 1777365 w 3011805"/>
                <a:gd name="csY15" fmla="*/ 295275 h 880110"/>
                <a:gd name="csX16" fmla="*/ 1752600 w 3011805"/>
                <a:gd name="csY16" fmla="*/ 224790 h 880110"/>
                <a:gd name="csX17" fmla="*/ 1706880 w 3011805"/>
                <a:gd name="csY17" fmla="*/ 182880 h 880110"/>
                <a:gd name="csX18" fmla="*/ 1647825 w 3011805"/>
                <a:gd name="csY18" fmla="*/ 156210 h 880110"/>
                <a:gd name="csX19" fmla="*/ 1571625 w 3011805"/>
                <a:gd name="csY19" fmla="*/ 150495 h 880110"/>
                <a:gd name="csX20" fmla="*/ 1512570 w 3011805"/>
                <a:gd name="csY20" fmla="*/ 165735 h 880110"/>
                <a:gd name="csX21" fmla="*/ 1463040 w 3011805"/>
                <a:gd name="csY21" fmla="*/ 196215 h 880110"/>
                <a:gd name="csX22" fmla="*/ 1428750 w 3011805"/>
                <a:gd name="csY22" fmla="*/ 243840 h 880110"/>
                <a:gd name="csX23" fmla="*/ 1099185 w 3011805"/>
                <a:gd name="csY23" fmla="*/ 880110 h 880110"/>
                <a:gd name="csX24" fmla="*/ 857250 w 3011805"/>
                <a:gd name="csY24" fmla="*/ 880110 h 880110"/>
                <a:gd name="csX25" fmla="*/ 826770 w 3011805"/>
                <a:gd name="csY25" fmla="*/ 297180 h 880110"/>
                <a:gd name="csX26" fmla="*/ 805815 w 3011805"/>
                <a:gd name="csY26" fmla="*/ 234315 h 880110"/>
                <a:gd name="csX27" fmla="*/ 765810 w 3011805"/>
                <a:gd name="csY27" fmla="*/ 190500 h 880110"/>
                <a:gd name="csX28" fmla="*/ 714375 w 3011805"/>
                <a:gd name="csY28" fmla="*/ 165735 h 880110"/>
                <a:gd name="csX29" fmla="*/ 666750 w 3011805"/>
                <a:gd name="csY29" fmla="*/ 148590 h 880110"/>
                <a:gd name="csX30" fmla="*/ 607695 w 3011805"/>
                <a:gd name="csY30" fmla="*/ 152400 h 880110"/>
                <a:gd name="csX31" fmla="*/ 550545 w 3011805"/>
                <a:gd name="csY31" fmla="*/ 171450 h 880110"/>
                <a:gd name="csX32" fmla="*/ 502920 w 3011805"/>
                <a:gd name="csY32" fmla="*/ 203835 h 880110"/>
                <a:gd name="csX33" fmla="*/ 470535 w 3011805"/>
                <a:gd name="csY33" fmla="*/ 255270 h 880110"/>
                <a:gd name="csX34" fmla="*/ 148590 w 3011805"/>
                <a:gd name="csY34" fmla="*/ 874395 h 880110"/>
                <a:gd name="csX35" fmla="*/ 0 w 3011805"/>
                <a:gd name="csY35" fmla="*/ 870585 h 880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3011805" h="880110">
                  <a:moveTo>
                    <a:pt x="0" y="8705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880110"/>
                  </a:lnTo>
                  <a:lnTo>
                    <a:pt x="2762250" y="880110"/>
                  </a:lnTo>
                  <a:lnTo>
                    <a:pt x="2729865" y="295275"/>
                  </a:lnTo>
                  <a:lnTo>
                    <a:pt x="2699385" y="220980"/>
                  </a:lnTo>
                  <a:lnTo>
                    <a:pt x="2647950" y="177165"/>
                  </a:lnTo>
                  <a:lnTo>
                    <a:pt x="2590800" y="154305"/>
                  </a:lnTo>
                  <a:lnTo>
                    <a:pt x="2518410" y="152400"/>
                  </a:lnTo>
                  <a:lnTo>
                    <a:pt x="2453640" y="173355"/>
                  </a:lnTo>
                  <a:lnTo>
                    <a:pt x="2398395" y="215265"/>
                  </a:lnTo>
                  <a:lnTo>
                    <a:pt x="2362200" y="274320"/>
                  </a:lnTo>
                  <a:lnTo>
                    <a:pt x="2051685" y="880110"/>
                  </a:lnTo>
                  <a:lnTo>
                    <a:pt x="1807845" y="880110"/>
                  </a:lnTo>
                  <a:lnTo>
                    <a:pt x="1777365" y="295275"/>
                  </a:lnTo>
                  <a:lnTo>
                    <a:pt x="1752600" y="224790"/>
                  </a:lnTo>
                  <a:lnTo>
                    <a:pt x="1706880" y="182880"/>
                  </a:lnTo>
                  <a:lnTo>
                    <a:pt x="1647825" y="156210"/>
                  </a:lnTo>
                  <a:lnTo>
                    <a:pt x="1571625" y="150495"/>
                  </a:lnTo>
                  <a:lnTo>
                    <a:pt x="1512570" y="165735"/>
                  </a:lnTo>
                  <a:lnTo>
                    <a:pt x="1463040" y="196215"/>
                  </a:lnTo>
                  <a:lnTo>
                    <a:pt x="1428750" y="243840"/>
                  </a:lnTo>
                  <a:lnTo>
                    <a:pt x="1099185" y="880110"/>
                  </a:lnTo>
                  <a:lnTo>
                    <a:pt x="857250" y="880110"/>
                  </a:lnTo>
                  <a:lnTo>
                    <a:pt x="826770" y="297180"/>
                  </a:lnTo>
                  <a:lnTo>
                    <a:pt x="805815" y="234315"/>
                  </a:lnTo>
                  <a:lnTo>
                    <a:pt x="765810" y="190500"/>
                  </a:lnTo>
                  <a:lnTo>
                    <a:pt x="714375" y="165735"/>
                  </a:lnTo>
                  <a:lnTo>
                    <a:pt x="666750" y="148590"/>
                  </a:lnTo>
                  <a:lnTo>
                    <a:pt x="607695" y="152400"/>
                  </a:lnTo>
                  <a:lnTo>
                    <a:pt x="550545" y="171450"/>
                  </a:lnTo>
                  <a:lnTo>
                    <a:pt x="502920" y="203835"/>
                  </a:lnTo>
                  <a:lnTo>
                    <a:pt x="470535" y="255270"/>
                  </a:lnTo>
                  <a:lnTo>
                    <a:pt x="148590" y="874395"/>
                  </a:lnTo>
                  <a:lnTo>
                    <a:pt x="0" y="8705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Bogen 3">
              <a:extLst>
                <a:ext uri="{FF2B5EF4-FFF2-40B4-BE49-F238E27FC236}">
                  <a16:creationId xmlns:a16="http://schemas.microsoft.com/office/drawing/2014/main" id="{81D4DDE6-9A90-0E67-9F9A-2B4A579C387E}"/>
                </a:ext>
              </a:extLst>
            </p:cNvPr>
            <p:cNvSpPr/>
            <p:nvPr/>
          </p:nvSpPr>
          <p:spPr>
            <a:xfrm rot="10800000">
              <a:off x="74866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860A6B60-1BC3-94D6-FB8B-17E4832282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70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8C3CA9A-91FB-A97E-C9A2-02F4ECA1F7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27650"/>
              <a:ext cx="150381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D60FBB3-B6CB-BD5B-CC26-3B14058C8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197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D8004493-8299-313F-6C21-E11A4C154CAF}"/>
                </a:ext>
              </a:extLst>
            </p:cNvPr>
            <p:cNvCxnSpPr>
              <a:cxnSpLocks/>
            </p:cNvCxnSpPr>
            <p:nvPr/>
          </p:nvCxnSpPr>
          <p:spPr>
            <a:xfrm>
              <a:off x="111945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Bogen 87">
              <a:extLst>
                <a:ext uri="{FF2B5EF4-FFF2-40B4-BE49-F238E27FC236}">
                  <a16:creationId xmlns:a16="http://schemas.microsoft.com/office/drawing/2014/main" id="{FC67EDDC-28BE-10FA-64B8-5C5858E069C4}"/>
                </a:ext>
              </a:extLst>
            </p:cNvPr>
            <p:cNvSpPr/>
            <p:nvPr/>
          </p:nvSpPr>
          <p:spPr>
            <a:xfrm rot="10800000">
              <a:off x="1700853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97D5D901-0F07-10D3-D1FC-794AE32EF4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6892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0291D5A2-FC41-C8C6-2CB7-BDC4EBC904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04161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32E60DA4-B933-6A0C-83E1-8FA8C5120BE3}"/>
                </a:ext>
              </a:extLst>
            </p:cNvPr>
            <p:cNvCxnSpPr>
              <a:cxnSpLocks/>
            </p:cNvCxnSpPr>
            <p:nvPr/>
          </p:nvCxnSpPr>
          <p:spPr>
            <a:xfrm>
              <a:off x="2071646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Bogen 96">
              <a:extLst>
                <a:ext uri="{FF2B5EF4-FFF2-40B4-BE49-F238E27FC236}">
                  <a16:creationId xmlns:a16="http://schemas.microsoft.com/office/drawing/2014/main" id="{97C2A132-3ED1-1379-BA9D-4CDBA903D2C8}"/>
                </a:ext>
              </a:extLst>
            </p:cNvPr>
            <p:cNvSpPr/>
            <p:nvPr/>
          </p:nvSpPr>
          <p:spPr>
            <a:xfrm rot="10800000">
              <a:off x="265334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7D42B1A7-7FD5-DE19-0CAC-6CF653E1B5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938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3B4DEB7A-ED41-8A36-02A7-B0B9DE11E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665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81AED6F7-3ACE-BBB2-FA14-A9FC3C324A8E}"/>
                </a:ext>
              </a:extLst>
            </p:cNvPr>
            <p:cNvCxnSpPr>
              <a:cxnSpLocks/>
            </p:cNvCxnSpPr>
            <p:nvPr/>
          </p:nvCxnSpPr>
          <p:spPr>
            <a:xfrm>
              <a:off x="302413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9B498F6C-CBE6-25BC-8F95-394EC8981AA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CC65418E-3DAF-2779-5F4F-67448ECBEE97}"/>
              </a:ext>
            </a:extLst>
          </p:cNvPr>
          <p:cNvSpPr/>
          <p:nvPr/>
        </p:nvSpPr>
        <p:spPr>
          <a:xfrm>
            <a:off x="193683" y="1574491"/>
            <a:ext cx="1966900" cy="1966900"/>
          </a:xfrm>
          <a:prstGeom prst="arc">
            <a:avLst>
              <a:gd name="adj1" fmla="val 16030802"/>
              <a:gd name="adj2" fmla="val 17788990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1F16200-3F1F-CD89-7C58-8CA1894CCC6A}"/>
              </a:ext>
            </a:extLst>
          </p:cNvPr>
          <p:cNvSpPr txBox="1"/>
          <p:nvPr/>
        </p:nvSpPr>
        <p:spPr>
          <a:xfrm>
            <a:off x="1170106" y="1282891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8216882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5A893-A01F-5D38-DB9C-3779ED57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7FC18CDA-8A21-D3FD-EB9B-9C0003EF5FFB}"/>
              </a:ext>
            </a:extLst>
          </p:cNvPr>
          <p:cNvSpPr/>
          <p:nvPr/>
        </p:nvSpPr>
        <p:spPr>
          <a:xfrm>
            <a:off x="289560" y="1251585"/>
            <a:ext cx="3015615" cy="807720"/>
          </a:xfrm>
          <a:custGeom>
            <a:avLst/>
            <a:gdLst>
              <a:gd name="csX0" fmla="*/ 0 w 3015615"/>
              <a:gd name="csY0" fmla="*/ 807720 h 807720"/>
              <a:gd name="csX1" fmla="*/ 0 w 3015615"/>
              <a:gd name="csY1" fmla="*/ 0 h 807720"/>
              <a:gd name="csX2" fmla="*/ 3015615 w 3015615"/>
              <a:gd name="csY2" fmla="*/ 0 h 807720"/>
              <a:gd name="csX3" fmla="*/ 3015615 w 3015615"/>
              <a:gd name="csY3" fmla="*/ 805815 h 807720"/>
              <a:gd name="csX4" fmla="*/ 2773680 w 3015615"/>
              <a:gd name="csY4" fmla="*/ 805815 h 807720"/>
              <a:gd name="csX5" fmla="*/ 2773680 w 3015615"/>
              <a:gd name="csY5" fmla="*/ 175260 h 807720"/>
              <a:gd name="csX6" fmla="*/ 2255520 w 3015615"/>
              <a:gd name="csY6" fmla="*/ 175260 h 807720"/>
              <a:gd name="csX7" fmla="*/ 2255520 w 3015615"/>
              <a:gd name="csY7" fmla="*/ 803910 h 807720"/>
              <a:gd name="csX8" fmla="*/ 1769745 w 3015615"/>
              <a:gd name="csY8" fmla="*/ 803910 h 807720"/>
              <a:gd name="csX9" fmla="*/ 1769745 w 3015615"/>
              <a:gd name="csY9" fmla="*/ 173355 h 807720"/>
              <a:gd name="csX10" fmla="*/ 1247775 w 3015615"/>
              <a:gd name="csY10" fmla="*/ 173355 h 807720"/>
              <a:gd name="csX11" fmla="*/ 1247775 w 3015615"/>
              <a:gd name="csY11" fmla="*/ 803910 h 807720"/>
              <a:gd name="csX12" fmla="*/ 763905 w 3015615"/>
              <a:gd name="csY12" fmla="*/ 803910 h 807720"/>
              <a:gd name="csX13" fmla="*/ 763905 w 3015615"/>
              <a:gd name="csY13" fmla="*/ 179070 h 807720"/>
              <a:gd name="csX14" fmla="*/ 243840 w 3015615"/>
              <a:gd name="csY14" fmla="*/ 179070 h 807720"/>
              <a:gd name="csX15" fmla="*/ 243840 w 3015615"/>
              <a:gd name="csY15" fmla="*/ 807720 h 807720"/>
              <a:gd name="csX16" fmla="*/ 0 w 3015615"/>
              <a:gd name="csY16" fmla="*/ 807720 h 8077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5615" h="807720">
                <a:moveTo>
                  <a:pt x="0" y="807720"/>
                </a:moveTo>
                <a:lnTo>
                  <a:pt x="0" y="0"/>
                </a:lnTo>
                <a:lnTo>
                  <a:pt x="3015615" y="0"/>
                </a:lnTo>
                <a:lnTo>
                  <a:pt x="3015615" y="805815"/>
                </a:lnTo>
                <a:lnTo>
                  <a:pt x="2773680" y="805815"/>
                </a:lnTo>
                <a:lnTo>
                  <a:pt x="2773680" y="175260"/>
                </a:lnTo>
                <a:lnTo>
                  <a:pt x="2255520" y="175260"/>
                </a:lnTo>
                <a:lnTo>
                  <a:pt x="2255520" y="803910"/>
                </a:lnTo>
                <a:lnTo>
                  <a:pt x="1769745" y="803910"/>
                </a:lnTo>
                <a:lnTo>
                  <a:pt x="1769745" y="173355"/>
                </a:lnTo>
                <a:lnTo>
                  <a:pt x="1247775" y="173355"/>
                </a:lnTo>
                <a:lnTo>
                  <a:pt x="1247775" y="803910"/>
                </a:lnTo>
                <a:lnTo>
                  <a:pt x="763905" y="803910"/>
                </a:lnTo>
                <a:lnTo>
                  <a:pt x="763905" y="179070"/>
                </a:lnTo>
                <a:lnTo>
                  <a:pt x="243840" y="179070"/>
                </a:lnTo>
                <a:lnTo>
                  <a:pt x="243840" y="807720"/>
                </a:lnTo>
                <a:lnTo>
                  <a:pt x="0" y="80772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Freihandform: Form 104">
            <a:extLst>
              <a:ext uri="{FF2B5EF4-FFF2-40B4-BE49-F238E27FC236}">
                <a16:creationId xmlns:a16="http://schemas.microsoft.com/office/drawing/2014/main" id="{6BE5310E-61CB-9A3A-F5F3-93E7C45CF38C}"/>
              </a:ext>
            </a:extLst>
          </p:cNvPr>
          <p:cNvSpPr/>
          <p:nvPr/>
        </p:nvSpPr>
        <p:spPr>
          <a:xfrm>
            <a:off x="298132" y="1547697"/>
            <a:ext cx="3004185" cy="803910"/>
          </a:xfrm>
          <a:custGeom>
            <a:avLst/>
            <a:gdLst>
              <a:gd name="csX0" fmla="*/ 0 w 3004185"/>
              <a:gd name="csY0" fmla="*/ 632460 h 803910"/>
              <a:gd name="csX1" fmla="*/ 253365 w 3004185"/>
              <a:gd name="csY1" fmla="*/ 632460 h 803910"/>
              <a:gd name="csX2" fmla="*/ 249555 w 3004185"/>
              <a:gd name="csY2" fmla="*/ 5715 h 803910"/>
              <a:gd name="csX3" fmla="*/ 731520 w 3004185"/>
              <a:gd name="csY3" fmla="*/ 3810 h 803910"/>
              <a:gd name="csX4" fmla="*/ 737235 w 3004185"/>
              <a:gd name="csY4" fmla="*/ 628650 h 803910"/>
              <a:gd name="csX5" fmla="*/ 1255395 w 3004185"/>
              <a:gd name="csY5" fmla="*/ 634365 h 803910"/>
              <a:gd name="csX6" fmla="*/ 1261110 w 3004185"/>
              <a:gd name="csY6" fmla="*/ 1905 h 803910"/>
              <a:gd name="csX7" fmla="*/ 1743075 w 3004185"/>
              <a:gd name="csY7" fmla="*/ 1905 h 803910"/>
              <a:gd name="csX8" fmla="*/ 1741170 w 3004185"/>
              <a:gd name="csY8" fmla="*/ 634365 h 803910"/>
              <a:gd name="csX9" fmla="*/ 2263140 w 3004185"/>
              <a:gd name="csY9" fmla="*/ 630555 h 803910"/>
              <a:gd name="csX10" fmla="*/ 2266950 w 3004185"/>
              <a:gd name="csY10" fmla="*/ 0 h 803910"/>
              <a:gd name="csX11" fmla="*/ 2754630 w 3004185"/>
              <a:gd name="csY11" fmla="*/ 0 h 803910"/>
              <a:gd name="csX12" fmla="*/ 2752725 w 3004185"/>
              <a:gd name="csY12" fmla="*/ 626745 h 803910"/>
              <a:gd name="csX13" fmla="*/ 3004185 w 3004185"/>
              <a:gd name="csY13" fmla="*/ 628650 h 803910"/>
              <a:gd name="csX14" fmla="*/ 3004185 w 3004185"/>
              <a:gd name="csY14" fmla="*/ 803910 h 803910"/>
              <a:gd name="csX15" fmla="*/ 0 w 3004185"/>
              <a:gd name="csY15" fmla="*/ 803910 h 803910"/>
              <a:gd name="csX16" fmla="*/ 0 w 3004185"/>
              <a:gd name="csY16" fmla="*/ 632460 h 803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04185" h="803910">
                <a:moveTo>
                  <a:pt x="0" y="632460"/>
                </a:moveTo>
                <a:lnTo>
                  <a:pt x="253365" y="632460"/>
                </a:lnTo>
                <a:lnTo>
                  <a:pt x="249555" y="5715"/>
                </a:lnTo>
                <a:lnTo>
                  <a:pt x="731520" y="3810"/>
                </a:lnTo>
                <a:lnTo>
                  <a:pt x="737235" y="628650"/>
                </a:lnTo>
                <a:lnTo>
                  <a:pt x="1255395" y="634365"/>
                </a:lnTo>
                <a:lnTo>
                  <a:pt x="1261110" y="1905"/>
                </a:lnTo>
                <a:lnTo>
                  <a:pt x="1743075" y="1905"/>
                </a:lnTo>
                <a:lnTo>
                  <a:pt x="1741170" y="634365"/>
                </a:lnTo>
                <a:lnTo>
                  <a:pt x="2263140" y="630555"/>
                </a:lnTo>
                <a:lnTo>
                  <a:pt x="2266950" y="0"/>
                </a:lnTo>
                <a:lnTo>
                  <a:pt x="2754630" y="0"/>
                </a:lnTo>
                <a:lnTo>
                  <a:pt x="2752725" y="626745"/>
                </a:lnTo>
                <a:lnTo>
                  <a:pt x="3004185" y="628650"/>
                </a:lnTo>
                <a:lnTo>
                  <a:pt x="3004185" y="803910"/>
                </a:lnTo>
                <a:lnTo>
                  <a:pt x="0" y="803910"/>
                </a:lnTo>
                <a:lnTo>
                  <a:pt x="0" y="63246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5B77DC0-D1A0-6C43-C505-515270F5CC2B}"/>
              </a:ext>
            </a:extLst>
          </p:cNvPr>
          <p:cNvCxnSpPr>
            <a:cxnSpLocks/>
          </p:cNvCxnSpPr>
          <p:nvPr/>
        </p:nvCxnSpPr>
        <p:spPr>
          <a:xfrm flipH="1">
            <a:off x="1036320" y="217856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E8EBAD73-5FB4-0B05-5833-B165E415E31C}"/>
              </a:ext>
            </a:extLst>
          </p:cNvPr>
          <p:cNvCxnSpPr>
            <a:cxnSpLocks/>
          </p:cNvCxnSpPr>
          <p:nvPr/>
        </p:nvCxnSpPr>
        <p:spPr>
          <a:xfrm flipH="1">
            <a:off x="294322" y="2178100"/>
            <a:ext cx="25523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70B9F4A-9E06-8CDE-D71D-65F4E469E4FE}"/>
              </a:ext>
            </a:extLst>
          </p:cNvPr>
          <p:cNvCxnSpPr>
            <a:cxnSpLocks/>
          </p:cNvCxnSpPr>
          <p:nvPr/>
        </p:nvCxnSpPr>
        <p:spPr>
          <a:xfrm flipH="1">
            <a:off x="550545" y="155052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C5C70C6-7D92-DC55-7B89-1C69CDDA9CAC}"/>
              </a:ext>
            </a:extLst>
          </p:cNvPr>
          <p:cNvCxnSpPr>
            <a:cxnSpLocks/>
          </p:cNvCxnSpPr>
          <p:nvPr/>
        </p:nvCxnSpPr>
        <p:spPr>
          <a:xfrm>
            <a:off x="551461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20870EB-61F7-B27B-6AC3-0FF9909F4A3D}"/>
              </a:ext>
            </a:extLst>
          </p:cNvPr>
          <p:cNvCxnSpPr>
            <a:cxnSpLocks/>
          </p:cNvCxnSpPr>
          <p:nvPr/>
        </p:nvCxnSpPr>
        <p:spPr>
          <a:xfrm>
            <a:off x="1037222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D867223-1413-D0ED-84E1-22013F7C5374}"/>
              </a:ext>
            </a:extLst>
          </p:cNvPr>
          <p:cNvCxnSpPr>
            <a:cxnSpLocks/>
          </p:cNvCxnSpPr>
          <p:nvPr/>
        </p:nvCxnSpPr>
        <p:spPr>
          <a:xfrm flipH="1">
            <a:off x="2044065" y="217810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5E147A4-0809-2DBE-FE78-D1C7DAA41CDF}"/>
              </a:ext>
            </a:extLst>
          </p:cNvPr>
          <p:cNvCxnSpPr>
            <a:cxnSpLocks/>
          </p:cNvCxnSpPr>
          <p:nvPr/>
        </p:nvCxnSpPr>
        <p:spPr>
          <a:xfrm flipH="1">
            <a:off x="1558290" y="155006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72589B54-5999-6E0D-5A76-036E1FE87BBB}"/>
              </a:ext>
            </a:extLst>
          </p:cNvPr>
          <p:cNvCxnSpPr>
            <a:cxnSpLocks/>
          </p:cNvCxnSpPr>
          <p:nvPr/>
        </p:nvCxnSpPr>
        <p:spPr>
          <a:xfrm>
            <a:off x="1559206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BE24408-A9B3-C7AD-7452-6C276EF3FE04}"/>
              </a:ext>
            </a:extLst>
          </p:cNvPr>
          <p:cNvCxnSpPr>
            <a:cxnSpLocks/>
          </p:cNvCxnSpPr>
          <p:nvPr/>
        </p:nvCxnSpPr>
        <p:spPr>
          <a:xfrm>
            <a:off x="2044967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7B767B5-6B5C-F5AC-55D6-6200593AC62D}"/>
              </a:ext>
            </a:extLst>
          </p:cNvPr>
          <p:cNvCxnSpPr>
            <a:cxnSpLocks/>
          </p:cNvCxnSpPr>
          <p:nvPr/>
        </p:nvCxnSpPr>
        <p:spPr>
          <a:xfrm flipH="1">
            <a:off x="3051810" y="2175735"/>
            <a:ext cx="24955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00E3565-0564-2692-9243-21FB451C166F}"/>
              </a:ext>
            </a:extLst>
          </p:cNvPr>
          <p:cNvCxnSpPr>
            <a:cxnSpLocks/>
          </p:cNvCxnSpPr>
          <p:nvPr/>
        </p:nvCxnSpPr>
        <p:spPr>
          <a:xfrm flipH="1">
            <a:off x="2566035" y="1547697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2C84F03F-51E5-58EA-181A-90631CB7C3C6}"/>
              </a:ext>
            </a:extLst>
          </p:cNvPr>
          <p:cNvCxnSpPr>
            <a:cxnSpLocks/>
          </p:cNvCxnSpPr>
          <p:nvPr/>
        </p:nvCxnSpPr>
        <p:spPr>
          <a:xfrm>
            <a:off x="2566951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81BA5278-174F-D172-0001-0E235A863721}"/>
              </a:ext>
            </a:extLst>
          </p:cNvPr>
          <p:cNvCxnSpPr>
            <a:cxnSpLocks/>
          </p:cNvCxnSpPr>
          <p:nvPr/>
        </p:nvCxnSpPr>
        <p:spPr>
          <a:xfrm>
            <a:off x="3052712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4492D18-0AAA-ACC6-2BBE-3A245965CA62}"/>
              </a:ext>
            </a:extLst>
          </p:cNvPr>
          <p:cNvCxnSpPr>
            <a:cxnSpLocks/>
          </p:cNvCxnSpPr>
          <p:nvPr/>
        </p:nvCxnSpPr>
        <p:spPr>
          <a:xfrm>
            <a:off x="1541045" y="1429587"/>
            <a:ext cx="52016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46C14CF-CF7E-E3BE-568A-1C1FC5821D8C}"/>
              </a:ext>
            </a:extLst>
          </p:cNvPr>
          <p:cNvCxnSpPr>
            <a:cxnSpLocks/>
          </p:cNvCxnSpPr>
          <p:nvPr/>
        </p:nvCxnSpPr>
        <p:spPr>
          <a:xfrm rot="10800000" flipH="1">
            <a:off x="2063015" y="205762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6EED54-DF2E-2722-71AF-286FD1CA41CC}"/>
              </a:ext>
            </a:extLst>
          </p:cNvPr>
          <p:cNvCxnSpPr>
            <a:cxnSpLocks/>
          </p:cNvCxnSpPr>
          <p:nvPr/>
        </p:nvCxnSpPr>
        <p:spPr>
          <a:xfrm rot="10800000">
            <a:off x="2547874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18B8D3B-2EF2-C9ED-0BEA-8F7830EAD575}"/>
              </a:ext>
            </a:extLst>
          </p:cNvPr>
          <p:cNvCxnSpPr>
            <a:cxnSpLocks/>
          </p:cNvCxnSpPr>
          <p:nvPr/>
        </p:nvCxnSpPr>
        <p:spPr>
          <a:xfrm rot="10800000">
            <a:off x="2062113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F5B6DFE-2BC2-FB0E-BB52-93B346D0FEEE}"/>
              </a:ext>
            </a:extLst>
          </p:cNvPr>
          <p:cNvCxnSpPr>
            <a:cxnSpLocks/>
          </p:cNvCxnSpPr>
          <p:nvPr/>
        </p:nvCxnSpPr>
        <p:spPr>
          <a:xfrm>
            <a:off x="533300" y="1430047"/>
            <a:ext cx="518260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5696DF4-9D1C-1960-8D6B-14DA724DF1AB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55270" y="205808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8C54B99-F5EE-1DFD-595A-368D85DD9623}"/>
              </a:ext>
            </a:extLst>
          </p:cNvPr>
          <p:cNvCxnSpPr>
            <a:cxnSpLocks/>
          </p:cNvCxnSpPr>
          <p:nvPr/>
        </p:nvCxnSpPr>
        <p:spPr>
          <a:xfrm rot="10800000">
            <a:off x="1540129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AD9F6CCE-072A-3EE4-82AE-A53794A68E7B}"/>
              </a:ext>
            </a:extLst>
          </p:cNvPr>
          <p:cNvCxnSpPr>
            <a:cxnSpLocks/>
          </p:cNvCxnSpPr>
          <p:nvPr/>
        </p:nvCxnSpPr>
        <p:spPr>
          <a:xfrm rot="10800000">
            <a:off x="1054368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F0D4FF7-F101-0AAA-E88C-C78657289480}"/>
              </a:ext>
            </a:extLst>
          </p:cNvPr>
          <p:cNvCxnSpPr>
            <a:cxnSpLocks/>
          </p:cNvCxnSpPr>
          <p:nvPr/>
        </p:nvCxnSpPr>
        <p:spPr>
          <a:xfrm>
            <a:off x="296227" y="2060450"/>
            <a:ext cx="237072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E97A7368-29C7-892E-B093-2A0431BC07B6}"/>
              </a:ext>
            </a:extLst>
          </p:cNvPr>
          <p:cNvCxnSpPr>
            <a:cxnSpLocks/>
          </p:cNvCxnSpPr>
          <p:nvPr/>
        </p:nvCxnSpPr>
        <p:spPr>
          <a:xfrm rot="10800000">
            <a:off x="532384" y="1432872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60FDAE6-9731-0E1A-8D8E-445FAC5F9293}"/>
              </a:ext>
            </a:extLst>
          </p:cNvPr>
          <p:cNvCxnSpPr>
            <a:cxnSpLocks/>
          </p:cNvCxnSpPr>
          <p:nvPr/>
        </p:nvCxnSpPr>
        <p:spPr>
          <a:xfrm>
            <a:off x="2546082" y="1429588"/>
            <a:ext cx="519063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BD359B65-FC97-172E-A222-15589D969ADC}"/>
              </a:ext>
            </a:extLst>
          </p:cNvPr>
          <p:cNvCxnSpPr>
            <a:cxnSpLocks/>
          </p:cNvCxnSpPr>
          <p:nvPr/>
        </p:nvCxnSpPr>
        <p:spPr>
          <a:xfrm>
            <a:off x="3068051" y="2057626"/>
            <a:ext cx="233314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783506F8-1510-D38D-FAB5-CEDDD87B07CD}"/>
              </a:ext>
            </a:extLst>
          </p:cNvPr>
          <p:cNvCxnSpPr>
            <a:cxnSpLocks/>
          </p:cNvCxnSpPr>
          <p:nvPr/>
        </p:nvCxnSpPr>
        <p:spPr>
          <a:xfrm rot="10800000">
            <a:off x="3067150" y="1430048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C752A273-27D4-952A-54F6-C1A33DBE9BAD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555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hteck 58">
            <a:extLst>
              <a:ext uri="{FF2B5EF4-FFF2-40B4-BE49-F238E27FC236}">
                <a16:creationId xmlns:a16="http://schemas.microsoft.com/office/drawing/2014/main" id="{76098B3F-1100-AB52-21C8-FEA237DCCB79}"/>
              </a:ext>
            </a:extLst>
          </p:cNvPr>
          <p:cNvSpPr/>
          <p:nvPr/>
        </p:nvSpPr>
        <p:spPr>
          <a:xfrm rot="5400000">
            <a:off x="1390968" y="1778847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44251D4-40B4-FD0B-F907-C06BDCD1EBEC}"/>
              </a:ext>
            </a:extLst>
          </p:cNvPr>
          <p:cNvSpPr/>
          <p:nvPr/>
        </p:nvSpPr>
        <p:spPr>
          <a:xfrm rot="5400000">
            <a:off x="521438" y="1780649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FB336BD-167D-E7D0-9B21-59B987C9F13A}"/>
              </a:ext>
            </a:extLst>
          </p:cNvPr>
          <p:cNvSpPr/>
          <p:nvPr/>
        </p:nvSpPr>
        <p:spPr>
          <a:xfrm>
            <a:off x="1131210" y="1105689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A075680-A9F8-F785-F03A-CC30B89CC6B8}"/>
              </a:ext>
            </a:extLst>
          </p:cNvPr>
          <p:cNvSpPr/>
          <p:nvPr/>
        </p:nvSpPr>
        <p:spPr>
          <a:xfrm rot="10800000">
            <a:off x="2196147" y="1107661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179B9E3-446A-C5DD-99BD-29BD45322D08}"/>
              </a:ext>
            </a:extLst>
          </p:cNvPr>
          <p:cNvSpPr/>
          <p:nvPr/>
        </p:nvSpPr>
        <p:spPr>
          <a:xfrm>
            <a:off x="2032162" y="1116173"/>
            <a:ext cx="236220" cy="1723111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7E87FF6-1101-2D98-209E-BF96B146A852}"/>
              </a:ext>
            </a:extLst>
          </p:cNvPr>
          <p:cNvSpPr/>
          <p:nvPr/>
        </p:nvSpPr>
        <p:spPr>
          <a:xfrm rot="10800000">
            <a:off x="1337350" y="1116173"/>
            <a:ext cx="236220" cy="1722018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E5C0793-6CC9-681A-D564-3F57FE4FA8C0}"/>
              </a:ext>
            </a:extLst>
          </p:cNvPr>
          <p:cNvCxnSpPr>
            <a:cxnSpLocks/>
          </p:cNvCxnSpPr>
          <p:nvPr/>
        </p:nvCxnSpPr>
        <p:spPr>
          <a:xfrm flipV="1">
            <a:off x="1413769" y="51736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9C209E2-181A-8EE7-D977-BCA77F061BE0}"/>
              </a:ext>
            </a:extLst>
          </p:cNvPr>
          <p:cNvCxnSpPr>
            <a:cxnSpLocks/>
          </p:cNvCxnSpPr>
          <p:nvPr/>
        </p:nvCxnSpPr>
        <p:spPr>
          <a:xfrm flipV="1">
            <a:off x="2190686" y="52308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ABB04108-9DDE-1C97-E878-98930D24E518}"/>
              </a:ext>
            </a:extLst>
          </p:cNvPr>
          <p:cNvCxnSpPr>
            <a:cxnSpLocks/>
          </p:cNvCxnSpPr>
          <p:nvPr/>
        </p:nvCxnSpPr>
        <p:spPr>
          <a:xfrm>
            <a:off x="1418739" y="57928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C23A07EE-1FC4-FA38-47B2-01FD67373F20}"/>
              </a:ext>
            </a:extLst>
          </p:cNvPr>
          <p:cNvSpPr txBox="1"/>
          <p:nvPr/>
        </p:nvSpPr>
        <p:spPr>
          <a:xfrm>
            <a:off x="1225883" y="18538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2F1A6FE-EF02-BB6E-0978-BD18694F67B9}"/>
              </a:ext>
            </a:extLst>
          </p:cNvPr>
          <p:cNvCxnSpPr>
            <a:cxnSpLocks/>
          </p:cNvCxnSpPr>
          <p:nvPr/>
        </p:nvCxnSpPr>
        <p:spPr>
          <a:xfrm flipH="1">
            <a:off x="941070" y="113092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7D7E0D-F0CA-0866-7487-6F1DA39285A5}"/>
              </a:ext>
            </a:extLst>
          </p:cNvPr>
          <p:cNvCxnSpPr>
            <a:cxnSpLocks/>
          </p:cNvCxnSpPr>
          <p:nvPr/>
        </p:nvCxnSpPr>
        <p:spPr>
          <a:xfrm flipH="1">
            <a:off x="941070" y="282485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4A88D19-FEF6-1ADB-BB0B-62B0E1CADACF}"/>
              </a:ext>
            </a:extLst>
          </p:cNvPr>
          <p:cNvGrpSpPr/>
          <p:nvPr/>
        </p:nvGrpSpPr>
        <p:grpSpPr>
          <a:xfrm>
            <a:off x="1363980" y="752204"/>
            <a:ext cx="872490" cy="2630289"/>
            <a:chOff x="1363980" y="752204"/>
            <a:chExt cx="872490" cy="2630289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8ECDDC2A-DA54-8942-FA38-FBD97645AAC7}"/>
                </a:ext>
              </a:extLst>
            </p:cNvPr>
            <p:cNvSpPr/>
            <p:nvPr/>
          </p:nvSpPr>
          <p:spPr>
            <a:xfrm rot="5400000">
              <a:off x="660461" y="2074115"/>
              <a:ext cx="2279528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28228175-757C-ACCE-A274-B4F0C1F29029}"/>
                </a:ext>
              </a:extLst>
            </p:cNvPr>
            <p:cNvGrpSpPr/>
            <p:nvPr/>
          </p:nvGrpSpPr>
          <p:grpSpPr>
            <a:xfrm rot="5400000">
              <a:off x="1648540" y="525769"/>
              <a:ext cx="303372" cy="756241"/>
              <a:chOff x="1126337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D74C1AE3-E85B-A52D-134D-73B8A72A5D47}"/>
                  </a:ext>
                </a:extLst>
              </p:cNvPr>
              <p:cNvSpPr/>
              <p:nvPr/>
            </p:nvSpPr>
            <p:spPr>
              <a:xfrm>
                <a:off x="113061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951397A-4117-3F2C-B282-B44AA6310D2E}"/>
                  </a:ext>
                </a:extLst>
              </p:cNvPr>
              <p:cNvSpPr/>
              <p:nvPr/>
            </p:nvSpPr>
            <p:spPr>
              <a:xfrm>
                <a:off x="1126337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82BBEEF4-5BF2-CF59-B9B6-E50DE7061E2C}"/>
                  </a:ext>
                </a:extLst>
              </p:cNvPr>
              <p:cNvSpPr/>
              <p:nvPr/>
            </p:nvSpPr>
            <p:spPr>
              <a:xfrm>
                <a:off x="1126337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046D9B58-61FF-C303-DDC3-AA4CBAE70EE9}"/>
                  </a:ext>
                </a:extLst>
              </p:cNvPr>
              <p:cNvSpPr/>
              <p:nvPr/>
            </p:nvSpPr>
            <p:spPr>
              <a:xfrm>
                <a:off x="1126337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0AF0069-FA4F-A2D8-377A-C64DD003CA50}"/>
                </a:ext>
              </a:extLst>
            </p:cNvPr>
            <p:cNvSpPr/>
            <p:nvPr/>
          </p:nvSpPr>
          <p:spPr>
            <a:xfrm rot="5400000">
              <a:off x="1777365" y="657425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E84BEF3-FD35-024A-F224-9DDFF6E69809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574808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2F1F4B2-013D-8053-6CEE-3004E13B1DD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539092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2FE2ECB-D1E9-972C-C3CC-6040579105C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534560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20CCE0DE-E130-DBCF-04F0-64BBCAD14884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577664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52AD6FAB-C8EE-8EE1-8AE0-3943D4D2D469}"/>
                </a:ext>
              </a:extLst>
            </p:cNvPr>
            <p:cNvGrpSpPr/>
            <p:nvPr/>
          </p:nvGrpSpPr>
          <p:grpSpPr>
            <a:xfrm>
              <a:off x="1363980" y="2840713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1C8AE8E9-B9A3-197A-57BA-674184A8A776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D1CCF665-37AA-CE8C-5926-31222371998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52F7FAA3-8A9D-5F0B-D92B-F5122CE3CA9B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5B269C29-B920-612C-1FAE-D38BF823E567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35E1C211-7DAF-FF35-0FE3-F64102AC863D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8357909-EB66-0D0E-456A-0E403469D5FC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</p:grp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309A247-7BC2-C2AD-3C31-B31876DC9E83}"/>
              </a:ext>
            </a:extLst>
          </p:cNvPr>
          <p:cNvCxnSpPr>
            <a:cxnSpLocks/>
          </p:cNvCxnSpPr>
          <p:nvPr/>
        </p:nvCxnSpPr>
        <p:spPr>
          <a:xfrm>
            <a:off x="1010358" y="1130926"/>
            <a:ext cx="0" cy="1696094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4FC9BDE-FEB8-0816-0115-5867199DC98D}"/>
              </a:ext>
            </a:extLst>
          </p:cNvPr>
          <p:cNvSpPr txBox="1"/>
          <p:nvPr/>
        </p:nvSpPr>
        <p:spPr>
          <a:xfrm>
            <a:off x="666890" y="1815470"/>
            <a:ext cx="41049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7E4113A-D9C3-1DFC-D584-6837FAFC2C2D}"/>
              </a:ext>
            </a:extLst>
          </p:cNvPr>
          <p:cNvCxnSpPr>
            <a:cxnSpLocks/>
          </p:cNvCxnSpPr>
          <p:nvPr/>
        </p:nvCxnSpPr>
        <p:spPr>
          <a:xfrm>
            <a:off x="202968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0BDB0C81-6B33-64C8-AC86-1323212848F9}"/>
              </a:ext>
            </a:extLst>
          </p:cNvPr>
          <p:cNvCxnSpPr>
            <a:cxnSpLocks/>
          </p:cNvCxnSpPr>
          <p:nvPr/>
        </p:nvCxnSpPr>
        <p:spPr>
          <a:xfrm>
            <a:off x="130578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3BB9FF27-6D4F-5463-A0F0-4AD3F4D9BB17}"/>
              </a:ext>
            </a:extLst>
          </p:cNvPr>
          <p:cNvSpPr txBox="1"/>
          <p:nvPr/>
        </p:nvSpPr>
        <p:spPr>
          <a:xfrm>
            <a:off x="2216284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5934740-D869-90FF-B604-3D8246C1A1FF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713DA62-8EDC-B6E8-EF42-4CB5D1950CE0}"/>
              </a:ext>
            </a:extLst>
          </p:cNvPr>
          <p:cNvCxnSpPr>
            <a:cxnSpLocks/>
          </p:cNvCxnSpPr>
          <p:nvPr/>
        </p:nvCxnSpPr>
        <p:spPr>
          <a:xfrm>
            <a:off x="1800225" y="646317"/>
            <a:ext cx="0" cy="2830152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F7ADF-691C-FDA1-7D5B-13AAA7A25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CD512C38-0205-1DC7-D253-D985C347DC45}"/>
              </a:ext>
            </a:extLst>
          </p:cNvPr>
          <p:cNvCxnSpPr>
            <a:cxnSpLocks/>
          </p:cNvCxnSpPr>
          <p:nvPr/>
        </p:nvCxnSpPr>
        <p:spPr>
          <a:xfrm flipV="1">
            <a:off x="70772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E0C2123-8D03-C7B7-EEBF-DDC7BE4A9230}"/>
              </a:ext>
            </a:extLst>
          </p:cNvPr>
          <p:cNvCxnSpPr>
            <a:cxnSpLocks/>
          </p:cNvCxnSpPr>
          <p:nvPr/>
        </p:nvCxnSpPr>
        <p:spPr>
          <a:xfrm flipV="1">
            <a:off x="289133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51BA42BC-6493-49C6-B636-AD9FAECD7786}"/>
              </a:ext>
            </a:extLst>
          </p:cNvPr>
          <p:cNvSpPr/>
          <p:nvPr/>
        </p:nvSpPr>
        <p:spPr>
          <a:xfrm rot="5400000">
            <a:off x="1611378" y="1657622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666E417-8D8F-7881-6151-9528C9D13B90}"/>
              </a:ext>
            </a:extLst>
          </p:cNvPr>
          <p:cNvSpPr/>
          <p:nvPr/>
        </p:nvSpPr>
        <p:spPr>
          <a:xfrm rot="5400000">
            <a:off x="297984" y="1661678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ABA4C558-96C9-8F0E-F5EE-8B91D09D2A72}"/>
              </a:ext>
            </a:extLst>
          </p:cNvPr>
          <p:cNvGrpSpPr/>
          <p:nvPr/>
        </p:nvGrpSpPr>
        <p:grpSpPr>
          <a:xfrm>
            <a:off x="835959" y="1244005"/>
            <a:ext cx="755105" cy="1704089"/>
            <a:chOff x="835957" y="1244980"/>
            <a:chExt cx="789015" cy="1703113"/>
          </a:xfrm>
        </p:grpSpPr>
        <p:sp>
          <p:nvSpPr>
            <p:cNvPr id="6" name="Rechteck 36">
              <a:extLst>
                <a:ext uri="{FF2B5EF4-FFF2-40B4-BE49-F238E27FC236}">
                  <a16:creationId xmlns:a16="http://schemas.microsoft.com/office/drawing/2014/main" id="{636A672E-7393-2356-A30B-562BB76B426E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E24DF627-DA11-97C6-34F7-B914A8724CEF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B2D8FFF8-8B5F-7FFC-6C65-2412BFE26822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36699F9-7BEF-4E94-61C6-C1C5B1189FB4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9BF6DAE9-FF44-6A19-52EC-E4C4C9B64A2B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87E76C10-0F1E-34B4-9D9C-572E7AEF76B5}"/>
              </a:ext>
            </a:extLst>
          </p:cNvPr>
          <p:cNvSpPr txBox="1"/>
          <p:nvPr/>
        </p:nvSpPr>
        <p:spPr>
          <a:xfrm>
            <a:off x="1225883" y="35683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9CE02A2-11F2-43EF-556A-F3F0E25162BD}"/>
              </a:ext>
            </a:extLst>
          </p:cNvPr>
          <p:cNvSpPr txBox="1"/>
          <p:nvPr/>
        </p:nvSpPr>
        <p:spPr>
          <a:xfrm>
            <a:off x="1578388" y="46602"/>
            <a:ext cx="4591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5FFBEB6-395E-C5C3-9714-48E10B960A44}"/>
              </a:ext>
            </a:extLst>
          </p:cNvPr>
          <p:cNvCxnSpPr>
            <a:cxnSpLocks/>
          </p:cNvCxnSpPr>
          <p:nvPr/>
        </p:nvCxnSpPr>
        <p:spPr>
          <a:xfrm>
            <a:off x="707728" y="356833"/>
            <a:ext cx="218405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1C3CDDF0-57DE-E550-C695-BDE72EF10882}"/>
              </a:ext>
            </a:extLst>
          </p:cNvPr>
          <p:cNvGrpSpPr/>
          <p:nvPr/>
        </p:nvGrpSpPr>
        <p:grpSpPr>
          <a:xfrm rot="10800000">
            <a:off x="2013391" y="1242941"/>
            <a:ext cx="755105" cy="1704089"/>
            <a:chOff x="835957" y="1244980"/>
            <a:chExt cx="789015" cy="1703113"/>
          </a:xfrm>
        </p:grpSpPr>
        <p:sp>
          <p:nvSpPr>
            <p:cNvPr id="69" name="Rechteck 36">
              <a:extLst>
                <a:ext uri="{FF2B5EF4-FFF2-40B4-BE49-F238E27FC236}">
                  <a16:creationId xmlns:a16="http://schemas.microsoft.com/office/drawing/2014/main" id="{DD10964D-CF71-A49B-60F1-EDD31589E731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0" name="Rechteck 36">
              <a:extLst>
                <a:ext uri="{FF2B5EF4-FFF2-40B4-BE49-F238E27FC236}">
                  <a16:creationId xmlns:a16="http://schemas.microsoft.com/office/drawing/2014/main" id="{2520567D-A1E2-50ED-23AD-E84EBDFB3969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2E8A4427-EBAD-8BAA-3195-24C81368BA19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47DD126-8D78-06DA-92AF-47C0D43843BB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11CBDA27-E8FC-7FCE-1662-F3B5174F5B1C}"/>
              </a:ext>
            </a:extLst>
          </p:cNvPr>
          <p:cNvSpPr txBox="1"/>
          <p:nvPr/>
        </p:nvSpPr>
        <p:spPr>
          <a:xfrm>
            <a:off x="2199139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833E279-F735-6BDA-40D3-BBD04118634D}"/>
              </a:ext>
            </a:extLst>
          </p:cNvPr>
          <p:cNvCxnSpPr>
            <a:cxnSpLocks/>
          </p:cNvCxnSpPr>
          <p:nvPr/>
        </p:nvCxnSpPr>
        <p:spPr>
          <a:xfrm flipV="1">
            <a:off x="1454409" y="1232891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64C9A5DF-B9D4-EF46-525E-1D0D4943A866}"/>
              </a:ext>
            </a:extLst>
          </p:cNvPr>
          <p:cNvCxnSpPr>
            <a:cxnSpLocks/>
          </p:cNvCxnSpPr>
          <p:nvPr/>
        </p:nvCxnSpPr>
        <p:spPr>
          <a:xfrm flipV="1">
            <a:off x="2147829" y="1231907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DE8ABF29-68B6-3D51-9CAE-F945BA83A0F9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0CF8057D-6D93-7144-45F9-794CDF0022E6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5EF0568E-7D96-3E19-D03A-ADB8DF63B75A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6AF1D163-4A2F-B361-11F2-20E415A11691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D86B7228-EF57-3506-E9AC-23433E9667E0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2F784A42-1E0E-1273-0EE8-39175684B136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8370778E-D8D8-1B73-540B-B2F972A6315D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CA27271-6CA8-8D5C-5A1E-CD42F03CF58D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A3D453A-9F17-BC4C-BE16-F6ED501811DF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A3F8817-6889-53F9-D9FD-582A0D08D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030CE55C-C8B1-E4C4-10B0-1296980313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6EB22A24-CF27-3849-9218-7DFB7626F440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7005DBF3-3CBF-16BA-2243-894D48325B67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EC6557F6-0146-4765-1EAB-FEEEBFB7A0D0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BD94FD15-F208-195C-B8E7-347D7291DA22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AE2129DB-7840-6E86-4C25-8DCC9F23A3E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0664E50C-C06C-3CA9-3922-B1851530F7CF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7E017F20-5B5B-7DEB-2ECD-DF78C6221917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1DCEC3A9-B087-3563-F7F7-F053FB08A62E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328DFDA-7113-C08B-7A6E-4EBF420BA098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A3C9D0A3-E5C0-E9E0-E5ED-6EA4BBB795D5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74B3CB87-8616-1AB3-DA14-5D10530DE56E}"/>
              </a:ext>
            </a:extLst>
          </p:cNvPr>
          <p:cNvCxnSpPr>
            <a:cxnSpLocks/>
          </p:cNvCxnSpPr>
          <p:nvPr/>
        </p:nvCxnSpPr>
        <p:spPr>
          <a:xfrm>
            <a:off x="2135666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43E9C52F-9F73-BC62-1C2D-55BBFED2FCEC}"/>
              </a:ext>
            </a:extLst>
          </p:cNvPr>
          <p:cNvCxnSpPr>
            <a:cxnSpLocks/>
          </p:cNvCxnSpPr>
          <p:nvPr/>
        </p:nvCxnSpPr>
        <p:spPr>
          <a:xfrm>
            <a:off x="119967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1D2D8CB-B938-A556-1C15-47C444F60EB9}"/>
              </a:ext>
            </a:extLst>
          </p:cNvPr>
          <p:cNvCxnSpPr>
            <a:cxnSpLocks/>
          </p:cNvCxnSpPr>
          <p:nvPr/>
        </p:nvCxnSpPr>
        <p:spPr>
          <a:xfrm>
            <a:off x="1391224" y="1933107"/>
            <a:ext cx="75660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E2C1B004-8E75-73CF-97FC-339BE5FB5D79}"/>
              </a:ext>
            </a:extLst>
          </p:cNvPr>
          <p:cNvSpPr txBox="1"/>
          <p:nvPr/>
        </p:nvSpPr>
        <p:spPr>
          <a:xfrm>
            <a:off x="2372746" y="1770059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907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F1EE-92A5-46D9-2F76-51AAEBE9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965BBDA-9C4C-0119-B4F1-973AA7BB21BF}"/>
              </a:ext>
            </a:extLst>
          </p:cNvPr>
          <p:cNvCxnSpPr>
            <a:cxnSpLocks/>
          </p:cNvCxnSpPr>
          <p:nvPr/>
        </p:nvCxnSpPr>
        <p:spPr>
          <a:xfrm flipV="1">
            <a:off x="3075571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A5B2AC91-9E2A-9503-4691-7A0BF1F48C46}"/>
              </a:ext>
            </a:extLst>
          </p:cNvPr>
          <p:cNvSpPr/>
          <p:nvPr/>
        </p:nvSpPr>
        <p:spPr>
          <a:xfrm rot="5400000">
            <a:off x="2076042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57F58FA-07D2-C592-DF43-114C7DC1577E}"/>
              </a:ext>
            </a:extLst>
          </p:cNvPr>
          <p:cNvSpPr/>
          <p:nvPr/>
        </p:nvSpPr>
        <p:spPr>
          <a:xfrm rot="5400000">
            <a:off x="1705568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24DA767-D654-58F6-6BA6-4423D58AA0AE}"/>
              </a:ext>
            </a:extLst>
          </p:cNvPr>
          <p:cNvSpPr/>
          <p:nvPr/>
        </p:nvSpPr>
        <p:spPr>
          <a:xfrm rot="5400000">
            <a:off x="-166680" y="156809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5E45688-3D5D-EC88-0E87-C4666DAFA725}"/>
              </a:ext>
            </a:extLst>
          </p:cNvPr>
          <p:cNvCxnSpPr>
            <a:cxnSpLocks/>
          </p:cNvCxnSpPr>
          <p:nvPr/>
        </p:nvCxnSpPr>
        <p:spPr>
          <a:xfrm flipV="1">
            <a:off x="52047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9F0635B8-9791-CDDC-24B4-D57D3DC08078}"/>
              </a:ext>
            </a:extLst>
          </p:cNvPr>
          <p:cNvSpPr/>
          <p:nvPr/>
        </p:nvSpPr>
        <p:spPr>
          <a:xfrm rot="5400000">
            <a:off x="204399" y="1568093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EE74A8-986B-51C4-C21F-370366E12ACB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0E4AD4-0746-A350-FA54-6E820BA1342B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B146DD4-4E6B-5C3B-364C-2A4D48321142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4B23ACEE-96BE-4E60-F861-A38573AD244E}"/>
              </a:ext>
            </a:extLst>
          </p:cNvPr>
          <p:cNvSpPr txBox="1"/>
          <p:nvPr/>
        </p:nvSpPr>
        <p:spPr>
          <a:xfrm>
            <a:off x="1225883" y="37469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8A75A35-A513-3631-6CCB-21F2CA0D8358}"/>
              </a:ext>
            </a:extLst>
          </p:cNvPr>
          <p:cNvSpPr txBox="1"/>
          <p:nvPr/>
        </p:nvSpPr>
        <p:spPr>
          <a:xfrm>
            <a:off x="919117" y="166"/>
            <a:ext cx="1777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C4F10A6-CDDC-9FFB-DDE8-F8B3F4F4EE32}"/>
              </a:ext>
            </a:extLst>
          </p:cNvPr>
          <p:cNvCxnSpPr>
            <a:cxnSpLocks/>
          </p:cNvCxnSpPr>
          <p:nvPr/>
        </p:nvCxnSpPr>
        <p:spPr>
          <a:xfrm>
            <a:off x="526098" y="356833"/>
            <a:ext cx="25467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BD7DEDE-1969-175A-8A9C-BDB019A06BEF}"/>
              </a:ext>
            </a:extLst>
          </p:cNvPr>
          <p:cNvGrpSpPr/>
          <p:nvPr/>
        </p:nvGrpSpPr>
        <p:grpSpPr>
          <a:xfrm>
            <a:off x="688108" y="1245432"/>
            <a:ext cx="901216" cy="1703507"/>
            <a:chOff x="688108" y="1245427"/>
            <a:chExt cx="901216" cy="1697805"/>
          </a:xfrm>
        </p:grpSpPr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AFD89645-6A64-B7C0-15F1-C9026A14079C}"/>
                </a:ext>
              </a:extLst>
            </p:cNvPr>
            <p:cNvSpPr/>
            <p:nvPr/>
          </p:nvSpPr>
          <p:spPr>
            <a:xfrm rot="10800000">
              <a:off x="689609" y="1245427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" name="Rechteck 36">
              <a:extLst>
                <a:ext uri="{FF2B5EF4-FFF2-40B4-BE49-F238E27FC236}">
                  <a16:creationId xmlns:a16="http://schemas.microsoft.com/office/drawing/2014/main" id="{07E841BC-FC33-07BD-BDE2-D718FC740B39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7F69CEF-C148-A252-80EE-D529D6139203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72A649FD-8FE1-3747-1BE0-4247F282FF50}"/>
              </a:ext>
            </a:extLst>
          </p:cNvPr>
          <p:cNvCxnSpPr>
            <a:cxnSpLocks/>
          </p:cNvCxnSpPr>
          <p:nvPr/>
        </p:nvCxnSpPr>
        <p:spPr>
          <a:xfrm flipV="1">
            <a:off x="1243671" y="1250036"/>
            <a:ext cx="0" cy="168937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DF0ACF33-3416-CBEF-EF16-6EA463E7A670}"/>
              </a:ext>
            </a:extLst>
          </p:cNvPr>
          <p:cNvCxnSpPr>
            <a:cxnSpLocks/>
          </p:cNvCxnSpPr>
          <p:nvPr/>
        </p:nvCxnSpPr>
        <p:spPr>
          <a:xfrm>
            <a:off x="98250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57AB698-FB22-F50C-7D3E-122B9E20A2E1}"/>
              </a:ext>
            </a:extLst>
          </p:cNvPr>
          <p:cNvGrpSpPr/>
          <p:nvPr/>
        </p:nvGrpSpPr>
        <p:grpSpPr>
          <a:xfrm rot="10800000">
            <a:off x="2011126" y="1238250"/>
            <a:ext cx="901216" cy="1710251"/>
            <a:chOff x="688108" y="1243766"/>
            <a:chExt cx="901216" cy="1699466"/>
          </a:xfrm>
        </p:grpSpPr>
        <p:sp>
          <p:nvSpPr>
            <p:cNvPr id="10" name="Rechteck 36">
              <a:extLst>
                <a:ext uri="{FF2B5EF4-FFF2-40B4-BE49-F238E27FC236}">
                  <a16:creationId xmlns:a16="http://schemas.microsoft.com/office/drawing/2014/main" id="{4C92E796-B2C8-4429-219B-8686F89CA335}"/>
                </a:ext>
              </a:extLst>
            </p:cNvPr>
            <p:cNvSpPr/>
            <p:nvPr/>
          </p:nvSpPr>
          <p:spPr>
            <a:xfrm rot="10800000">
              <a:off x="689609" y="1243766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Rechteck 36">
              <a:extLst>
                <a:ext uri="{FF2B5EF4-FFF2-40B4-BE49-F238E27FC236}">
                  <a16:creationId xmlns:a16="http://schemas.microsoft.com/office/drawing/2014/main" id="{FCD144FA-F42D-F055-78A1-3A0B73A73BEA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D0A25079-8B64-7F0B-CBEB-8412AC423243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44300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1ADA8502-7766-C8F6-4A73-2829E87E012B}"/>
              </a:ext>
            </a:extLst>
          </p:cNvPr>
          <p:cNvSpPr txBox="1"/>
          <p:nvPr/>
        </p:nvSpPr>
        <p:spPr>
          <a:xfrm>
            <a:off x="2589194" y="1763888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09074489-F572-BA9B-1E7D-ACEBFE8E002F}"/>
              </a:ext>
            </a:extLst>
          </p:cNvPr>
          <p:cNvCxnSpPr>
            <a:cxnSpLocks/>
          </p:cNvCxnSpPr>
          <p:nvPr/>
        </p:nvCxnSpPr>
        <p:spPr>
          <a:xfrm>
            <a:off x="2356646" y="1933107"/>
            <a:ext cx="250823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DC68F22B-F97A-B07C-A7EA-0A5B70EF5F50}"/>
              </a:ext>
            </a:extLst>
          </p:cNvPr>
          <p:cNvCxnSpPr>
            <a:cxnSpLocks/>
          </p:cNvCxnSpPr>
          <p:nvPr/>
        </p:nvCxnSpPr>
        <p:spPr>
          <a:xfrm flipV="1">
            <a:off x="2365717" y="1249052"/>
            <a:ext cx="0" cy="1686553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27A562D-90FF-1476-449A-66E463106AFA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AE60EE26-A795-229B-AD32-0D662780F42A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818AF905-1DB8-5D9D-E490-8E90060263A9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889E28D0-53CE-FCC0-FEBB-54FA9874AD54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CDB39DE-5216-5E1C-5DEA-FCA75C40B2F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DF18A356-1832-B425-EDA5-0E9FC1A7AE05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4AD193D2-D77E-27F1-A250-7D47BA17812A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D7CF597-8965-1CBC-C74B-6186F200E9A5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1CB7915C-B48A-5449-F97C-AE85F8B8DC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2599EBAC-13B3-BF1E-B738-63FA3B2A88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3292089-0FBA-BC47-38DE-B7BD0D5E6A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39FC2-6EC9-D202-F14C-9F2FC5608297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23CF623A-0F57-E567-1830-C748BDC2BE55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0F5B36BB-9B70-3AC9-A2E8-7377546A34D7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9DE7EE4E-3DF5-EF91-2EBC-F750488A1CA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36B9A999-04D1-104A-A894-415D543DC21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B9F19168-5A59-B547-352F-6818F5F0C032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C477C271-510A-6FB8-2C58-66F6B71AC4A0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0F52352-AAF7-8027-616A-6E8C2D9BE437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2ABF500-E15E-A885-A70F-65170C634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B83BF305-34B1-158A-0E4A-518D4D8DAA7C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B849D80-C727-54CA-91B8-4ED7F6224E7E}"/>
              </a:ext>
            </a:extLst>
          </p:cNvPr>
          <p:cNvCxnSpPr>
            <a:cxnSpLocks/>
          </p:cNvCxnSpPr>
          <p:nvPr/>
        </p:nvCxnSpPr>
        <p:spPr>
          <a:xfrm>
            <a:off x="1225883" y="1933107"/>
            <a:ext cx="1185847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455DFB1E-CAB5-4EF6-E3C3-5498F5A45B6E}"/>
              </a:ext>
            </a:extLst>
          </p:cNvPr>
          <p:cNvSpPr txBox="1"/>
          <p:nvPr/>
        </p:nvSpPr>
        <p:spPr>
          <a:xfrm>
            <a:off x="2365812" y="2289411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1E006B6-3FAF-4261-F93D-35F2F8CE0D2F}"/>
              </a:ext>
            </a:extLst>
          </p:cNvPr>
          <p:cNvSpPr/>
          <p:nvPr/>
        </p:nvSpPr>
        <p:spPr>
          <a:xfrm>
            <a:off x="127729" y="1222815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FB03BD97-2375-1A5A-0054-339E43EB994A}"/>
              </a:ext>
            </a:extLst>
          </p:cNvPr>
          <p:cNvSpPr/>
          <p:nvPr/>
        </p:nvSpPr>
        <p:spPr>
          <a:xfrm rot="10800000">
            <a:off x="3205114" y="1221547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4694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9079C-64B2-0920-5FB6-A3BDE5BA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6E758F-5E8C-4A33-A484-C949DF6AE78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1366044" y="1885950"/>
            <a:ext cx="380602" cy="795826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C248CD-498B-0117-98A2-24FB0480EBA0}"/>
              </a:ext>
            </a:extLst>
          </p:cNvPr>
          <p:cNvCxnSpPr>
            <a:cxnSpLocks/>
          </p:cNvCxnSpPr>
          <p:nvPr/>
        </p:nvCxnSpPr>
        <p:spPr>
          <a:xfrm flipH="1">
            <a:off x="1746646" y="1125141"/>
            <a:ext cx="996554" cy="76080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8F34F80A-EBCC-0478-D19A-F497C3B0974F}"/>
              </a:ext>
            </a:extLst>
          </p:cNvPr>
          <p:cNvSpPr/>
          <p:nvPr/>
        </p:nvSpPr>
        <p:spPr>
          <a:xfrm>
            <a:off x="2743438" y="1001260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258C77C-4A7A-D452-546A-F782094A844D}"/>
              </a:ext>
            </a:extLst>
          </p:cNvPr>
          <p:cNvSpPr txBox="1"/>
          <p:nvPr/>
        </p:nvSpPr>
        <p:spPr>
          <a:xfrm>
            <a:off x="1746646" y="80831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Zugkraft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BC3B36-F438-30F7-E5AD-77E92FCC625F}"/>
              </a:ext>
            </a:extLst>
          </p:cNvPr>
          <p:cNvSpPr txBox="1"/>
          <p:nvPr/>
        </p:nvSpPr>
        <p:spPr>
          <a:xfrm>
            <a:off x="1746646" y="254174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Druckkraft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D77C840-5B36-FDCB-637F-4F0C4F90550E}"/>
              </a:ext>
            </a:extLst>
          </p:cNvPr>
          <p:cNvCxnSpPr>
            <a:cxnSpLocks/>
          </p:cNvCxnSpPr>
          <p:nvPr/>
        </p:nvCxnSpPr>
        <p:spPr>
          <a:xfrm>
            <a:off x="1746646" y="1983700"/>
            <a:ext cx="90344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51EE311-0F9A-9970-E8B6-FF561FBE8B19}"/>
              </a:ext>
            </a:extLst>
          </p:cNvPr>
          <p:cNvCxnSpPr>
            <a:cxnSpLocks/>
          </p:cNvCxnSpPr>
          <p:nvPr/>
        </p:nvCxnSpPr>
        <p:spPr>
          <a:xfrm flipV="1">
            <a:off x="1746646" y="860822"/>
            <a:ext cx="0" cy="200025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602C224-82B5-FDCF-B8F8-858E6D65BFE3}"/>
              </a:ext>
            </a:extLst>
          </p:cNvPr>
          <p:cNvCxnSpPr>
            <a:cxnSpLocks/>
          </p:cNvCxnSpPr>
          <p:nvPr/>
        </p:nvCxnSpPr>
        <p:spPr>
          <a:xfrm>
            <a:off x="546497" y="1885950"/>
            <a:ext cx="2875359" cy="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A11C55D-615F-C92E-D705-65A66C2476E5}"/>
              </a:ext>
            </a:extLst>
          </p:cNvPr>
          <p:cNvCxnSpPr>
            <a:cxnSpLocks/>
          </p:cNvCxnSpPr>
          <p:nvPr/>
        </p:nvCxnSpPr>
        <p:spPr>
          <a:xfrm flipV="1">
            <a:off x="2650093" y="1194435"/>
            <a:ext cx="0" cy="84201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B5B8BA-9C02-7E58-5C46-B9A3E0104B5D}"/>
              </a:ext>
            </a:extLst>
          </p:cNvPr>
          <p:cNvSpPr txBox="1"/>
          <p:nvPr/>
        </p:nvSpPr>
        <p:spPr>
          <a:xfrm>
            <a:off x="2053470" y="1967626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2003B1EF-7C68-A915-E9CF-FA38170D0E8B}"/>
              </a:ext>
            </a:extLst>
          </p:cNvPr>
          <p:cNvSpPr txBox="1"/>
          <p:nvPr/>
        </p:nvSpPr>
        <p:spPr>
          <a:xfrm>
            <a:off x="2613900" y="1467744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F19A157-F5C5-C33D-CA2E-A8E32836B9AD}"/>
              </a:ext>
            </a:extLst>
          </p:cNvPr>
          <p:cNvSpPr txBox="1"/>
          <p:nvPr/>
        </p:nvSpPr>
        <p:spPr>
          <a:xfrm>
            <a:off x="452765" y="1527214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8C5BBFCA-76A7-8024-76D9-34E5A94F3498}"/>
              </a:ext>
            </a:extLst>
          </p:cNvPr>
          <p:cNvSpPr txBox="1"/>
          <p:nvPr/>
        </p:nvSpPr>
        <p:spPr>
          <a:xfrm>
            <a:off x="2895271" y="1947383"/>
            <a:ext cx="594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pPr algn="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ED0F6383-8C16-6DE6-2112-331D5079AA18}"/>
              </a:ext>
            </a:extLst>
          </p:cNvPr>
          <p:cNvCxnSpPr>
            <a:cxnSpLocks/>
          </p:cNvCxnSpPr>
          <p:nvPr/>
        </p:nvCxnSpPr>
        <p:spPr>
          <a:xfrm flipH="1">
            <a:off x="1366044" y="1783675"/>
            <a:ext cx="3806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2139BF01-02C5-98FA-7B82-83DB45E8575E}"/>
              </a:ext>
            </a:extLst>
          </p:cNvPr>
          <p:cNvSpPr/>
          <p:nvPr/>
        </p:nvSpPr>
        <p:spPr>
          <a:xfrm rot="9516364">
            <a:off x="1055843" y="2740372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510E287-5135-5060-27A1-A086E315CD16}"/>
              </a:ext>
            </a:extLst>
          </p:cNvPr>
          <p:cNvCxnSpPr>
            <a:cxnSpLocks/>
          </p:cNvCxnSpPr>
          <p:nvPr/>
        </p:nvCxnSpPr>
        <p:spPr>
          <a:xfrm>
            <a:off x="1373585" y="1735872"/>
            <a:ext cx="0" cy="91017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852668C3-2838-FD24-E9ED-984BAE3EB588}"/>
              </a:ext>
            </a:extLst>
          </p:cNvPr>
          <p:cNvSpPr txBox="1"/>
          <p:nvPr/>
        </p:nvSpPr>
        <p:spPr>
          <a:xfrm>
            <a:off x="1429348" y="1541443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A9D5DF0-EF4A-CAEA-C492-FCE869E87F35}"/>
              </a:ext>
            </a:extLst>
          </p:cNvPr>
          <p:cNvSpPr txBox="1"/>
          <p:nvPr/>
        </p:nvSpPr>
        <p:spPr>
          <a:xfrm>
            <a:off x="749855" y="2101333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928E834B-A8BD-4AA7-25F6-2317285A2850}"/>
              </a:ext>
            </a:extLst>
          </p:cNvPr>
          <p:cNvSpPr txBox="1"/>
          <p:nvPr/>
        </p:nvSpPr>
        <p:spPr>
          <a:xfrm>
            <a:off x="54131" y="2464115"/>
            <a:ext cx="11469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 der verspannten Platten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B94EFC6-A58C-3F8B-EA65-358178775FD0}"/>
              </a:ext>
            </a:extLst>
          </p:cNvPr>
          <p:cNvSpPr txBox="1"/>
          <p:nvPr/>
        </p:nvSpPr>
        <p:spPr>
          <a:xfrm>
            <a:off x="2346719" y="736942"/>
            <a:ext cx="11469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Schraubenkennlinie</a:t>
            </a:r>
          </a:p>
        </p:txBody>
      </p:sp>
    </p:spTree>
    <p:extLst>
      <p:ext uri="{BB962C8B-B14F-4D97-AF65-F5344CB8AC3E}">
        <p14:creationId xmlns:p14="http://schemas.microsoft.com/office/powerpoint/2010/main" val="3106273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5AA2B-FFEE-1534-017F-A310916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9C99D4C-8C64-9441-D2C6-A6C44EF51D8D}"/>
              </a:ext>
            </a:extLst>
          </p:cNvPr>
          <p:cNvSpPr txBox="1"/>
          <p:nvPr/>
        </p:nvSpPr>
        <p:spPr>
          <a:xfrm>
            <a:off x="507088" y="520422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7411884-7775-269F-B4D0-63745A767B70}"/>
              </a:ext>
            </a:extLst>
          </p:cNvPr>
          <p:cNvSpPr txBox="1"/>
          <p:nvPr/>
        </p:nvSpPr>
        <p:spPr>
          <a:xfrm>
            <a:off x="3186887" y="263790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AE1CEDE2-2238-D8B2-4B64-54C3E159B1B5}"/>
              </a:ext>
            </a:extLst>
          </p:cNvPr>
          <p:cNvCxnSpPr>
            <a:cxnSpLocks/>
          </p:cNvCxnSpPr>
          <p:nvPr/>
        </p:nvCxnSpPr>
        <p:spPr>
          <a:xfrm flipH="1">
            <a:off x="507087" y="906780"/>
            <a:ext cx="2353550" cy="1719976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A834332-C8CB-D890-13D5-516C4C3DBDE7}"/>
              </a:ext>
            </a:extLst>
          </p:cNvPr>
          <p:cNvCxnSpPr>
            <a:cxnSpLocks/>
          </p:cNvCxnSpPr>
          <p:nvPr/>
        </p:nvCxnSpPr>
        <p:spPr>
          <a:xfrm flipH="1" flipV="1">
            <a:off x="2324933" y="1299210"/>
            <a:ext cx="771766" cy="1327546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720AFC-7E5F-B1E4-19F0-9541FE1CEA1B}"/>
              </a:ext>
            </a:extLst>
          </p:cNvPr>
          <p:cNvCxnSpPr>
            <a:cxnSpLocks/>
          </p:cNvCxnSpPr>
          <p:nvPr/>
        </p:nvCxnSpPr>
        <p:spPr>
          <a:xfrm flipV="1">
            <a:off x="2324935" y="1299210"/>
            <a:ext cx="0" cy="1327546"/>
          </a:xfrm>
          <a:prstGeom prst="straightConnector1">
            <a:avLst/>
          </a:prstGeom>
          <a:ln w="25400" cap="rnd">
            <a:solidFill>
              <a:srgbClr val="8F45A3"/>
            </a:solidFill>
            <a:round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AC50AC88-3F57-241A-C949-CE3927493767}"/>
              </a:ext>
            </a:extLst>
          </p:cNvPr>
          <p:cNvCxnSpPr>
            <a:cxnSpLocks/>
          </p:cNvCxnSpPr>
          <p:nvPr/>
        </p:nvCxnSpPr>
        <p:spPr>
          <a:xfrm flipV="1">
            <a:off x="507088" y="626506"/>
            <a:ext cx="0" cy="200025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16982BB4-DB8D-2626-A307-3512141B3187}"/>
              </a:ext>
            </a:extLst>
          </p:cNvPr>
          <p:cNvCxnSpPr>
            <a:cxnSpLocks/>
          </p:cNvCxnSpPr>
          <p:nvPr/>
        </p:nvCxnSpPr>
        <p:spPr>
          <a:xfrm flipV="1">
            <a:off x="2865120" y="2236470"/>
            <a:ext cx="0" cy="59944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596D7F3-50AB-39D8-FDBC-789E25D1F4D9}"/>
              </a:ext>
            </a:extLst>
          </p:cNvPr>
          <p:cNvCxnSpPr>
            <a:cxnSpLocks/>
          </p:cNvCxnSpPr>
          <p:nvPr/>
        </p:nvCxnSpPr>
        <p:spPr>
          <a:xfrm flipV="1">
            <a:off x="3096699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1445743-BDCE-7C8F-998A-E69300AB6E22}"/>
              </a:ext>
            </a:extLst>
          </p:cNvPr>
          <p:cNvCxnSpPr>
            <a:cxnSpLocks/>
          </p:cNvCxnSpPr>
          <p:nvPr/>
        </p:nvCxnSpPr>
        <p:spPr>
          <a:xfrm flipV="1">
            <a:off x="2324935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27F04C1-748E-8132-59AE-5E753D432E7D}"/>
              </a:ext>
            </a:extLst>
          </p:cNvPr>
          <p:cNvCxnSpPr>
            <a:cxnSpLocks/>
          </p:cNvCxnSpPr>
          <p:nvPr/>
        </p:nvCxnSpPr>
        <p:spPr>
          <a:xfrm flipV="1">
            <a:off x="507087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7B7E50C4-36BE-7CE1-252B-BB31B7BDE238}"/>
              </a:ext>
            </a:extLst>
          </p:cNvPr>
          <p:cNvCxnSpPr>
            <a:cxnSpLocks/>
          </p:cNvCxnSpPr>
          <p:nvPr/>
        </p:nvCxnSpPr>
        <p:spPr>
          <a:xfrm flipH="1">
            <a:off x="2324935" y="2779078"/>
            <a:ext cx="54018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93D02C2-7C93-3227-B4AC-85D50F782449}"/>
              </a:ext>
            </a:extLst>
          </p:cNvPr>
          <p:cNvCxnSpPr>
            <a:cxnSpLocks/>
          </p:cNvCxnSpPr>
          <p:nvPr/>
        </p:nvCxnSpPr>
        <p:spPr>
          <a:xfrm flipH="1">
            <a:off x="2324935" y="3054191"/>
            <a:ext cx="7717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F3754CE9-ECA8-667B-91EA-B0BCE33B5F8C}"/>
              </a:ext>
            </a:extLst>
          </p:cNvPr>
          <p:cNvCxnSpPr>
            <a:cxnSpLocks/>
          </p:cNvCxnSpPr>
          <p:nvPr/>
        </p:nvCxnSpPr>
        <p:spPr>
          <a:xfrm flipH="1">
            <a:off x="507087" y="3054191"/>
            <a:ext cx="18178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86DD17A-DD84-31ED-7615-45D58F62AE92}"/>
              </a:ext>
            </a:extLst>
          </p:cNvPr>
          <p:cNvCxnSpPr>
            <a:cxnSpLocks/>
          </p:cNvCxnSpPr>
          <p:nvPr/>
        </p:nvCxnSpPr>
        <p:spPr>
          <a:xfrm>
            <a:off x="266700" y="903505"/>
            <a:ext cx="0" cy="1723251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75A98BEE-DE98-3560-677A-DA4313133819}"/>
              </a:ext>
            </a:extLst>
          </p:cNvPr>
          <p:cNvCxnSpPr>
            <a:cxnSpLocks/>
          </p:cNvCxnSpPr>
          <p:nvPr/>
        </p:nvCxnSpPr>
        <p:spPr>
          <a:xfrm flipV="1">
            <a:off x="2870199" y="900965"/>
            <a:ext cx="0" cy="1327546"/>
          </a:xfrm>
          <a:prstGeom prst="straightConnector1">
            <a:avLst/>
          </a:prstGeom>
          <a:ln w="2540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6BAAE751-7C2C-9817-F8EA-4C9961B01EE8}"/>
              </a:ext>
            </a:extLst>
          </p:cNvPr>
          <p:cNvCxnSpPr>
            <a:cxnSpLocks/>
          </p:cNvCxnSpPr>
          <p:nvPr/>
        </p:nvCxnSpPr>
        <p:spPr>
          <a:xfrm flipV="1">
            <a:off x="3246119" y="1295002"/>
            <a:ext cx="0" cy="936049"/>
          </a:xfrm>
          <a:prstGeom prst="straightConnector1">
            <a:avLst/>
          </a:prstGeom>
          <a:ln w="2540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5215B533-2412-02F3-7C0E-FE61DF86C84D}"/>
              </a:ext>
            </a:extLst>
          </p:cNvPr>
          <p:cNvCxnSpPr>
            <a:cxnSpLocks/>
          </p:cNvCxnSpPr>
          <p:nvPr/>
        </p:nvCxnSpPr>
        <p:spPr>
          <a:xfrm flipV="1">
            <a:off x="3246119" y="903505"/>
            <a:ext cx="0" cy="385545"/>
          </a:xfrm>
          <a:prstGeom prst="straightConnector1">
            <a:avLst/>
          </a:prstGeom>
          <a:ln w="2540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55F5122C-BDA4-7BDB-83D0-9BB36D0DB24E}"/>
              </a:ext>
            </a:extLst>
          </p:cNvPr>
          <p:cNvCxnSpPr>
            <a:cxnSpLocks/>
          </p:cNvCxnSpPr>
          <p:nvPr/>
        </p:nvCxnSpPr>
        <p:spPr>
          <a:xfrm flipH="1">
            <a:off x="2328745" y="1296907"/>
            <a:ext cx="10537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C7B4892-A982-B776-0BF0-68B3F3E87141}"/>
              </a:ext>
            </a:extLst>
          </p:cNvPr>
          <p:cNvCxnSpPr>
            <a:cxnSpLocks/>
          </p:cNvCxnSpPr>
          <p:nvPr/>
        </p:nvCxnSpPr>
        <p:spPr>
          <a:xfrm>
            <a:off x="200660" y="2626756"/>
            <a:ext cx="3064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5C33117-E556-EB23-CB47-3818D842C05D}"/>
              </a:ext>
            </a:extLst>
          </p:cNvPr>
          <p:cNvCxnSpPr>
            <a:cxnSpLocks/>
          </p:cNvCxnSpPr>
          <p:nvPr/>
        </p:nvCxnSpPr>
        <p:spPr>
          <a:xfrm flipH="1">
            <a:off x="200660" y="901600"/>
            <a:ext cx="317797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F44F04F4-2161-9788-E9A9-06290888598F}"/>
              </a:ext>
            </a:extLst>
          </p:cNvPr>
          <p:cNvCxnSpPr>
            <a:cxnSpLocks/>
          </p:cNvCxnSpPr>
          <p:nvPr/>
        </p:nvCxnSpPr>
        <p:spPr>
          <a:xfrm flipV="1">
            <a:off x="3246119" y="2231051"/>
            <a:ext cx="0" cy="395705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44C669EE-19E1-F7A2-D6AE-A02A0DC5AD1D}"/>
              </a:ext>
            </a:extLst>
          </p:cNvPr>
          <p:cNvCxnSpPr>
            <a:cxnSpLocks/>
          </p:cNvCxnSpPr>
          <p:nvPr/>
        </p:nvCxnSpPr>
        <p:spPr>
          <a:xfrm flipH="1">
            <a:off x="2865120" y="2235516"/>
            <a:ext cx="5173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ACDEABE0-52EC-B919-438F-E786233B373A}"/>
              </a:ext>
            </a:extLst>
          </p:cNvPr>
          <p:cNvCxnSpPr>
            <a:cxnSpLocks/>
          </p:cNvCxnSpPr>
          <p:nvPr/>
        </p:nvCxnSpPr>
        <p:spPr>
          <a:xfrm>
            <a:off x="507088" y="2626756"/>
            <a:ext cx="287535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0513B69D-0A95-2828-AEFA-24D1CD0BA15B}"/>
              </a:ext>
            </a:extLst>
          </p:cNvPr>
          <p:cNvSpPr txBox="1"/>
          <p:nvPr/>
        </p:nvSpPr>
        <p:spPr>
          <a:xfrm>
            <a:off x="-58022" y="1624526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DB10E0DB-2EFD-09E2-2C02-4640BB969425}"/>
              </a:ext>
            </a:extLst>
          </p:cNvPr>
          <p:cNvSpPr txBox="1"/>
          <p:nvPr/>
        </p:nvSpPr>
        <p:spPr>
          <a:xfrm>
            <a:off x="1987990" y="1896780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05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43E2AA8-EAF8-459F-96CA-C507CFFF2CFF}"/>
              </a:ext>
            </a:extLst>
          </p:cNvPr>
          <p:cNvSpPr txBox="1"/>
          <p:nvPr/>
        </p:nvSpPr>
        <p:spPr>
          <a:xfrm>
            <a:off x="2811841" y="1619197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928A08BA-FD0D-1597-BC55-93119CF75B17}"/>
              </a:ext>
            </a:extLst>
          </p:cNvPr>
          <p:cNvSpPr txBox="1"/>
          <p:nvPr/>
        </p:nvSpPr>
        <p:spPr>
          <a:xfrm>
            <a:off x="3171547" y="1679336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822F9E-30EB-6409-9B95-59176995CD33}"/>
              </a:ext>
            </a:extLst>
          </p:cNvPr>
          <p:cNvSpPr txBox="1"/>
          <p:nvPr/>
        </p:nvSpPr>
        <p:spPr>
          <a:xfrm>
            <a:off x="3166467" y="986843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7256C469-6CFE-7883-2735-1A3D81A4B209}"/>
              </a:ext>
            </a:extLst>
          </p:cNvPr>
          <p:cNvSpPr txBox="1"/>
          <p:nvPr/>
        </p:nvSpPr>
        <p:spPr>
          <a:xfrm>
            <a:off x="3154915" y="2306268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7D2E968E-3D91-58CE-6E64-97D76B1680DE}"/>
              </a:ext>
            </a:extLst>
          </p:cNvPr>
          <p:cNvSpPr txBox="1"/>
          <p:nvPr/>
        </p:nvSpPr>
        <p:spPr>
          <a:xfrm>
            <a:off x="2407504" y="275200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064290-5F30-CF9C-9703-A2E1FA771AB9}"/>
              </a:ext>
            </a:extLst>
          </p:cNvPr>
          <p:cNvSpPr txBox="1"/>
          <p:nvPr/>
        </p:nvSpPr>
        <p:spPr>
          <a:xfrm>
            <a:off x="2523293" y="302900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EEAA113F-3EA6-6B9B-A7C4-E78DE9E48639}"/>
              </a:ext>
            </a:extLst>
          </p:cNvPr>
          <p:cNvSpPr txBox="1"/>
          <p:nvPr/>
        </p:nvSpPr>
        <p:spPr>
          <a:xfrm>
            <a:off x="1229737" y="3030475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C3BA9DE5-6E7B-A76A-FFF8-6FE099E93876}"/>
              </a:ext>
            </a:extLst>
          </p:cNvPr>
          <p:cNvSpPr/>
          <p:nvPr/>
        </p:nvSpPr>
        <p:spPr>
          <a:xfrm>
            <a:off x="2302072" y="127379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5895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9980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478994" y="2918460"/>
              <a:ext cx="431000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485738" y="2870200"/>
              <a:ext cx="419174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82" y="778796"/>
            <a:ext cx="1069836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6803"/>
            <a:ext cx="0" cy="846237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3381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253</Words>
  <Application>Microsoft Office PowerPoint</Application>
  <PresentationFormat>Benutzerdefiniert</PresentationFormat>
  <Paragraphs>188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165</cp:revision>
  <dcterms:created xsi:type="dcterms:W3CDTF">2026-09-04T15:35:46Z</dcterms:created>
  <dcterms:modified xsi:type="dcterms:W3CDTF">2026-10-19T15:11:19Z</dcterms:modified>
</cp:coreProperties>
</file>