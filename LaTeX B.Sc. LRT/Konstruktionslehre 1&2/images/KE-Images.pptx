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65" r:id="rId18"/>
    <p:sldId id="266" r:id="rId19"/>
    <p:sldId id="268" r:id="rId20"/>
    <p:sldId id="267" r:id="rId21"/>
    <p:sldId id="279" r:id="rId22"/>
    <p:sldId id="280" r:id="rId23"/>
    <p:sldId id="278" r:id="rId24"/>
    <p:sldId id="262" r:id="rId25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FF9F2B"/>
    <a:srgbClr val="FFB94C"/>
    <a:srgbClr val="129F57"/>
    <a:srgbClr val="75EF9B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896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13.10.2026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AB318A2-6DA9-CB00-FF77-20BA85B347A2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F3F93F-3238-D56D-9131-AC5D230FD79F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B868B74-878E-B90E-11BF-F844111A4C5D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234E-FF38-F111-6D3F-04D8A087C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470A5F49-CD13-45A0-793B-1AD4FA8973F2}"/>
              </a:ext>
            </a:extLst>
          </p:cNvPr>
          <p:cNvSpPr/>
          <p:nvPr/>
        </p:nvSpPr>
        <p:spPr>
          <a:xfrm>
            <a:off x="1816892" y="632460"/>
            <a:ext cx="1062840" cy="210820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614A367B-E767-9600-6264-5D8BD5ED9DB9}"/>
              </a:ext>
            </a:extLst>
          </p:cNvPr>
          <p:cNvSpPr/>
          <p:nvPr/>
        </p:nvSpPr>
        <p:spPr>
          <a:xfrm>
            <a:off x="2413635" y="1415415"/>
            <a:ext cx="264795" cy="281940"/>
          </a:xfrm>
          <a:custGeom>
            <a:avLst/>
            <a:gdLst>
              <a:gd name="csX0" fmla="*/ 1905 w 264795"/>
              <a:gd name="csY0" fmla="*/ 0 h 281940"/>
              <a:gd name="csX1" fmla="*/ 217170 w 264795"/>
              <a:gd name="csY1" fmla="*/ 0 h 281940"/>
              <a:gd name="csX2" fmla="*/ 264795 w 264795"/>
              <a:gd name="csY2" fmla="*/ 142875 h 281940"/>
              <a:gd name="csX3" fmla="*/ 219075 w 264795"/>
              <a:gd name="csY3" fmla="*/ 281940 h 281940"/>
              <a:gd name="csX4" fmla="*/ 0 w 264795"/>
              <a:gd name="csY4" fmla="*/ 281940 h 281940"/>
              <a:gd name="csX5" fmla="*/ 1905 w 264795"/>
              <a:gd name="csY5" fmla="*/ 0 h 281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64795" h="281940">
                <a:moveTo>
                  <a:pt x="1905" y="0"/>
                </a:moveTo>
                <a:lnTo>
                  <a:pt x="217170" y="0"/>
                </a:lnTo>
                <a:lnTo>
                  <a:pt x="264795" y="142875"/>
                </a:lnTo>
                <a:lnTo>
                  <a:pt x="219075" y="281940"/>
                </a:lnTo>
                <a:lnTo>
                  <a:pt x="0" y="281940"/>
                </a:lnTo>
                <a:lnTo>
                  <a:pt x="190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DB8190-87E0-33D5-375F-6CB5B3425BAC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829F3B-D46F-272F-0833-E9AA525DBDC5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BD2B5A-AC36-CF48-C360-742AE006E72D}"/>
              </a:ext>
            </a:extLst>
          </p:cNvPr>
          <p:cNvSpPr/>
          <p:nvPr/>
        </p:nvSpPr>
        <p:spPr>
          <a:xfrm>
            <a:off x="112966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0ADB98B-6CDF-C091-76EE-30A0711168C5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8C901E8-099E-B3AD-2BBD-3E91976F6B8B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B6B55193-5DF8-D84C-EE49-1E61D05DB932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D5C0E49-2262-9100-70A3-0E2FCEEA6FD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9C76EE4D-CC93-96C5-F141-02D2FDB70EC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C5CA49AD-5597-BAB1-81FD-7A0CBA6F6C00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7A64EE-B651-6266-FBB3-212FB6A7EDA9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5B360F-AD9E-C2CA-9A9D-48D6371DEF0D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69818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CFA6372-98D9-B4FB-C430-1C022BB8DC1C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6978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59F804A-6689-DDC4-678C-C265B36636EF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6ECD477-CC21-5F2B-F960-5A19255826F3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2F416AD3-9E45-1D1C-8E55-A04C04A2A86B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EC4E2B-299B-3F81-78F7-A67021490744}"/>
              </a:ext>
            </a:extLst>
          </p:cNvPr>
          <p:cNvSpPr/>
          <p:nvPr/>
        </p:nvSpPr>
        <p:spPr>
          <a:xfrm rot="16200000">
            <a:off x="2207222" y="2006955"/>
            <a:ext cx="348535" cy="125206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4B9E1-1398-FDDD-A8B3-D81E66A2A793}"/>
              </a:ext>
            </a:extLst>
          </p:cNvPr>
          <p:cNvSpPr/>
          <p:nvPr/>
        </p:nvSpPr>
        <p:spPr>
          <a:xfrm rot="5400000">
            <a:off x="2207220" y="152283"/>
            <a:ext cx="348535" cy="125206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E882AA3-DFCF-8268-0823-BF81A0FA85F5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83896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7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636D-665A-AC9D-8FE1-0C65A997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4DEC100-E2A2-4FCB-55DE-6F966D848149}"/>
              </a:ext>
            </a:extLst>
          </p:cNvPr>
          <p:cNvSpPr/>
          <p:nvPr/>
        </p:nvSpPr>
        <p:spPr>
          <a:xfrm rot="5400000">
            <a:off x="2079526" y="422298"/>
            <a:ext cx="330042" cy="2333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F4E71C-A2CB-AC4F-442F-59EF743B0CDC}"/>
              </a:ext>
            </a:extLst>
          </p:cNvPr>
          <p:cNvSpPr/>
          <p:nvPr/>
        </p:nvSpPr>
        <p:spPr>
          <a:xfrm rot="5400000">
            <a:off x="1236564" y="769008"/>
            <a:ext cx="330042" cy="2333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310284-FCB2-F540-23B7-CB7447E85002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11">
            <a:extLst>
              <a:ext uri="{FF2B5EF4-FFF2-40B4-BE49-F238E27FC236}">
                <a16:creationId xmlns:a16="http://schemas.microsoft.com/office/drawing/2014/main" id="{C2F18985-F01A-EBB1-E9EC-901EBF0D8F14}"/>
              </a:ext>
            </a:extLst>
          </p:cNvPr>
          <p:cNvSpPr/>
          <p:nvPr/>
        </p:nvSpPr>
        <p:spPr>
          <a:xfrm rot="5400000">
            <a:off x="1142048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0B2DDDF-AD6F-5A15-C865-837C41B40591}"/>
              </a:ext>
            </a:extLst>
          </p:cNvPr>
          <p:cNvGrpSpPr/>
          <p:nvPr/>
        </p:nvGrpSpPr>
        <p:grpSpPr>
          <a:xfrm rot="5400000">
            <a:off x="1667590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D39AB33-51E0-53DD-FD7E-9FE9DDCAA121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A109D6E-504A-A99B-48C8-F96656404C1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4D40EBDD-5DEF-CD80-F91D-BA80AAE4DC1D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9C358FFF-B568-9F35-E597-CDB5C9047C6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9DA1599B-4B6B-5B8E-B0C7-C481F53177EA}"/>
              </a:ext>
            </a:extLst>
          </p:cNvPr>
          <p:cNvSpPr/>
          <p:nvPr/>
        </p:nvSpPr>
        <p:spPr>
          <a:xfrm rot="5400000">
            <a:off x="1796415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490FC05-6670-694E-E434-C51ECF7D363C}"/>
              </a:ext>
            </a:extLst>
          </p:cNvPr>
          <p:cNvCxnSpPr>
            <a:cxnSpLocks/>
          </p:cNvCxnSpPr>
          <p:nvPr/>
        </p:nvCxnSpPr>
        <p:spPr>
          <a:xfrm rot="5400000">
            <a:off x="1450202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7242413-BCFF-3892-05E2-BAC3D4E1BEFD}"/>
              </a:ext>
            </a:extLst>
          </p:cNvPr>
          <p:cNvCxnSpPr>
            <a:cxnSpLocks/>
          </p:cNvCxnSpPr>
          <p:nvPr/>
        </p:nvCxnSpPr>
        <p:spPr>
          <a:xfrm rot="5400000">
            <a:off x="1173501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A54CBE-DE35-BFBE-7DEB-99009A010D99}"/>
              </a:ext>
            </a:extLst>
          </p:cNvPr>
          <p:cNvCxnSpPr>
            <a:cxnSpLocks/>
          </p:cNvCxnSpPr>
          <p:nvPr/>
        </p:nvCxnSpPr>
        <p:spPr>
          <a:xfrm rot="5400000">
            <a:off x="1955010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D580046-BD92-7C90-A5EC-06C1CFC9EA75}"/>
              </a:ext>
            </a:extLst>
          </p:cNvPr>
          <p:cNvCxnSpPr>
            <a:cxnSpLocks/>
          </p:cNvCxnSpPr>
          <p:nvPr/>
        </p:nvCxnSpPr>
        <p:spPr>
          <a:xfrm rot="5400000" flipV="1">
            <a:off x="1641929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F0614C56-BC6D-FC7A-E313-82FBF29E2396}"/>
              </a:ext>
            </a:extLst>
          </p:cNvPr>
          <p:cNvSpPr/>
          <p:nvPr/>
        </p:nvSpPr>
        <p:spPr>
          <a:xfrm rot="5400000">
            <a:off x="1796415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57FD694-6CB0-93CC-9A25-0EA4FF0FEE93}"/>
              </a:ext>
            </a:extLst>
          </p:cNvPr>
          <p:cNvGrpSpPr/>
          <p:nvPr/>
        </p:nvGrpSpPr>
        <p:grpSpPr>
          <a:xfrm rot="5400000">
            <a:off x="1667590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30FFE2B2-5A27-D409-8F44-5ACB73F16936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490320C-B3E9-57B7-E356-402ED714B51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ECD714FB-B7F5-8510-E2DE-8E2B0D3B2CD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217E45F9-347F-E34C-B5BB-390B7532FEF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AB1962A-DFF9-9C3D-E6B1-CC1C2BF25331}"/>
              </a:ext>
            </a:extLst>
          </p:cNvPr>
          <p:cNvCxnSpPr>
            <a:cxnSpLocks/>
          </p:cNvCxnSpPr>
          <p:nvPr/>
        </p:nvCxnSpPr>
        <p:spPr>
          <a:xfrm rot="5400000">
            <a:off x="838200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51F00A95-7A3A-290D-4678-855BE3CC09F0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73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E4DF-C54C-B0F3-1017-87A82C2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B326158-244E-54DE-9497-4F8F846954B4}"/>
              </a:ext>
            </a:extLst>
          </p:cNvPr>
          <p:cNvSpPr/>
          <p:nvPr/>
        </p:nvSpPr>
        <p:spPr>
          <a:xfrm rot="5400000">
            <a:off x="1915596" y="258367"/>
            <a:ext cx="330042" cy="266104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9B6424A-4AB6-1830-F75E-7F6A0D5B9E4F}"/>
              </a:ext>
            </a:extLst>
          </p:cNvPr>
          <p:cNvSpPr/>
          <p:nvPr/>
        </p:nvSpPr>
        <p:spPr>
          <a:xfrm rot="5400000">
            <a:off x="1400495" y="605076"/>
            <a:ext cx="330042" cy="266104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CD7B329-9443-502D-F23A-F420D90A9847}"/>
              </a:ext>
            </a:extLst>
          </p:cNvPr>
          <p:cNvSpPr/>
          <p:nvPr/>
        </p:nvSpPr>
        <p:spPr>
          <a:xfrm rot="5400000">
            <a:off x="658430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8892FE76-D69D-436E-25BA-6541CA2F9232}"/>
              </a:ext>
            </a:extLst>
          </p:cNvPr>
          <p:cNvGrpSpPr/>
          <p:nvPr/>
        </p:nvGrpSpPr>
        <p:grpSpPr>
          <a:xfrm rot="5400000">
            <a:off x="1183972" y="814532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88EF585-58C4-97B2-BDC7-529E77E81D28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2B8EE519-E107-8EBB-D2DD-F5F14AD360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0ECB84-574F-C4D7-6813-1E92F2C3250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C6FB5A7D-A38D-0DA8-4DFE-E365074FAA10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B206C46-6B3A-AF35-8B7E-9A1538CCDC0B}"/>
              </a:ext>
            </a:extLst>
          </p:cNvPr>
          <p:cNvSpPr/>
          <p:nvPr/>
        </p:nvSpPr>
        <p:spPr>
          <a:xfrm rot="5400000">
            <a:off x="1312797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5801E5D-407F-226B-CC57-0368CAAACE95}"/>
              </a:ext>
            </a:extLst>
          </p:cNvPr>
          <p:cNvCxnSpPr>
            <a:cxnSpLocks/>
          </p:cNvCxnSpPr>
          <p:nvPr/>
        </p:nvCxnSpPr>
        <p:spPr>
          <a:xfrm rot="5400000">
            <a:off x="966584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558449-76B6-B538-A0A7-586083D39044}"/>
              </a:ext>
            </a:extLst>
          </p:cNvPr>
          <p:cNvCxnSpPr>
            <a:cxnSpLocks/>
          </p:cNvCxnSpPr>
          <p:nvPr/>
        </p:nvCxnSpPr>
        <p:spPr>
          <a:xfrm rot="5400000">
            <a:off x="689883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82C7AE71-46E9-6AE5-74EC-53D67AB5D50A}"/>
              </a:ext>
            </a:extLst>
          </p:cNvPr>
          <p:cNvCxnSpPr>
            <a:cxnSpLocks/>
          </p:cNvCxnSpPr>
          <p:nvPr/>
        </p:nvCxnSpPr>
        <p:spPr>
          <a:xfrm rot="5400000">
            <a:off x="1471392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5D673E1-8D22-6FA9-E27C-FC896E1CEB46}"/>
              </a:ext>
            </a:extLst>
          </p:cNvPr>
          <p:cNvCxnSpPr>
            <a:cxnSpLocks/>
          </p:cNvCxnSpPr>
          <p:nvPr/>
        </p:nvCxnSpPr>
        <p:spPr>
          <a:xfrm rot="5400000" flipV="1">
            <a:off x="1158311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C17E216-1AFE-63F9-1E65-3E25CF63831B}"/>
              </a:ext>
            </a:extLst>
          </p:cNvPr>
          <p:cNvSpPr/>
          <p:nvPr/>
        </p:nvSpPr>
        <p:spPr>
          <a:xfrm rot="5400000">
            <a:off x="1312797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4A826BB-8A4A-0B70-315D-3AF016EB86E0}"/>
              </a:ext>
            </a:extLst>
          </p:cNvPr>
          <p:cNvGrpSpPr/>
          <p:nvPr/>
        </p:nvGrpSpPr>
        <p:grpSpPr>
          <a:xfrm rot="5400000">
            <a:off x="1183972" y="1947055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64D67C9-B51A-6B8F-6EDD-8FB1146430F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72F395C3-F5FB-524C-5C00-56895A8F88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BE71C995-B22C-AC03-E88D-46F05EE104C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061B63B4-5416-86DD-D41E-5410F00DFD8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C6120243-C184-1A7D-087C-577FD0490C75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AC6152B-FBD0-42EB-B616-BA037DEF3735}"/>
              </a:ext>
            </a:extLst>
          </p:cNvPr>
          <p:cNvCxnSpPr>
            <a:cxnSpLocks/>
          </p:cNvCxnSpPr>
          <p:nvPr/>
        </p:nvCxnSpPr>
        <p:spPr>
          <a:xfrm rot="5400000">
            <a:off x="354582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11">
            <a:extLst>
              <a:ext uri="{FF2B5EF4-FFF2-40B4-BE49-F238E27FC236}">
                <a16:creationId xmlns:a16="http://schemas.microsoft.com/office/drawing/2014/main" id="{522DC1B2-2D02-DCE3-8FB9-1EE26EFA4BB3}"/>
              </a:ext>
            </a:extLst>
          </p:cNvPr>
          <p:cNvSpPr/>
          <p:nvPr/>
        </p:nvSpPr>
        <p:spPr>
          <a:xfrm rot="5400000">
            <a:off x="1674259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3EDD26-1A0E-237C-B87F-3CF014A18BFA}"/>
              </a:ext>
            </a:extLst>
          </p:cNvPr>
          <p:cNvGrpSpPr/>
          <p:nvPr/>
        </p:nvGrpSpPr>
        <p:grpSpPr>
          <a:xfrm rot="5400000">
            <a:off x="2199801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77DD66E-BC11-602C-4D99-F7EC422D57F0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69AAC7D-B1FC-608A-9A9D-0A98B1A97A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E2C236FF-6714-45F8-6A5E-81096E4C071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7864CED-86C1-9CCF-3DAA-E4C28018FA3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E70DDE42-5562-6082-4329-9BF6EEB9F597}"/>
              </a:ext>
            </a:extLst>
          </p:cNvPr>
          <p:cNvSpPr/>
          <p:nvPr/>
        </p:nvSpPr>
        <p:spPr>
          <a:xfrm rot="5400000">
            <a:off x="2328626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48B98B-6405-0716-46EE-13F3D01CF4A1}"/>
              </a:ext>
            </a:extLst>
          </p:cNvPr>
          <p:cNvCxnSpPr>
            <a:cxnSpLocks/>
          </p:cNvCxnSpPr>
          <p:nvPr/>
        </p:nvCxnSpPr>
        <p:spPr>
          <a:xfrm rot="5400000">
            <a:off x="1982413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C52EF3C-0B96-DF29-109E-04773203E6A6}"/>
              </a:ext>
            </a:extLst>
          </p:cNvPr>
          <p:cNvCxnSpPr>
            <a:cxnSpLocks/>
          </p:cNvCxnSpPr>
          <p:nvPr/>
        </p:nvCxnSpPr>
        <p:spPr>
          <a:xfrm rot="5400000">
            <a:off x="1705712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C9BFAE6-7115-E183-149F-7F7621313DD7}"/>
              </a:ext>
            </a:extLst>
          </p:cNvPr>
          <p:cNvCxnSpPr>
            <a:cxnSpLocks/>
          </p:cNvCxnSpPr>
          <p:nvPr/>
        </p:nvCxnSpPr>
        <p:spPr>
          <a:xfrm rot="5400000">
            <a:off x="2487221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55F4133E-B9D0-02E3-DCEF-46E8EF240709}"/>
              </a:ext>
            </a:extLst>
          </p:cNvPr>
          <p:cNvCxnSpPr>
            <a:cxnSpLocks/>
          </p:cNvCxnSpPr>
          <p:nvPr/>
        </p:nvCxnSpPr>
        <p:spPr>
          <a:xfrm rot="5400000" flipV="1">
            <a:off x="2174140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B507E23F-6FC1-5F54-D161-6FE964FBEAA6}"/>
              </a:ext>
            </a:extLst>
          </p:cNvPr>
          <p:cNvSpPr/>
          <p:nvPr/>
        </p:nvSpPr>
        <p:spPr>
          <a:xfrm rot="5400000">
            <a:off x="2328626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C4B1638-91B3-2A1D-DC19-7609F7C6A389}"/>
              </a:ext>
            </a:extLst>
          </p:cNvPr>
          <p:cNvGrpSpPr/>
          <p:nvPr/>
        </p:nvGrpSpPr>
        <p:grpSpPr>
          <a:xfrm rot="5400000">
            <a:off x="2199801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4B4493-9377-F2AC-F4AB-30B526658857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BCD5C84-9AB3-0CC5-93AD-D5BD1430B24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74E4F1C3-174E-4630-A9F6-E1A19AEEC14E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9F16E948-1D4F-879D-63FE-87A18B80C43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C5D2725-5CF0-F526-36EA-3AA714197BA8}"/>
              </a:ext>
            </a:extLst>
          </p:cNvPr>
          <p:cNvCxnSpPr>
            <a:cxnSpLocks/>
          </p:cNvCxnSpPr>
          <p:nvPr/>
        </p:nvCxnSpPr>
        <p:spPr>
          <a:xfrm rot="5400000">
            <a:off x="1370411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6DEB9152-BEA5-146A-DDA4-90B43EFE7A28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11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2E5EF-FA3B-BB09-4C61-CD750528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96263A7-226D-4D6B-E6A5-DE348B3F5457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EA8B0E6-65DB-3F23-A9E6-C86C09FAE47F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54BF4A-64FE-BD7D-51C6-9A1007BFEABE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C44A55-EE87-7D1B-8956-F278349ECE9C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890BA5-A4E9-B16D-7D20-658ED9CBE268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6FC4671E-DC3F-DC1C-9D7B-2712F856BE28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7BDAC44-C28C-B2DB-0B2F-716BA9454F9C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8E8D3A6-FCAC-7958-A3BB-B1A29719348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13334786-68DF-018B-24AD-D1A417D1C2F0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68E3B2DF-9811-1429-A00E-446B9EB2F749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4E03BC40-8F94-57AB-44EF-418831FD4CAA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9F9F3E-92F5-A376-8F81-185A982B5236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3923BC0-58AD-08A7-E890-F36B87816A2A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F794270-788B-D731-4BCC-81765A6B22FE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71DDC0-0B11-E6F8-009E-C66D986B1E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EFA247AD-36EA-D6E5-CA63-E6CA7829B6E3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56DE07A-1E9D-9F8A-BE44-FDEDA059E09A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FE1F5C8-411E-4CD3-8AE6-7E3E3994394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5BA8C21-6EA9-C3BF-80D1-D117A9E7EBF3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FC33460-0817-BBA9-B048-9141BD608210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152B726E-EE62-3A65-1534-A99271063D4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C83558DF-E5D2-8257-3BF6-E032DE15C67A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94853115-BEB1-FDD0-06C1-47F6A03D129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23E4113-4684-EDDF-72C9-9D574ECD86C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F16E284-E3FD-A702-13BD-FB7A29924A57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E7F1E10-6307-1FDA-1E1A-300498F108C4}"/>
              </a:ext>
            </a:extLst>
          </p:cNvPr>
          <p:cNvCxnSpPr>
            <a:cxnSpLocks/>
          </p:cNvCxnSpPr>
          <p:nvPr/>
        </p:nvCxnSpPr>
        <p:spPr>
          <a:xfrm flipH="1">
            <a:off x="270394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15EAE6D-D140-DD9C-E47C-AC70FAB8652B}"/>
              </a:ext>
            </a:extLst>
          </p:cNvPr>
          <p:cNvSpPr txBox="1"/>
          <p:nvPr/>
        </p:nvSpPr>
        <p:spPr>
          <a:xfrm>
            <a:off x="334728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CCC2DFB-EA49-A31B-AB2C-7C7592436508}"/>
              </a:ext>
            </a:extLst>
          </p:cNvPr>
          <p:cNvSpPr txBox="1"/>
          <p:nvPr/>
        </p:nvSpPr>
        <p:spPr>
          <a:xfrm>
            <a:off x="2855396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B5EB2C9-5186-DB0B-961D-7F6A9B756E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865755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BAF04B5-6158-95C3-EDC4-3315C4312EA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670138D-816D-BAAB-F394-3E7B108512F2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07768B11-19B8-2D0F-DAE1-9AC9076AD40D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C78774B-F8A9-0D2F-D3C9-7F418368CE4D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8BDBD9D2-8F85-0D34-32EF-C826FE1CED77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7045A66F-FD22-E4E8-2EBD-8EBBD760E50D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AF6297F-37F3-74BC-34C4-BFB8290CFCC8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426EE545-A22B-A56C-03B3-DACFBC1AB55B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4630165-490A-DA5E-1510-2C89E4AA1B03}"/>
              </a:ext>
            </a:extLst>
          </p:cNvPr>
          <p:cNvSpPr txBox="1"/>
          <p:nvPr/>
        </p:nvSpPr>
        <p:spPr>
          <a:xfrm>
            <a:off x="1860045" y="709325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3A71C98-C044-A454-352E-6103B1082CBF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09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EE26-A3F2-38AD-E857-5210E1E3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E15985C-0D93-A95A-2E17-3601D3AA05E9}"/>
              </a:ext>
            </a:extLst>
          </p:cNvPr>
          <p:cNvSpPr/>
          <p:nvPr/>
        </p:nvSpPr>
        <p:spPr>
          <a:xfrm>
            <a:off x="1470183" y="628652"/>
            <a:ext cx="330042" cy="1501960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AFA781-11A6-9C54-E3DC-854C7C9392E0}"/>
              </a:ext>
            </a:extLst>
          </p:cNvPr>
          <p:cNvSpPr/>
          <p:nvPr/>
        </p:nvSpPr>
        <p:spPr>
          <a:xfrm>
            <a:off x="1816893" y="1019785"/>
            <a:ext cx="330042" cy="150196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52B5744-0BEB-7A4D-3C96-0568118B0D82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6D3E750-C11B-FE4A-5022-4FF042A91A3E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F3F45E5-CCC5-E630-F158-42AA6EC19AE9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5E70E96-E6A3-1F17-54BB-E62ADFFA9D57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E68F98-6288-9D05-633A-8D97C5C3043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F67A4F3-B9A1-B28D-C391-F3665820D684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D1E653B5-9BE5-B44D-57A0-03A366AF060D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AE88D9E-CF36-1C49-1020-FCFD8C3F4BA8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7904A7E1-91A6-3840-1B4F-A1B201026D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84AE558-65D9-BFC0-06E1-A7B0DC4CFA5A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40DB1D6-9EF5-EE0B-2645-585071363ADE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C2C594A-E368-DDA7-AB83-6F3753033E1C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E9BAED7D-B831-3A8B-B86B-E6ED5249AA9E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6C399A3-A51B-EFC8-18DB-6C2DC57FB5D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BA43EE93-32C8-EEAF-8874-C76049ACA45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E13384C0-E07F-6616-7D91-E174AA38DF61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493AD1-ABD7-DFAD-5787-0DBE7891E587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B35A2A0-C459-7774-B850-8AAE8E82D8D3}"/>
              </a:ext>
            </a:extLst>
          </p:cNvPr>
          <p:cNvSpPr/>
          <p:nvPr/>
        </p:nvSpPr>
        <p:spPr>
          <a:xfrm rot="16200000">
            <a:off x="1845571" y="2208904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0BFA6E-54A0-EBAA-8284-4E46DD4EDA1C}"/>
              </a:ext>
            </a:extLst>
          </p:cNvPr>
          <p:cNvSpPr txBox="1"/>
          <p:nvPr/>
        </p:nvSpPr>
        <p:spPr>
          <a:xfrm>
            <a:off x="1098331" y="60328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C2344A1-23E9-C0FC-9B7F-0F742DE240A3}"/>
              </a:ext>
            </a:extLst>
          </p:cNvPr>
          <p:cNvSpPr txBox="1"/>
          <p:nvPr/>
        </p:nvSpPr>
        <p:spPr>
          <a:xfrm>
            <a:off x="2130492" y="2236969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0925D55-7B81-23E1-5B88-BB6711B1C7C7}"/>
              </a:ext>
            </a:extLst>
          </p:cNvPr>
          <p:cNvCxnSpPr>
            <a:cxnSpLocks/>
          </p:cNvCxnSpPr>
          <p:nvPr/>
        </p:nvCxnSpPr>
        <p:spPr>
          <a:xfrm>
            <a:off x="1979373" y="2160234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0335CA1-BCF2-34F1-BFED-08879E48FFD2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91D223F-6FE9-F061-E577-EBB27B359FF3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3C42E476-1218-AF20-8F12-2E0403A49D72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0188EB0-E698-F432-394D-8032B7340145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C51ACE35-3F6E-42AA-4D3E-0C1E4FBE8B9E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F118F3BF-4E2E-150A-9E02-7A7E625EDA9F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F68E1A7-6F48-4098-4397-4168AE2D7CD7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4E0CC01-D9CD-A95C-8FFF-9BDDE07FDFA7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5657636-F25E-468C-F57C-809A04A9F8E3}"/>
              </a:ext>
            </a:extLst>
          </p:cNvPr>
          <p:cNvSpPr txBox="1"/>
          <p:nvPr/>
        </p:nvSpPr>
        <p:spPr>
          <a:xfrm>
            <a:off x="1860045" y="708420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BDA02AA-A1BB-A577-4158-5B1D6F7C24A7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E1CB01EC-0D54-C3EB-03FC-8F6FE03F0BA6}"/>
              </a:ext>
            </a:extLst>
          </p:cNvPr>
          <p:cNvSpPr/>
          <p:nvPr/>
        </p:nvSpPr>
        <p:spPr>
          <a:xfrm rot="5400000">
            <a:off x="1501003" y="536289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B6982A4-2E4C-50C4-1FCE-97AD22FA6E6F}"/>
              </a:ext>
            </a:extLst>
          </p:cNvPr>
          <p:cNvCxnSpPr>
            <a:cxnSpLocks/>
          </p:cNvCxnSpPr>
          <p:nvPr/>
        </p:nvCxnSpPr>
        <p:spPr>
          <a:xfrm>
            <a:off x="1634805" y="530448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334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094D8-A08D-2668-5F39-10C8762B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8322120-9486-15B2-793A-781AA21C131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D88BDF-85F0-10BF-7714-917900D8219D}"/>
              </a:ext>
            </a:extLst>
          </p:cNvPr>
          <p:cNvSpPr/>
          <p:nvPr/>
        </p:nvSpPr>
        <p:spPr>
          <a:xfrm rot="5400000">
            <a:off x="1638235" y="792509"/>
            <a:ext cx="330042" cy="1579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E5C3173-4C25-305A-14B2-423FA8BCA8EA}"/>
              </a:ext>
            </a:extLst>
          </p:cNvPr>
          <p:cNvSpPr/>
          <p:nvPr/>
        </p:nvSpPr>
        <p:spPr>
          <a:xfrm rot="5400000">
            <a:off x="1638235" y="1139219"/>
            <a:ext cx="330042" cy="1579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5BC28A-90AD-CBC0-7FC6-9F6564432604}"/>
              </a:ext>
            </a:extLst>
          </p:cNvPr>
          <p:cNvSpPr/>
          <p:nvPr/>
        </p:nvSpPr>
        <p:spPr>
          <a:xfrm>
            <a:off x="948590" y="1352321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41BB53-16F4-0732-665D-9FF50ACE7B16}"/>
              </a:ext>
            </a:extLst>
          </p:cNvPr>
          <p:cNvSpPr/>
          <p:nvPr/>
        </p:nvSpPr>
        <p:spPr>
          <a:xfrm rot="10800000">
            <a:off x="2384253" y="1344872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0A948A8-91C1-8960-E07B-BF217BC66D79}"/>
              </a:ext>
            </a:extLst>
          </p:cNvPr>
          <p:cNvGrpSpPr/>
          <p:nvPr/>
        </p:nvGrpSpPr>
        <p:grpSpPr>
          <a:xfrm rot="5400000">
            <a:off x="1631099" y="1613066"/>
            <a:ext cx="341906" cy="1191377"/>
            <a:chOff x="2037556" y="960696"/>
            <a:chExt cx="489585" cy="1191377"/>
          </a:xfrm>
        </p:grpSpPr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62CA21F-BDD4-9692-D907-AE0413528D46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1DE06FA-3D8A-E0E9-2AC9-71F374E2C5B0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9E8C5386-C180-9D06-DA11-F9CF837FB3DF}"/>
              </a:ext>
            </a:extLst>
          </p:cNvPr>
          <p:cNvGrpSpPr/>
          <p:nvPr/>
        </p:nvGrpSpPr>
        <p:grpSpPr>
          <a:xfrm rot="16200000">
            <a:off x="1631099" y="718883"/>
            <a:ext cx="341906" cy="1191377"/>
            <a:chOff x="2037556" y="960696"/>
            <a:chExt cx="489585" cy="1191377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02CD8A59-E149-D241-EDC3-DCABCD89F62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BF7EF74E-EB61-D95A-FC64-28733F3EDE1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hteck 58">
            <a:extLst>
              <a:ext uri="{FF2B5EF4-FFF2-40B4-BE49-F238E27FC236}">
                <a16:creationId xmlns:a16="http://schemas.microsoft.com/office/drawing/2014/main" id="{E88015E3-2962-C443-A70E-A0196F49D385}"/>
              </a:ext>
            </a:extLst>
          </p:cNvPr>
          <p:cNvSpPr/>
          <p:nvPr/>
        </p:nvSpPr>
        <p:spPr>
          <a:xfrm>
            <a:off x="1968702" y="1408633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402498BD-1FA2-BE8C-26B0-8A100D5C30EF}"/>
              </a:ext>
            </a:extLst>
          </p:cNvPr>
          <p:cNvSpPr/>
          <p:nvPr/>
        </p:nvSpPr>
        <p:spPr>
          <a:xfrm rot="10800000">
            <a:off x="1306661" y="1408632"/>
            <a:ext cx="32388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E5548-9CD6-9854-5DE1-4A95F124D6ED}"/>
              </a:ext>
            </a:extLst>
          </p:cNvPr>
          <p:cNvSpPr/>
          <p:nvPr/>
        </p:nvSpPr>
        <p:spPr>
          <a:xfrm rot="5400000">
            <a:off x="1192410" y="1837240"/>
            <a:ext cx="1213492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3BC3D9F-3F9F-5406-119D-1ECD868EADE8}"/>
              </a:ext>
            </a:extLst>
          </p:cNvPr>
          <p:cNvGrpSpPr/>
          <p:nvPr/>
        </p:nvGrpSpPr>
        <p:grpSpPr>
          <a:xfrm rot="5400000">
            <a:off x="1647470" y="808341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0B55E6D-2B41-8DBE-BFD7-28647219C25F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27FAAF2-D927-7472-0B47-35AC30001E5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F70949F-82D2-AAAD-B7F9-15233815A50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FBC8569F-DD72-3956-9D89-561D2406317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30457F53-C19B-E623-96B1-A0F4553A2216}"/>
              </a:ext>
            </a:extLst>
          </p:cNvPr>
          <p:cNvSpPr/>
          <p:nvPr/>
        </p:nvSpPr>
        <p:spPr>
          <a:xfrm rot="5400000">
            <a:off x="1776296" y="94000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1338E09-74F4-831B-BF36-6F7AF5C2B647}"/>
              </a:ext>
            </a:extLst>
          </p:cNvPr>
          <p:cNvCxnSpPr>
            <a:cxnSpLocks/>
          </p:cNvCxnSpPr>
          <p:nvPr/>
        </p:nvCxnSpPr>
        <p:spPr>
          <a:xfrm flipV="1">
            <a:off x="1770580" y="1143619"/>
            <a:ext cx="1" cy="255489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C355BB3-4467-9939-943D-068B7785E729}"/>
              </a:ext>
            </a:extLst>
          </p:cNvPr>
          <p:cNvCxnSpPr>
            <a:cxnSpLocks/>
          </p:cNvCxnSpPr>
          <p:nvPr/>
        </p:nvCxnSpPr>
        <p:spPr>
          <a:xfrm rot="5400000" flipH="1">
            <a:off x="1591024" y="2117769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CDD308F1-0CBC-1233-03F8-0C2B896C193D}"/>
              </a:ext>
            </a:extLst>
          </p:cNvPr>
          <p:cNvCxnSpPr>
            <a:cxnSpLocks/>
          </p:cNvCxnSpPr>
          <p:nvPr/>
        </p:nvCxnSpPr>
        <p:spPr>
          <a:xfrm>
            <a:off x="1770797" y="1399542"/>
            <a:ext cx="1" cy="235704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ADD99A8C-3866-5B93-A37C-4459FD3E4BA6}"/>
              </a:ext>
            </a:extLst>
          </p:cNvPr>
          <p:cNvSpPr/>
          <p:nvPr/>
        </p:nvSpPr>
        <p:spPr>
          <a:xfrm rot="5400000">
            <a:off x="1741271" y="136886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C148CA9-E53D-5234-E1CF-685077A99A4B}"/>
              </a:ext>
            </a:extLst>
          </p:cNvPr>
          <p:cNvCxnSpPr>
            <a:cxnSpLocks/>
          </p:cNvCxnSpPr>
          <p:nvPr/>
        </p:nvCxnSpPr>
        <p:spPr>
          <a:xfrm>
            <a:off x="1937289" y="1702956"/>
            <a:ext cx="0" cy="885304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55A844F-2AC2-7CBE-53A4-CB061E463F5E}"/>
              </a:ext>
            </a:extLst>
          </p:cNvPr>
          <p:cNvCxnSpPr>
            <a:cxnSpLocks/>
          </p:cNvCxnSpPr>
          <p:nvPr/>
        </p:nvCxnSpPr>
        <p:spPr>
          <a:xfrm rot="5400000">
            <a:off x="1934890" y="16672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4FF67DF1-95F3-3D68-F622-3AE05B4EB777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1810" y="166270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ABB59A5-47B5-60B4-760B-EA1FE83DCD6D}"/>
              </a:ext>
            </a:extLst>
          </p:cNvPr>
          <p:cNvCxnSpPr>
            <a:cxnSpLocks/>
          </p:cNvCxnSpPr>
          <p:nvPr/>
        </p:nvCxnSpPr>
        <p:spPr>
          <a:xfrm>
            <a:off x="1661064" y="1705812"/>
            <a:ext cx="0" cy="882451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E8CB700-34B6-628A-6C71-C28D4EC96973}"/>
              </a:ext>
            </a:extLst>
          </p:cNvPr>
          <p:cNvSpPr/>
          <p:nvPr/>
        </p:nvSpPr>
        <p:spPr>
          <a:xfrm rot="5400000">
            <a:off x="1776296" y="169771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9202872-12DD-D206-5AB3-CBBFD189A24D}"/>
              </a:ext>
            </a:extLst>
          </p:cNvPr>
          <p:cNvGrpSpPr/>
          <p:nvPr/>
        </p:nvGrpSpPr>
        <p:grpSpPr>
          <a:xfrm rot="5400000">
            <a:off x="1647470" y="19408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209B330-7052-EEF6-7A91-00F925CB1AC5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3542F419-31E1-3A8B-6E07-0952D9367B45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AB234FE-56D1-3333-1583-B3273EA39E2B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D4EA283B-1E24-403B-A612-263D85CA199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3F595984-7BB3-4D7B-68F2-A1482B5E4D5D}"/>
              </a:ext>
            </a:extLst>
          </p:cNvPr>
          <p:cNvCxnSpPr>
            <a:cxnSpLocks/>
          </p:cNvCxnSpPr>
          <p:nvPr/>
        </p:nvCxnSpPr>
        <p:spPr>
          <a:xfrm>
            <a:off x="1835816" y="2109631"/>
            <a:ext cx="1" cy="252933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Ellipse 46">
            <a:extLst>
              <a:ext uri="{FF2B5EF4-FFF2-40B4-BE49-F238E27FC236}">
                <a16:creationId xmlns:a16="http://schemas.microsoft.com/office/drawing/2014/main" id="{0C67E3F4-CEA4-E13C-058F-3F49D758F527}"/>
              </a:ext>
            </a:extLst>
          </p:cNvPr>
          <p:cNvSpPr/>
          <p:nvPr/>
        </p:nvSpPr>
        <p:spPr>
          <a:xfrm rot="5400000">
            <a:off x="1805887" y="2083437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063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992-AD46-8C71-952D-F40848F7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A7C9612-C93B-9A8C-4F2B-EE25F5E2063E}"/>
              </a:ext>
            </a:extLst>
          </p:cNvPr>
          <p:cNvSpPr/>
          <p:nvPr/>
        </p:nvSpPr>
        <p:spPr>
          <a:xfrm>
            <a:off x="1094932" y="1041831"/>
            <a:ext cx="1410586" cy="1410586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D4ACDC8-A1BF-9340-F448-5D2C0B8F3985}"/>
              </a:ext>
            </a:extLst>
          </p:cNvPr>
          <p:cNvSpPr/>
          <p:nvPr/>
        </p:nvSpPr>
        <p:spPr>
          <a:xfrm rot="5400000">
            <a:off x="1647707" y="-91322"/>
            <a:ext cx="330042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5C58A13-B846-8907-AC0B-10DD679C1A7F}"/>
              </a:ext>
            </a:extLst>
          </p:cNvPr>
          <p:cNvSpPr/>
          <p:nvPr/>
        </p:nvSpPr>
        <p:spPr>
          <a:xfrm>
            <a:off x="1106805" y="1049893"/>
            <a:ext cx="1386840" cy="138684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684DE-A3B1-A9C1-800C-9956A58B0B35}"/>
              </a:ext>
            </a:extLst>
          </p:cNvPr>
          <p:cNvSpPr/>
          <p:nvPr/>
        </p:nvSpPr>
        <p:spPr>
          <a:xfrm rot="5400000">
            <a:off x="1772763" y="113506"/>
            <a:ext cx="79930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8216D99-F248-03D2-8D36-F9BFD7BEE312}"/>
              </a:ext>
            </a:extLst>
          </p:cNvPr>
          <p:cNvSpPr/>
          <p:nvPr/>
        </p:nvSpPr>
        <p:spPr>
          <a:xfrm>
            <a:off x="1362563" y="1305798"/>
            <a:ext cx="875030" cy="875030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4134298-C798-D14B-EFC2-4420AC1746C8}"/>
              </a:ext>
            </a:extLst>
          </p:cNvPr>
          <p:cNvSpPr/>
          <p:nvPr/>
        </p:nvSpPr>
        <p:spPr>
          <a:xfrm rot="5400000">
            <a:off x="1581850" y="1591459"/>
            <a:ext cx="402620" cy="1354375"/>
          </a:xfrm>
          <a:prstGeom prst="rect">
            <a:avLst/>
          </a:prstGeom>
          <a:solidFill>
            <a:schemeClr val="bg1"/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8D534B-B135-02C5-7CB0-9B54EF573FEB}"/>
              </a:ext>
            </a:extLst>
          </p:cNvPr>
          <p:cNvSpPr/>
          <p:nvPr/>
        </p:nvSpPr>
        <p:spPr>
          <a:xfrm rot="5400000">
            <a:off x="1646875" y="255861"/>
            <a:ext cx="330042" cy="3346848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B8B0A56D-714C-6813-4761-C899CB83B36C}"/>
              </a:ext>
            </a:extLst>
          </p:cNvPr>
          <p:cNvCxnSpPr>
            <a:cxnSpLocks/>
          </p:cNvCxnSpPr>
          <p:nvPr/>
        </p:nvCxnSpPr>
        <p:spPr>
          <a:xfrm>
            <a:off x="1813654" y="2007157"/>
            <a:ext cx="0" cy="271699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F83D94E-FF86-30BF-A0B9-DFDF214158EE}"/>
              </a:ext>
            </a:extLst>
          </p:cNvPr>
          <p:cNvCxnSpPr>
            <a:cxnSpLocks/>
          </p:cNvCxnSpPr>
          <p:nvPr/>
        </p:nvCxnSpPr>
        <p:spPr>
          <a:xfrm flipV="1">
            <a:off x="1800078" y="902255"/>
            <a:ext cx="0" cy="280035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04D338A8-E56A-AF19-2BCB-75DAEF42B0DF}"/>
              </a:ext>
            </a:extLst>
          </p:cNvPr>
          <p:cNvSpPr/>
          <p:nvPr/>
        </p:nvSpPr>
        <p:spPr>
          <a:xfrm>
            <a:off x="827966" y="1411840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94AD674-5F5E-7C62-D5A7-81E67378B5D6}"/>
              </a:ext>
            </a:extLst>
          </p:cNvPr>
          <p:cNvGrpSpPr/>
          <p:nvPr/>
        </p:nvGrpSpPr>
        <p:grpSpPr>
          <a:xfrm>
            <a:off x="218854" y="1036079"/>
            <a:ext cx="872490" cy="1577824"/>
            <a:chOff x="250548" y="1034776"/>
            <a:chExt cx="872490" cy="1577824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8AB8457-8913-3FA1-03FC-773BA048E731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516027B7-B575-7DF7-C960-33BB9C2DFE95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23785EB-070E-E8A8-DF07-DBFE7A8F596D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Freihandform: Form 15">
                <a:extLst>
                  <a:ext uri="{FF2B5EF4-FFF2-40B4-BE49-F238E27FC236}">
                    <a16:creationId xmlns:a16="http://schemas.microsoft.com/office/drawing/2014/main" id="{920D2CCD-8C41-47A8-AF63-C3454B3C4E73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2FE191C0-6A40-F6F5-BB6E-68F20EAEC71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Freihandform: Form 19">
                <a:extLst>
                  <a:ext uri="{FF2B5EF4-FFF2-40B4-BE49-F238E27FC236}">
                    <a16:creationId xmlns:a16="http://schemas.microsoft.com/office/drawing/2014/main" id="{E0A7CD7A-1DD0-1ECA-9CDD-BE355B637D74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ACD689C0-670E-6F57-16D5-3D4078EA9414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7563A22-463C-F9BC-9284-06EC4287E8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74DA2EB6-1A24-0180-52A3-5E10EB74639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70D75823-6DCF-7020-1B7B-B9F5D78BACC9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F3F8FED4-1CC7-CB68-F72A-0A7C4FA88567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8BA13095-6DF9-8B09-244F-28F4F0DE418B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4FE28001-5738-3ADB-0611-D8D53EB6C4A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32D1021C-C9C8-EBD6-E3E2-0F777D94990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6B8383FE-B760-6421-E691-9582367E0692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41CB628-E6B6-138E-5E27-FEEDCAA9A871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246E122-7122-AA26-78E4-EFF9A626E32C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31E2F93B-325B-7AFC-C281-E40592B5A0E0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689E5C44-2A69-8CA6-D0DB-99AC0C6B72CC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C8901FE9-63EB-3FEA-4A5A-090F59AF4181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CBC20B6B-F144-366A-A539-0EDE37D70FA7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E1C9B60F-F59A-C222-DB44-EB3D4479D72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6C0CCC9-B9E0-AFD7-5106-48382E238CF4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9" name="Rechteck 78">
            <a:extLst>
              <a:ext uri="{FF2B5EF4-FFF2-40B4-BE49-F238E27FC236}">
                <a16:creationId xmlns:a16="http://schemas.microsoft.com/office/drawing/2014/main" id="{D50831EC-773C-338A-4187-0E84D6231F86}"/>
              </a:ext>
            </a:extLst>
          </p:cNvPr>
          <p:cNvSpPr/>
          <p:nvPr/>
        </p:nvSpPr>
        <p:spPr>
          <a:xfrm rot="10800000">
            <a:off x="2454054" y="1411839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92E2188-CFE6-716A-2DCF-F54AF874B433}"/>
              </a:ext>
            </a:extLst>
          </p:cNvPr>
          <p:cNvGrpSpPr/>
          <p:nvPr/>
        </p:nvGrpSpPr>
        <p:grpSpPr>
          <a:xfrm>
            <a:off x="2509106" y="1036079"/>
            <a:ext cx="872490" cy="1577824"/>
            <a:chOff x="250548" y="1034776"/>
            <a:chExt cx="872490" cy="1577824"/>
          </a:xfrm>
        </p:grpSpPr>
        <p:sp>
          <p:nvSpPr>
            <p:cNvPr id="43" name="Rechteck 11">
              <a:extLst>
                <a:ext uri="{FF2B5EF4-FFF2-40B4-BE49-F238E27FC236}">
                  <a16:creationId xmlns:a16="http://schemas.microsoft.com/office/drawing/2014/main" id="{4379A21C-31BF-9836-A18F-52B7E21EC664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" name="Gruppieren 45">
              <a:extLst>
                <a:ext uri="{FF2B5EF4-FFF2-40B4-BE49-F238E27FC236}">
                  <a16:creationId xmlns:a16="http://schemas.microsoft.com/office/drawing/2014/main" id="{59344FF1-E3DE-4F75-D16D-89E1FB5B5C09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C4479934-58AC-EEB0-5BF9-23F32761144A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E01FC312-0E4F-395D-078F-02E593CE313D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A6F2659C-78F8-9566-BFE0-2B958B5A274F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0AD17811-FDAA-0760-32D3-03A78D6D83A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C2E16D5-F2DB-69C4-A681-6B09D98EBFE5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86B7DDDB-8733-0557-7E13-7AFF15F9E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35479A1D-0695-97B8-F433-91188FD1993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118126E5-0154-B038-FA2A-96AABD8FAF38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9044CA4-72D3-D01E-78AB-362B1E6B0D2B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4FDAE8F6-9689-F31A-C7D7-F9F88A603D49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722F3F0C-477C-C190-C9D9-5597EC8DD0D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822EA8A-A0FC-789F-1307-5E2F20DCC28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A803C3EA-3C81-434B-8780-A2570636397A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A6AFC02-3D84-6501-6AA5-919980C469C4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A6725DC-FE50-49E0-6BB0-181939FE018B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D815DB23-5CAF-0ACD-0A7B-5AC21B168D2A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690E71DE-FD23-F57D-0C29-916F5545283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1B639AC-9F94-1220-8AF6-8583030AB4C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352B3A0C-045C-CF71-E4F3-4F4F5EBEFBE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5ED13D65-E29C-B13A-A125-F10C25D56A5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751150B7-114F-AD62-A1C5-3A661CB29F68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287874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506F955D-C9D0-3706-764A-5101D59D5CC4}"/>
              </a:ext>
            </a:extLst>
          </p:cNvPr>
          <p:cNvGrpSpPr/>
          <p:nvPr/>
        </p:nvGrpSpPr>
        <p:grpSpPr>
          <a:xfrm>
            <a:off x="293370" y="1552852"/>
            <a:ext cx="3013710" cy="802919"/>
            <a:chOff x="293370" y="1513561"/>
            <a:chExt cx="3013710" cy="802919"/>
          </a:xfrm>
        </p:grpSpPr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F779B9E0-F2FB-4035-CC03-6F14B693A2D4}"/>
                </a:ext>
              </a:extLst>
            </p:cNvPr>
            <p:cNvSpPr/>
            <p:nvPr/>
          </p:nvSpPr>
          <p:spPr>
            <a:xfrm>
              <a:off x="293370" y="1514467"/>
              <a:ext cx="3013710" cy="802013"/>
            </a:xfrm>
            <a:custGeom>
              <a:avLst/>
              <a:gdLst>
                <a:gd name="csX0" fmla="*/ 0 w 3013710"/>
                <a:gd name="csY0" fmla="*/ 516215 h 803694"/>
                <a:gd name="csX1" fmla="*/ 0 w 3013710"/>
                <a:gd name="csY1" fmla="*/ 803694 h 803694"/>
                <a:gd name="csX2" fmla="*/ 3011170 w 3013710"/>
                <a:gd name="csY2" fmla="*/ 803694 h 803694"/>
                <a:gd name="csX3" fmla="*/ 3013710 w 3013710"/>
                <a:gd name="csY3" fmla="*/ 514310 h 803694"/>
                <a:gd name="csX4" fmla="*/ 2710815 w 3013710"/>
                <a:gd name="csY4" fmla="*/ 0 h 803694"/>
                <a:gd name="csX5" fmla="*/ 2472690 w 3013710"/>
                <a:gd name="csY5" fmla="*/ 1909 h 803694"/>
                <a:gd name="csX6" fmla="*/ 2183130 w 3013710"/>
                <a:gd name="csY6" fmla="*/ 512405 h 803694"/>
                <a:gd name="csX7" fmla="*/ 2156460 w 3013710"/>
                <a:gd name="csY7" fmla="*/ 548600 h 803694"/>
                <a:gd name="csX8" fmla="*/ 2125980 w 3013710"/>
                <a:gd name="csY8" fmla="*/ 569555 h 803694"/>
                <a:gd name="csX9" fmla="*/ 2080260 w 3013710"/>
                <a:gd name="csY9" fmla="*/ 580985 h 803694"/>
                <a:gd name="csX10" fmla="*/ 2032635 w 3013710"/>
                <a:gd name="csY10" fmla="*/ 586700 h 803694"/>
                <a:gd name="csX11" fmla="*/ 1998345 w 3013710"/>
                <a:gd name="csY11" fmla="*/ 575270 h 803694"/>
                <a:gd name="csX12" fmla="*/ 1960245 w 3013710"/>
                <a:gd name="csY12" fmla="*/ 558125 h 803694"/>
                <a:gd name="csX13" fmla="*/ 1929765 w 3013710"/>
                <a:gd name="csY13" fmla="*/ 531455 h 803694"/>
                <a:gd name="csX14" fmla="*/ 1903095 w 3013710"/>
                <a:gd name="csY14" fmla="*/ 489545 h 803694"/>
                <a:gd name="csX15" fmla="*/ 1630680 w 3013710"/>
                <a:gd name="csY15" fmla="*/ 3818 h 803694"/>
                <a:gd name="csX16" fmla="*/ 1386840 w 3013710"/>
                <a:gd name="csY16" fmla="*/ 3818 h 803694"/>
                <a:gd name="csX17" fmla="*/ 1091565 w 3013710"/>
                <a:gd name="csY17" fmla="*/ 521930 h 803694"/>
                <a:gd name="csX18" fmla="*/ 1062990 w 3013710"/>
                <a:gd name="csY18" fmla="*/ 554315 h 803694"/>
                <a:gd name="csX19" fmla="*/ 1024890 w 3013710"/>
                <a:gd name="csY19" fmla="*/ 571460 h 803694"/>
                <a:gd name="csX20" fmla="*/ 973455 w 3013710"/>
                <a:gd name="csY20" fmla="*/ 588605 h 803694"/>
                <a:gd name="csX21" fmla="*/ 933450 w 3013710"/>
                <a:gd name="csY21" fmla="*/ 588605 h 803694"/>
                <a:gd name="csX22" fmla="*/ 891540 w 3013710"/>
                <a:gd name="csY22" fmla="*/ 571460 h 803694"/>
                <a:gd name="csX23" fmla="*/ 857250 w 3013710"/>
                <a:gd name="csY23" fmla="*/ 546695 h 803694"/>
                <a:gd name="csX24" fmla="*/ 828675 w 3013710"/>
                <a:gd name="csY24" fmla="*/ 516215 h 803694"/>
                <a:gd name="csX25" fmla="*/ 539115 w 3013710"/>
                <a:gd name="csY25" fmla="*/ 8 h 803694"/>
                <a:gd name="csX26" fmla="*/ 302895 w 3013710"/>
                <a:gd name="csY26" fmla="*/ 8 h 803694"/>
                <a:gd name="csX27" fmla="*/ 0 w 3013710"/>
                <a:gd name="csY27" fmla="*/ 516215 h 80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013710" h="803694">
                  <a:moveTo>
                    <a:pt x="0" y="516215"/>
                  </a:moveTo>
                  <a:lnTo>
                    <a:pt x="0" y="803694"/>
                  </a:lnTo>
                  <a:lnTo>
                    <a:pt x="3011170" y="803694"/>
                  </a:lnTo>
                  <a:cubicBezTo>
                    <a:pt x="3012017" y="707233"/>
                    <a:pt x="3012863" y="610771"/>
                    <a:pt x="3013710" y="514310"/>
                  </a:cubicBezTo>
                  <a:lnTo>
                    <a:pt x="2710815" y="0"/>
                  </a:lnTo>
                  <a:lnTo>
                    <a:pt x="2472690" y="1909"/>
                  </a:lnTo>
                  <a:lnTo>
                    <a:pt x="2183130" y="512405"/>
                  </a:lnTo>
                  <a:lnTo>
                    <a:pt x="2156460" y="548600"/>
                  </a:lnTo>
                  <a:lnTo>
                    <a:pt x="2125980" y="569555"/>
                  </a:lnTo>
                  <a:lnTo>
                    <a:pt x="2080260" y="580985"/>
                  </a:lnTo>
                  <a:lnTo>
                    <a:pt x="2032635" y="586700"/>
                  </a:lnTo>
                  <a:lnTo>
                    <a:pt x="1998345" y="575270"/>
                  </a:lnTo>
                  <a:lnTo>
                    <a:pt x="1960245" y="558125"/>
                  </a:lnTo>
                  <a:lnTo>
                    <a:pt x="1929765" y="531455"/>
                  </a:lnTo>
                  <a:lnTo>
                    <a:pt x="1903095" y="489545"/>
                  </a:lnTo>
                  <a:lnTo>
                    <a:pt x="1630680" y="3818"/>
                  </a:lnTo>
                  <a:lnTo>
                    <a:pt x="1386840" y="3818"/>
                  </a:lnTo>
                  <a:lnTo>
                    <a:pt x="1091565" y="521930"/>
                  </a:lnTo>
                  <a:lnTo>
                    <a:pt x="1062990" y="554315"/>
                  </a:lnTo>
                  <a:lnTo>
                    <a:pt x="1024890" y="571460"/>
                  </a:lnTo>
                  <a:lnTo>
                    <a:pt x="973455" y="588605"/>
                  </a:lnTo>
                  <a:lnTo>
                    <a:pt x="933450" y="588605"/>
                  </a:lnTo>
                  <a:lnTo>
                    <a:pt x="891540" y="571460"/>
                  </a:lnTo>
                  <a:lnTo>
                    <a:pt x="857250" y="546695"/>
                  </a:lnTo>
                  <a:lnTo>
                    <a:pt x="828675" y="516215"/>
                  </a:lnTo>
                  <a:lnTo>
                    <a:pt x="539115" y="8"/>
                  </a:lnTo>
                  <a:lnTo>
                    <a:pt x="302895" y="8"/>
                  </a:lnTo>
                  <a:lnTo>
                    <a:pt x="0" y="516215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6EB03A3-959D-97AC-C619-EE0EF782B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0811" y="1515081"/>
              <a:ext cx="295993" cy="51267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72CB063-CFDF-B07B-69EB-A14299738FAD}"/>
                </a:ext>
              </a:extLst>
            </p:cNvPr>
            <p:cNvCxnSpPr>
              <a:cxnSpLocks/>
            </p:cNvCxnSpPr>
            <p:nvPr/>
          </p:nvCxnSpPr>
          <p:spPr>
            <a:xfrm>
              <a:off x="831598" y="1514475"/>
              <a:ext cx="296343" cy="51328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2C88EC40-0F54-1147-C92E-15E7DE0E3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265" y="1513561"/>
              <a:ext cx="236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ogen 26">
              <a:extLst>
                <a:ext uri="{FF2B5EF4-FFF2-40B4-BE49-F238E27FC236}">
                  <a16:creationId xmlns:a16="http://schemas.microsoft.com/office/drawing/2014/main" id="{955F3F71-ECA7-EAAE-1DB9-C36EEC9F3757}"/>
                </a:ext>
              </a:extLst>
            </p:cNvPr>
            <p:cNvSpPr/>
            <p:nvPr/>
          </p:nvSpPr>
          <p:spPr>
            <a:xfrm>
              <a:off x="110644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F9CB834A-69FA-B58C-DDF7-4797F2197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6658" y="1514033"/>
              <a:ext cx="296598" cy="513722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53AD20F8-6230-1B41-E45A-3F42E3650A67}"/>
                </a:ext>
              </a:extLst>
            </p:cNvPr>
            <p:cNvCxnSpPr>
              <a:cxnSpLocks/>
            </p:cNvCxnSpPr>
            <p:nvPr/>
          </p:nvCxnSpPr>
          <p:spPr>
            <a:xfrm>
              <a:off x="1917447" y="1514477"/>
              <a:ext cx="296341" cy="51327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B617F03A-79A2-918C-A968-770B3C587F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4020" y="1513561"/>
              <a:ext cx="23241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5ED97826-E72A-5CAC-06BB-8B99A93109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72512" y="1514257"/>
              <a:ext cx="296469" cy="513499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E50C9D8F-7A6E-134E-8705-8F062BFEB395}"/>
                </a:ext>
              </a:extLst>
            </p:cNvPr>
            <p:cNvCxnSpPr>
              <a:cxnSpLocks/>
            </p:cNvCxnSpPr>
            <p:nvPr/>
          </p:nvCxnSpPr>
          <p:spPr>
            <a:xfrm>
              <a:off x="3003172" y="1514255"/>
              <a:ext cx="296470" cy="51350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1CF8FAA-372B-ED30-FC95-12BDC8439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67965" y="1513562"/>
              <a:ext cx="23622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ogen 35">
              <a:extLst>
                <a:ext uri="{FF2B5EF4-FFF2-40B4-BE49-F238E27FC236}">
                  <a16:creationId xmlns:a16="http://schemas.microsoft.com/office/drawing/2014/main" id="{D03CBF26-DCCF-4101-45B5-F66397D00946}"/>
                </a:ext>
              </a:extLst>
            </p:cNvPr>
            <p:cNvSpPr/>
            <p:nvPr/>
          </p:nvSpPr>
          <p:spPr>
            <a:xfrm>
              <a:off x="219229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D4E96C72-5464-BEA0-35E3-7CE0EF6FDB55}"/>
              </a:ext>
            </a:extLst>
          </p:cNvPr>
          <p:cNvGrpSpPr/>
          <p:nvPr/>
        </p:nvGrpSpPr>
        <p:grpSpPr>
          <a:xfrm>
            <a:off x="293370" y="1279446"/>
            <a:ext cx="3011805" cy="777240"/>
            <a:chOff x="293370" y="1242060"/>
            <a:chExt cx="3011805" cy="777240"/>
          </a:xfrm>
        </p:grpSpPr>
        <p:sp>
          <p:nvSpPr>
            <p:cNvPr id="86" name="Freihandform: Form 85">
              <a:extLst>
                <a:ext uri="{FF2B5EF4-FFF2-40B4-BE49-F238E27FC236}">
                  <a16:creationId xmlns:a16="http://schemas.microsoft.com/office/drawing/2014/main" id="{2C68EED2-A180-850F-64B0-B8D99C1A1236}"/>
                </a:ext>
              </a:extLst>
            </p:cNvPr>
            <p:cNvSpPr/>
            <p:nvPr/>
          </p:nvSpPr>
          <p:spPr>
            <a:xfrm>
              <a:off x="293370" y="1242060"/>
              <a:ext cx="3011805" cy="777240"/>
            </a:xfrm>
            <a:custGeom>
              <a:avLst/>
              <a:gdLst>
                <a:gd name="csX0" fmla="*/ 5715 w 3011805"/>
                <a:gd name="csY0" fmla="*/ 756285 h 777240"/>
                <a:gd name="csX1" fmla="*/ 0 w 3011805"/>
                <a:gd name="csY1" fmla="*/ 0 h 777240"/>
                <a:gd name="csX2" fmla="*/ 3011805 w 3011805"/>
                <a:gd name="csY2" fmla="*/ 0 h 777240"/>
                <a:gd name="csX3" fmla="*/ 3011805 w 3011805"/>
                <a:gd name="csY3" fmla="*/ 756285 h 777240"/>
                <a:gd name="csX4" fmla="*/ 2712720 w 3011805"/>
                <a:gd name="csY4" fmla="*/ 243840 h 777240"/>
                <a:gd name="csX5" fmla="*/ 2676525 w 3011805"/>
                <a:gd name="csY5" fmla="*/ 209550 h 777240"/>
                <a:gd name="csX6" fmla="*/ 2626995 w 3011805"/>
                <a:gd name="csY6" fmla="*/ 188595 h 777240"/>
                <a:gd name="csX7" fmla="*/ 2575560 w 3011805"/>
                <a:gd name="csY7" fmla="*/ 186690 h 777240"/>
                <a:gd name="csX8" fmla="*/ 2531745 w 3011805"/>
                <a:gd name="csY8" fmla="*/ 196215 h 777240"/>
                <a:gd name="csX9" fmla="*/ 2493645 w 3011805"/>
                <a:gd name="csY9" fmla="*/ 217170 h 777240"/>
                <a:gd name="csX10" fmla="*/ 2463165 w 3011805"/>
                <a:gd name="csY10" fmla="*/ 251460 h 777240"/>
                <a:gd name="csX11" fmla="*/ 2446020 w 3011805"/>
                <a:gd name="csY11" fmla="*/ 280035 h 777240"/>
                <a:gd name="csX12" fmla="*/ 2160270 w 3011805"/>
                <a:gd name="csY12" fmla="*/ 777240 h 777240"/>
                <a:gd name="csX13" fmla="*/ 1933575 w 3011805"/>
                <a:gd name="csY13" fmla="*/ 777240 h 777240"/>
                <a:gd name="csX14" fmla="*/ 1636395 w 3011805"/>
                <a:gd name="csY14" fmla="*/ 260985 h 777240"/>
                <a:gd name="csX15" fmla="*/ 1600200 w 3011805"/>
                <a:gd name="csY15" fmla="*/ 219075 h 777240"/>
                <a:gd name="csX16" fmla="*/ 1562100 w 3011805"/>
                <a:gd name="csY16" fmla="*/ 198120 h 777240"/>
                <a:gd name="csX17" fmla="*/ 1522095 w 3011805"/>
                <a:gd name="csY17" fmla="*/ 188595 h 777240"/>
                <a:gd name="csX18" fmla="*/ 1463040 w 3011805"/>
                <a:gd name="csY18" fmla="*/ 190500 h 777240"/>
                <a:gd name="csX19" fmla="*/ 1424940 w 3011805"/>
                <a:gd name="csY19" fmla="*/ 205740 h 777240"/>
                <a:gd name="csX20" fmla="*/ 1392555 w 3011805"/>
                <a:gd name="csY20" fmla="*/ 232410 h 777240"/>
                <a:gd name="csX21" fmla="*/ 1377315 w 3011805"/>
                <a:gd name="csY21" fmla="*/ 259080 h 777240"/>
                <a:gd name="csX22" fmla="*/ 1078230 w 3011805"/>
                <a:gd name="csY22" fmla="*/ 775335 h 777240"/>
                <a:gd name="csX23" fmla="*/ 843915 w 3011805"/>
                <a:gd name="csY23" fmla="*/ 775335 h 777240"/>
                <a:gd name="csX24" fmla="*/ 544830 w 3011805"/>
                <a:gd name="csY24" fmla="*/ 241935 h 777240"/>
                <a:gd name="csX25" fmla="*/ 504825 w 3011805"/>
                <a:gd name="csY25" fmla="*/ 201930 h 777240"/>
                <a:gd name="csX26" fmla="*/ 455295 w 3011805"/>
                <a:gd name="csY26" fmla="*/ 188595 h 777240"/>
                <a:gd name="csX27" fmla="*/ 405765 w 3011805"/>
                <a:gd name="csY27" fmla="*/ 186690 h 777240"/>
                <a:gd name="csX28" fmla="*/ 371475 w 3011805"/>
                <a:gd name="csY28" fmla="*/ 194310 h 777240"/>
                <a:gd name="csX29" fmla="*/ 337185 w 3011805"/>
                <a:gd name="csY29" fmla="*/ 209550 h 777240"/>
                <a:gd name="csX30" fmla="*/ 312420 w 3011805"/>
                <a:gd name="csY30" fmla="*/ 230505 h 777240"/>
                <a:gd name="csX31" fmla="*/ 281940 w 3011805"/>
                <a:gd name="csY31" fmla="*/ 266700 h 777240"/>
                <a:gd name="csX32" fmla="*/ 5715 w 3011805"/>
                <a:gd name="csY32" fmla="*/ 756285 h 7772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3011805" h="777240">
                  <a:moveTo>
                    <a:pt x="5715" y="7562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756285"/>
                  </a:lnTo>
                  <a:lnTo>
                    <a:pt x="2712720" y="243840"/>
                  </a:lnTo>
                  <a:lnTo>
                    <a:pt x="2676525" y="209550"/>
                  </a:lnTo>
                  <a:lnTo>
                    <a:pt x="2626995" y="188595"/>
                  </a:lnTo>
                  <a:lnTo>
                    <a:pt x="2575560" y="186690"/>
                  </a:lnTo>
                  <a:lnTo>
                    <a:pt x="2531745" y="196215"/>
                  </a:lnTo>
                  <a:lnTo>
                    <a:pt x="2493645" y="217170"/>
                  </a:lnTo>
                  <a:lnTo>
                    <a:pt x="2463165" y="251460"/>
                  </a:lnTo>
                  <a:lnTo>
                    <a:pt x="2446020" y="280035"/>
                  </a:lnTo>
                  <a:lnTo>
                    <a:pt x="2160270" y="777240"/>
                  </a:lnTo>
                  <a:lnTo>
                    <a:pt x="1933575" y="777240"/>
                  </a:lnTo>
                  <a:lnTo>
                    <a:pt x="1636395" y="260985"/>
                  </a:lnTo>
                  <a:lnTo>
                    <a:pt x="1600200" y="219075"/>
                  </a:lnTo>
                  <a:lnTo>
                    <a:pt x="1562100" y="198120"/>
                  </a:lnTo>
                  <a:lnTo>
                    <a:pt x="1522095" y="188595"/>
                  </a:lnTo>
                  <a:lnTo>
                    <a:pt x="1463040" y="190500"/>
                  </a:lnTo>
                  <a:lnTo>
                    <a:pt x="1424940" y="205740"/>
                  </a:lnTo>
                  <a:lnTo>
                    <a:pt x="1392555" y="232410"/>
                  </a:lnTo>
                  <a:lnTo>
                    <a:pt x="1377315" y="259080"/>
                  </a:lnTo>
                  <a:lnTo>
                    <a:pt x="1078230" y="775335"/>
                  </a:lnTo>
                  <a:lnTo>
                    <a:pt x="843915" y="775335"/>
                  </a:lnTo>
                  <a:lnTo>
                    <a:pt x="544830" y="241935"/>
                  </a:lnTo>
                  <a:lnTo>
                    <a:pt x="504825" y="201930"/>
                  </a:lnTo>
                  <a:lnTo>
                    <a:pt x="455295" y="188595"/>
                  </a:lnTo>
                  <a:lnTo>
                    <a:pt x="405765" y="186690"/>
                  </a:lnTo>
                  <a:lnTo>
                    <a:pt x="371475" y="194310"/>
                  </a:lnTo>
                  <a:lnTo>
                    <a:pt x="337185" y="209550"/>
                  </a:lnTo>
                  <a:lnTo>
                    <a:pt x="312420" y="230505"/>
                  </a:lnTo>
                  <a:lnTo>
                    <a:pt x="281940" y="266700"/>
                  </a:lnTo>
                  <a:lnTo>
                    <a:pt x="5715" y="7562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6F9DEBB9-EAAC-E873-ED6D-4712302F5C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4722" y="1502604"/>
              <a:ext cx="282833" cy="48988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CC13492A-F7B2-8F2E-BF08-68637B351CB6}"/>
                </a:ext>
              </a:extLst>
            </p:cNvPr>
            <p:cNvSpPr/>
            <p:nvPr/>
          </p:nvSpPr>
          <p:spPr>
            <a:xfrm rot="10800000">
              <a:off x="273450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D4224359-6582-70AA-6A56-4A779BF6B3D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459406" y="1502604"/>
              <a:ext cx="296598" cy="51372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10487814-EE52-0E97-2970-F1A9F6BA3A1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28874" y="1502604"/>
              <a:ext cx="296341" cy="513278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4AA28AA8-3575-9316-778B-6E64705AEDB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226232" y="2016798"/>
              <a:ext cx="23241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CEFE2FE5-7B5D-EF99-EB79-73B554E2D7F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373681" y="1502603"/>
              <a:ext cx="296469" cy="513499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47419B-85C1-D18C-B2AE-EE2465083C2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43020" y="1502603"/>
              <a:ext cx="296470" cy="513501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11AEBA8C-3405-4134-2782-C3C734828DC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138477" y="2016797"/>
              <a:ext cx="23622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Bogen 80">
              <a:extLst>
                <a:ext uri="{FF2B5EF4-FFF2-40B4-BE49-F238E27FC236}">
                  <a16:creationId xmlns:a16="http://schemas.microsoft.com/office/drawing/2014/main" id="{7C35D25D-D004-9EBB-5CF5-AE8C4F2CF344}"/>
                </a:ext>
              </a:extLst>
            </p:cNvPr>
            <p:cNvSpPr/>
            <p:nvPr/>
          </p:nvSpPr>
          <p:spPr>
            <a:xfrm rot="10800000">
              <a:off x="164865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4442483A-551F-325A-B662-CB8CAD2CC5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895" y="1501912"/>
              <a:ext cx="282182" cy="488754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Bogen 83">
              <a:extLst>
                <a:ext uri="{FF2B5EF4-FFF2-40B4-BE49-F238E27FC236}">
                  <a16:creationId xmlns:a16="http://schemas.microsoft.com/office/drawing/2014/main" id="{5BAAA59E-AFF8-8FEA-C067-7022BB2ADA73}"/>
                </a:ext>
              </a:extLst>
            </p:cNvPr>
            <p:cNvSpPr/>
            <p:nvPr/>
          </p:nvSpPr>
          <p:spPr>
            <a:xfrm rot="10800000">
              <a:off x="563585" y="1428367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0" name="Bogen 89">
            <a:extLst>
              <a:ext uri="{FF2B5EF4-FFF2-40B4-BE49-F238E27FC236}">
                <a16:creationId xmlns:a16="http://schemas.microsoft.com/office/drawing/2014/main" id="{A72AAB6E-8886-BAA7-3CCB-E4A01FB4BCD6}"/>
              </a:ext>
            </a:extLst>
          </p:cNvPr>
          <p:cNvSpPr/>
          <p:nvPr/>
        </p:nvSpPr>
        <p:spPr>
          <a:xfrm>
            <a:off x="710730" y="1549999"/>
            <a:ext cx="1097280" cy="1097280"/>
          </a:xfrm>
          <a:prstGeom prst="arc">
            <a:avLst>
              <a:gd name="adj1" fmla="val 13938811"/>
              <a:gd name="adj2" fmla="val 18440532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02243-6BD0-0161-6BAC-94F0B9DB7B44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B822314-3F17-0E8F-5476-BA82FA84830C}"/>
              </a:ext>
            </a:extLst>
          </p:cNvPr>
          <p:cNvSpPr/>
          <p:nvPr/>
        </p:nvSpPr>
        <p:spPr>
          <a:xfrm>
            <a:off x="293370" y="1247257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C78EF-8528-4CED-1A46-798BAAD5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BB999AC0-23CA-575C-4F02-BCC36F1B64E2}"/>
              </a:ext>
            </a:extLst>
          </p:cNvPr>
          <p:cNvSpPr/>
          <p:nvPr/>
        </p:nvSpPr>
        <p:spPr>
          <a:xfrm>
            <a:off x="294640" y="1254760"/>
            <a:ext cx="3017520" cy="754380"/>
          </a:xfrm>
          <a:custGeom>
            <a:avLst/>
            <a:gdLst>
              <a:gd name="csX0" fmla="*/ 0 w 3017520"/>
              <a:gd name="csY0" fmla="*/ 749300 h 754380"/>
              <a:gd name="csX1" fmla="*/ 0 w 3017520"/>
              <a:gd name="csY1" fmla="*/ 0 h 754380"/>
              <a:gd name="csX2" fmla="*/ 3017520 w 3017520"/>
              <a:gd name="csY2" fmla="*/ 0 h 754380"/>
              <a:gd name="csX3" fmla="*/ 3017520 w 3017520"/>
              <a:gd name="csY3" fmla="*/ 754380 h 754380"/>
              <a:gd name="csX4" fmla="*/ 2926080 w 3017520"/>
              <a:gd name="csY4" fmla="*/ 754380 h 754380"/>
              <a:gd name="csX5" fmla="*/ 2773680 w 3017520"/>
              <a:gd name="csY5" fmla="*/ 182880 h 754380"/>
              <a:gd name="csX6" fmla="*/ 2397760 w 3017520"/>
              <a:gd name="csY6" fmla="*/ 182880 h 754380"/>
              <a:gd name="csX7" fmla="*/ 2247900 w 3017520"/>
              <a:gd name="csY7" fmla="*/ 751840 h 754380"/>
              <a:gd name="csX8" fmla="*/ 1849120 w 3017520"/>
              <a:gd name="csY8" fmla="*/ 751840 h 754380"/>
              <a:gd name="csX9" fmla="*/ 1696720 w 3017520"/>
              <a:gd name="csY9" fmla="*/ 185420 h 754380"/>
              <a:gd name="csX10" fmla="*/ 1320800 w 3017520"/>
              <a:gd name="csY10" fmla="*/ 185420 h 754380"/>
              <a:gd name="csX11" fmla="*/ 1170940 w 3017520"/>
              <a:gd name="csY11" fmla="*/ 754380 h 754380"/>
              <a:gd name="csX12" fmla="*/ 769620 w 3017520"/>
              <a:gd name="csY12" fmla="*/ 754380 h 754380"/>
              <a:gd name="csX13" fmla="*/ 617220 w 3017520"/>
              <a:gd name="csY13" fmla="*/ 182880 h 754380"/>
              <a:gd name="csX14" fmla="*/ 238760 w 3017520"/>
              <a:gd name="csY14" fmla="*/ 182880 h 754380"/>
              <a:gd name="csX15" fmla="*/ 91440 w 3017520"/>
              <a:gd name="csY15" fmla="*/ 751840 h 754380"/>
              <a:gd name="csX16" fmla="*/ 0 w 3017520"/>
              <a:gd name="csY16" fmla="*/ 749300 h 754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7520" h="754380">
                <a:moveTo>
                  <a:pt x="0" y="749300"/>
                </a:moveTo>
                <a:lnTo>
                  <a:pt x="0" y="0"/>
                </a:lnTo>
                <a:lnTo>
                  <a:pt x="3017520" y="0"/>
                </a:lnTo>
                <a:lnTo>
                  <a:pt x="3017520" y="754380"/>
                </a:lnTo>
                <a:lnTo>
                  <a:pt x="2926080" y="754380"/>
                </a:lnTo>
                <a:lnTo>
                  <a:pt x="2773680" y="18288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1849120" y="751840"/>
                </a:lnTo>
                <a:lnTo>
                  <a:pt x="1696720" y="185420"/>
                </a:lnTo>
                <a:lnTo>
                  <a:pt x="1320800" y="185420"/>
                </a:lnTo>
                <a:lnTo>
                  <a:pt x="1170940" y="754380"/>
                </a:lnTo>
                <a:lnTo>
                  <a:pt x="769620" y="754380"/>
                </a:lnTo>
                <a:lnTo>
                  <a:pt x="617220" y="182880"/>
                </a:lnTo>
                <a:lnTo>
                  <a:pt x="238760" y="182880"/>
                </a:lnTo>
                <a:lnTo>
                  <a:pt x="91440" y="751840"/>
                </a:lnTo>
                <a:lnTo>
                  <a:pt x="0" y="7493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3DEBC11-F19C-8B6C-6248-22119FBA6EC0}"/>
              </a:ext>
            </a:extLst>
          </p:cNvPr>
          <p:cNvGrpSpPr/>
          <p:nvPr/>
        </p:nvGrpSpPr>
        <p:grpSpPr>
          <a:xfrm>
            <a:off x="292100" y="1551940"/>
            <a:ext cx="3017520" cy="792480"/>
            <a:chOff x="292100" y="1551940"/>
            <a:chExt cx="3017520" cy="792480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21F2ADC0-FE3C-B48A-DC45-2C70A3B3B29F}"/>
                </a:ext>
              </a:extLst>
            </p:cNvPr>
            <p:cNvSpPr/>
            <p:nvPr/>
          </p:nvSpPr>
          <p:spPr>
            <a:xfrm>
              <a:off x="292100" y="1551940"/>
              <a:ext cx="3017520" cy="792480"/>
            </a:xfrm>
            <a:custGeom>
              <a:avLst/>
              <a:gdLst>
                <a:gd name="csX0" fmla="*/ 0 w 3017520"/>
                <a:gd name="csY0" fmla="*/ 792480 h 792480"/>
                <a:gd name="csX1" fmla="*/ 0 w 3017520"/>
                <a:gd name="csY1" fmla="*/ 563880 h 792480"/>
                <a:gd name="csX2" fmla="*/ 83820 w 3017520"/>
                <a:gd name="csY2" fmla="*/ 563880 h 792480"/>
                <a:gd name="csX3" fmla="*/ 236220 w 3017520"/>
                <a:gd name="csY3" fmla="*/ 2540 h 792480"/>
                <a:gd name="csX4" fmla="*/ 632460 w 3017520"/>
                <a:gd name="csY4" fmla="*/ 2540 h 792480"/>
                <a:gd name="csX5" fmla="*/ 787400 w 3017520"/>
                <a:gd name="csY5" fmla="*/ 566420 h 792480"/>
                <a:gd name="csX6" fmla="*/ 1163320 w 3017520"/>
                <a:gd name="csY6" fmla="*/ 566420 h 792480"/>
                <a:gd name="csX7" fmla="*/ 1313180 w 3017520"/>
                <a:gd name="csY7" fmla="*/ 0 h 792480"/>
                <a:gd name="csX8" fmla="*/ 1711960 w 3017520"/>
                <a:gd name="csY8" fmla="*/ 0 h 792480"/>
                <a:gd name="csX9" fmla="*/ 1859280 w 3017520"/>
                <a:gd name="csY9" fmla="*/ 566420 h 792480"/>
                <a:gd name="csX10" fmla="*/ 2237740 w 3017520"/>
                <a:gd name="csY10" fmla="*/ 566420 h 792480"/>
                <a:gd name="csX11" fmla="*/ 2390140 w 3017520"/>
                <a:gd name="csY11" fmla="*/ 0 h 792480"/>
                <a:gd name="csX12" fmla="*/ 2791460 w 3017520"/>
                <a:gd name="csY12" fmla="*/ 0 h 792480"/>
                <a:gd name="csX13" fmla="*/ 2941320 w 3017520"/>
                <a:gd name="csY13" fmla="*/ 568960 h 792480"/>
                <a:gd name="csX14" fmla="*/ 3017520 w 3017520"/>
                <a:gd name="csY14" fmla="*/ 568960 h 792480"/>
                <a:gd name="csX15" fmla="*/ 3017520 w 3017520"/>
                <a:gd name="csY15" fmla="*/ 789940 h 792480"/>
                <a:gd name="csX16" fmla="*/ 0 w 3017520"/>
                <a:gd name="csY16" fmla="*/ 792480 h 79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17520" h="792480">
                  <a:moveTo>
                    <a:pt x="0" y="792480"/>
                  </a:moveTo>
                  <a:lnTo>
                    <a:pt x="0" y="563880"/>
                  </a:lnTo>
                  <a:lnTo>
                    <a:pt x="83820" y="563880"/>
                  </a:lnTo>
                  <a:lnTo>
                    <a:pt x="236220" y="2540"/>
                  </a:lnTo>
                  <a:lnTo>
                    <a:pt x="632460" y="2540"/>
                  </a:lnTo>
                  <a:lnTo>
                    <a:pt x="787400" y="566420"/>
                  </a:lnTo>
                  <a:lnTo>
                    <a:pt x="1163320" y="566420"/>
                  </a:lnTo>
                  <a:lnTo>
                    <a:pt x="1313180" y="0"/>
                  </a:lnTo>
                  <a:lnTo>
                    <a:pt x="1711960" y="0"/>
                  </a:lnTo>
                  <a:lnTo>
                    <a:pt x="1859280" y="566420"/>
                  </a:lnTo>
                  <a:lnTo>
                    <a:pt x="2237740" y="566420"/>
                  </a:lnTo>
                  <a:lnTo>
                    <a:pt x="2390140" y="0"/>
                  </a:lnTo>
                  <a:lnTo>
                    <a:pt x="2791460" y="0"/>
                  </a:lnTo>
                  <a:lnTo>
                    <a:pt x="2941320" y="568960"/>
                  </a:lnTo>
                  <a:lnTo>
                    <a:pt x="3017520" y="568960"/>
                  </a:lnTo>
                  <a:lnTo>
                    <a:pt x="3017520" y="789940"/>
                  </a:lnTo>
                  <a:lnTo>
                    <a:pt x="0" y="792480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5A4A8F3-61A2-A649-3B6A-20CBB9F623E5}"/>
                </a:ext>
              </a:extLst>
            </p:cNvPr>
            <p:cNvCxnSpPr>
              <a:cxnSpLocks/>
            </p:cNvCxnSpPr>
            <p:nvPr/>
          </p:nvCxnSpPr>
          <p:spPr>
            <a:xfrm>
              <a:off x="200477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C786F19-5F83-9C5A-8F75-DD05AB656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84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BF48FA9-FC55-53F1-C541-132DB2372E05}"/>
                </a:ext>
              </a:extLst>
            </p:cNvPr>
            <p:cNvCxnSpPr>
              <a:cxnSpLocks/>
            </p:cNvCxnSpPr>
            <p:nvPr/>
          </p:nvCxnSpPr>
          <p:spPr>
            <a:xfrm>
              <a:off x="3082435" y="1552891"/>
              <a:ext cx="150933" cy="56328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3A1CBF6-59F4-8FD7-B788-9AA6006FCA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179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Gerader Verbinder 1">
              <a:extLst>
                <a:ext uri="{FF2B5EF4-FFF2-40B4-BE49-F238E27FC236}">
                  <a16:creationId xmlns:a16="http://schemas.microsoft.com/office/drawing/2014/main" id="{63FFAB5B-80B8-84C7-1965-86D3BDA56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656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A4862F6-379C-2318-A2D7-500EB049A6D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1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3A81697-64C7-5545-0803-2D075D635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08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C0C66CD9-0835-B77E-5773-EC8A77880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503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C7EF16-04D3-6EF8-791B-B73B054AE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980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0ADFE67-8401-EA19-4768-E363B4835D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4281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45B80648-3CD1-B0F9-DC0D-1BE6356857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5224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7783F4F-9065-ED35-BCFB-A4AA985BC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16179"/>
              <a:ext cx="799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AB32EA3-AD0C-664C-0F68-437AA525A0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3368" y="2116179"/>
              <a:ext cx="72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DC41063-A607-36A4-38A1-B4DDC05F0BCA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A933EA0-142E-C7D4-B3A0-64DA271ABB8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FE3A341-C342-D879-9321-FDAA0FB45E36}"/>
              </a:ext>
            </a:extLst>
          </p:cNvPr>
          <p:cNvCxnSpPr>
            <a:cxnSpLocks/>
          </p:cNvCxnSpPr>
          <p:nvPr/>
        </p:nvCxnSpPr>
        <p:spPr>
          <a:xfrm rot="10800000">
            <a:off x="914187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9D6D8B7-7910-6AFF-0E0A-A843DE93F89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6526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8EDB54EE-0C4D-ED0C-46FF-4BF26E4D550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61581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B7BDB99-5024-7338-4507-DB5AC39F2015}"/>
              </a:ext>
            </a:extLst>
          </p:cNvPr>
          <p:cNvCxnSpPr>
            <a:cxnSpLocks/>
          </p:cNvCxnSpPr>
          <p:nvPr/>
        </p:nvCxnSpPr>
        <p:spPr>
          <a:xfrm rot="10800000">
            <a:off x="306774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28ACCCD-C024-B6C0-62A7-4BA89820C7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4252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D21AF224-FB34-FAC3-3DF2-4F060E53BC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4202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2CE2F7D-27C2-A8B4-122B-8769FB18640B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9257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B473ADC-F848-90AA-B8BB-CEDD0FA9CE90}"/>
              </a:ext>
            </a:extLst>
          </p:cNvPr>
          <p:cNvCxnSpPr>
            <a:cxnSpLocks/>
          </p:cNvCxnSpPr>
          <p:nvPr/>
        </p:nvCxnSpPr>
        <p:spPr>
          <a:xfrm flipV="1">
            <a:off x="3221831" y="2005921"/>
            <a:ext cx="87933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6AFF4BA-FA76-5547-9AAF-BD80B61C4883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FB1830F-A5BE-0B72-E9DB-D44DB708EE40}"/>
              </a:ext>
            </a:extLst>
          </p:cNvPr>
          <p:cNvCxnSpPr>
            <a:cxnSpLocks/>
          </p:cNvCxnSpPr>
          <p:nvPr/>
        </p:nvCxnSpPr>
        <p:spPr>
          <a:xfrm>
            <a:off x="290830" y="2005919"/>
            <a:ext cx="95105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7557573-3A3A-7B9A-F70B-692EF2483BA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5980" y="1439241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0BC8B262-B8CC-8BD8-4F0D-116148FD825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B2D0D38B-AD7A-21FA-AD65-1704C625041F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F3E41724-7076-5E1D-D265-C4556CA918DC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149345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E4938-D142-2A7D-A7EC-63CFC93EE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4B7C2E7B-6BDB-4754-5C82-ED08F0199194}"/>
              </a:ext>
            </a:extLst>
          </p:cNvPr>
          <p:cNvSpPr/>
          <p:nvPr/>
        </p:nvSpPr>
        <p:spPr>
          <a:xfrm>
            <a:off x="294640" y="1254760"/>
            <a:ext cx="3017520" cy="876300"/>
          </a:xfrm>
          <a:custGeom>
            <a:avLst/>
            <a:gdLst>
              <a:gd name="csX0" fmla="*/ 3810 w 3017520"/>
              <a:gd name="csY0" fmla="*/ 863600 h 876300"/>
              <a:gd name="csX1" fmla="*/ 0 w 3017520"/>
              <a:gd name="csY1" fmla="*/ 0 h 876300"/>
              <a:gd name="csX2" fmla="*/ 3017520 w 3017520"/>
              <a:gd name="csY2" fmla="*/ 0 h 876300"/>
              <a:gd name="csX3" fmla="*/ 3009900 w 3017520"/>
              <a:gd name="csY3" fmla="*/ 876300 h 876300"/>
              <a:gd name="csX4" fmla="*/ 2926080 w 3017520"/>
              <a:gd name="csY4" fmla="*/ 754380 h 876300"/>
              <a:gd name="csX5" fmla="*/ 2773680 w 3017520"/>
              <a:gd name="csY5" fmla="*/ 182880 h 876300"/>
              <a:gd name="csX6" fmla="*/ 2698115 w 3017520"/>
              <a:gd name="csY6" fmla="*/ 95885 h 876300"/>
              <a:gd name="csX7" fmla="*/ 2583815 w 3017520"/>
              <a:gd name="csY7" fmla="*/ 67310 h 876300"/>
              <a:gd name="csX8" fmla="*/ 2469515 w 3017520"/>
              <a:gd name="csY8" fmla="*/ 97790 h 876300"/>
              <a:gd name="csX9" fmla="*/ 2397760 w 3017520"/>
              <a:gd name="csY9" fmla="*/ 182880 h 876300"/>
              <a:gd name="csX10" fmla="*/ 2247900 w 3017520"/>
              <a:gd name="csY10" fmla="*/ 751840 h 876300"/>
              <a:gd name="csX11" fmla="*/ 2168525 w 3017520"/>
              <a:gd name="csY11" fmla="*/ 844550 h 876300"/>
              <a:gd name="csX12" fmla="*/ 2038985 w 3017520"/>
              <a:gd name="csY12" fmla="*/ 875030 h 876300"/>
              <a:gd name="csX13" fmla="*/ 1924685 w 3017520"/>
              <a:gd name="csY13" fmla="*/ 842645 h 876300"/>
              <a:gd name="csX14" fmla="*/ 1849120 w 3017520"/>
              <a:gd name="csY14" fmla="*/ 751840 h 876300"/>
              <a:gd name="csX15" fmla="*/ 1696720 w 3017520"/>
              <a:gd name="csY15" fmla="*/ 185420 h 876300"/>
              <a:gd name="csX16" fmla="*/ 1619885 w 3017520"/>
              <a:gd name="csY16" fmla="*/ 92075 h 876300"/>
              <a:gd name="csX17" fmla="*/ 1499870 w 3017520"/>
              <a:gd name="csY17" fmla="*/ 61595 h 876300"/>
              <a:gd name="csX18" fmla="*/ 1381760 w 3017520"/>
              <a:gd name="csY18" fmla="*/ 99695 h 876300"/>
              <a:gd name="csX19" fmla="*/ 1320800 w 3017520"/>
              <a:gd name="csY19" fmla="*/ 185420 h 876300"/>
              <a:gd name="csX20" fmla="*/ 1170940 w 3017520"/>
              <a:gd name="csY20" fmla="*/ 754380 h 876300"/>
              <a:gd name="csX21" fmla="*/ 1090295 w 3017520"/>
              <a:gd name="csY21" fmla="*/ 848360 h 876300"/>
              <a:gd name="csX22" fmla="*/ 966470 w 3017520"/>
              <a:gd name="csY22" fmla="*/ 873125 h 876300"/>
              <a:gd name="csX23" fmla="*/ 846455 w 3017520"/>
              <a:gd name="csY23" fmla="*/ 842645 h 876300"/>
              <a:gd name="csX24" fmla="*/ 769620 w 3017520"/>
              <a:gd name="csY24" fmla="*/ 754380 h 876300"/>
              <a:gd name="csX25" fmla="*/ 617220 w 3017520"/>
              <a:gd name="csY25" fmla="*/ 182880 h 876300"/>
              <a:gd name="csX26" fmla="*/ 543560 w 3017520"/>
              <a:gd name="csY26" fmla="*/ 90170 h 876300"/>
              <a:gd name="csX27" fmla="*/ 431165 w 3017520"/>
              <a:gd name="csY27" fmla="*/ 69215 h 876300"/>
              <a:gd name="csX28" fmla="*/ 330200 w 3017520"/>
              <a:gd name="csY28" fmla="*/ 95885 h 876300"/>
              <a:gd name="csX29" fmla="*/ 242570 w 3017520"/>
              <a:gd name="csY29" fmla="*/ 184785 h 876300"/>
              <a:gd name="csX30" fmla="*/ 91440 w 3017520"/>
              <a:gd name="csY30" fmla="*/ 751840 h 876300"/>
              <a:gd name="csX31" fmla="*/ 3810 w 3017520"/>
              <a:gd name="csY31" fmla="*/ 8636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876300">
                <a:moveTo>
                  <a:pt x="3810" y="863600"/>
                </a:moveTo>
                <a:lnTo>
                  <a:pt x="0" y="0"/>
                </a:lnTo>
                <a:lnTo>
                  <a:pt x="3017520" y="0"/>
                </a:lnTo>
                <a:lnTo>
                  <a:pt x="3009900" y="876300"/>
                </a:lnTo>
                <a:lnTo>
                  <a:pt x="2926080" y="754380"/>
                </a:lnTo>
                <a:lnTo>
                  <a:pt x="2773680" y="182880"/>
                </a:lnTo>
                <a:cubicBezTo>
                  <a:pt x="2748492" y="153882"/>
                  <a:pt x="2742353" y="136313"/>
                  <a:pt x="2698115" y="95885"/>
                </a:cubicBezTo>
                <a:lnTo>
                  <a:pt x="2583815" y="67310"/>
                </a:lnTo>
                <a:lnTo>
                  <a:pt x="2469515" y="9779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2168525" y="844550"/>
                </a:lnTo>
                <a:lnTo>
                  <a:pt x="2038985" y="875030"/>
                </a:lnTo>
                <a:lnTo>
                  <a:pt x="1924685" y="842645"/>
                </a:lnTo>
                <a:lnTo>
                  <a:pt x="1849120" y="751840"/>
                </a:lnTo>
                <a:lnTo>
                  <a:pt x="1696720" y="185420"/>
                </a:lnTo>
                <a:cubicBezTo>
                  <a:pt x="1671108" y="152400"/>
                  <a:pt x="1677882" y="140335"/>
                  <a:pt x="1619885" y="92075"/>
                </a:cubicBezTo>
                <a:cubicBezTo>
                  <a:pt x="1576070" y="70485"/>
                  <a:pt x="1539875" y="69850"/>
                  <a:pt x="1499870" y="61595"/>
                </a:cubicBezTo>
                <a:cubicBezTo>
                  <a:pt x="1460500" y="74295"/>
                  <a:pt x="1432560" y="71755"/>
                  <a:pt x="1381760" y="99695"/>
                </a:cubicBezTo>
                <a:lnTo>
                  <a:pt x="1320800" y="185420"/>
                </a:lnTo>
                <a:lnTo>
                  <a:pt x="1170940" y="754380"/>
                </a:lnTo>
                <a:lnTo>
                  <a:pt x="1090295" y="848360"/>
                </a:lnTo>
                <a:lnTo>
                  <a:pt x="966470" y="873125"/>
                </a:lnTo>
                <a:lnTo>
                  <a:pt x="846455" y="842645"/>
                </a:lnTo>
                <a:lnTo>
                  <a:pt x="769620" y="754380"/>
                </a:lnTo>
                <a:lnTo>
                  <a:pt x="617220" y="182880"/>
                </a:lnTo>
                <a:cubicBezTo>
                  <a:pt x="592667" y="151977"/>
                  <a:pt x="590973" y="130598"/>
                  <a:pt x="543560" y="90170"/>
                </a:cubicBezTo>
                <a:cubicBezTo>
                  <a:pt x="505460" y="81915"/>
                  <a:pt x="478790" y="75565"/>
                  <a:pt x="431165" y="69215"/>
                </a:cubicBezTo>
                <a:cubicBezTo>
                  <a:pt x="382270" y="73025"/>
                  <a:pt x="369570" y="86360"/>
                  <a:pt x="330200" y="95885"/>
                </a:cubicBezTo>
                <a:cubicBezTo>
                  <a:pt x="292100" y="126153"/>
                  <a:pt x="274955" y="133562"/>
                  <a:pt x="242570" y="184785"/>
                </a:cubicBezTo>
                <a:lnTo>
                  <a:pt x="91440" y="751840"/>
                </a:lnTo>
                <a:lnTo>
                  <a:pt x="3810" y="8636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F07E393D-F541-6DF2-1A38-2A4F4A03AA64}"/>
              </a:ext>
            </a:extLst>
          </p:cNvPr>
          <p:cNvSpPr/>
          <p:nvPr/>
        </p:nvSpPr>
        <p:spPr>
          <a:xfrm>
            <a:off x="292100" y="1419225"/>
            <a:ext cx="3017520" cy="925195"/>
          </a:xfrm>
          <a:custGeom>
            <a:avLst/>
            <a:gdLst>
              <a:gd name="csX0" fmla="*/ 0 w 3017520"/>
              <a:gd name="csY0" fmla="*/ 925195 h 925195"/>
              <a:gd name="csX1" fmla="*/ 9525 w 3017520"/>
              <a:gd name="csY1" fmla="*/ 799465 h 925195"/>
              <a:gd name="csX2" fmla="*/ 83820 w 3017520"/>
              <a:gd name="csY2" fmla="*/ 696595 h 925195"/>
              <a:gd name="csX3" fmla="*/ 236220 w 3017520"/>
              <a:gd name="csY3" fmla="*/ 135255 h 925195"/>
              <a:gd name="csX4" fmla="*/ 306070 w 3017520"/>
              <a:gd name="csY4" fmla="*/ 34290 h 925195"/>
              <a:gd name="csX5" fmla="*/ 433705 w 3017520"/>
              <a:gd name="csY5" fmla="*/ 0 h 925195"/>
              <a:gd name="csX6" fmla="*/ 557530 w 3017520"/>
              <a:gd name="csY6" fmla="*/ 36195 h 925195"/>
              <a:gd name="csX7" fmla="*/ 632460 w 3017520"/>
              <a:gd name="csY7" fmla="*/ 135255 h 925195"/>
              <a:gd name="csX8" fmla="*/ 787400 w 3017520"/>
              <a:gd name="csY8" fmla="*/ 699135 h 925195"/>
              <a:gd name="csX9" fmla="*/ 856615 w 3017520"/>
              <a:gd name="csY9" fmla="*/ 777240 h 925195"/>
              <a:gd name="csX10" fmla="*/ 972820 w 3017520"/>
              <a:gd name="csY10" fmla="*/ 815340 h 925195"/>
              <a:gd name="csX11" fmla="*/ 1090930 w 3017520"/>
              <a:gd name="csY11" fmla="*/ 781050 h 925195"/>
              <a:gd name="csX12" fmla="*/ 1163320 w 3017520"/>
              <a:gd name="csY12" fmla="*/ 699135 h 925195"/>
              <a:gd name="csX13" fmla="*/ 1313180 w 3017520"/>
              <a:gd name="csY13" fmla="*/ 132715 h 925195"/>
              <a:gd name="csX14" fmla="*/ 1378585 w 3017520"/>
              <a:gd name="csY14" fmla="*/ 41910 h 925195"/>
              <a:gd name="csX15" fmla="*/ 1508125 w 3017520"/>
              <a:gd name="csY15" fmla="*/ 1905 h 925195"/>
              <a:gd name="csX16" fmla="*/ 1635760 w 3017520"/>
              <a:gd name="csY16" fmla="*/ 30480 h 925195"/>
              <a:gd name="csX17" fmla="*/ 1711960 w 3017520"/>
              <a:gd name="csY17" fmla="*/ 132715 h 925195"/>
              <a:gd name="csX18" fmla="*/ 1859280 w 3017520"/>
              <a:gd name="csY18" fmla="*/ 699135 h 925195"/>
              <a:gd name="csX19" fmla="*/ 1934845 w 3017520"/>
              <a:gd name="csY19" fmla="*/ 782955 h 925195"/>
              <a:gd name="csX20" fmla="*/ 2045335 w 3017520"/>
              <a:gd name="csY20" fmla="*/ 813435 h 925195"/>
              <a:gd name="csX21" fmla="*/ 2169160 w 3017520"/>
              <a:gd name="csY21" fmla="*/ 775335 h 925195"/>
              <a:gd name="csX22" fmla="*/ 2237740 w 3017520"/>
              <a:gd name="csY22" fmla="*/ 699135 h 925195"/>
              <a:gd name="csX23" fmla="*/ 2390140 w 3017520"/>
              <a:gd name="csY23" fmla="*/ 132715 h 925195"/>
              <a:gd name="csX24" fmla="*/ 2460625 w 3017520"/>
              <a:gd name="csY24" fmla="*/ 45720 h 925195"/>
              <a:gd name="csX25" fmla="*/ 2586355 w 3017520"/>
              <a:gd name="csY25" fmla="*/ 9525 h 925195"/>
              <a:gd name="csX26" fmla="*/ 2715895 w 3017520"/>
              <a:gd name="csY26" fmla="*/ 38100 h 925195"/>
              <a:gd name="csX27" fmla="*/ 2791460 w 3017520"/>
              <a:gd name="csY27" fmla="*/ 132715 h 925195"/>
              <a:gd name="csX28" fmla="*/ 2941320 w 3017520"/>
              <a:gd name="csY28" fmla="*/ 701675 h 925195"/>
              <a:gd name="csX29" fmla="*/ 3007995 w 3017520"/>
              <a:gd name="csY29" fmla="*/ 802640 h 925195"/>
              <a:gd name="csX30" fmla="*/ 3017520 w 3017520"/>
              <a:gd name="csY30" fmla="*/ 922655 h 925195"/>
              <a:gd name="csX31" fmla="*/ 0 w 3017520"/>
              <a:gd name="csY31" fmla="*/ 925195 h 925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925195">
                <a:moveTo>
                  <a:pt x="0" y="925195"/>
                </a:moveTo>
                <a:lnTo>
                  <a:pt x="9525" y="799465"/>
                </a:lnTo>
                <a:lnTo>
                  <a:pt x="83820" y="696595"/>
                </a:lnTo>
                <a:lnTo>
                  <a:pt x="236220" y="135255"/>
                </a:lnTo>
                <a:lnTo>
                  <a:pt x="306070" y="34290"/>
                </a:lnTo>
                <a:lnTo>
                  <a:pt x="433705" y="0"/>
                </a:lnTo>
                <a:lnTo>
                  <a:pt x="557530" y="36195"/>
                </a:lnTo>
                <a:cubicBezTo>
                  <a:pt x="595842" y="73025"/>
                  <a:pt x="607483" y="102235"/>
                  <a:pt x="632460" y="135255"/>
                </a:cubicBezTo>
                <a:lnTo>
                  <a:pt x="787400" y="699135"/>
                </a:lnTo>
                <a:lnTo>
                  <a:pt x="856615" y="777240"/>
                </a:lnTo>
                <a:lnTo>
                  <a:pt x="972820" y="815340"/>
                </a:lnTo>
                <a:lnTo>
                  <a:pt x="1090930" y="781050"/>
                </a:lnTo>
                <a:lnTo>
                  <a:pt x="1163320" y="699135"/>
                </a:lnTo>
                <a:lnTo>
                  <a:pt x="1313180" y="132715"/>
                </a:lnTo>
                <a:lnTo>
                  <a:pt x="1378585" y="41910"/>
                </a:lnTo>
                <a:lnTo>
                  <a:pt x="1508125" y="1905"/>
                </a:lnTo>
                <a:lnTo>
                  <a:pt x="1635760" y="30480"/>
                </a:lnTo>
                <a:lnTo>
                  <a:pt x="1711960" y="132715"/>
                </a:lnTo>
                <a:lnTo>
                  <a:pt x="1859280" y="699135"/>
                </a:lnTo>
                <a:lnTo>
                  <a:pt x="1934845" y="782955"/>
                </a:lnTo>
                <a:lnTo>
                  <a:pt x="2045335" y="813435"/>
                </a:lnTo>
                <a:lnTo>
                  <a:pt x="2169160" y="775335"/>
                </a:lnTo>
                <a:lnTo>
                  <a:pt x="2237740" y="699135"/>
                </a:lnTo>
                <a:lnTo>
                  <a:pt x="2390140" y="132715"/>
                </a:lnTo>
                <a:cubicBezTo>
                  <a:pt x="2413635" y="103717"/>
                  <a:pt x="2421890" y="80433"/>
                  <a:pt x="2460625" y="45720"/>
                </a:cubicBezTo>
                <a:cubicBezTo>
                  <a:pt x="2517775" y="22225"/>
                  <a:pt x="2544445" y="21590"/>
                  <a:pt x="2586355" y="9525"/>
                </a:cubicBezTo>
                <a:cubicBezTo>
                  <a:pt x="2629535" y="19050"/>
                  <a:pt x="2667000" y="17145"/>
                  <a:pt x="2715895" y="38100"/>
                </a:cubicBezTo>
                <a:cubicBezTo>
                  <a:pt x="2754418" y="77258"/>
                  <a:pt x="2766272" y="101177"/>
                  <a:pt x="2791460" y="132715"/>
                </a:cubicBezTo>
                <a:lnTo>
                  <a:pt x="2941320" y="701675"/>
                </a:lnTo>
                <a:lnTo>
                  <a:pt x="3007995" y="802640"/>
                </a:lnTo>
                <a:lnTo>
                  <a:pt x="3017520" y="922655"/>
                </a:lnTo>
                <a:lnTo>
                  <a:pt x="0" y="925195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04CD142-4373-F43B-ADF9-2299AB552700}"/>
              </a:ext>
            </a:extLst>
          </p:cNvPr>
          <p:cNvCxnSpPr>
            <a:cxnSpLocks/>
          </p:cNvCxnSpPr>
          <p:nvPr/>
        </p:nvCxnSpPr>
        <p:spPr>
          <a:xfrm>
            <a:off x="2002872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ED95AA1E-6AFC-5693-1A05-DCFB471B8234}"/>
              </a:ext>
            </a:extLst>
          </p:cNvPr>
          <p:cNvCxnSpPr>
            <a:cxnSpLocks/>
          </p:cNvCxnSpPr>
          <p:nvPr/>
        </p:nvCxnSpPr>
        <p:spPr>
          <a:xfrm flipH="1">
            <a:off x="252703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7EFA03F-3468-60B7-A571-743677DB1DEB}"/>
              </a:ext>
            </a:extLst>
          </p:cNvPr>
          <p:cNvCxnSpPr>
            <a:cxnSpLocks/>
          </p:cNvCxnSpPr>
          <p:nvPr/>
        </p:nvCxnSpPr>
        <p:spPr>
          <a:xfrm>
            <a:off x="3074815" y="1552891"/>
            <a:ext cx="150933" cy="563288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FA4D578-1FAF-36AB-8AD1-819BE8E6BDC3}"/>
              </a:ext>
            </a:extLst>
          </p:cNvPr>
          <p:cNvCxnSpPr>
            <a:cxnSpLocks/>
          </p:cNvCxnSpPr>
          <p:nvPr/>
        </p:nvCxnSpPr>
        <p:spPr>
          <a:xfrm>
            <a:off x="928017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A410496E-64CA-3E5A-B4BB-D93D20009BF8}"/>
              </a:ext>
            </a:extLst>
          </p:cNvPr>
          <p:cNvCxnSpPr>
            <a:cxnSpLocks/>
          </p:cNvCxnSpPr>
          <p:nvPr/>
        </p:nvCxnSpPr>
        <p:spPr>
          <a:xfrm flipH="1">
            <a:off x="145408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1DAF7130-46DF-E44B-E34C-955F520C272C}"/>
              </a:ext>
            </a:extLst>
          </p:cNvPr>
          <p:cNvCxnSpPr>
            <a:cxnSpLocks/>
          </p:cNvCxnSpPr>
          <p:nvPr/>
        </p:nvCxnSpPr>
        <p:spPr>
          <a:xfrm flipH="1">
            <a:off x="376186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Bogen 72">
            <a:extLst>
              <a:ext uri="{FF2B5EF4-FFF2-40B4-BE49-F238E27FC236}">
                <a16:creationId xmlns:a16="http://schemas.microsoft.com/office/drawing/2014/main" id="{071DDA86-8378-75B9-B1E1-C206552125D2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52B01C-6E29-BB1A-4440-5723ACA31CE0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  <p:sp>
        <p:nvSpPr>
          <p:cNvPr id="4" name="Bogen 3">
            <a:extLst>
              <a:ext uri="{FF2B5EF4-FFF2-40B4-BE49-F238E27FC236}">
                <a16:creationId xmlns:a16="http://schemas.microsoft.com/office/drawing/2014/main" id="{B16EE968-4B3F-9072-1B81-1029F56277F5}"/>
              </a:ext>
            </a:extLst>
          </p:cNvPr>
          <p:cNvSpPr/>
          <p:nvPr/>
        </p:nvSpPr>
        <p:spPr>
          <a:xfrm rot="10800000">
            <a:off x="523874" y="132651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Bogen 5">
            <a:extLst>
              <a:ext uri="{FF2B5EF4-FFF2-40B4-BE49-F238E27FC236}">
                <a16:creationId xmlns:a16="http://schemas.microsoft.com/office/drawing/2014/main" id="{32AB3419-922B-6B0D-CB31-74CF88C41F65}"/>
              </a:ext>
            </a:extLst>
          </p:cNvPr>
          <p:cNvSpPr/>
          <p:nvPr/>
        </p:nvSpPr>
        <p:spPr>
          <a:xfrm rot="10800000">
            <a:off x="512445" y="1425112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29E990F7-79CD-A387-5E72-5344DF8760E3}"/>
              </a:ext>
            </a:extLst>
          </p:cNvPr>
          <p:cNvSpPr/>
          <p:nvPr/>
        </p:nvSpPr>
        <p:spPr>
          <a:xfrm rot="10800000">
            <a:off x="1604010" y="1322646"/>
            <a:ext cx="399782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Bogen 9">
            <a:extLst>
              <a:ext uri="{FF2B5EF4-FFF2-40B4-BE49-F238E27FC236}">
                <a16:creationId xmlns:a16="http://schemas.microsoft.com/office/drawing/2014/main" id="{ACB60C64-F63E-9C4C-95EC-2599A0A11DF7}"/>
              </a:ext>
            </a:extLst>
          </p:cNvPr>
          <p:cNvSpPr/>
          <p:nvPr/>
        </p:nvSpPr>
        <p:spPr>
          <a:xfrm rot="10800000">
            <a:off x="1592580" y="1425052"/>
            <a:ext cx="423368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ACB3442-BEAE-556F-2C1B-3C7E4CB6182E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A9D0C6B-9AE7-E52B-C244-A39DB1AB80D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88ADA89-854B-D2CE-C2C8-75511BC797DF}"/>
              </a:ext>
            </a:extLst>
          </p:cNvPr>
          <p:cNvCxnSpPr>
            <a:cxnSpLocks/>
          </p:cNvCxnSpPr>
          <p:nvPr/>
        </p:nvCxnSpPr>
        <p:spPr>
          <a:xfrm rot="10800000">
            <a:off x="916092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4E5E269-FDC4-34FF-6BBF-A97D3A4FE229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Bogen 11">
            <a:extLst>
              <a:ext uri="{FF2B5EF4-FFF2-40B4-BE49-F238E27FC236}">
                <a16:creationId xmlns:a16="http://schemas.microsoft.com/office/drawing/2014/main" id="{FC2B1910-FF51-BF31-4F17-78DECC1AD9FF}"/>
              </a:ext>
            </a:extLst>
          </p:cNvPr>
          <p:cNvSpPr/>
          <p:nvPr/>
        </p:nvSpPr>
        <p:spPr>
          <a:xfrm rot="10800000">
            <a:off x="2674009" y="1330266"/>
            <a:ext cx="406373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Bogen 13">
            <a:extLst>
              <a:ext uri="{FF2B5EF4-FFF2-40B4-BE49-F238E27FC236}">
                <a16:creationId xmlns:a16="http://schemas.microsoft.com/office/drawing/2014/main" id="{994EADDF-6170-5B72-16C3-4664646627AB}"/>
              </a:ext>
            </a:extLst>
          </p:cNvPr>
          <p:cNvSpPr/>
          <p:nvPr/>
        </p:nvSpPr>
        <p:spPr>
          <a:xfrm rot="10800000">
            <a:off x="2665354" y="1428862"/>
            <a:ext cx="424556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376180BC-CDEE-200E-9827-D771F57638FB}"/>
              </a:ext>
            </a:extLst>
          </p:cNvPr>
          <p:cNvCxnSpPr>
            <a:cxnSpLocks/>
          </p:cNvCxnSpPr>
          <p:nvPr/>
        </p:nvCxnSpPr>
        <p:spPr>
          <a:xfrm rot="10800000">
            <a:off x="306393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F0D63A6F-969E-99E6-27B7-C28E985DC3F1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3871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CC87F743-BB58-9010-0BA1-E457DBC76637}"/>
              </a:ext>
            </a:extLst>
          </p:cNvPr>
          <p:cNvSpPr/>
          <p:nvPr/>
        </p:nvSpPr>
        <p:spPr>
          <a:xfrm>
            <a:off x="1062756" y="186089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EA115380-A783-6DAD-B12C-7040702A7F0D}"/>
              </a:ext>
            </a:extLst>
          </p:cNvPr>
          <p:cNvSpPr/>
          <p:nvPr/>
        </p:nvSpPr>
        <p:spPr>
          <a:xfrm>
            <a:off x="1053231" y="1738184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Bogen 21">
            <a:extLst>
              <a:ext uri="{FF2B5EF4-FFF2-40B4-BE49-F238E27FC236}">
                <a16:creationId xmlns:a16="http://schemas.microsoft.com/office/drawing/2014/main" id="{28D601EE-ECCA-CCD6-57B8-0B4CD932A48B}"/>
              </a:ext>
            </a:extLst>
          </p:cNvPr>
          <p:cNvSpPr/>
          <p:nvPr/>
        </p:nvSpPr>
        <p:spPr>
          <a:xfrm>
            <a:off x="2137725" y="1860839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E31AD02F-3472-8918-C405-88318A178DE3}"/>
              </a:ext>
            </a:extLst>
          </p:cNvPr>
          <p:cNvSpPr/>
          <p:nvPr/>
        </p:nvSpPr>
        <p:spPr>
          <a:xfrm>
            <a:off x="2128200" y="1738128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Bogen 26">
            <a:extLst>
              <a:ext uri="{FF2B5EF4-FFF2-40B4-BE49-F238E27FC236}">
                <a16:creationId xmlns:a16="http://schemas.microsoft.com/office/drawing/2014/main" id="{B1759E70-A903-555E-C9F1-D7439801CD60}"/>
              </a:ext>
            </a:extLst>
          </p:cNvPr>
          <p:cNvSpPr/>
          <p:nvPr/>
        </p:nvSpPr>
        <p:spPr>
          <a:xfrm>
            <a:off x="-15857" y="1862744"/>
            <a:ext cx="405765" cy="365184"/>
          </a:xfrm>
          <a:prstGeom prst="arc">
            <a:avLst>
              <a:gd name="adj1" fmla="val 1151559"/>
              <a:gd name="adj2" fmla="val 3202927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CB993EE7-46AC-25AB-5281-874F70E17BF1}"/>
              </a:ext>
            </a:extLst>
          </p:cNvPr>
          <p:cNvSpPr/>
          <p:nvPr/>
        </p:nvSpPr>
        <p:spPr>
          <a:xfrm>
            <a:off x="-25382" y="1738128"/>
            <a:ext cx="426719" cy="389298"/>
          </a:xfrm>
          <a:prstGeom prst="arc">
            <a:avLst>
              <a:gd name="adj1" fmla="val 1151559"/>
              <a:gd name="adj2" fmla="val 3495597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Bogen 36">
            <a:extLst>
              <a:ext uri="{FF2B5EF4-FFF2-40B4-BE49-F238E27FC236}">
                <a16:creationId xmlns:a16="http://schemas.microsoft.com/office/drawing/2014/main" id="{6DBF449F-D6FB-0367-48E1-3ED223BBA193}"/>
              </a:ext>
            </a:extLst>
          </p:cNvPr>
          <p:cNvSpPr/>
          <p:nvPr/>
        </p:nvSpPr>
        <p:spPr>
          <a:xfrm>
            <a:off x="3209870" y="1860839"/>
            <a:ext cx="405765" cy="365184"/>
          </a:xfrm>
          <a:prstGeom prst="arc">
            <a:avLst>
              <a:gd name="adj1" fmla="val 77030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Bogen 39">
            <a:extLst>
              <a:ext uri="{FF2B5EF4-FFF2-40B4-BE49-F238E27FC236}">
                <a16:creationId xmlns:a16="http://schemas.microsoft.com/office/drawing/2014/main" id="{C6DE6B71-4F41-4D6F-898D-222BABBD18A6}"/>
              </a:ext>
            </a:extLst>
          </p:cNvPr>
          <p:cNvSpPr/>
          <p:nvPr/>
        </p:nvSpPr>
        <p:spPr>
          <a:xfrm>
            <a:off x="3200345" y="1738128"/>
            <a:ext cx="426719" cy="389298"/>
          </a:xfrm>
          <a:prstGeom prst="arc">
            <a:avLst>
              <a:gd name="adj1" fmla="val 7485783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F78000E4-B249-9F84-DC20-EA708E44B31E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0884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F373-EB64-62D3-C4EF-E1C84766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562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05722B4-1AF1-0711-D416-DD349D491D3F}"/>
              </a:ext>
            </a:extLst>
          </p:cNvPr>
          <p:cNvGrpSpPr/>
          <p:nvPr/>
        </p:nvGrpSpPr>
        <p:grpSpPr>
          <a:xfrm>
            <a:off x="309936" y="1605956"/>
            <a:ext cx="757238" cy="1877825"/>
            <a:chOff x="318395" y="1696933"/>
            <a:chExt cx="757238" cy="187782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478994" y="2918460"/>
              <a:ext cx="431000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23885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38767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77934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485738" y="2870200"/>
              <a:ext cx="419174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95817" y="171913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502353" y="3122327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Rechteck 11">
            <a:extLst>
              <a:ext uri="{FF2B5EF4-FFF2-40B4-BE49-F238E27FC236}">
                <a16:creationId xmlns:a16="http://schemas.microsoft.com/office/drawing/2014/main" id="{0B3D06DD-2CE7-3093-FCE0-F62B288970A7}"/>
              </a:ext>
            </a:extLst>
          </p:cNvPr>
          <p:cNvSpPr/>
          <p:nvPr/>
        </p:nvSpPr>
        <p:spPr>
          <a:xfrm rot="5400000">
            <a:off x="1250682" y="778796"/>
            <a:ext cx="1069836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9525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53AEA9A1-3628-5A1F-9A39-F72810A7F6A1}"/>
              </a:ext>
            </a:extLst>
          </p:cNvPr>
          <p:cNvGrpSpPr/>
          <p:nvPr/>
        </p:nvGrpSpPr>
        <p:grpSpPr>
          <a:xfrm rot="5400000">
            <a:off x="1633914" y="-115887"/>
            <a:ext cx="303372" cy="756241"/>
            <a:chOff x="1133952" y="1178264"/>
            <a:chExt cx="303372" cy="756241"/>
          </a:xfrm>
          <a:solidFill>
            <a:schemeClr val="bg1">
              <a:lumMod val="65000"/>
            </a:schemeClr>
          </a:solidFill>
        </p:grpSpPr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21FD1A4F-D2C6-A6B3-4079-C0F68456479A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AF3D1965-3235-80A1-7B1B-61A2E7A5DD4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BC54979D-CFCA-544A-350C-7B671E63F19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926CC278-99B7-035C-F124-519F555DFEC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A0D13D7-5EBC-3597-6F1E-946BFABBF813}"/>
              </a:ext>
            </a:extLst>
          </p:cNvPr>
          <p:cNvCxnSpPr>
            <a:cxnSpLocks/>
          </p:cNvCxnSpPr>
          <p:nvPr/>
        </p:nvCxnSpPr>
        <p:spPr>
          <a:xfrm>
            <a:off x="1918018" y="616803"/>
            <a:ext cx="0" cy="846237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0A11894-58AA-0707-89F3-B112CC65B0D6}"/>
              </a:ext>
            </a:extLst>
          </p:cNvPr>
          <p:cNvCxnSpPr>
            <a:cxnSpLocks/>
          </p:cNvCxnSpPr>
          <p:nvPr/>
        </p:nvCxnSpPr>
        <p:spPr>
          <a:xfrm rot="5400000" flipV="1">
            <a:off x="1610159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3A23DB6-6A81-5605-E66D-C1057AC94BEE}"/>
              </a:ext>
            </a:extLst>
          </p:cNvPr>
          <p:cNvCxnSpPr>
            <a:cxnSpLocks/>
          </p:cNvCxnSpPr>
          <p:nvPr/>
        </p:nvCxnSpPr>
        <p:spPr>
          <a:xfrm>
            <a:off x="1651318" y="617754"/>
            <a:ext cx="0" cy="843381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FEE2FC5-A03C-9EF7-8CF8-2F6F59205E3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914370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200</Words>
  <Application>Microsoft Office PowerPoint</Application>
  <PresentationFormat>Benutzerdefiniert</PresentationFormat>
  <Paragraphs>151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151</cp:revision>
  <dcterms:created xsi:type="dcterms:W3CDTF">2026-09-04T15:35:46Z</dcterms:created>
  <dcterms:modified xsi:type="dcterms:W3CDTF">2026-10-13T18:52:45Z</dcterms:modified>
</cp:coreProperties>
</file>