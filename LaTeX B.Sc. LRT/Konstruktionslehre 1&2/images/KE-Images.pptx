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78" r:id="rId23"/>
    <p:sldId id="262" r:id="rId24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9F2B"/>
    <a:srgbClr val="FFB94C"/>
    <a:srgbClr val="129F57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>
        <p:scale>
          <a:sx n="300" d="100"/>
          <a:sy n="300" d="100"/>
        </p:scale>
        <p:origin x="3341" y="-9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478994" y="2918460"/>
              <a:ext cx="431000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485738" y="2870200"/>
              <a:ext cx="419174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82" y="778796"/>
            <a:ext cx="1069836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6803"/>
            <a:ext cx="0" cy="846237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3381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198</Words>
  <Application>Microsoft Office PowerPoint</Application>
  <PresentationFormat>Benutzerdefiniert</PresentationFormat>
  <Paragraphs>150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150</cp:revision>
  <dcterms:created xsi:type="dcterms:W3CDTF">2026-09-04T15:35:46Z</dcterms:created>
  <dcterms:modified xsi:type="dcterms:W3CDTF">2026-10-13T07:28:20Z</dcterms:modified>
</cp:coreProperties>
</file>