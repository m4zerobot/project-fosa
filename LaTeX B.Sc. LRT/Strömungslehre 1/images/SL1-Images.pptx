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14" d="100"/>
          <a:sy n="214" d="100"/>
        </p:scale>
        <p:origin x="4325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54A5F3C-007C-7BD1-7474-0FA70C51129D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6E2A4E2-345D-CEA5-FD08-2EDE4C3AA05A}"/>
              </a:ext>
            </a:extLst>
          </p:cNvPr>
          <p:cNvCxnSpPr>
            <a:cxnSpLocks/>
          </p:cNvCxnSpPr>
          <p:nvPr/>
        </p:nvCxnSpPr>
        <p:spPr>
          <a:xfrm flipV="1">
            <a:off x="724257" y="2078831"/>
            <a:ext cx="464341" cy="464341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EC09B48-A578-036B-C1A1-DE6D8FF0895F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8F8F09-5177-556C-A8E8-D130B5153684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Würfel 3">
            <a:extLst>
              <a:ext uri="{FF2B5EF4-FFF2-40B4-BE49-F238E27FC236}">
                <a16:creationId xmlns:a16="http://schemas.microsoft.com/office/drawing/2014/main" id="{D4A4DD23-7775-A799-E4EC-3E26028CE300}"/>
              </a:ext>
            </a:extLst>
          </p:cNvPr>
          <p:cNvSpPr/>
          <p:nvPr/>
        </p:nvSpPr>
        <p:spPr>
          <a:xfrm>
            <a:off x="716053" y="1112247"/>
            <a:ext cx="2098073" cy="1430925"/>
          </a:xfrm>
          <a:prstGeom prst="cube">
            <a:avLst>
              <a:gd name="adj" fmla="val 32738"/>
            </a:avLst>
          </a:prstGeom>
          <a:solidFill>
            <a:schemeClr val="tx2">
              <a:lumMod val="75000"/>
              <a:lumOff val="25000"/>
              <a:alpha val="10000"/>
            </a:schemeClr>
          </a:solidFill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C63072-DB31-1284-EDC7-AC9D3E201421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8D5AE31-C6FC-83DD-56CE-13A1E6DDE37C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0D63D03-D623-6DBA-EBD5-E3B9933331A4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7A355A0-801A-D506-DB58-971828EFA1F1}"/>
              </a:ext>
            </a:extLst>
          </p:cNvPr>
          <p:cNvCxnSpPr>
            <a:cxnSpLocks/>
          </p:cNvCxnSpPr>
          <p:nvPr/>
        </p:nvCxnSpPr>
        <p:spPr>
          <a:xfrm flipV="1">
            <a:off x="959405" y="2079068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24F79BA-69C2-4DDE-1D44-8324F7DD871F}"/>
              </a:ext>
            </a:extLst>
          </p:cNvPr>
          <p:cNvCxnSpPr>
            <a:cxnSpLocks/>
          </p:cNvCxnSpPr>
          <p:nvPr/>
        </p:nvCxnSpPr>
        <p:spPr>
          <a:xfrm rot="-2700000" flipV="1">
            <a:off x="1072513" y="180646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4357C7B-3943-3494-026A-093042ABCBF7}"/>
              </a:ext>
            </a:extLst>
          </p:cNvPr>
          <p:cNvCxnSpPr>
            <a:cxnSpLocks/>
          </p:cNvCxnSpPr>
          <p:nvPr/>
        </p:nvCxnSpPr>
        <p:spPr>
          <a:xfrm rot="2700000" flipV="1">
            <a:off x="1230440" y="1965959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CBC41C1-1DA5-FE65-6487-DED87E9367F2}"/>
              </a:ext>
            </a:extLst>
          </p:cNvPr>
          <p:cNvSpPr txBox="1"/>
          <p:nvPr/>
        </p:nvSpPr>
        <p:spPr>
          <a:xfrm>
            <a:off x="914110" y="2138153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34CE7D9-644D-6FD6-9F28-E835A1833042}"/>
              </a:ext>
            </a:extLst>
          </p:cNvPr>
          <p:cNvSpPr txBox="1"/>
          <p:nvPr/>
        </p:nvSpPr>
        <p:spPr>
          <a:xfrm>
            <a:off x="1322592" y="2003701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89ABE585-3C3C-ECD1-77FC-3580418F3FCD}"/>
              </a:ext>
            </a:extLst>
          </p:cNvPr>
          <p:cNvSpPr txBox="1"/>
          <p:nvPr/>
        </p:nvSpPr>
        <p:spPr>
          <a:xfrm>
            <a:off x="1107497" y="1517152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CCB71FF-3130-2C9D-DFF0-7B77D0607D5D}"/>
              </a:ext>
            </a:extLst>
          </p:cNvPr>
          <p:cNvCxnSpPr>
            <a:cxnSpLocks/>
          </p:cNvCxnSpPr>
          <p:nvPr/>
        </p:nvCxnSpPr>
        <p:spPr>
          <a:xfrm>
            <a:off x="1062989" y="2403511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00C276D1-4216-E7E9-58DB-23440A8120F0}"/>
              </a:ext>
            </a:extLst>
          </p:cNvPr>
          <p:cNvCxnSpPr>
            <a:cxnSpLocks/>
          </p:cNvCxnSpPr>
          <p:nvPr/>
        </p:nvCxnSpPr>
        <p:spPr>
          <a:xfrm>
            <a:off x="1471125" y="2272066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279C544-F824-F3FE-73E1-D9246E7F6FE2}"/>
              </a:ext>
            </a:extLst>
          </p:cNvPr>
          <p:cNvCxnSpPr>
            <a:cxnSpLocks/>
          </p:cNvCxnSpPr>
          <p:nvPr/>
        </p:nvCxnSpPr>
        <p:spPr>
          <a:xfrm>
            <a:off x="1258060" y="1783538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4042B82-54EF-1C48-3C7C-6244FF2FC247}"/>
              </a:ext>
            </a:extLst>
          </p:cNvPr>
          <p:cNvCxnSpPr>
            <a:cxnSpLocks/>
          </p:cNvCxnSpPr>
          <p:nvPr/>
        </p:nvCxnSpPr>
        <p:spPr>
          <a:xfrm>
            <a:off x="724257" y="2543172"/>
            <a:ext cx="1630323" cy="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71DE624-DD83-A71A-05D6-7CA04C233E1E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8B47572-AF5C-89B5-8FBE-73488BCB35C1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31812E4-198E-4456-E20F-CF82467B279A}"/>
              </a:ext>
            </a:extLst>
          </p:cNvPr>
          <p:cNvSpPr txBox="1"/>
          <p:nvPr/>
        </p:nvSpPr>
        <p:spPr>
          <a:xfrm>
            <a:off x="2117335" y="124260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9CE05-2D76-C0E2-F59D-97B5BEB1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7125028-A672-8195-345B-DE95AD9BBD06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7FA81D2-27B7-BCFA-F958-CDA7162FCF4D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1FAB22-9AFF-0861-541E-B2292877DD30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50C2DEA0-D114-A1C2-7E61-710BD10C2870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056F5A-FADC-8A3F-59F6-509B60616016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8E48622-2C7C-2DEE-78E6-B4E9D81F8A13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A67D595-68B8-B07C-9D78-906554936823}"/>
              </a:ext>
            </a:extLst>
          </p:cNvPr>
          <p:cNvCxnSpPr>
            <a:cxnSpLocks/>
          </p:cNvCxnSpPr>
          <p:nvPr/>
        </p:nvCxnSpPr>
        <p:spPr>
          <a:xfrm flipH="1" flipV="1">
            <a:off x="2344289" y="1579338"/>
            <a:ext cx="286516" cy="119922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2E3895B-A278-3871-06F9-CE28D285E7C6}"/>
              </a:ext>
            </a:extLst>
          </p:cNvPr>
          <p:cNvCxnSpPr>
            <a:cxnSpLocks/>
          </p:cNvCxnSpPr>
          <p:nvPr/>
        </p:nvCxnSpPr>
        <p:spPr>
          <a:xfrm rot="18900000" flipV="1">
            <a:off x="2231179" y="130673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B29789E-112C-983A-88AB-D8CE1E73BF05}"/>
              </a:ext>
            </a:extLst>
          </p:cNvPr>
          <p:cNvCxnSpPr>
            <a:cxnSpLocks/>
          </p:cNvCxnSpPr>
          <p:nvPr/>
        </p:nvCxnSpPr>
        <p:spPr>
          <a:xfrm flipV="1">
            <a:off x="2342255" y="1390650"/>
            <a:ext cx="274598" cy="18868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9DC932-C15C-8F2C-3E63-AA91B47C879C}"/>
              </a:ext>
            </a:extLst>
          </p:cNvPr>
          <p:cNvGrpSpPr/>
          <p:nvPr/>
        </p:nvGrpSpPr>
        <p:grpSpPr>
          <a:xfrm>
            <a:off x="2558950" y="1556813"/>
            <a:ext cx="416102" cy="369332"/>
            <a:chOff x="2557858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764DDA0E-D565-30C5-2EA3-4E1FBC76C9FB}"/>
                </a:ext>
              </a:extLst>
            </p:cNvPr>
            <p:cNvSpPr txBox="1"/>
            <p:nvPr/>
          </p:nvSpPr>
          <p:spPr>
            <a:xfrm>
              <a:off x="2557858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6B3DCD9-76BF-44DB-9344-AF18ED5901DD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7C57D1-F9B2-2A46-F47F-49000E09F98A}"/>
              </a:ext>
            </a:extLst>
          </p:cNvPr>
          <p:cNvGrpSpPr/>
          <p:nvPr/>
        </p:nvGrpSpPr>
        <p:grpSpPr>
          <a:xfrm>
            <a:off x="2566544" y="1123585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8B858ED6-2DBB-3A9C-790A-4D558B7186C9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53AA06B3-8D36-49B9-45B7-D24881FEA458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E5295FA1-601F-BB1B-D2CC-B82803FD3A8F}"/>
              </a:ext>
            </a:extLst>
          </p:cNvPr>
          <p:cNvGrpSpPr/>
          <p:nvPr/>
        </p:nvGrpSpPr>
        <p:grpSpPr>
          <a:xfrm>
            <a:off x="2134204" y="91132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E142B692-749E-0C38-6471-CCEA527D94CD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7A65D8D0-DD17-2A45-DEB3-DBEFE2623444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9E4BBF2B-5B12-D2D1-E5EC-1BD5BE4886D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170940" cy="47371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BED058C-53D1-1F9B-A070-4F96535A517B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4824D4FB-C639-5AC0-E333-7233EDC82869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C3CB345-69B1-12D6-082D-4EADC74E22DE}"/>
              </a:ext>
            </a:extLst>
          </p:cNvPr>
          <p:cNvSpPr txBox="1"/>
          <p:nvPr/>
        </p:nvSpPr>
        <p:spPr>
          <a:xfrm>
            <a:off x="2004325" y="154192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1590F742-10BB-E20C-4E0C-56C064DC06CA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CA23E4-5747-9A95-CD74-7094376B54E4}"/>
              </a:ext>
            </a:extLst>
          </p:cNvPr>
          <p:cNvSpPr txBox="1"/>
          <p:nvPr/>
        </p:nvSpPr>
        <p:spPr>
          <a:xfrm>
            <a:off x="2234194" y="2066037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F24F3D-4FCA-D94C-6721-58405D0F3736}"/>
              </a:ext>
            </a:extLst>
          </p:cNvPr>
          <p:cNvSpPr txBox="1"/>
          <p:nvPr/>
        </p:nvSpPr>
        <p:spPr>
          <a:xfrm>
            <a:off x="1710020" y="2343445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019A17E-C9D2-9D7D-8200-5A30CE02C597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24C3A91-0C3D-A06C-9E31-2FF7188270D8}"/>
              </a:ext>
            </a:extLst>
          </p:cNvPr>
          <p:cNvCxnSpPr>
            <a:cxnSpLocks/>
          </p:cNvCxnSpPr>
          <p:nvPr/>
        </p:nvCxnSpPr>
        <p:spPr>
          <a:xfrm>
            <a:off x="1183004" y="1111249"/>
            <a:ext cx="1170940" cy="473710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74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24FC0-CB0D-C88E-04DD-C2B32DBA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EA23F6E-7E2E-3CA1-0085-00D838C541A8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68E3DD-AEA8-1C07-A0DE-F120671C1191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E2ADA72-F865-DA3D-DB9C-4D3CB86FD0C9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B873F0DD-9F2C-546D-5066-B3AAF8CF0669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681AAFA-C14E-42C9-F77F-D84C705B0CB9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8326461-DC68-BECF-7EE3-389D5350FADC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D5E1C09-638A-CC66-7044-2BC961B45626}"/>
              </a:ext>
            </a:extLst>
          </p:cNvPr>
          <p:cNvCxnSpPr>
            <a:cxnSpLocks/>
          </p:cNvCxnSpPr>
          <p:nvPr/>
        </p:nvCxnSpPr>
        <p:spPr>
          <a:xfrm flipH="1" flipV="1">
            <a:off x="2265465" y="1198842"/>
            <a:ext cx="201510" cy="22609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950D463-9AE2-168F-ECA5-D300F672987C}"/>
              </a:ext>
            </a:extLst>
          </p:cNvPr>
          <p:cNvCxnSpPr>
            <a:cxnSpLocks/>
          </p:cNvCxnSpPr>
          <p:nvPr/>
        </p:nvCxnSpPr>
        <p:spPr>
          <a:xfrm flipV="1">
            <a:off x="2264891" y="997302"/>
            <a:ext cx="242910" cy="195724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298D35F-8AAF-C399-18CB-AE054DA81E3E}"/>
              </a:ext>
            </a:extLst>
          </p:cNvPr>
          <p:cNvCxnSpPr>
            <a:cxnSpLocks/>
          </p:cNvCxnSpPr>
          <p:nvPr/>
        </p:nvCxnSpPr>
        <p:spPr>
          <a:xfrm flipV="1">
            <a:off x="2263431" y="1091565"/>
            <a:ext cx="296889" cy="107277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4205919-06CC-08C5-B918-90C3E64B05F5}"/>
              </a:ext>
            </a:extLst>
          </p:cNvPr>
          <p:cNvGrpSpPr/>
          <p:nvPr/>
        </p:nvGrpSpPr>
        <p:grpSpPr>
          <a:xfrm>
            <a:off x="2336186" y="1322539"/>
            <a:ext cx="416102" cy="369332"/>
            <a:chOff x="2564122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554DA27-5727-17A4-EA61-F54462A4DF2C}"/>
                </a:ext>
              </a:extLst>
            </p:cNvPr>
            <p:cNvSpPr txBox="1"/>
            <p:nvPr/>
          </p:nvSpPr>
          <p:spPr>
            <a:xfrm>
              <a:off x="2564122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el-GR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ϑ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FCEC689C-5DCE-DDF5-D3D3-77025F6AE4C2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0686A09-3635-EA48-4750-737DFF7D6463}"/>
              </a:ext>
            </a:extLst>
          </p:cNvPr>
          <p:cNvGrpSpPr/>
          <p:nvPr/>
        </p:nvGrpSpPr>
        <p:grpSpPr>
          <a:xfrm>
            <a:off x="2490255" y="901220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2861BDFE-D3C3-02CD-CC2F-4A4F5A268973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02E17160-797B-5AAE-4CAE-D25AE13BE813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F6D8AD88-68D3-DD29-EFAC-B8641D0CA1FE}"/>
              </a:ext>
            </a:extLst>
          </p:cNvPr>
          <p:cNvGrpSpPr/>
          <p:nvPr/>
        </p:nvGrpSpPr>
        <p:grpSpPr>
          <a:xfrm>
            <a:off x="2323030" y="66456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294715F-BCFD-7F09-3F30-EB19EE651165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CC8DAE07-DCF8-7CAC-DA8B-4E134D9737C9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1A64220E-8D30-BAF7-BB5B-C936BF4AEC3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078438" cy="436288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A5E373E-F674-6F99-BF71-649ECD375B52}"/>
              </a:ext>
            </a:extLst>
          </p:cNvPr>
          <p:cNvCxnSpPr>
            <a:cxnSpLocks/>
          </p:cNvCxnSpPr>
          <p:nvPr/>
        </p:nvCxnSpPr>
        <p:spPr>
          <a:xfrm flipV="1">
            <a:off x="2265546" y="1239610"/>
            <a:ext cx="0" cy="1268727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41AF1FD-3363-6C19-3348-1B8C6ACEE2B4}"/>
              </a:ext>
            </a:extLst>
          </p:cNvPr>
          <p:cNvSpPr/>
          <p:nvPr/>
        </p:nvSpPr>
        <p:spPr>
          <a:xfrm>
            <a:off x="2225380" y="1161718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17BEE9C-7BEE-5C69-884C-06AC02FF9584}"/>
              </a:ext>
            </a:extLst>
          </p:cNvPr>
          <p:cNvSpPr txBox="1"/>
          <p:nvPr/>
        </p:nvSpPr>
        <p:spPr>
          <a:xfrm>
            <a:off x="1944526" y="90381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E30B2FDC-E866-C811-1716-7336B17E350C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7186EE-1194-2EC4-160E-660BA9B3ABB8}"/>
              </a:ext>
            </a:extLst>
          </p:cNvPr>
          <p:cNvSpPr txBox="1"/>
          <p:nvPr/>
        </p:nvSpPr>
        <p:spPr>
          <a:xfrm>
            <a:off x="1609073" y="1494526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5A3DA0F-B6A6-B717-BABC-F29B32A70F63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7BD4782-8C9C-714E-4909-56319848B585}"/>
              </a:ext>
            </a:extLst>
          </p:cNvPr>
          <p:cNvCxnSpPr>
            <a:cxnSpLocks/>
          </p:cNvCxnSpPr>
          <p:nvPr/>
        </p:nvCxnSpPr>
        <p:spPr>
          <a:xfrm flipV="1">
            <a:off x="1183640" y="1219200"/>
            <a:ext cx="1058545" cy="855980"/>
          </a:xfrm>
          <a:prstGeom prst="straightConnector1">
            <a:avLst/>
          </a:prstGeom>
          <a:ln w="19050" cap="rnd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ogen 12">
            <a:extLst>
              <a:ext uri="{FF2B5EF4-FFF2-40B4-BE49-F238E27FC236}">
                <a16:creationId xmlns:a16="http://schemas.microsoft.com/office/drawing/2014/main" id="{71CC4B2C-0478-F131-48EC-B8BD7EB2799F}"/>
              </a:ext>
            </a:extLst>
          </p:cNvPr>
          <p:cNvSpPr/>
          <p:nvPr/>
        </p:nvSpPr>
        <p:spPr>
          <a:xfrm rot="5400000">
            <a:off x="660366" y="1710389"/>
            <a:ext cx="1045542" cy="732458"/>
          </a:xfrm>
          <a:prstGeom prst="arc">
            <a:avLst>
              <a:gd name="adj1" fmla="val 10775411"/>
              <a:gd name="adj2" fmla="val 13856626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13336BC-A5B6-97A7-9E39-1244BCFCB9D7}"/>
              </a:ext>
            </a:extLst>
          </p:cNvPr>
          <p:cNvSpPr txBox="1"/>
          <p:nvPr/>
        </p:nvSpPr>
        <p:spPr>
          <a:xfrm>
            <a:off x="1145915" y="1331353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r>
              <a:rPr lang="de-DE" i="1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2287680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0EE9-4709-94EF-4152-6F3BA2BF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86FB748-6542-5BE0-C45B-50BA2F299F1D}"/>
              </a:ext>
            </a:extLst>
          </p:cNvPr>
          <p:cNvCxnSpPr/>
          <p:nvPr/>
        </p:nvCxnSpPr>
        <p:spPr>
          <a:xfrm flipV="1">
            <a:off x="442913" y="582216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992FBAEA-5AE5-90CD-FE04-79A3BE8CC28F}"/>
              </a:ext>
            </a:extLst>
          </p:cNvPr>
          <p:cNvCxnSpPr>
            <a:cxnSpLocks/>
          </p:cNvCxnSpPr>
          <p:nvPr/>
        </p:nvCxnSpPr>
        <p:spPr>
          <a:xfrm rot="5400000" flipV="1">
            <a:off x="1707358" y="1846660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8B99B377-4578-8ACA-DE19-5DB032388E03}"/>
              </a:ext>
            </a:extLst>
          </p:cNvPr>
          <p:cNvSpPr txBox="1"/>
          <p:nvPr/>
        </p:nvSpPr>
        <p:spPr>
          <a:xfrm>
            <a:off x="91924" y="58221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2F8FD64-1C59-A8E8-3CE7-389109263076}"/>
              </a:ext>
            </a:extLst>
          </p:cNvPr>
          <p:cNvSpPr txBox="1"/>
          <p:nvPr/>
        </p:nvSpPr>
        <p:spPr>
          <a:xfrm>
            <a:off x="2998592" y="292643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044FC24-9D30-02C3-87DD-389238368828}"/>
              </a:ext>
            </a:extLst>
          </p:cNvPr>
          <p:cNvCxnSpPr>
            <a:cxnSpLocks/>
          </p:cNvCxnSpPr>
          <p:nvPr/>
        </p:nvCxnSpPr>
        <p:spPr>
          <a:xfrm flipV="1">
            <a:off x="1678188" y="859213"/>
            <a:ext cx="0" cy="1974889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BEB614E-A4FF-D563-16F0-C209AE4ABDA3}"/>
              </a:ext>
            </a:extLst>
          </p:cNvPr>
          <p:cNvCxnSpPr>
            <a:cxnSpLocks/>
          </p:cNvCxnSpPr>
          <p:nvPr/>
        </p:nvCxnSpPr>
        <p:spPr>
          <a:xfrm>
            <a:off x="597696" y="1846658"/>
            <a:ext cx="2170507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163E971B-3212-5CC0-95E8-D7EF53388FB6}"/>
              </a:ext>
            </a:extLst>
          </p:cNvPr>
          <p:cNvSpPr/>
          <p:nvPr/>
        </p:nvSpPr>
        <p:spPr>
          <a:xfrm>
            <a:off x="1296591" y="867965"/>
            <a:ext cx="1471612" cy="1568054"/>
          </a:xfrm>
          <a:custGeom>
            <a:avLst/>
            <a:gdLst>
              <a:gd name="csX0" fmla="*/ 0 w 1471612"/>
              <a:gd name="csY0" fmla="*/ 0 h 1568054"/>
              <a:gd name="csX1" fmla="*/ 385762 w 1471612"/>
              <a:gd name="csY1" fmla="*/ 982265 h 1568054"/>
              <a:gd name="csX2" fmla="*/ 1471612 w 1471612"/>
              <a:gd name="csY2" fmla="*/ 1568054 h 1568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71612" h="1568054">
                <a:moveTo>
                  <a:pt x="0" y="0"/>
                </a:moveTo>
                <a:cubicBezTo>
                  <a:pt x="31849" y="254496"/>
                  <a:pt x="138707" y="662582"/>
                  <a:pt x="385762" y="982265"/>
                </a:cubicBezTo>
                <a:cubicBezTo>
                  <a:pt x="632817" y="1301948"/>
                  <a:pt x="1116211" y="1488877"/>
                  <a:pt x="1471612" y="1568054"/>
                </a:cubicBezTo>
              </a:path>
            </a:pathLst>
          </a:custGeom>
          <a:noFill/>
          <a:ln w="15875" cap="rnd">
            <a:solidFill>
              <a:srgbClr val="FFC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1F2DC713-9D3E-8DD1-7D55-A97A6E82F75E}"/>
              </a:ext>
            </a:extLst>
          </p:cNvPr>
          <p:cNvSpPr/>
          <p:nvPr/>
        </p:nvSpPr>
        <p:spPr>
          <a:xfrm>
            <a:off x="1042988" y="871714"/>
            <a:ext cx="1725215" cy="1410890"/>
          </a:xfrm>
          <a:custGeom>
            <a:avLst/>
            <a:gdLst>
              <a:gd name="csX0" fmla="*/ 0 w 1725215"/>
              <a:gd name="csY0" fmla="*/ 0 h 1410890"/>
              <a:gd name="csX1" fmla="*/ 646509 w 1725215"/>
              <a:gd name="csY1" fmla="*/ 985836 h 1410890"/>
              <a:gd name="csX2" fmla="*/ 1725215 w 1725215"/>
              <a:gd name="csY2" fmla="*/ 1410890 h 1410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25215" h="1410890">
                <a:moveTo>
                  <a:pt x="0" y="0"/>
                </a:moveTo>
                <a:cubicBezTo>
                  <a:pt x="103287" y="308074"/>
                  <a:pt x="358973" y="750688"/>
                  <a:pt x="646509" y="985836"/>
                </a:cubicBezTo>
                <a:cubicBezTo>
                  <a:pt x="934045" y="1220984"/>
                  <a:pt x="1409104" y="1371004"/>
                  <a:pt x="1725215" y="1410890"/>
                </a:cubicBezTo>
              </a:path>
            </a:pathLst>
          </a:custGeom>
          <a:noFill/>
          <a:ln w="15875" cap="rnd">
            <a:solidFill>
              <a:schemeClr val="accent6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5C392C91-09C6-61F0-3635-8543ADE3B582}"/>
              </a:ext>
            </a:extLst>
          </p:cNvPr>
          <p:cNvSpPr/>
          <p:nvPr/>
        </p:nvSpPr>
        <p:spPr>
          <a:xfrm>
            <a:off x="596503" y="1067990"/>
            <a:ext cx="2168128" cy="1053703"/>
          </a:xfrm>
          <a:custGeom>
            <a:avLst/>
            <a:gdLst>
              <a:gd name="csX0" fmla="*/ 0 w 2168128"/>
              <a:gd name="csY0" fmla="*/ 0 h 1053703"/>
              <a:gd name="csX1" fmla="*/ 1082278 w 2168128"/>
              <a:gd name="csY1" fmla="*/ 782239 h 1053703"/>
              <a:gd name="csX2" fmla="*/ 2168128 w 2168128"/>
              <a:gd name="csY2" fmla="*/ 1053703 h 10537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68128" h="1053703">
                <a:moveTo>
                  <a:pt x="0" y="0"/>
                </a:moveTo>
                <a:cubicBezTo>
                  <a:pt x="185441" y="236637"/>
                  <a:pt x="795932" y="660200"/>
                  <a:pt x="1082278" y="782239"/>
                </a:cubicBezTo>
                <a:cubicBezTo>
                  <a:pt x="1368624" y="904278"/>
                  <a:pt x="1898450" y="1028105"/>
                  <a:pt x="2168128" y="1053703"/>
                </a:cubicBezTo>
              </a:path>
            </a:pathLst>
          </a:custGeom>
          <a:noFill/>
          <a:ln w="1587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0A911B4-C666-DA2F-9FB0-92973EA0C239}"/>
              </a:ext>
            </a:extLst>
          </p:cNvPr>
          <p:cNvSpPr txBox="1"/>
          <p:nvPr/>
        </p:nvSpPr>
        <p:spPr>
          <a:xfrm>
            <a:off x="2080624" y="683880"/>
            <a:ext cx="71615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Isochor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Isobar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Isotherm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Polytrop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Isentrop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9C8203E-1370-1FA0-F7B6-43500132B434}"/>
              </a:ext>
            </a:extLst>
          </p:cNvPr>
          <p:cNvSpPr txBox="1"/>
          <p:nvPr/>
        </p:nvSpPr>
        <p:spPr>
          <a:xfrm>
            <a:off x="2690820" y="680129"/>
            <a:ext cx="817707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74E54B0-F8AB-7E41-1D83-879CE18805C7}"/>
              </a:ext>
            </a:extLst>
          </p:cNvPr>
          <p:cNvSpPr txBox="1"/>
          <p:nvPr/>
        </p:nvSpPr>
        <p:spPr>
          <a:xfrm>
            <a:off x="2690820" y="697632"/>
            <a:ext cx="18002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BA58E27-D274-5EAE-0097-B21992969242}"/>
              </a:ext>
            </a:extLst>
          </p:cNvPr>
          <p:cNvCxnSpPr>
            <a:cxnSpLocks/>
          </p:cNvCxnSpPr>
          <p:nvPr/>
        </p:nvCxnSpPr>
        <p:spPr>
          <a:xfrm>
            <a:off x="1944599" y="803015"/>
            <a:ext cx="153582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CFBD370-3769-0048-3991-BF7714B4FA40}"/>
              </a:ext>
            </a:extLst>
          </p:cNvPr>
          <p:cNvCxnSpPr>
            <a:cxnSpLocks/>
          </p:cNvCxnSpPr>
          <p:nvPr/>
        </p:nvCxnSpPr>
        <p:spPr>
          <a:xfrm>
            <a:off x="1944599" y="962559"/>
            <a:ext cx="153582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A95445D9-485A-1B9B-F463-F9D7B2077F44}"/>
              </a:ext>
            </a:extLst>
          </p:cNvPr>
          <p:cNvCxnSpPr>
            <a:cxnSpLocks/>
          </p:cNvCxnSpPr>
          <p:nvPr/>
        </p:nvCxnSpPr>
        <p:spPr>
          <a:xfrm>
            <a:off x="1944599" y="1122103"/>
            <a:ext cx="153582" cy="0"/>
          </a:xfrm>
          <a:prstGeom prst="straightConnector1">
            <a:avLst/>
          </a:prstGeom>
          <a:ln w="15875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2D7FF2B-E40C-D288-2281-DC7ADA36EE1C}"/>
              </a:ext>
            </a:extLst>
          </p:cNvPr>
          <p:cNvCxnSpPr>
            <a:cxnSpLocks/>
          </p:cNvCxnSpPr>
          <p:nvPr/>
        </p:nvCxnSpPr>
        <p:spPr>
          <a:xfrm>
            <a:off x="1944599" y="1281647"/>
            <a:ext cx="153582" cy="0"/>
          </a:xfrm>
          <a:prstGeom prst="straightConnector1">
            <a:avLst/>
          </a:prstGeom>
          <a:ln w="1587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C7E35D8-B5AF-B3F3-A43A-5E8AD7DC1656}"/>
              </a:ext>
            </a:extLst>
          </p:cNvPr>
          <p:cNvCxnSpPr>
            <a:cxnSpLocks/>
          </p:cNvCxnSpPr>
          <p:nvPr/>
        </p:nvCxnSpPr>
        <p:spPr>
          <a:xfrm>
            <a:off x="1944599" y="1441190"/>
            <a:ext cx="153582" cy="0"/>
          </a:xfrm>
          <a:prstGeom prst="straightConnector1">
            <a:avLst/>
          </a:prstGeom>
          <a:ln w="15875" cap="rnd">
            <a:solidFill>
              <a:srgbClr val="FFC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73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C39E8-72CE-F71D-1C2C-6F3187CA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04E32F75-B621-78A6-2B16-EB135CB04642}"/>
              </a:ext>
            </a:extLst>
          </p:cNvPr>
          <p:cNvCxnSpPr>
            <a:cxnSpLocks/>
          </p:cNvCxnSpPr>
          <p:nvPr/>
        </p:nvCxnSpPr>
        <p:spPr>
          <a:xfrm flipH="1">
            <a:off x="1367515" y="2469823"/>
            <a:ext cx="1640004" cy="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1C4AC574-A402-66EE-49B2-BBA841CEACF8}"/>
              </a:ext>
            </a:extLst>
          </p:cNvPr>
          <p:cNvSpPr/>
          <p:nvPr/>
        </p:nvSpPr>
        <p:spPr>
          <a:xfrm>
            <a:off x="2074733" y="2299337"/>
            <a:ext cx="928780" cy="764448"/>
          </a:xfrm>
          <a:custGeom>
            <a:avLst/>
            <a:gdLst>
              <a:gd name="csX0" fmla="*/ 0 w 928780"/>
              <a:gd name="csY0" fmla="*/ 0 h 726041"/>
              <a:gd name="csX1" fmla="*/ 466167 w 928780"/>
              <a:gd name="csY1" fmla="*/ 277493 h 726041"/>
              <a:gd name="csX2" fmla="*/ 928780 w 928780"/>
              <a:gd name="csY2" fmla="*/ 2540 h 726041"/>
              <a:gd name="csX3" fmla="*/ 928780 w 928780"/>
              <a:gd name="csY3" fmla="*/ 726041 h 726041"/>
              <a:gd name="csX4" fmla="*/ 0 w 928780"/>
              <a:gd name="csY4" fmla="*/ 726041 h 726041"/>
              <a:gd name="csX5" fmla="*/ 0 w 928780"/>
              <a:gd name="csY5" fmla="*/ 0 h 7260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28780" h="726041">
                <a:moveTo>
                  <a:pt x="0" y="0"/>
                </a:moveTo>
                <a:cubicBezTo>
                  <a:pt x="140149" y="145838"/>
                  <a:pt x="311370" y="277070"/>
                  <a:pt x="466167" y="277493"/>
                </a:cubicBezTo>
                <a:cubicBezTo>
                  <a:pt x="620964" y="277916"/>
                  <a:pt x="797436" y="153458"/>
                  <a:pt x="928780" y="2540"/>
                </a:cubicBezTo>
                <a:lnTo>
                  <a:pt x="928780" y="726041"/>
                </a:lnTo>
                <a:lnTo>
                  <a:pt x="0" y="7260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C4F7DD66-3418-AE3E-1548-BB5D3ECD9744}"/>
              </a:ext>
            </a:extLst>
          </p:cNvPr>
          <p:cNvSpPr/>
          <p:nvPr/>
        </p:nvSpPr>
        <p:spPr>
          <a:xfrm>
            <a:off x="560412" y="2467283"/>
            <a:ext cx="928780" cy="596501"/>
          </a:xfrm>
          <a:prstGeom prst="rect">
            <a:avLst/>
          </a:pr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A7E4D0CC-14EF-141C-2E0E-9A3A9C446AE3}"/>
              </a:ext>
            </a:extLst>
          </p:cNvPr>
          <p:cNvGrpSpPr/>
          <p:nvPr/>
        </p:nvGrpSpPr>
        <p:grpSpPr>
          <a:xfrm>
            <a:off x="192945" y="3081916"/>
            <a:ext cx="3214560" cy="161348"/>
            <a:chOff x="200025" y="3078343"/>
            <a:chExt cx="3214560" cy="288131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ED325394-EB5B-3EB4-543C-5248C845F76B}"/>
                </a:ext>
              </a:extLst>
            </p:cNvPr>
            <p:cNvCxnSpPr/>
            <p:nvPr/>
          </p:nvCxnSpPr>
          <p:spPr>
            <a:xfrm>
              <a:off x="203535" y="3078343"/>
              <a:ext cx="3207544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1F26EB1-6C58-5831-DC4C-62FF6E4FD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80" y="3078343"/>
              <a:ext cx="46380" cy="4776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E0AE1EFA-0890-7BC7-C8A9-B2D789D528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80" y="3078343"/>
              <a:ext cx="105598" cy="108743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193FAB72-FC89-8BC4-5FE0-0C518E24A9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25" y="3078343"/>
              <a:ext cx="164871" cy="16978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4CCC4A14-42F3-A6FA-CFA3-77CE29BD2A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25" y="3078343"/>
              <a:ext cx="224089" cy="230763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D24920B-C453-A3A8-095D-A496120884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353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8A4A3579-436F-0AA0-119D-2A7A6974ED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75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4B1D7CA-C1AB-68E0-CB1B-1A9516243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197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74FEAB6-226F-1DC4-F54F-EED1900EFF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18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3FC44814-45D7-6D89-88A5-9CA122B759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40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02898B0D-E4AE-3031-8F96-E526869EE2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962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BA95E0E9-736C-C38A-5FC8-CB9AC236BB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84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9F6DE49D-CCAD-3ADC-9934-78D579FF69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06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D86BEA0-1FBF-BD2C-6A94-E794702267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27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EF89F7-0719-A809-77DC-AABF1AE283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49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4DC2C3D7-1ACC-EC09-F64F-BE5A079AA6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571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5961137A-AE00-C90A-1341-34DA2A9DD5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3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89CE05A4-A99E-147F-6AA7-2427D1A7DA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15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5060C9DD-8825-142A-2CB0-F1B8233AA8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336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4F7BB29-FC9E-9DE5-6E24-FAF1895D30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258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15498A22-82DC-5212-1DE8-6751980C29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180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F919DC2-4568-483F-2B77-582F51AF54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102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97D4AFD5-29A3-C101-F2D7-F4D71FE638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024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49394CDA-9F67-A12C-D16A-98EDBC8A71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945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C16F009-6AD1-5B20-43DC-5EE93560D7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867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0D9148A0-1A3F-A8E3-94B3-BD24B3D6E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789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B52C613-75A4-7F4B-1815-92D00C0EB9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711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8D9D66D-0816-96A7-5934-C76026221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633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7C93805-CA98-1C74-17D9-BC7183CCC5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6554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62E27B45-6ED9-A28D-9EBC-7A8FE7D094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2476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869F82C6-EE41-E5AF-BDBD-A26E1D513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398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A62ED578-D42E-6A3B-D03D-0C93EB2A42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320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2D0BDE82-1CFB-1170-C0C5-43BE3A4AF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42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744F0838-A355-9F02-BB33-95D8F066D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6163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5238980B-D517-3424-C72F-C6A23F7B5D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085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444CAA-B979-2D88-2CB2-7B8C0EAD97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007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DDA341E3-8383-53BB-FB2C-6004D3C996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3929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1AC7694-1D84-FD84-9852-89C874A5D8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851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82A95D08-70CE-FF17-982E-D3A3752E59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772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A7C7880-FB06-BB02-FDED-8884973255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694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207671F-D3FB-5F12-24E5-6F3B9DFCF0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7616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0011BAB9-F110-9174-8E70-D613328B83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538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9E620586-7AEA-2A68-D268-D5D2C7E021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460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1504E7AE-FAE2-54A6-6942-4588E764C7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5381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AA9F8B5E-ABC9-E9A0-2FD0-7477F062C5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303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ED33AC1D-52D5-AA9F-632C-C92DBAD425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225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45BB7488-4EED-D076-0C85-33E6AF0C05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147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EFBFA90E-049E-DEA6-75C8-0CEDF986B8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069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1BCBB256-8182-9838-A1F7-96CCE19C6F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990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E269EC31-C261-67E2-EE32-979F6687B8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912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800351AD-0858-3996-799E-86571852B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834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4E27F7B-8E50-2137-CA21-18307F17FC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756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A593CBF3-85E0-75AA-51AA-104AFAA8FD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678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56">
              <a:extLst>
                <a:ext uri="{FF2B5EF4-FFF2-40B4-BE49-F238E27FC236}">
                  <a16:creationId xmlns:a16="http://schemas.microsoft.com/office/drawing/2014/main" id="{DDF74455-CC0B-4ABF-3BCA-75C85D9955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599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C4B1D117-4603-F02E-900E-264C26ABD1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521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236E6C5B-9A1B-2D53-2065-4C464E96E2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4435" y="3108960"/>
              <a:ext cx="250066" cy="25751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03D0193C-4F93-AA44-B402-ED22E49844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3653" y="3169920"/>
              <a:ext cx="190869" cy="19655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A4A011F6-5C23-F9F6-A429-8A5E8E0B33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2871" y="3230880"/>
              <a:ext cx="131672" cy="13559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C314FBC0-A8DF-A6C7-F8D8-0D85CC3270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089" y="3291840"/>
              <a:ext cx="72475" cy="7463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83F5049D-0C68-F041-C776-ADF298F5EC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01307" y="3352800"/>
              <a:ext cx="13278" cy="1367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E4568278-A03E-3A03-2381-97331090E2DA}"/>
              </a:ext>
            </a:extLst>
          </p:cNvPr>
          <p:cNvGrpSpPr/>
          <p:nvPr/>
        </p:nvGrpSpPr>
        <p:grpSpPr>
          <a:xfrm>
            <a:off x="557903" y="1885224"/>
            <a:ext cx="931195" cy="1178560"/>
            <a:chOff x="433327" y="1869440"/>
            <a:chExt cx="931195" cy="117856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8E524218-625A-9521-A4F7-AC023E406797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E235A5E4-185C-C741-55D6-29196E69D8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A380B5DC-475F-F3FA-C7A5-09D781E838E6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78D92B05-4028-B00A-CE52-3620746FB027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B4C423DC-EDBC-C19B-69E4-5AED38F51C59}"/>
              </a:ext>
            </a:extLst>
          </p:cNvPr>
          <p:cNvGrpSpPr/>
          <p:nvPr/>
        </p:nvGrpSpPr>
        <p:grpSpPr>
          <a:xfrm>
            <a:off x="2073685" y="1886188"/>
            <a:ext cx="931195" cy="1178560"/>
            <a:chOff x="433327" y="1869440"/>
            <a:chExt cx="931195" cy="1178560"/>
          </a:xfrm>
        </p:grpSpPr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A1138657-F5D1-FC4C-78CF-4EFC3D0904D4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F8440698-8B42-56DB-8315-AA94DDA130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D4F5106F-2436-A470-4F3A-837BEABF2422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3B1ADE00-6D24-164B-DA1A-8D19EECBD0F6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" name="Bogen 116">
            <a:extLst>
              <a:ext uri="{FF2B5EF4-FFF2-40B4-BE49-F238E27FC236}">
                <a16:creationId xmlns:a16="http://schemas.microsoft.com/office/drawing/2014/main" id="{03E0F43A-0F50-8E7E-FCC0-0C0AD8A4F1B1}"/>
              </a:ext>
            </a:extLst>
          </p:cNvPr>
          <p:cNvSpPr/>
          <p:nvPr/>
        </p:nvSpPr>
        <p:spPr>
          <a:xfrm>
            <a:off x="2405470" y="1951687"/>
            <a:ext cx="279798" cy="93886"/>
          </a:xfrm>
          <a:prstGeom prst="arc">
            <a:avLst>
              <a:gd name="adj1" fmla="val 18242649"/>
              <a:gd name="adj2" fmla="val 13514981"/>
            </a:avLst>
          </a:prstGeom>
          <a:ln w="12700"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F0AC9D17-3A78-8672-A454-CFBE733F39DF}"/>
              </a:ext>
            </a:extLst>
          </p:cNvPr>
          <p:cNvSpPr txBox="1"/>
          <p:nvPr/>
        </p:nvSpPr>
        <p:spPr>
          <a:xfrm>
            <a:off x="2609068" y="1869461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0" name="Gleichschenkliges Dreieck 119">
            <a:extLst>
              <a:ext uri="{FF2B5EF4-FFF2-40B4-BE49-F238E27FC236}">
                <a16:creationId xmlns:a16="http://schemas.microsoft.com/office/drawing/2014/main" id="{C145EF14-29C9-1335-5CA1-E9601C08E134}"/>
              </a:ext>
            </a:extLst>
          </p:cNvPr>
          <p:cNvSpPr/>
          <p:nvPr/>
        </p:nvSpPr>
        <p:spPr>
          <a:xfrm rot="10800000">
            <a:off x="1173081" y="2408862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22" name="Gleichschenkliges Dreieck 121">
            <a:extLst>
              <a:ext uri="{FF2B5EF4-FFF2-40B4-BE49-F238E27FC236}">
                <a16:creationId xmlns:a16="http://schemas.microsoft.com/office/drawing/2014/main" id="{33148B46-C6F7-7E8F-C180-06695A6AC682}"/>
              </a:ext>
            </a:extLst>
          </p:cNvPr>
          <p:cNvSpPr/>
          <p:nvPr/>
        </p:nvSpPr>
        <p:spPr>
          <a:xfrm rot="8209377">
            <a:off x="2847311" y="2342188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3583D7E-4C67-564E-3A3F-AB32C755A99B}"/>
              </a:ext>
            </a:extLst>
          </p:cNvPr>
          <p:cNvCxnSpPr>
            <a:cxnSpLocks/>
          </p:cNvCxnSpPr>
          <p:nvPr/>
        </p:nvCxnSpPr>
        <p:spPr>
          <a:xfrm>
            <a:off x="1226643" y="2506016"/>
            <a:ext cx="0" cy="497931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C8118750-0AB9-FD88-84FC-DD68E6677A0C}"/>
              </a:ext>
            </a:extLst>
          </p:cNvPr>
          <p:cNvSpPr txBox="1"/>
          <p:nvPr/>
        </p:nvSpPr>
        <p:spPr>
          <a:xfrm>
            <a:off x="1134977" y="2601092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14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8" name="Gerader Verbinder 127">
            <a:extLst>
              <a:ext uri="{FF2B5EF4-FFF2-40B4-BE49-F238E27FC236}">
                <a16:creationId xmlns:a16="http://schemas.microsoft.com/office/drawing/2014/main" id="{AE6E8FC2-EE86-EAFC-B688-078FD99DCE33}"/>
              </a:ext>
            </a:extLst>
          </p:cNvPr>
          <p:cNvCxnSpPr>
            <a:cxnSpLocks/>
          </p:cNvCxnSpPr>
          <p:nvPr/>
        </p:nvCxnSpPr>
        <p:spPr>
          <a:xfrm>
            <a:off x="2940973" y="2414361"/>
            <a:ext cx="303294" cy="307884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DF8CA3D9-D542-B75E-D053-2220BBBC1078}"/>
              </a:ext>
            </a:extLst>
          </p:cNvPr>
          <p:cNvCxnSpPr>
            <a:cxnSpLocks/>
          </p:cNvCxnSpPr>
          <p:nvPr/>
        </p:nvCxnSpPr>
        <p:spPr>
          <a:xfrm flipV="1">
            <a:off x="2922270" y="2411088"/>
            <a:ext cx="0" cy="410217"/>
          </a:xfrm>
          <a:prstGeom prst="line">
            <a:avLst/>
          </a:prstGeom>
          <a:ln w="635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feld 139">
            <a:extLst>
              <a:ext uri="{FF2B5EF4-FFF2-40B4-BE49-F238E27FC236}">
                <a16:creationId xmlns:a16="http://schemas.microsoft.com/office/drawing/2014/main" id="{4854BD3D-6955-5117-C9F8-3A6463C248A0}"/>
              </a:ext>
            </a:extLst>
          </p:cNvPr>
          <p:cNvSpPr txBox="1"/>
          <p:nvPr/>
        </p:nvSpPr>
        <p:spPr>
          <a:xfrm>
            <a:off x="2940973" y="2308419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</a:t>
            </a:r>
            <a:endParaRPr lang="de-DE" sz="14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1" name="Bogen 140">
            <a:extLst>
              <a:ext uri="{FF2B5EF4-FFF2-40B4-BE49-F238E27FC236}">
                <a16:creationId xmlns:a16="http://schemas.microsoft.com/office/drawing/2014/main" id="{C1104F10-289A-6B53-3A34-FBDE6FBBF7F1}"/>
              </a:ext>
            </a:extLst>
          </p:cNvPr>
          <p:cNvSpPr/>
          <p:nvPr/>
        </p:nvSpPr>
        <p:spPr>
          <a:xfrm>
            <a:off x="2615565" y="2102157"/>
            <a:ext cx="613410" cy="613410"/>
          </a:xfrm>
          <a:prstGeom prst="arc">
            <a:avLst>
              <a:gd name="adj1" fmla="val 2614074"/>
              <a:gd name="adj2" fmla="val 5421350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ECDC83B6-F772-EF00-53E0-AF68D801F4F0}"/>
              </a:ext>
            </a:extLst>
          </p:cNvPr>
          <p:cNvSpPr txBox="1"/>
          <p:nvPr/>
        </p:nvSpPr>
        <p:spPr>
          <a:xfrm>
            <a:off x="2754674" y="2690455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34C61DBF-A230-68DD-9AEF-E9FD8E8CFC63}"/>
              </a:ext>
            </a:extLst>
          </p:cNvPr>
          <p:cNvSpPr/>
          <p:nvPr/>
        </p:nvSpPr>
        <p:spPr>
          <a:xfrm flipH="1" flipV="1">
            <a:off x="3200426" y="239262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61BABFBF-F9A4-3781-8CCB-168192A3AE89}"/>
              </a:ext>
            </a:extLst>
          </p:cNvPr>
          <p:cNvSpPr/>
          <p:nvPr/>
        </p:nvSpPr>
        <p:spPr>
          <a:xfrm flipH="1" flipV="1">
            <a:off x="3230906" y="239262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A55564DC-9106-F9B2-1726-C6D432AEEAAA}"/>
              </a:ext>
            </a:extLst>
          </p:cNvPr>
          <p:cNvCxnSpPr>
            <a:cxnSpLocks/>
          </p:cNvCxnSpPr>
          <p:nvPr/>
        </p:nvCxnSpPr>
        <p:spPr>
          <a:xfrm>
            <a:off x="1714799" y="2467282"/>
            <a:ext cx="0" cy="615246"/>
          </a:xfrm>
          <a:prstGeom prst="line">
            <a:avLst/>
          </a:prstGeom>
          <a:ln w="15875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B3284E47-49D9-0AAC-98D3-B6C51AC5E8BA}"/>
              </a:ext>
            </a:extLst>
          </p:cNvPr>
          <p:cNvSpPr txBox="1"/>
          <p:nvPr/>
        </p:nvSpPr>
        <p:spPr>
          <a:xfrm>
            <a:off x="1626132" y="2640310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4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053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13F8F-F448-5365-487C-4213EB44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A7E2CCD-7242-FC34-E7E5-E514C25DB04B}"/>
              </a:ext>
            </a:extLst>
          </p:cNvPr>
          <p:cNvGrpSpPr/>
          <p:nvPr/>
        </p:nvGrpSpPr>
        <p:grpSpPr>
          <a:xfrm>
            <a:off x="1757363" y="1369695"/>
            <a:ext cx="88582" cy="861060"/>
            <a:chOff x="1757363" y="1369695"/>
            <a:chExt cx="88582" cy="861060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9771AF7-84B5-6DF1-EE48-D19E90A7107B}"/>
                </a:ext>
              </a:extLst>
            </p:cNvPr>
            <p:cNvSpPr/>
            <p:nvPr/>
          </p:nvSpPr>
          <p:spPr>
            <a:xfrm>
              <a:off x="1757363" y="1369695"/>
              <a:ext cx="88582" cy="8610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/>
            </a:p>
          </p:txBody>
        </p: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6193A34D-A1BA-8661-02E9-F4B62F22D009}"/>
                </a:ext>
              </a:extLst>
            </p:cNvPr>
            <p:cNvCxnSpPr/>
            <p:nvPr/>
          </p:nvCxnSpPr>
          <p:spPr>
            <a:xfrm>
              <a:off x="1757363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79D32D97-A537-1BCD-6AB4-2B551BC70CC5}"/>
                </a:ext>
              </a:extLst>
            </p:cNvPr>
            <p:cNvCxnSpPr/>
            <p:nvPr/>
          </p:nvCxnSpPr>
          <p:spPr>
            <a:xfrm>
              <a:off x="1845469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Gleichschenkliges Dreieck 7">
            <a:extLst>
              <a:ext uri="{FF2B5EF4-FFF2-40B4-BE49-F238E27FC236}">
                <a16:creationId xmlns:a16="http://schemas.microsoft.com/office/drawing/2014/main" id="{C33D2155-0093-62C1-BED9-58AB5695CCC7}"/>
              </a:ext>
            </a:extLst>
          </p:cNvPr>
          <p:cNvSpPr/>
          <p:nvPr/>
        </p:nvSpPr>
        <p:spPr>
          <a:xfrm rot="5400000">
            <a:off x="1669361" y="1983333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0AB4B09-18C1-9B65-59F1-03CC584B1868}"/>
              </a:ext>
            </a:extLst>
          </p:cNvPr>
          <p:cNvSpPr txBox="1"/>
          <p:nvPr/>
        </p:nvSpPr>
        <p:spPr>
          <a:xfrm>
            <a:off x="1305061" y="1874043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231ED22C-B1A0-E18C-A544-A0D2761B1BA9}"/>
              </a:ext>
            </a:extLst>
          </p:cNvPr>
          <p:cNvGrpSpPr/>
          <p:nvPr/>
        </p:nvGrpSpPr>
        <p:grpSpPr>
          <a:xfrm>
            <a:off x="1882140" y="1407795"/>
            <a:ext cx="308610" cy="816179"/>
            <a:chOff x="1882140" y="1407795"/>
            <a:chExt cx="308610" cy="816179"/>
          </a:xfrm>
        </p:grpSpPr>
        <p:sp>
          <p:nvSpPr>
            <p:cNvPr id="11" name="Gleichschenkliges Dreieck 10">
              <a:extLst>
                <a:ext uri="{FF2B5EF4-FFF2-40B4-BE49-F238E27FC236}">
                  <a16:creationId xmlns:a16="http://schemas.microsoft.com/office/drawing/2014/main" id="{613BBF64-BA07-C63D-7291-3A628EACEB8B}"/>
                </a:ext>
              </a:extLst>
            </p:cNvPr>
            <p:cNvSpPr/>
            <p:nvPr/>
          </p:nvSpPr>
          <p:spPr>
            <a:xfrm rot="5400000">
              <a:off x="1632284" y="1665509"/>
              <a:ext cx="816179" cy="300752"/>
            </a:xfrm>
            <a:prstGeom prst="triangle">
              <a:avLst>
                <a:gd name="adj" fmla="val 100000"/>
              </a:avLst>
            </a:prstGeom>
            <a:noFill/>
            <a:ln w="127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3C5440EA-91B4-B27D-D5E4-D7D9E3F338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223611"/>
              <a:ext cx="5500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D1A9A3E8-292F-576B-3C8B-4F2C802391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137886"/>
              <a:ext cx="27408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A7F8DDC5-A856-C756-09F9-60F37F2F1D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2050256"/>
              <a:ext cx="24169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4B599-C450-9240-DE4C-F71C4DB990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964531"/>
              <a:ext cx="21121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A70EEB15-C33D-2762-CC48-B4AF29A205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874996"/>
              <a:ext cx="17883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98E75FB3-A317-F573-86E7-85BC74C28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783556"/>
              <a:ext cx="14454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4B9D60B-B93E-46AF-D241-40DA96931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377" y="1688306"/>
              <a:ext cx="11025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3900BA6-7742-84DA-CD8F-C304E49B7F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140" y="1598771"/>
              <a:ext cx="76200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3C27272A-9310-9DF3-41D5-03A86F332817}"/>
              </a:ext>
            </a:extLst>
          </p:cNvPr>
          <p:cNvSpPr txBox="1"/>
          <p:nvPr/>
        </p:nvSpPr>
        <p:spPr>
          <a:xfrm>
            <a:off x="1989891" y="1630054"/>
            <a:ext cx="54670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200" baseline="-25000" dirty="0">
              <a:solidFill>
                <a:schemeClr val="accent4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F239DE61-B478-DE0F-F01B-B22848F59CC3}"/>
              </a:ext>
            </a:extLst>
          </p:cNvPr>
          <p:cNvGrpSpPr/>
          <p:nvPr/>
        </p:nvGrpSpPr>
        <p:grpSpPr>
          <a:xfrm>
            <a:off x="1187139" y="1365790"/>
            <a:ext cx="619993" cy="437590"/>
            <a:chOff x="1143628" y="1866033"/>
            <a:chExt cx="619993" cy="437590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7D9724DA-6BE9-2BAD-60B4-B17BE816C5F6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0" cy="280035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7E4C4D8-331D-FCC2-9D53-B9D66999CAEC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285750" cy="0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9CD5A614-E39C-B22D-A58E-D44B45ED0A49}"/>
                </a:ext>
              </a:extLst>
            </p:cNvPr>
            <p:cNvSpPr txBox="1"/>
            <p:nvPr/>
          </p:nvSpPr>
          <p:spPr>
            <a:xfrm>
              <a:off x="1355372" y="1866033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928459DA-6C44-BE88-132A-E311A0DE57D6}"/>
                </a:ext>
              </a:extLst>
            </p:cNvPr>
            <p:cNvSpPr txBox="1"/>
            <p:nvPr/>
          </p:nvSpPr>
          <p:spPr>
            <a:xfrm>
              <a:off x="1143628" y="2026624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6CB86AAA-27D1-7CAC-8B86-7DF87ADE32A3}"/>
                </a:ext>
              </a:extLst>
            </p:cNvPr>
            <p:cNvSpPr/>
            <p:nvPr/>
          </p:nvSpPr>
          <p:spPr>
            <a:xfrm flipH="1" flipV="1">
              <a:off x="1212073" y="1888805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680365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3315B-2371-DF40-E580-1ABEA084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A8331B9-4009-8FFB-E984-388C4C09E5A4}"/>
              </a:ext>
            </a:extLst>
          </p:cNvPr>
          <p:cNvSpPr/>
          <p:nvPr/>
        </p:nvSpPr>
        <p:spPr>
          <a:xfrm>
            <a:off x="204627" y="1199257"/>
            <a:ext cx="1913494" cy="1201935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BFCABCF0-B72C-6950-E305-4ADDE73B9E4C}"/>
              </a:ext>
            </a:extLst>
          </p:cNvPr>
          <p:cNvSpPr/>
          <p:nvPr/>
        </p:nvSpPr>
        <p:spPr>
          <a:xfrm>
            <a:off x="909634" y="1734267"/>
            <a:ext cx="1037989" cy="131913"/>
          </a:xfrm>
          <a:custGeom>
            <a:avLst/>
            <a:gdLst>
              <a:gd name="csX0" fmla="*/ 1037989 w 1037989"/>
              <a:gd name="csY0" fmla="*/ 95074 h 131913"/>
              <a:gd name="csX1" fmla="*/ 317661 w 1037989"/>
              <a:gd name="csY1" fmla="*/ 62 h 131913"/>
              <a:gd name="csX2" fmla="*/ 2 w 1037989"/>
              <a:gd name="csY2" fmla="*/ 83644 h 131913"/>
              <a:gd name="csX3" fmla="*/ 319327 w 1037989"/>
              <a:gd name="csY3" fmla="*/ 131745 h 131913"/>
              <a:gd name="csX4" fmla="*/ 1037989 w 1037989"/>
              <a:gd name="csY4" fmla="*/ 95074 h 131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37989" h="131913">
                <a:moveTo>
                  <a:pt x="1037989" y="95074"/>
                </a:moveTo>
                <a:cubicBezTo>
                  <a:pt x="793554" y="44234"/>
                  <a:pt x="490659" y="1967"/>
                  <a:pt x="317661" y="62"/>
                </a:cubicBezTo>
                <a:cubicBezTo>
                  <a:pt x="144663" y="-1843"/>
                  <a:pt x="-593" y="40424"/>
                  <a:pt x="2" y="83644"/>
                </a:cubicBezTo>
                <a:cubicBezTo>
                  <a:pt x="597" y="126864"/>
                  <a:pt x="146329" y="129840"/>
                  <a:pt x="319327" y="131745"/>
                </a:cubicBezTo>
                <a:cubicBezTo>
                  <a:pt x="492325" y="133650"/>
                  <a:pt x="821414" y="119244"/>
                  <a:pt x="1037989" y="95074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B2998CD-F526-0181-43B1-DFF384443EE1}"/>
              </a:ext>
            </a:extLst>
          </p:cNvPr>
          <p:cNvCxnSpPr>
            <a:cxnSpLocks/>
          </p:cNvCxnSpPr>
          <p:nvPr/>
        </p:nvCxnSpPr>
        <p:spPr>
          <a:xfrm flipV="1">
            <a:off x="1178717" y="1367790"/>
            <a:ext cx="0" cy="878205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Ellipse 8">
            <a:extLst>
              <a:ext uri="{FF2B5EF4-FFF2-40B4-BE49-F238E27FC236}">
                <a16:creationId xmlns:a16="http://schemas.microsoft.com/office/drawing/2014/main" id="{286DF4C4-44BB-F2CF-5161-08B954729951}"/>
              </a:ext>
            </a:extLst>
          </p:cNvPr>
          <p:cNvSpPr/>
          <p:nvPr/>
        </p:nvSpPr>
        <p:spPr>
          <a:xfrm>
            <a:off x="1148234" y="1769740"/>
            <a:ext cx="60966" cy="609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0E9BB5-1572-0A53-1DD2-DF0E417C6CA6}"/>
              </a:ext>
            </a:extLst>
          </p:cNvPr>
          <p:cNvSpPr txBox="1"/>
          <p:nvPr/>
        </p:nvSpPr>
        <p:spPr>
          <a:xfrm>
            <a:off x="1178717" y="137300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6F7A848-C81C-9050-3ED9-6BEF272B14CE}"/>
              </a:ext>
            </a:extLst>
          </p:cNvPr>
          <p:cNvSpPr txBox="1"/>
          <p:nvPr/>
        </p:nvSpPr>
        <p:spPr>
          <a:xfrm>
            <a:off x="1178716" y="1950447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9885B1C-6B51-8E65-CAEE-D3131B8F3B07}"/>
              </a:ext>
            </a:extLst>
          </p:cNvPr>
          <p:cNvCxnSpPr>
            <a:cxnSpLocks/>
          </p:cNvCxnSpPr>
          <p:nvPr/>
        </p:nvCxnSpPr>
        <p:spPr>
          <a:xfrm>
            <a:off x="384967" y="1806892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1DBE7CB0-3FF8-13F4-11B7-208E537C6997}"/>
              </a:ext>
            </a:extLst>
          </p:cNvPr>
          <p:cNvSpPr txBox="1"/>
          <p:nvPr/>
        </p:nvSpPr>
        <p:spPr>
          <a:xfrm>
            <a:off x="331737" y="1511500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0763E28-42D2-6170-B2A4-CAC4211FF7C1}"/>
              </a:ext>
            </a:extLst>
          </p:cNvPr>
          <p:cNvSpPr txBox="1"/>
          <p:nvPr/>
        </p:nvSpPr>
        <p:spPr>
          <a:xfrm>
            <a:off x="2208294" y="1090189"/>
            <a:ext cx="1272352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 = 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endParaRPr lang="de-DE" sz="12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Körper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2132F023-9DD6-EE88-A9B3-AA3AD5D33163}"/>
              </a:ext>
            </a:extLst>
          </p:cNvPr>
          <p:cNvSpPr/>
          <p:nvPr/>
        </p:nvSpPr>
        <p:spPr>
          <a:xfrm>
            <a:off x="2118121" y="2186940"/>
            <a:ext cx="217409" cy="97155"/>
          </a:xfrm>
          <a:custGeom>
            <a:avLst/>
            <a:gdLst>
              <a:gd name="csX0" fmla="*/ 0 w 375285"/>
              <a:gd name="csY0" fmla="*/ 0 h 177297"/>
              <a:gd name="csX1" fmla="*/ 188595 w 375285"/>
              <a:gd name="csY1" fmla="*/ 163830 h 177297"/>
              <a:gd name="csX2" fmla="*/ 375285 w 375285"/>
              <a:gd name="csY2" fmla="*/ 156210 h 1772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75285" h="177297">
                <a:moveTo>
                  <a:pt x="0" y="0"/>
                </a:moveTo>
                <a:cubicBezTo>
                  <a:pt x="63023" y="68897"/>
                  <a:pt x="126047" y="137795"/>
                  <a:pt x="188595" y="163830"/>
                </a:cubicBezTo>
                <a:cubicBezTo>
                  <a:pt x="251143" y="189865"/>
                  <a:pt x="313214" y="173037"/>
                  <a:pt x="375285" y="15621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7A47435-D237-7DE1-ABAF-4BE2E5F86E06}"/>
              </a:ext>
            </a:extLst>
          </p:cNvPr>
          <p:cNvSpPr txBox="1"/>
          <p:nvPr/>
        </p:nvSpPr>
        <p:spPr>
          <a:xfrm>
            <a:off x="2253218" y="2162041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B43743DD-9ACB-7CB4-D1F1-83D274BB9F47}"/>
              </a:ext>
            </a:extLst>
          </p:cNvPr>
          <p:cNvCxnSpPr>
            <a:cxnSpLocks/>
          </p:cNvCxnSpPr>
          <p:nvPr/>
        </p:nvCxnSpPr>
        <p:spPr>
          <a:xfrm>
            <a:off x="1297907" y="156972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BE2C669-1A64-9F14-F9FD-F30FA62ED364}"/>
              </a:ext>
            </a:extLst>
          </p:cNvPr>
          <p:cNvCxnSpPr>
            <a:cxnSpLocks/>
          </p:cNvCxnSpPr>
          <p:nvPr/>
        </p:nvCxnSpPr>
        <p:spPr>
          <a:xfrm>
            <a:off x="1297907" y="214884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CCF5329-3422-BEB2-FD67-F55801D233E9}"/>
              </a:ext>
            </a:extLst>
          </p:cNvPr>
          <p:cNvCxnSpPr>
            <a:cxnSpLocks/>
          </p:cNvCxnSpPr>
          <p:nvPr/>
        </p:nvCxnSpPr>
        <p:spPr>
          <a:xfrm>
            <a:off x="251901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EA929A1A-89AC-3C09-BBE6-88782F6E9D24}"/>
              </a:ext>
            </a:extLst>
          </p:cNvPr>
          <p:cNvCxnSpPr>
            <a:cxnSpLocks/>
          </p:cNvCxnSpPr>
          <p:nvPr/>
        </p:nvCxnSpPr>
        <p:spPr>
          <a:xfrm>
            <a:off x="300288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218D696-6151-2C82-5FC6-489B3254D42D}"/>
              </a:ext>
            </a:extLst>
          </p:cNvPr>
          <p:cNvCxnSpPr>
            <a:cxnSpLocks/>
          </p:cNvCxnSpPr>
          <p:nvPr/>
        </p:nvCxnSpPr>
        <p:spPr>
          <a:xfrm>
            <a:off x="507332" y="1708785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582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DB1C-BBDA-2CED-C5ED-23B774824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EEF1FE8-54E3-FAAE-341C-D6CCBC6A3E48}"/>
              </a:ext>
            </a:extLst>
          </p:cNvPr>
          <p:cNvSpPr/>
          <p:nvPr/>
        </p:nvSpPr>
        <p:spPr>
          <a:xfrm>
            <a:off x="806744" y="1320702"/>
            <a:ext cx="1835943" cy="872429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B2C29E-2EDC-F667-2345-14FAAA7362E1}"/>
              </a:ext>
            </a:extLst>
          </p:cNvPr>
          <p:cNvCxnSpPr>
            <a:cxnSpLocks/>
          </p:cNvCxnSpPr>
          <p:nvPr/>
        </p:nvCxnSpPr>
        <p:spPr>
          <a:xfrm>
            <a:off x="1241799" y="2054621"/>
            <a:ext cx="3225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0E33B43-C083-B5B8-593A-6FDDB7E1F665}"/>
              </a:ext>
            </a:extLst>
          </p:cNvPr>
          <p:cNvCxnSpPr>
            <a:cxnSpLocks/>
          </p:cNvCxnSpPr>
          <p:nvPr/>
        </p:nvCxnSpPr>
        <p:spPr>
          <a:xfrm>
            <a:off x="1241799" y="1900068"/>
            <a:ext cx="4419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ADD4CB1-3F9B-FBA8-2072-D021EC4D49E2}"/>
              </a:ext>
            </a:extLst>
          </p:cNvPr>
          <p:cNvCxnSpPr>
            <a:cxnSpLocks/>
          </p:cNvCxnSpPr>
          <p:nvPr/>
        </p:nvCxnSpPr>
        <p:spPr>
          <a:xfrm>
            <a:off x="1241799" y="1745513"/>
            <a:ext cx="5003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FA6542E-217B-4C1F-6D23-50BDFF3B982D}"/>
              </a:ext>
            </a:extLst>
          </p:cNvPr>
          <p:cNvCxnSpPr>
            <a:cxnSpLocks/>
          </p:cNvCxnSpPr>
          <p:nvPr/>
        </p:nvCxnSpPr>
        <p:spPr>
          <a:xfrm>
            <a:off x="1241799" y="1590958"/>
            <a:ext cx="52832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EF97753-1734-D219-373A-9DBDA573ED12}"/>
              </a:ext>
            </a:extLst>
          </p:cNvPr>
          <p:cNvCxnSpPr>
            <a:cxnSpLocks/>
          </p:cNvCxnSpPr>
          <p:nvPr/>
        </p:nvCxnSpPr>
        <p:spPr>
          <a:xfrm>
            <a:off x="1241799" y="1436403"/>
            <a:ext cx="5435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A9EE248-2314-243D-9B3A-074978F623FC}"/>
              </a:ext>
            </a:extLst>
          </p:cNvPr>
          <p:cNvCxnSpPr>
            <a:cxnSpLocks/>
          </p:cNvCxnSpPr>
          <p:nvPr/>
        </p:nvCxnSpPr>
        <p:spPr>
          <a:xfrm>
            <a:off x="1241799" y="1281848"/>
            <a:ext cx="54864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5FAF9D8E-32A1-CCB4-24E6-EEBCDFC337AE}"/>
              </a:ext>
            </a:extLst>
          </p:cNvPr>
          <p:cNvSpPr/>
          <p:nvPr/>
        </p:nvSpPr>
        <p:spPr>
          <a:xfrm>
            <a:off x="1244339" y="1195308"/>
            <a:ext cx="546100" cy="100076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0E25042D-7B4C-80BE-E2BC-0E88EB000337}"/>
              </a:ext>
            </a:extLst>
          </p:cNvPr>
          <p:cNvCxnSpPr>
            <a:cxnSpLocks/>
          </p:cNvCxnSpPr>
          <p:nvPr/>
        </p:nvCxnSpPr>
        <p:spPr>
          <a:xfrm flipV="1">
            <a:off x="1241799" y="1200388"/>
            <a:ext cx="0" cy="992743"/>
          </a:xfrm>
          <a:prstGeom prst="line">
            <a:avLst/>
          </a:prstGeom>
          <a:ln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D959A433-CFDC-E748-9D3C-DEE89E321806}"/>
              </a:ext>
            </a:extLst>
          </p:cNvPr>
          <p:cNvSpPr/>
          <p:nvPr/>
        </p:nvSpPr>
        <p:spPr>
          <a:xfrm>
            <a:off x="338829" y="2193133"/>
            <a:ext cx="2771775" cy="2743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C17D54C-95F2-D764-231F-FD2390E7B3EE}"/>
              </a:ext>
            </a:extLst>
          </p:cNvPr>
          <p:cNvCxnSpPr>
            <a:cxnSpLocks/>
          </p:cNvCxnSpPr>
          <p:nvPr/>
        </p:nvCxnSpPr>
        <p:spPr>
          <a:xfrm flipH="1">
            <a:off x="347878" y="2193132"/>
            <a:ext cx="275391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4EA27D7-981C-FBC1-352B-60D2DA994899}"/>
              </a:ext>
            </a:extLst>
          </p:cNvPr>
          <p:cNvCxnSpPr>
            <a:cxnSpLocks/>
          </p:cNvCxnSpPr>
          <p:nvPr/>
        </p:nvCxnSpPr>
        <p:spPr>
          <a:xfrm>
            <a:off x="222066" y="1767601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A3CD8FB0-2D10-7876-68D4-F6F46204BB2A}"/>
              </a:ext>
            </a:extLst>
          </p:cNvPr>
          <p:cNvSpPr txBox="1"/>
          <p:nvPr/>
        </p:nvSpPr>
        <p:spPr>
          <a:xfrm>
            <a:off x="168836" y="1472209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3096510-EB3A-921A-E183-57DC4954D69D}"/>
              </a:ext>
            </a:extLst>
          </p:cNvPr>
          <p:cNvCxnSpPr>
            <a:cxnSpLocks/>
          </p:cNvCxnSpPr>
          <p:nvPr/>
        </p:nvCxnSpPr>
        <p:spPr>
          <a:xfrm>
            <a:off x="344431" y="1669494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6892FFB6-5F8C-EC69-26AD-40E4265D5319}"/>
              </a:ext>
            </a:extLst>
          </p:cNvPr>
          <p:cNvSpPr txBox="1"/>
          <p:nvPr/>
        </p:nvSpPr>
        <p:spPr>
          <a:xfrm>
            <a:off x="1292494" y="103964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C5A879F-CB0C-C8BF-232B-BCF82E4F4D30}"/>
              </a:ext>
            </a:extLst>
          </p:cNvPr>
          <p:cNvCxnSpPr>
            <a:cxnSpLocks/>
          </p:cNvCxnSpPr>
          <p:nvPr/>
        </p:nvCxnSpPr>
        <p:spPr>
          <a:xfrm>
            <a:off x="1468089" y="1236926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774666BB-A26E-A7B3-2CD7-A23FD36D939B}"/>
              </a:ext>
            </a:extLst>
          </p:cNvPr>
          <p:cNvSpPr txBox="1"/>
          <p:nvPr/>
        </p:nvSpPr>
        <p:spPr>
          <a:xfrm>
            <a:off x="2045072" y="1101322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A481870B-10F4-C95E-309E-A3EE795BCDD3}"/>
              </a:ext>
            </a:extLst>
          </p:cNvPr>
          <p:cNvSpPr/>
          <p:nvPr/>
        </p:nvSpPr>
        <p:spPr>
          <a:xfrm>
            <a:off x="1990464" y="1204198"/>
            <a:ext cx="152400" cy="110490"/>
          </a:xfrm>
          <a:custGeom>
            <a:avLst/>
            <a:gdLst>
              <a:gd name="csX0" fmla="*/ 0 w 152400"/>
              <a:gd name="csY0" fmla="*/ 110490 h 110490"/>
              <a:gd name="csX1" fmla="*/ 66675 w 152400"/>
              <a:gd name="csY1" fmla="*/ 24765 h 110490"/>
              <a:gd name="csX2" fmla="*/ 152400 w 152400"/>
              <a:gd name="csY2" fmla="*/ 0 h 110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2400" h="110490">
                <a:moveTo>
                  <a:pt x="0" y="110490"/>
                </a:moveTo>
                <a:cubicBezTo>
                  <a:pt x="20637" y="76835"/>
                  <a:pt x="41275" y="43180"/>
                  <a:pt x="66675" y="24765"/>
                </a:cubicBezTo>
                <a:cubicBezTo>
                  <a:pt x="92075" y="6350"/>
                  <a:pt x="122237" y="3175"/>
                  <a:pt x="152400" y="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B9B3B3D-B791-EC16-3BF7-BA6B4E39FE1C}"/>
              </a:ext>
            </a:extLst>
          </p:cNvPr>
          <p:cNvCxnSpPr>
            <a:cxnSpLocks/>
          </p:cNvCxnSpPr>
          <p:nvPr/>
        </p:nvCxnSpPr>
        <p:spPr>
          <a:xfrm flipH="1">
            <a:off x="1863688" y="214860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9C1AF063-5E2E-B08C-C340-247974604256}"/>
              </a:ext>
            </a:extLst>
          </p:cNvPr>
          <p:cNvSpPr txBox="1"/>
          <p:nvPr/>
        </p:nvSpPr>
        <p:spPr>
          <a:xfrm>
            <a:off x="1896909" y="1874142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A1E36F9E-6C3D-D63D-DF16-139E78EE8A74}"/>
              </a:ext>
            </a:extLst>
          </p:cNvPr>
          <p:cNvCxnSpPr>
            <a:cxnSpLocks/>
          </p:cNvCxnSpPr>
          <p:nvPr/>
        </p:nvCxnSpPr>
        <p:spPr>
          <a:xfrm>
            <a:off x="2016099" y="2070861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6B092FF6-0E4B-CE93-D326-054DA825D96C}"/>
              </a:ext>
            </a:extLst>
          </p:cNvPr>
          <p:cNvSpPr txBox="1"/>
          <p:nvPr/>
        </p:nvSpPr>
        <p:spPr>
          <a:xfrm>
            <a:off x="936144" y="2203153"/>
            <a:ext cx="7127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Wand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9C918C7-88A2-038F-48A9-F6E3BE6827F2}"/>
              </a:ext>
            </a:extLst>
          </p:cNvPr>
          <p:cNvCxnSpPr>
            <a:cxnSpLocks/>
          </p:cNvCxnSpPr>
          <p:nvPr/>
        </p:nvCxnSpPr>
        <p:spPr>
          <a:xfrm flipH="1">
            <a:off x="1983068" y="224258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541F987B-E43A-F82C-62F5-6391CEC10110}"/>
              </a:ext>
            </a:extLst>
          </p:cNvPr>
          <p:cNvSpPr txBox="1"/>
          <p:nvPr/>
        </p:nvSpPr>
        <p:spPr>
          <a:xfrm>
            <a:off x="2529976" y="1429047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das Fluid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5B49D90A-BBD9-2B96-3603-43F5B9050704}"/>
              </a:ext>
            </a:extLst>
          </p:cNvPr>
          <p:cNvSpPr/>
          <p:nvPr/>
        </p:nvSpPr>
        <p:spPr>
          <a:xfrm>
            <a:off x="2170486" y="1536701"/>
            <a:ext cx="566658" cy="386079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C569DF0-AB53-26E0-15DA-5BCBAAB80B60}"/>
              </a:ext>
            </a:extLst>
          </p:cNvPr>
          <p:cNvSpPr txBox="1"/>
          <p:nvPr/>
        </p:nvSpPr>
        <p:spPr>
          <a:xfrm>
            <a:off x="319730" y="2394049"/>
            <a:ext cx="277772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       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Wand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EFF01B52-DFCB-6DCB-BD2B-7CAFBC0B6595}"/>
              </a:ext>
            </a:extLst>
          </p:cNvPr>
          <p:cNvSpPr txBox="1"/>
          <p:nvPr/>
        </p:nvSpPr>
        <p:spPr>
          <a:xfrm>
            <a:off x="2578735" y="1814323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Wand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54009DD3-70B4-9D94-F781-36588EF7B1D0}"/>
              </a:ext>
            </a:extLst>
          </p:cNvPr>
          <p:cNvSpPr/>
          <p:nvPr/>
        </p:nvSpPr>
        <p:spPr>
          <a:xfrm>
            <a:off x="2386385" y="1972228"/>
            <a:ext cx="401319" cy="245192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2609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C9B2-6F40-2487-74BB-BFB9D5B8D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092BD284-703D-C949-9341-2A821A7DC3DB}"/>
              </a:ext>
            </a:extLst>
          </p:cNvPr>
          <p:cNvSpPr/>
          <p:nvPr/>
        </p:nvSpPr>
        <p:spPr>
          <a:xfrm>
            <a:off x="650080" y="650081"/>
            <a:ext cx="2300290" cy="2300288"/>
          </a:xfrm>
          <a:prstGeom prst="ellipse">
            <a:avLst/>
          </a:prstGeom>
          <a:solidFill>
            <a:schemeClr val="tx2">
              <a:lumMod val="75000"/>
              <a:lumOff val="25000"/>
              <a:alpha val="3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1E6B04C0-3255-B23E-A6CF-F9CA9A275473}"/>
              </a:ext>
            </a:extLst>
          </p:cNvPr>
          <p:cNvSpPr/>
          <p:nvPr/>
        </p:nvSpPr>
        <p:spPr>
          <a:xfrm>
            <a:off x="1028699" y="1028700"/>
            <a:ext cx="1543052" cy="1543050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4548968-C1B2-50B7-EA78-511C2D39DA8C}"/>
              </a:ext>
            </a:extLst>
          </p:cNvPr>
          <p:cNvSpPr/>
          <p:nvPr/>
        </p:nvSpPr>
        <p:spPr>
          <a:xfrm>
            <a:off x="1762124" y="1762126"/>
            <a:ext cx="76202" cy="7619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CE74CBC-975A-586A-A8CD-113158C28F67}"/>
              </a:ext>
            </a:extLst>
          </p:cNvPr>
          <p:cNvCxnSpPr>
            <a:cxnSpLocks/>
          </p:cNvCxnSpPr>
          <p:nvPr/>
        </p:nvCxnSpPr>
        <p:spPr>
          <a:xfrm flipH="1">
            <a:off x="1030605" y="1800225"/>
            <a:ext cx="769620" cy="0"/>
          </a:xfrm>
          <a:prstGeom prst="straightConnector1">
            <a:avLst/>
          </a:prstGeom>
          <a:ln w="15875" cap="rnd">
            <a:round/>
            <a:headEnd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6760A96-D8C7-39FB-B84E-2C699AB7E234}"/>
              </a:ext>
            </a:extLst>
          </p:cNvPr>
          <p:cNvCxnSpPr>
            <a:cxnSpLocks/>
          </p:cNvCxnSpPr>
          <p:nvPr/>
        </p:nvCxnSpPr>
        <p:spPr>
          <a:xfrm flipH="1">
            <a:off x="649605" y="1800225"/>
            <a:ext cx="379094" cy="0"/>
          </a:xfrm>
          <a:prstGeom prst="straightConnector1">
            <a:avLst/>
          </a:prstGeom>
          <a:ln w="15875" cap="rnd">
            <a:round/>
            <a:headEnd type="triangl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E7D57EE9-C696-E831-9CEB-A2DFBC784AFA}"/>
              </a:ext>
            </a:extLst>
          </p:cNvPr>
          <p:cNvSpPr txBox="1"/>
          <p:nvPr/>
        </p:nvSpPr>
        <p:spPr>
          <a:xfrm>
            <a:off x="702575" y="1541980"/>
            <a:ext cx="28802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2238B7B2-AD94-33DC-128C-BEB7198A4FA7}"/>
              </a:ext>
            </a:extLst>
          </p:cNvPr>
          <p:cNvSpPr txBox="1"/>
          <p:nvPr/>
        </p:nvSpPr>
        <p:spPr>
          <a:xfrm>
            <a:off x="1284791" y="1541979"/>
            <a:ext cx="3433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2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30B60BF-6856-6D1B-DEFF-95BBFDEA8DC2}"/>
              </a:ext>
            </a:extLst>
          </p:cNvPr>
          <p:cNvSpPr txBox="1"/>
          <p:nvPr/>
        </p:nvSpPr>
        <p:spPr>
          <a:xfrm>
            <a:off x="2625436" y="749638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1" name="Bogen 20">
            <a:extLst>
              <a:ext uri="{FF2B5EF4-FFF2-40B4-BE49-F238E27FC236}">
                <a16:creationId xmlns:a16="http://schemas.microsoft.com/office/drawing/2014/main" id="{B23BFAC8-960D-CC7F-A549-67BBE4F74A3A}"/>
              </a:ext>
            </a:extLst>
          </p:cNvPr>
          <p:cNvSpPr/>
          <p:nvPr/>
        </p:nvSpPr>
        <p:spPr>
          <a:xfrm>
            <a:off x="544830" y="544830"/>
            <a:ext cx="2510790" cy="2510790"/>
          </a:xfrm>
          <a:prstGeom prst="arc">
            <a:avLst>
              <a:gd name="adj1" fmla="val 18319024"/>
              <a:gd name="adj2" fmla="val 1999890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Bogen 22">
            <a:extLst>
              <a:ext uri="{FF2B5EF4-FFF2-40B4-BE49-F238E27FC236}">
                <a16:creationId xmlns:a16="http://schemas.microsoft.com/office/drawing/2014/main" id="{25C8DA70-0C54-BA24-7479-EE409F6DCAB2}"/>
              </a:ext>
            </a:extLst>
          </p:cNvPr>
          <p:cNvSpPr/>
          <p:nvPr/>
        </p:nvSpPr>
        <p:spPr>
          <a:xfrm>
            <a:off x="958850" y="958850"/>
            <a:ext cx="1682750" cy="1682750"/>
          </a:xfrm>
          <a:prstGeom prst="arc">
            <a:avLst>
              <a:gd name="adj1" fmla="val 1303464"/>
              <a:gd name="adj2" fmla="val 3460986"/>
            </a:avLst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6F1A1CA-E306-330D-3D60-F1C1570A35A6}"/>
              </a:ext>
            </a:extLst>
          </p:cNvPr>
          <p:cNvSpPr txBox="1"/>
          <p:nvPr/>
        </p:nvSpPr>
        <p:spPr>
          <a:xfrm>
            <a:off x="2372921" y="2263973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r>
              <a:rPr lang="de-DE" sz="1400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C9119DA7-D656-4799-4985-D6E437AD6669}"/>
              </a:ext>
            </a:extLst>
          </p:cNvPr>
          <p:cNvCxnSpPr>
            <a:cxnSpLocks/>
            <a:stCxn id="2" idx="0"/>
            <a:endCxn id="4" idx="0"/>
          </p:cNvCxnSpPr>
          <p:nvPr/>
        </p:nvCxnSpPr>
        <p:spPr>
          <a:xfrm flipV="1">
            <a:off x="1800225" y="650081"/>
            <a:ext cx="0" cy="378619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C8E6AEF-BF7C-1B79-573B-30D0A9B8CB8E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1800225" y="653415"/>
            <a:ext cx="375285" cy="375285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B9631579-6B20-E5C1-E588-9BFF3A9C3F4B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1800225" y="650081"/>
            <a:ext cx="382905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B2B24CB7-B560-1DB8-9173-4C7DE769F3C5}"/>
              </a:ext>
            </a:extLst>
          </p:cNvPr>
          <p:cNvCxnSpPr>
            <a:cxnSpLocks/>
          </p:cNvCxnSpPr>
          <p:nvPr/>
        </p:nvCxnSpPr>
        <p:spPr>
          <a:xfrm flipH="1">
            <a:off x="1800225" y="751046"/>
            <a:ext cx="278130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E43B868-D4F8-C53F-C13D-ABF0EAF4B517}"/>
              </a:ext>
            </a:extLst>
          </p:cNvPr>
          <p:cNvCxnSpPr>
            <a:cxnSpLocks/>
          </p:cNvCxnSpPr>
          <p:nvPr/>
        </p:nvCxnSpPr>
        <p:spPr>
          <a:xfrm flipH="1">
            <a:off x="1800225" y="848201"/>
            <a:ext cx="180975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D712309-264B-8517-3761-24F4E65B2318}"/>
              </a:ext>
            </a:extLst>
          </p:cNvPr>
          <p:cNvCxnSpPr>
            <a:cxnSpLocks/>
          </p:cNvCxnSpPr>
          <p:nvPr/>
        </p:nvCxnSpPr>
        <p:spPr>
          <a:xfrm flipH="1">
            <a:off x="1800225" y="943451"/>
            <a:ext cx="91440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A69406BC-FB00-740E-92CC-EC6CD3CAE18F}"/>
              </a:ext>
            </a:extLst>
          </p:cNvPr>
          <p:cNvSpPr txBox="1"/>
          <p:nvPr/>
        </p:nvSpPr>
        <p:spPr>
          <a:xfrm>
            <a:off x="1743075" y="344924"/>
            <a:ext cx="4400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solidFill>
                  <a:schemeClr val="accent1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200" baseline="-25000" dirty="0" err="1">
                <a:solidFill>
                  <a:schemeClr val="accent1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200" baseline="-25000" dirty="0">
              <a:solidFill>
                <a:schemeClr val="accent1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F3FF2AE-28DF-567E-FADE-6A292EA82A18}"/>
              </a:ext>
            </a:extLst>
          </p:cNvPr>
          <p:cNvSpPr txBox="1"/>
          <p:nvPr/>
        </p:nvSpPr>
        <p:spPr>
          <a:xfrm>
            <a:off x="1666241" y="1485423"/>
            <a:ext cx="4210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605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57FE-FA90-5ACE-877D-86AD85AD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CF7CDAD7-DC03-A202-FA27-1BBA075FF1E2}"/>
              </a:ext>
            </a:extLst>
          </p:cNvPr>
          <p:cNvSpPr/>
          <p:nvPr/>
        </p:nvSpPr>
        <p:spPr>
          <a:xfrm rot="16200000">
            <a:off x="1382613" y="920748"/>
            <a:ext cx="923316" cy="2464619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F6DF08A2-F728-5E20-D9C6-F7882D5D3E4C}"/>
              </a:ext>
            </a:extLst>
          </p:cNvPr>
          <p:cNvCxnSpPr>
            <a:cxnSpLocks/>
          </p:cNvCxnSpPr>
          <p:nvPr/>
        </p:nvCxnSpPr>
        <p:spPr>
          <a:xfrm flipH="1">
            <a:off x="611961" y="1691401"/>
            <a:ext cx="2456044" cy="460773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88205F05-0B8B-B389-D228-C3AC13B41E34}"/>
              </a:ext>
            </a:extLst>
          </p:cNvPr>
          <p:cNvCxnSpPr>
            <a:cxnSpLocks/>
          </p:cNvCxnSpPr>
          <p:nvPr/>
        </p:nvCxnSpPr>
        <p:spPr>
          <a:xfrm flipH="1" flipV="1">
            <a:off x="611961" y="2152174"/>
            <a:ext cx="2456996" cy="461486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65FEBBCF-5459-5A08-179C-D4142BD548DC}"/>
              </a:ext>
            </a:extLst>
          </p:cNvPr>
          <p:cNvSpPr/>
          <p:nvPr/>
        </p:nvSpPr>
        <p:spPr>
          <a:xfrm>
            <a:off x="611507" y="1321435"/>
            <a:ext cx="2457450" cy="828675"/>
          </a:xfrm>
          <a:custGeom>
            <a:avLst/>
            <a:gdLst>
              <a:gd name="csX0" fmla="*/ 0 w 2457450"/>
              <a:gd name="csY0" fmla="*/ 828675 h 828675"/>
              <a:gd name="csX1" fmla="*/ 826770 w 2457450"/>
              <a:gd name="csY1" fmla="*/ 415290 h 828675"/>
              <a:gd name="csX2" fmla="*/ 2457450 w 2457450"/>
              <a:gd name="csY2" fmla="*/ 0 h 8286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457450" h="828675">
                <a:moveTo>
                  <a:pt x="0" y="828675"/>
                </a:moveTo>
                <a:cubicBezTo>
                  <a:pt x="154305" y="704373"/>
                  <a:pt x="417195" y="553402"/>
                  <a:pt x="826770" y="415290"/>
                </a:cubicBezTo>
                <a:cubicBezTo>
                  <a:pt x="1236345" y="277177"/>
                  <a:pt x="2094230" y="74295"/>
                  <a:pt x="245745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A5A3969-E0EB-3662-0A48-4418EEA49AA0}"/>
              </a:ext>
            </a:extLst>
          </p:cNvPr>
          <p:cNvCxnSpPr>
            <a:cxnSpLocks/>
          </p:cNvCxnSpPr>
          <p:nvPr/>
        </p:nvCxnSpPr>
        <p:spPr>
          <a:xfrm flipV="1">
            <a:off x="2219768" y="1707464"/>
            <a:ext cx="287214" cy="54104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ECE35229-8E43-BBBF-CCA4-EBCB77A7D9F2}"/>
              </a:ext>
            </a:extLst>
          </p:cNvPr>
          <p:cNvSpPr/>
          <p:nvPr/>
        </p:nvSpPr>
        <p:spPr>
          <a:xfrm rot="20959920">
            <a:off x="2200564" y="1469915"/>
            <a:ext cx="384395" cy="34424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w="12700"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31769634-BAC8-FCE2-B059-3695186CCBC1}"/>
              </a:ext>
            </a:extLst>
          </p:cNvPr>
          <p:cNvCxnSpPr>
            <a:cxnSpLocks/>
          </p:cNvCxnSpPr>
          <p:nvPr/>
        </p:nvCxnSpPr>
        <p:spPr>
          <a:xfrm flipH="1" flipV="1">
            <a:off x="2173192" y="1528392"/>
            <a:ext cx="59517" cy="315952"/>
          </a:xfrm>
          <a:prstGeom prst="line">
            <a:avLst/>
          </a:prstGeom>
          <a:ln w="1270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0A70FC3-D205-7E20-E74C-FBCB91582100}"/>
              </a:ext>
            </a:extLst>
          </p:cNvPr>
          <p:cNvCxnSpPr>
            <a:cxnSpLocks/>
          </p:cNvCxnSpPr>
          <p:nvPr/>
        </p:nvCxnSpPr>
        <p:spPr>
          <a:xfrm flipV="1">
            <a:off x="2210769" y="1625476"/>
            <a:ext cx="344473" cy="64891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B0C6A01-622F-A848-BECD-299C88ECEBE4}"/>
              </a:ext>
            </a:extLst>
          </p:cNvPr>
          <p:cNvCxnSpPr>
            <a:cxnSpLocks/>
          </p:cNvCxnSpPr>
          <p:nvPr/>
        </p:nvCxnSpPr>
        <p:spPr>
          <a:xfrm flipV="1">
            <a:off x="2195646" y="1553856"/>
            <a:ext cx="374717" cy="70588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D2132-240C-DA4F-FDBD-789AA0966E3C}"/>
              </a:ext>
            </a:extLst>
          </p:cNvPr>
          <p:cNvCxnSpPr>
            <a:cxnSpLocks/>
          </p:cNvCxnSpPr>
          <p:nvPr/>
        </p:nvCxnSpPr>
        <p:spPr>
          <a:xfrm flipV="1">
            <a:off x="2182183" y="1486671"/>
            <a:ext cx="378139" cy="71233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7BE9AF52-ED30-F851-2644-8580232B8CE6}"/>
              </a:ext>
            </a:extLst>
          </p:cNvPr>
          <p:cNvSpPr txBox="1"/>
          <p:nvPr/>
        </p:nvSpPr>
        <p:spPr>
          <a:xfrm>
            <a:off x="2094135" y="1099670"/>
            <a:ext cx="4400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200" i="1" baseline="-25000" dirty="0" err="1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endParaRPr lang="de-DE" sz="1200" i="1" baseline="-25000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9FC3FA97-2FB5-4EDD-E475-0CAD3A8279EB}"/>
              </a:ext>
            </a:extLst>
          </p:cNvPr>
          <p:cNvCxnSpPr>
            <a:cxnSpLocks/>
          </p:cNvCxnSpPr>
          <p:nvPr/>
        </p:nvCxnSpPr>
        <p:spPr>
          <a:xfrm flipH="1" flipV="1">
            <a:off x="2128094" y="1282482"/>
            <a:ext cx="47270" cy="25094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FE5A67DD-0777-8FD8-86B7-21887354157A}"/>
              </a:ext>
            </a:extLst>
          </p:cNvPr>
          <p:cNvCxnSpPr>
            <a:cxnSpLocks/>
          </p:cNvCxnSpPr>
          <p:nvPr/>
        </p:nvCxnSpPr>
        <p:spPr>
          <a:xfrm flipH="1" flipV="1">
            <a:off x="2504065" y="1199220"/>
            <a:ext cx="47270" cy="25094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01048B0A-DFF1-A53E-5217-2A9CA13C0367}"/>
              </a:ext>
            </a:extLst>
          </p:cNvPr>
          <p:cNvGrpSpPr/>
          <p:nvPr/>
        </p:nvGrpSpPr>
        <p:grpSpPr>
          <a:xfrm rot="20966550">
            <a:off x="475374" y="1419231"/>
            <a:ext cx="1097593" cy="722307"/>
            <a:chOff x="1172591" y="1273167"/>
            <a:chExt cx="1097593" cy="722307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A9478570-3591-B7C9-1E60-B9B404566070}"/>
                </a:ext>
              </a:extLst>
            </p:cNvPr>
            <p:cNvCxnSpPr>
              <a:cxnSpLocks/>
            </p:cNvCxnSpPr>
            <p:nvPr/>
          </p:nvCxnSpPr>
          <p:spPr>
            <a:xfrm rot="633450" flipH="1" flipV="1">
              <a:off x="1190595" y="1341608"/>
              <a:ext cx="107011" cy="574164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66C0B6DC-A6F2-7F36-A756-01D09AAF4771}"/>
                </a:ext>
              </a:extLst>
            </p:cNvPr>
            <p:cNvCxnSpPr>
              <a:cxnSpLocks/>
            </p:cNvCxnSpPr>
            <p:nvPr/>
          </p:nvCxnSpPr>
          <p:spPr>
            <a:xfrm rot="633450" flipV="1">
              <a:off x="1251008" y="1845957"/>
              <a:ext cx="802226" cy="149517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43E5C66-1BEB-E77B-F33C-9F124415F49E}"/>
                </a:ext>
              </a:extLst>
            </p:cNvPr>
            <p:cNvSpPr txBox="1"/>
            <p:nvPr/>
          </p:nvSpPr>
          <p:spPr>
            <a:xfrm rot="633450">
              <a:off x="1861935" y="1654012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EF961584-3EE6-F092-2ECD-498845C55186}"/>
                </a:ext>
              </a:extLst>
            </p:cNvPr>
            <p:cNvSpPr txBox="1"/>
            <p:nvPr/>
          </p:nvSpPr>
          <p:spPr>
            <a:xfrm rot="633450">
              <a:off x="1172591" y="1273167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C8468587-0A19-E294-B76D-7D3D0C57961A}"/>
                </a:ext>
              </a:extLst>
            </p:cNvPr>
            <p:cNvSpPr/>
            <p:nvPr/>
          </p:nvSpPr>
          <p:spPr>
            <a:xfrm flipH="1" flipV="1">
              <a:off x="1213946" y="1889154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48" name="Bogen 47">
            <a:extLst>
              <a:ext uri="{FF2B5EF4-FFF2-40B4-BE49-F238E27FC236}">
                <a16:creationId xmlns:a16="http://schemas.microsoft.com/office/drawing/2014/main" id="{EED48409-DC30-EC54-AB00-0F84A4CC8AD7}"/>
              </a:ext>
            </a:extLst>
          </p:cNvPr>
          <p:cNvSpPr/>
          <p:nvPr/>
        </p:nvSpPr>
        <p:spPr>
          <a:xfrm>
            <a:off x="-456313" y="1090874"/>
            <a:ext cx="2128950" cy="2128950"/>
          </a:xfrm>
          <a:prstGeom prst="arc">
            <a:avLst>
              <a:gd name="adj1" fmla="val 20975646"/>
              <a:gd name="adj2" fmla="val 624477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39370EAD-45B1-AA2D-FA41-E358D257B7F3}"/>
              </a:ext>
            </a:extLst>
          </p:cNvPr>
          <p:cNvSpPr txBox="1"/>
          <p:nvPr/>
        </p:nvSpPr>
        <p:spPr>
          <a:xfrm>
            <a:off x="1473798" y="2054092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θ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0941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16EA2-E150-255D-7E35-C4A1D2EA0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732BD507-B10B-2D65-19DD-893BFD47EA0C}"/>
              </a:ext>
            </a:extLst>
          </p:cNvPr>
          <p:cNvGrpSpPr/>
          <p:nvPr/>
        </p:nvGrpSpPr>
        <p:grpSpPr>
          <a:xfrm>
            <a:off x="543560" y="1081683"/>
            <a:ext cx="2735421" cy="1357788"/>
            <a:chOff x="569119" y="1081683"/>
            <a:chExt cx="2709862" cy="1357788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9584D681-A61A-2C2A-9F5D-A08D940F3C62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081683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EDBE5621-3B2A-163B-AE56-FCEC03472587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353241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F5A0578-0706-B5D3-EF77-A44D88BEC31E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624799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3FCF8EFA-F0A0-6766-202A-95903F37C096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896357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D66ECB39-1598-17F4-63B8-24837535828F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2167915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9963BE96-21F3-C4B8-89C7-ECC8636FF1AD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2439471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3CD99CED-5096-80E0-3838-2F9C3F8D6FF9}"/>
              </a:ext>
            </a:extLst>
          </p:cNvPr>
          <p:cNvGrpSpPr/>
          <p:nvPr/>
        </p:nvGrpSpPr>
        <p:grpSpPr>
          <a:xfrm>
            <a:off x="571500" y="1081682"/>
            <a:ext cx="2709862" cy="1407518"/>
            <a:chOff x="450056" y="1078111"/>
            <a:chExt cx="2709862" cy="1496616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7184ECB7-D6BF-047B-F183-2B854CAFD6F0}"/>
                </a:ext>
              </a:extLst>
            </p:cNvPr>
            <p:cNvCxnSpPr>
              <a:cxnSpLocks/>
            </p:cNvCxnSpPr>
            <p:nvPr/>
          </p:nvCxnSpPr>
          <p:spPr>
            <a:xfrm>
              <a:off x="450056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75366F4-F3D0-09F0-C1CC-8FA9E69A5A9E}"/>
                </a:ext>
              </a:extLst>
            </p:cNvPr>
            <p:cNvCxnSpPr>
              <a:cxnSpLocks/>
            </p:cNvCxnSpPr>
            <p:nvPr/>
          </p:nvCxnSpPr>
          <p:spPr>
            <a:xfrm>
              <a:off x="721042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B9195551-BC90-22E2-C850-431D7688BA6D}"/>
                </a:ext>
              </a:extLst>
            </p:cNvPr>
            <p:cNvCxnSpPr>
              <a:cxnSpLocks/>
            </p:cNvCxnSpPr>
            <p:nvPr/>
          </p:nvCxnSpPr>
          <p:spPr>
            <a:xfrm>
              <a:off x="99202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B63F70C2-A0E3-7726-705F-FCC786008CA3}"/>
                </a:ext>
              </a:extLst>
            </p:cNvPr>
            <p:cNvCxnSpPr>
              <a:cxnSpLocks/>
            </p:cNvCxnSpPr>
            <p:nvPr/>
          </p:nvCxnSpPr>
          <p:spPr>
            <a:xfrm>
              <a:off x="1263014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D7F542CB-EE79-7E52-AA17-8C17883D8BF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000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863D6AB-5FAB-8284-6D24-0432D49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1804986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860A520C-40CC-B12A-989E-C2D83BCA54A5}"/>
                </a:ext>
              </a:extLst>
            </p:cNvPr>
            <p:cNvCxnSpPr>
              <a:cxnSpLocks/>
            </p:cNvCxnSpPr>
            <p:nvPr/>
          </p:nvCxnSpPr>
          <p:spPr>
            <a:xfrm>
              <a:off x="2075972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AE6AC259-DD70-7F35-48FF-F3308BDB41DE}"/>
                </a:ext>
              </a:extLst>
            </p:cNvPr>
            <p:cNvCxnSpPr>
              <a:cxnSpLocks/>
            </p:cNvCxnSpPr>
            <p:nvPr/>
          </p:nvCxnSpPr>
          <p:spPr>
            <a:xfrm>
              <a:off x="234695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2817942-06E3-90CF-940A-01B346BFCD63}"/>
                </a:ext>
              </a:extLst>
            </p:cNvPr>
            <p:cNvCxnSpPr>
              <a:cxnSpLocks/>
            </p:cNvCxnSpPr>
            <p:nvPr/>
          </p:nvCxnSpPr>
          <p:spPr>
            <a:xfrm>
              <a:off x="2617944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1739F27C-2718-43F6-ED7D-EACD8A6886F0}"/>
                </a:ext>
              </a:extLst>
            </p:cNvPr>
            <p:cNvCxnSpPr>
              <a:cxnSpLocks/>
            </p:cNvCxnSpPr>
            <p:nvPr/>
          </p:nvCxnSpPr>
          <p:spPr>
            <a:xfrm>
              <a:off x="2888930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42743C88-5E0C-0CFC-976A-809A2BAE2FB0}"/>
                </a:ext>
              </a:extLst>
            </p:cNvPr>
            <p:cNvCxnSpPr>
              <a:cxnSpLocks/>
            </p:cNvCxnSpPr>
            <p:nvPr/>
          </p:nvCxnSpPr>
          <p:spPr>
            <a:xfrm>
              <a:off x="315991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3C6A73C5-70DB-6408-7202-5D801F1D1DD2}"/>
              </a:ext>
            </a:extLst>
          </p:cNvPr>
          <p:cNvSpPr/>
          <p:nvPr/>
        </p:nvSpPr>
        <p:spPr>
          <a:xfrm>
            <a:off x="571500" y="1076324"/>
            <a:ext cx="928209" cy="1365885"/>
          </a:xfrm>
          <a:custGeom>
            <a:avLst/>
            <a:gdLst>
              <a:gd name="csX0" fmla="*/ 0 w 938580"/>
              <a:gd name="csY0" fmla="*/ 1365885 h 1365885"/>
              <a:gd name="csX1" fmla="*/ 43815 w 938580"/>
              <a:gd name="csY1" fmla="*/ 1089660 h 1365885"/>
              <a:gd name="csX2" fmla="*/ 122154 w 938580"/>
              <a:gd name="csY2" fmla="*/ 750570 h 1365885"/>
              <a:gd name="csX3" fmla="*/ 238827 w 938580"/>
              <a:gd name="csY3" fmla="*/ 390525 h 1365885"/>
              <a:gd name="csX4" fmla="*/ 464799 w 938580"/>
              <a:gd name="csY4" fmla="*/ 87630 h 1365885"/>
              <a:gd name="csX5" fmla="*/ 938580 w 938580"/>
              <a:gd name="csY5" fmla="*/ 0 h 1365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38580" h="1365885">
                <a:moveTo>
                  <a:pt x="0" y="1365885"/>
                </a:moveTo>
                <a:cubicBezTo>
                  <a:pt x="13494" y="1273492"/>
                  <a:pt x="23456" y="1192212"/>
                  <a:pt x="43815" y="1089660"/>
                </a:cubicBezTo>
                <a:cubicBezTo>
                  <a:pt x="64174" y="987108"/>
                  <a:pt x="89652" y="867092"/>
                  <a:pt x="122154" y="750570"/>
                </a:cubicBezTo>
                <a:cubicBezTo>
                  <a:pt x="154656" y="634048"/>
                  <a:pt x="188950" y="504461"/>
                  <a:pt x="238827" y="390525"/>
                </a:cubicBezTo>
                <a:cubicBezTo>
                  <a:pt x="280524" y="295275"/>
                  <a:pt x="348174" y="152718"/>
                  <a:pt x="464799" y="87630"/>
                </a:cubicBezTo>
                <a:cubicBezTo>
                  <a:pt x="581425" y="22543"/>
                  <a:pt x="718038" y="4763"/>
                  <a:pt x="938580" y="0"/>
                </a:cubicBezTo>
              </a:path>
            </a:pathLst>
          </a:custGeom>
          <a:noFill/>
          <a:ln w="12700" cap="rnd">
            <a:solidFill>
              <a:schemeClr val="accent6"/>
            </a:solidFill>
            <a:prstDash val="solid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E4316D02-8771-CD79-17FA-9C8EA8BE114D}"/>
              </a:ext>
            </a:extLst>
          </p:cNvPr>
          <p:cNvSpPr/>
          <p:nvPr/>
        </p:nvSpPr>
        <p:spPr>
          <a:xfrm>
            <a:off x="569596" y="1085850"/>
            <a:ext cx="2708910" cy="1356360"/>
          </a:xfrm>
          <a:custGeom>
            <a:avLst/>
            <a:gdLst>
              <a:gd name="csX0" fmla="*/ 0 w 2714625"/>
              <a:gd name="csY0" fmla="*/ 1360170 h 1360170"/>
              <a:gd name="csX1" fmla="*/ 329565 w 2714625"/>
              <a:gd name="csY1" fmla="*/ 815340 h 1360170"/>
              <a:gd name="csX2" fmla="*/ 716280 w 2714625"/>
              <a:gd name="csY2" fmla="*/ 304800 h 1360170"/>
              <a:gd name="csX3" fmla="*/ 1053465 w 2714625"/>
              <a:gd name="csY3" fmla="*/ 76200 h 1360170"/>
              <a:gd name="csX4" fmla="*/ 1504950 w 2714625"/>
              <a:gd name="csY4" fmla="*/ 9525 h 1360170"/>
              <a:gd name="csX5" fmla="*/ 2714625 w 2714625"/>
              <a:gd name="csY5" fmla="*/ 0 h 1360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14625" h="1360170">
                <a:moveTo>
                  <a:pt x="0" y="1360170"/>
                </a:moveTo>
                <a:cubicBezTo>
                  <a:pt x="105092" y="1175702"/>
                  <a:pt x="210185" y="991235"/>
                  <a:pt x="329565" y="815340"/>
                </a:cubicBezTo>
                <a:cubicBezTo>
                  <a:pt x="448945" y="639445"/>
                  <a:pt x="595630" y="427990"/>
                  <a:pt x="716280" y="304800"/>
                </a:cubicBezTo>
                <a:cubicBezTo>
                  <a:pt x="836930" y="181610"/>
                  <a:pt x="944880" y="121602"/>
                  <a:pt x="1053465" y="76200"/>
                </a:cubicBezTo>
                <a:cubicBezTo>
                  <a:pt x="1162050" y="30798"/>
                  <a:pt x="1238250" y="18415"/>
                  <a:pt x="1504950" y="9525"/>
                </a:cubicBezTo>
                <a:cubicBezTo>
                  <a:pt x="1771650" y="635"/>
                  <a:pt x="2478088" y="3492"/>
                  <a:pt x="2714625" y="0"/>
                </a:cubicBezTo>
              </a:path>
            </a:pathLst>
          </a:custGeom>
          <a:noFill/>
          <a:ln w="12700"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44F2C840-E4F6-56DE-3D7E-9183FBBE3E71}"/>
              </a:ext>
            </a:extLst>
          </p:cNvPr>
          <p:cNvSpPr/>
          <p:nvPr/>
        </p:nvSpPr>
        <p:spPr>
          <a:xfrm>
            <a:off x="569596" y="1085850"/>
            <a:ext cx="2708910" cy="1356360"/>
          </a:xfrm>
          <a:custGeom>
            <a:avLst/>
            <a:gdLst>
              <a:gd name="csX0" fmla="*/ 0 w 2714625"/>
              <a:gd name="csY0" fmla="*/ 1358265 h 1358265"/>
              <a:gd name="csX1" fmla="*/ 226695 w 2714625"/>
              <a:gd name="csY1" fmla="*/ 1312545 h 1358265"/>
              <a:gd name="csX2" fmla="*/ 468630 w 2714625"/>
              <a:gd name="csY2" fmla="*/ 1169670 h 1358265"/>
              <a:gd name="csX3" fmla="*/ 781050 w 2714625"/>
              <a:gd name="csY3" fmla="*/ 866775 h 1358265"/>
              <a:gd name="csX4" fmla="*/ 1127760 w 2714625"/>
              <a:gd name="csY4" fmla="*/ 453390 h 1358265"/>
              <a:gd name="csX5" fmla="*/ 1445895 w 2714625"/>
              <a:gd name="csY5" fmla="*/ 169545 h 1358265"/>
              <a:gd name="csX6" fmla="*/ 1744980 w 2714625"/>
              <a:gd name="csY6" fmla="*/ 45720 h 1358265"/>
              <a:gd name="csX7" fmla="*/ 2072640 w 2714625"/>
              <a:gd name="csY7" fmla="*/ 11430 h 1358265"/>
              <a:gd name="csX8" fmla="*/ 2714625 w 2714625"/>
              <a:gd name="csY8" fmla="*/ 0 h 13582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714625" h="1358265">
                <a:moveTo>
                  <a:pt x="0" y="1358265"/>
                </a:moveTo>
                <a:cubicBezTo>
                  <a:pt x="69532" y="1355883"/>
                  <a:pt x="148590" y="1343977"/>
                  <a:pt x="226695" y="1312545"/>
                </a:cubicBezTo>
                <a:cubicBezTo>
                  <a:pt x="304800" y="1281113"/>
                  <a:pt x="376238" y="1243965"/>
                  <a:pt x="468630" y="1169670"/>
                </a:cubicBezTo>
                <a:cubicBezTo>
                  <a:pt x="561022" y="1095375"/>
                  <a:pt x="671195" y="986155"/>
                  <a:pt x="781050" y="866775"/>
                </a:cubicBezTo>
                <a:cubicBezTo>
                  <a:pt x="890905" y="747395"/>
                  <a:pt x="1024572" y="567690"/>
                  <a:pt x="1127760" y="453390"/>
                </a:cubicBezTo>
                <a:cubicBezTo>
                  <a:pt x="1230948" y="339090"/>
                  <a:pt x="1343025" y="237490"/>
                  <a:pt x="1445895" y="169545"/>
                </a:cubicBezTo>
                <a:cubicBezTo>
                  <a:pt x="1548765" y="101600"/>
                  <a:pt x="1640523" y="72072"/>
                  <a:pt x="1744980" y="45720"/>
                </a:cubicBezTo>
                <a:cubicBezTo>
                  <a:pt x="1849437" y="19368"/>
                  <a:pt x="1911033" y="19050"/>
                  <a:pt x="2072640" y="11430"/>
                </a:cubicBezTo>
                <a:cubicBezTo>
                  <a:pt x="2234247" y="3810"/>
                  <a:pt x="2714625" y="0"/>
                  <a:pt x="2714625" y="0"/>
                </a:cubicBezTo>
              </a:path>
            </a:pathLst>
          </a:custGeom>
          <a:noFill/>
          <a:ln w="12700"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A8D92422-4168-58F2-E04B-1E78BA0822DA}"/>
              </a:ext>
            </a:extLst>
          </p:cNvPr>
          <p:cNvSpPr txBox="1"/>
          <p:nvPr/>
        </p:nvSpPr>
        <p:spPr>
          <a:xfrm>
            <a:off x="474422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E866A6A2-EAF9-6155-0922-E02D7056B306}"/>
              </a:ext>
            </a:extLst>
          </p:cNvPr>
          <p:cNvSpPr txBox="1"/>
          <p:nvPr/>
        </p:nvSpPr>
        <p:spPr>
          <a:xfrm>
            <a:off x="745143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AA82D66-C555-71B2-0749-41639C5AB21A}"/>
              </a:ext>
            </a:extLst>
          </p:cNvPr>
          <p:cNvSpPr txBox="1"/>
          <p:nvPr/>
        </p:nvSpPr>
        <p:spPr>
          <a:xfrm>
            <a:off x="1015864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D11E029-C448-1EB3-8EBA-9D1FAF0C9400}"/>
              </a:ext>
            </a:extLst>
          </p:cNvPr>
          <p:cNvSpPr txBox="1"/>
          <p:nvPr/>
        </p:nvSpPr>
        <p:spPr>
          <a:xfrm>
            <a:off x="1286585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7E1E7FB-21D9-66F1-C251-ACE506A92FB9}"/>
              </a:ext>
            </a:extLst>
          </p:cNvPr>
          <p:cNvSpPr txBox="1"/>
          <p:nvPr/>
        </p:nvSpPr>
        <p:spPr>
          <a:xfrm>
            <a:off x="1557306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B2ED6285-333C-AD05-C04E-22DAD949D5BC}"/>
              </a:ext>
            </a:extLst>
          </p:cNvPr>
          <p:cNvSpPr txBox="1"/>
          <p:nvPr/>
        </p:nvSpPr>
        <p:spPr>
          <a:xfrm>
            <a:off x="1828027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5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AD4AD6ED-95F9-E637-F33F-C31550FF6DA5}"/>
              </a:ext>
            </a:extLst>
          </p:cNvPr>
          <p:cNvSpPr txBox="1"/>
          <p:nvPr/>
        </p:nvSpPr>
        <p:spPr>
          <a:xfrm>
            <a:off x="2098748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86449B5-5D04-3D88-DD03-A1E3210E58AD}"/>
              </a:ext>
            </a:extLst>
          </p:cNvPr>
          <p:cNvSpPr txBox="1"/>
          <p:nvPr/>
        </p:nvSpPr>
        <p:spPr>
          <a:xfrm>
            <a:off x="2369469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7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B761A7DE-10ED-2A94-1FE6-FEBEAD7A652A}"/>
              </a:ext>
            </a:extLst>
          </p:cNvPr>
          <p:cNvSpPr txBox="1"/>
          <p:nvPr/>
        </p:nvSpPr>
        <p:spPr>
          <a:xfrm>
            <a:off x="2640190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66D97202-C9CD-C61E-F955-7CDB9824CC47}"/>
              </a:ext>
            </a:extLst>
          </p:cNvPr>
          <p:cNvSpPr txBox="1"/>
          <p:nvPr/>
        </p:nvSpPr>
        <p:spPr>
          <a:xfrm>
            <a:off x="2910915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9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E9317CB6-711F-D2F2-6DA5-BCAFAD7743D5}"/>
              </a:ext>
            </a:extLst>
          </p:cNvPr>
          <p:cNvSpPr txBox="1"/>
          <p:nvPr/>
        </p:nvSpPr>
        <p:spPr>
          <a:xfrm>
            <a:off x="3141444" y="2495305"/>
            <a:ext cx="290079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1251DE49-D710-11C4-5C0A-D5B0941F5722}"/>
              </a:ext>
            </a:extLst>
          </p:cNvPr>
          <p:cNvSpPr txBox="1"/>
          <p:nvPr/>
        </p:nvSpPr>
        <p:spPr>
          <a:xfrm>
            <a:off x="253541" y="206207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CC254AEF-9C57-802E-01F3-7E7B8036E3C5}"/>
              </a:ext>
            </a:extLst>
          </p:cNvPr>
          <p:cNvSpPr txBox="1"/>
          <p:nvPr/>
        </p:nvSpPr>
        <p:spPr>
          <a:xfrm>
            <a:off x="253541" y="2333360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44A4E3EA-47FB-2F44-FBF1-1B3881CFB69B}"/>
              </a:ext>
            </a:extLst>
          </p:cNvPr>
          <p:cNvSpPr txBox="1"/>
          <p:nvPr/>
        </p:nvSpPr>
        <p:spPr>
          <a:xfrm>
            <a:off x="253541" y="179079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7F4CF93-097E-42B6-2819-4890E9C6D4C7}"/>
              </a:ext>
            </a:extLst>
          </p:cNvPr>
          <p:cNvSpPr txBox="1"/>
          <p:nvPr/>
        </p:nvSpPr>
        <p:spPr>
          <a:xfrm>
            <a:off x="253541" y="151951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0,6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CF4F59E-0B90-CF07-2564-A840D2349611}"/>
              </a:ext>
            </a:extLst>
          </p:cNvPr>
          <p:cNvSpPr txBox="1"/>
          <p:nvPr/>
        </p:nvSpPr>
        <p:spPr>
          <a:xfrm>
            <a:off x="253541" y="124823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0,8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9A12EC-9951-DD56-1F08-F968110AD18F}"/>
              </a:ext>
            </a:extLst>
          </p:cNvPr>
          <p:cNvSpPr txBox="1"/>
          <p:nvPr/>
        </p:nvSpPr>
        <p:spPr>
          <a:xfrm>
            <a:off x="253541" y="97695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D506C9FF-56E4-897B-79F0-1E3FB865F5A2}"/>
              </a:ext>
            </a:extLst>
          </p:cNvPr>
          <p:cNvSpPr/>
          <p:nvPr/>
        </p:nvSpPr>
        <p:spPr>
          <a:xfrm>
            <a:off x="1233882" y="1035299"/>
            <a:ext cx="284603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F6C8F34-A2E4-5F5C-3322-86C6EAE33105}"/>
              </a:ext>
            </a:extLst>
          </p:cNvPr>
          <p:cNvSpPr txBox="1"/>
          <p:nvPr/>
        </p:nvSpPr>
        <p:spPr>
          <a:xfrm>
            <a:off x="2958028" y="2618091"/>
            <a:ext cx="366832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η</a:t>
            </a:r>
            <a:endParaRPr lang="de-DE" sz="1200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9DC532A-24CF-23F1-78AD-07E10E1454E4}"/>
              </a:ext>
            </a:extLst>
          </p:cNvPr>
          <p:cNvSpPr txBox="1"/>
          <p:nvPr/>
        </p:nvSpPr>
        <p:spPr>
          <a:xfrm>
            <a:off x="70982" y="1071750"/>
            <a:ext cx="3355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2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6B5A1AC9-1F75-08E4-0363-661ACAB85EFE}"/>
              </a:ext>
            </a:extLst>
          </p:cNvPr>
          <p:cNvSpPr txBox="1"/>
          <p:nvPr/>
        </p:nvSpPr>
        <p:spPr>
          <a:xfrm>
            <a:off x="190452" y="1063049"/>
            <a:ext cx="222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A2E079F0-644F-6436-5A87-5303378615FB}"/>
              </a:ext>
            </a:extLst>
          </p:cNvPr>
          <p:cNvSpPr/>
          <p:nvPr/>
        </p:nvSpPr>
        <p:spPr>
          <a:xfrm>
            <a:off x="2289810" y="1835517"/>
            <a:ext cx="918469" cy="542561"/>
          </a:xfrm>
          <a:prstGeom prst="rect">
            <a:avLst/>
          </a:prstGeom>
          <a:solidFill>
            <a:schemeClr val="bg1"/>
          </a:solidFill>
          <a:ln w="6350" cap="rnd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CDB3A42B-9DC8-703A-D8DA-F0844A9C1624}"/>
              </a:ext>
            </a:extLst>
          </p:cNvPr>
          <p:cNvGrpSpPr/>
          <p:nvPr/>
        </p:nvGrpSpPr>
        <p:grpSpPr>
          <a:xfrm>
            <a:off x="2366455" y="1852315"/>
            <a:ext cx="1106134" cy="184666"/>
            <a:chOff x="2366455" y="1852315"/>
            <a:chExt cx="1106134" cy="184666"/>
          </a:xfrm>
        </p:grpSpPr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A6531210-249B-FF5C-9751-905BE3B4D7A9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1944648"/>
              <a:ext cx="240030" cy="0"/>
            </a:xfrm>
            <a:prstGeom prst="line">
              <a:avLst/>
            </a:prstGeom>
            <a:ln w="12700" cap="rnd">
              <a:solidFill>
                <a:schemeClr val="accent6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8D122B7F-A9FC-7B9A-5055-D0F8208502B8}"/>
                </a:ext>
              </a:extLst>
            </p:cNvPr>
            <p:cNvSpPr txBox="1"/>
            <p:nvPr/>
          </p:nvSpPr>
          <p:spPr>
            <a:xfrm>
              <a:off x="2585378" y="1852315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9D51D016-CDF9-B0F9-A74D-1595976BC315}"/>
              </a:ext>
            </a:extLst>
          </p:cNvPr>
          <p:cNvGrpSpPr/>
          <p:nvPr/>
        </p:nvGrpSpPr>
        <p:grpSpPr>
          <a:xfrm>
            <a:off x="2367318" y="2011166"/>
            <a:ext cx="1104408" cy="184666"/>
            <a:chOff x="2366455" y="2011166"/>
            <a:chExt cx="1104408" cy="184666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27E28EB7-307C-89A8-4DE3-499F4A7FB76D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2103499"/>
              <a:ext cx="240030" cy="0"/>
            </a:xfrm>
            <a:prstGeom prst="line">
              <a:avLst/>
            </a:prstGeom>
            <a:ln w="12700" cap="rnd">
              <a:solidFill>
                <a:srgbClr val="0070C0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feld 88">
              <a:extLst>
                <a:ext uri="{FF2B5EF4-FFF2-40B4-BE49-F238E27FC236}">
                  <a16:creationId xmlns:a16="http://schemas.microsoft.com/office/drawing/2014/main" id="{003B963E-4E57-3788-2E92-A245D56C4D42}"/>
                </a:ext>
              </a:extLst>
            </p:cNvPr>
            <p:cNvSpPr txBox="1"/>
            <p:nvPr/>
          </p:nvSpPr>
          <p:spPr>
            <a:xfrm>
              <a:off x="2583652" y="2011166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0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94" name="Gruppieren 93">
            <a:extLst>
              <a:ext uri="{FF2B5EF4-FFF2-40B4-BE49-F238E27FC236}">
                <a16:creationId xmlns:a16="http://schemas.microsoft.com/office/drawing/2014/main" id="{6F9FDA71-8C28-C1A5-38A0-FB7753E419B6}"/>
              </a:ext>
            </a:extLst>
          </p:cNvPr>
          <p:cNvGrpSpPr/>
          <p:nvPr/>
        </p:nvGrpSpPr>
        <p:grpSpPr>
          <a:xfrm>
            <a:off x="2366887" y="2170017"/>
            <a:ext cx="1105271" cy="184666"/>
            <a:chOff x="2366455" y="2170017"/>
            <a:chExt cx="1105271" cy="184666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3391416C-3883-E7CB-843F-A7CED1720726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2262350"/>
              <a:ext cx="240030" cy="0"/>
            </a:xfrm>
            <a:prstGeom prst="line">
              <a:avLst/>
            </a:prstGeom>
            <a:ln w="12700" cap="rnd">
              <a:solidFill>
                <a:schemeClr val="accent2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E604C0EB-197B-4915-0FF6-93AF12670B37}"/>
                </a:ext>
              </a:extLst>
            </p:cNvPr>
            <p:cNvSpPr txBox="1"/>
            <p:nvPr/>
          </p:nvSpPr>
          <p:spPr>
            <a:xfrm>
              <a:off x="2584515" y="2170017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−0,0904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390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94F82-9956-145F-D4CD-512DF78C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332C9B4B-57BF-2421-94CE-71EE88D7DB5E}"/>
              </a:ext>
            </a:extLst>
          </p:cNvPr>
          <p:cNvCxnSpPr>
            <a:cxnSpLocks/>
          </p:cNvCxnSpPr>
          <p:nvPr/>
        </p:nvCxnSpPr>
        <p:spPr>
          <a:xfrm flipH="1">
            <a:off x="654317" y="1289547"/>
            <a:ext cx="236955" cy="806132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A82C945E-4880-AEAC-B5C8-6028B884E736}"/>
              </a:ext>
            </a:extLst>
          </p:cNvPr>
          <p:cNvSpPr/>
          <p:nvPr/>
        </p:nvSpPr>
        <p:spPr>
          <a:xfrm>
            <a:off x="546021" y="1002903"/>
            <a:ext cx="2366645" cy="1470263"/>
          </a:xfrm>
          <a:custGeom>
            <a:avLst/>
            <a:gdLst>
              <a:gd name="csX0" fmla="*/ 0 w 2366645"/>
              <a:gd name="csY0" fmla="*/ 1576208 h 1576208"/>
              <a:gd name="csX1" fmla="*/ 182165 w 2366645"/>
              <a:gd name="csY1" fmla="*/ 908268 h 1576208"/>
              <a:gd name="csX2" fmla="*/ 271462 w 2366645"/>
              <a:gd name="csY2" fmla="*/ 651093 h 1576208"/>
              <a:gd name="csX3" fmla="*/ 417909 w 2366645"/>
              <a:gd name="csY3" fmla="*/ 393918 h 1576208"/>
              <a:gd name="csX4" fmla="*/ 710803 w 2366645"/>
              <a:gd name="csY4" fmla="*/ 165318 h 1576208"/>
              <a:gd name="csX5" fmla="*/ 1235868 w 2366645"/>
              <a:gd name="csY5" fmla="*/ 36730 h 1576208"/>
              <a:gd name="csX6" fmla="*/ 2366645 w 2366645"/>
              <a:gd name="csY6" fmla="*/ 0 h 15762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366645" h="1576208">
                <a:moveTo>
                  <a:pt x="0" y="1576208"/>
                </a:moveTo>
                <a:cubicBezTo>
                  <a:pt x="68460" y="1319331"/>
                  <a:pt x="135016" y="1071979"/>
                  <a:pt x="182165" y="908268"/>
                </a:cubicBezTo>
                <a:cubicBezTo>
                  <a:pt x="229314" y="744557"/>
                  <a:pt x="249316" y="702528"/>
                  <a:pt x="271462" y="651093"/>
                </a:cubicBezTo>
                <a:cubicBezTo>
                  <a:pt x="293608" y="599658"/>
                  <a:pt x="361831" y="461545"/>
                  <a:pt x="417909" y="393918"/>
                </a:cubicBezTo>
                <a:cubicBezTo>
                  <a:pt x="473987" y="326291"/>
                  <a:pt x="543997" y="249614"/>
                  <a:pt x="710803" y="165318"/>
                </a:cubicBezTo>
                <a:cubicBezTo>
                  <a:pt x="877609" y="81022"/>
                  <a:pt x="959048" y="62924"/>
                  <a:pt x="1235868" y="36730"/>
                </a:cubicBezTo>
                <a:cubicBezTo>
                  <a:pt x="1512688" y="10536"/>
                  <a:pt x="1919346" y="6627"/>
                  <a:pt x="2366645" y="0"/>
                </a:cubicBezTo>
              </a:path>
            </a:pathLst>
          </a:custGeom>
          <a:noFill/>
          <a:ln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E88D3AFF-D5E5-A6E5-660F-33E5907587C3}"/>
              </a:ext>
            </a:extLst>
          </p:cNvPr>
          <p:cNvCxnSpPr>
            <a:cxnSpLocks/>
          </p:cNvCxnSpPr>
          <p:nvPr/>
        </p:nvCxnSpPr>
        <p:spPr>
          <a:xfrm flipV="1">
            <a:off x="546497" y="828437"/>
            <a:ext cx="0" cy="16430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DBBB79F7-D579-F451-F105-5A244D60BD80}"/>
              </a:ext>
            </a:extLst>
          </p:cNvPr>
          <p:cNvCxnSpPr>
            <a:cxnSpLocks/>
          </p:cNvCxnSpPr>
          <p:nvPr/>
        </p:nvCxnSpPr>
        <p:spPr>
          <a:xfrm>
            <a:off x="546497" y="2473404"/>
            <a:ext cx="2503884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CA373CE5-DDC4-718C-B4A7-228C9EA6ACFF}"/>
              </a:ext>
            </a:extLst>
          </p:cNvPr>
          <p:cNvGrpSpPr/>
          <p:nvPr/>
        </p:nvGrpSpPr>
        <p:grpSpPr>
          <a:xfrm>
            <a:off x="177541" y="794308"/>
            <a:ext cx="368956" cy="378695"/>
            <a:chOff x="148966" y="769305"/>
            <a:chExt cx="368956" cy="378695"/>
          </a:xfrm>
        </p:grpSpPr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D2848951-20C3-D7B1-7440-C8DDE6743179}"/>
                </a:ext>
              </a:extLst>
            </p:cNvPr>
            <p:cNvSpPr txBox="1"/>
            <p:nvPr/>
          </p:nvSpPr>
          <p:spPr>
            <a:xfrm>
              <a:off x="148967" y="769305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endPara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F9915151-38A8-AA01-AE60-502F6E49F857}"/>
                </a:ext>
              </a:extLst>
            </p:cNvPr>
            <p:cNvSpPr txBox="1"/>
            <p:nvPr/>
          </p:nvSpPr>
          <p:spPr>
            <a:xfrm>
              <a:off x="148966" y="901779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000" i="1" baseline="-25000" dirty="0" err="1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δ</a:t>
              </a:r>
              <a:endParaRPr lang="de-DE" sz="1000" i="1" baseline="-25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8813EB2-13A2-E47D-8CCE-C233E301B653}"/>
                </a:ext>
              </a:extLst>
            </p:cNvPr>
            <p:cNvCxnSpPr>
              <a:cxnSpLocks/>
            </p:cNvCxnSpPr>
            <p:nvPr/>
          </p:nvCxnSpPr>
          <p:spPr>
            <a:xfrm>
              <a:off x="282008" y="952500"/>
              <a:ext cx="114232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CF57A2D2-3018-8F12-079B-F273CF736615}"/>
              </a:ext>
            </a:extLst>
          </p:cNvPr>
          <p:cNvGrpSpPr/>
          <p:nvPr/>
        </p:nvGrpSpPr>
        <p:grpSpPr>
          <a:xfrm>
            <a:off x="2991940" y="2278341"/>
            <a:ext cx="370861" cy="433940"/>
            <a:chOff x="147061" y="769305"/>
            <a:chExt cx="370861" cy="433940"/>
          </a:xfrm>
        </p:grpSpPr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00CC66DD-620B-6090-7B0E-B3F4F9CE052A}"/>
                </a:ext>
              </a:extLst>
            </p:cNvPr>
            <p:cNvSpPr txBox="1"/>
            <p:nvPr/>
          </p:nvSpPr>
          <p:spPr>
            <a:xfrm>
              <a:off x="148967" y="769305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21ED73A7-3424-6607-B0C1-8E683002177F}"/>
                </a:ext>
              </a:extLst>
            </p:cNvPr>
            <p:cNvSpPr txBox="1"/>
            <p:nvPr/>
          </p:nvSpPr>
          <p:spPr>
            <a:xfrm>
              <a:off x="147061" y="957024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δ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9E2A966-C5F7-287D-1133-C71C32D00E12}"/>
                </a:ext>
              </a:extLst>
            </p:cNvPr>
            <p:cNvCxnSpPr>
              <a:cxnSpLocks/>
            </p:cNvCxnSpPr>
            <p:nvPr/>
          </p:nvCxnSpPr>
          <p:spPr>
            <a:xfrm>
              <a:off x="282008" y="963930"/>
              <a:ext cx="114232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143F1EA5-84F2-97AC-802B-CD843D46A4F8}"/>
              </a:ext>
            </a:extLst>
          </p:cNvPr>
          <p:cNvCxnSpPr>
            <a:cxnSpLocks/>
          </p:cNvCxnSpPr>
          <p:nvPr/>
        </p:nvCxnSpPr>
        <p:spPr>
          <a:xfrm>
            <a:off x="549275" y="996917"/>
            <a:ext cx="24511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9958D50-E3C4-8115-5869-49DA30EA816C}"/>
              </a:ext>
            </a:extLst>
          </p:cNvPr>
          <p:cNvCxnSpPr>
            <a:cxnSpLocks/>
          </p:cNvCxnSpPr>
          <p:nvPr/>
        </p:nvCxnSpPr>
        <p:spPr>
          <a:xfrm>
            <a:off x="772795" y="1338183"/>
            <a:ext cx="0" cy="133858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4ED8F093-E376-DC65-4600-28E133F73F2A}"/>
              </a:ext>
            </a:extLst>
          </p:cNvPr>
          <p:cNvCxnSpPr>
            <a:cxnSpLocks/>
          </p:cNvCxnSpPr>
          <p:nvPr/>
        </p:nvCxnSpPr>
        <p:spPr>
          <a:xfrm>
            <a:off x="1367155" y="1018325"/>
            <a:ext cx="0" cy="16584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60320FC-6292-AEE1-12B9-9248F6B49E4B}"/>
              </a:ext>
            </a:extLst>
          </p:cNvPr>
          <p:cNvCxnSpPr>
            <a:cxnSpLocks/>
          </p:cNvCxnSpPr>
          <p:nvPr/>
        </p:nvCxnSpPr>
        <p:spPr>
          <a:xfrm>
            <a:off x="2347595" y="908815"/>
            <a:ext cx="0" cy="17679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73C72B0A-9444-27BF-32D8-77A6CF7EEF75}"/>
              </a:ext>
            </a:extLst>
          </p:cNvPr>
          <p:cNvCxnSpPr>
            <a:cxnSpLocks/>
          </p:cNvCxnSpPr>
          <p:nvPr/>
        </p:nvCxnSpPr>
        <p:spPr>
          <a:xfrm>
            <a:off x="772795" y="2618184"/>
            <a:ext cx="59436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22C6BB2-34FA-415A-AD80-90CA1E595A5A}"/>
              </a:ext>
            </a:extLst>
          </p:cNvPr>
          <p:cNvCxnSpPr>
            <a:cxnSpLocks/>
          </p:cNvCxnSpPr>
          <p:nvPr/>
        </p:nvCxnSpPr>
        <p:spPr>
          <a:xfrm>
            <a:off x="1367155" y="2618184"/>
            <a:ext cx="98044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16EE5A6A-0566-5F8B-5F0A-13E0E89B85D0}"/>
              </a:ext>
            </a:extLst>
          </p:cNvPr>
          <p:cNvCxnSpPr>
            <a:cxnSpLocks/>
          </p:cNvCxnSpPr>
          <p:nvPr/>
        </p:nvCxnSpPr>
        <p:spPr>
          <a:xfrm>
            <a:off x="546021" y="2313543"/>
            <a:ext cx="0" cy="36322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0D455E2D-64C8-1EB3-3312-EB5E093D4927}"/>
              </a:ext>
            </a:extLst>
          </p:cNvPr>
          <p:cNvCxnSpPr>
            <a:cxnSpLocks/>
          </p:cNvCxnSpPr>
          <p:nvPr/>
        </p:nvCxnSpPr>
        <p:spPr>
          <a:xfrm>
            <a:off x="546021" y="2618184"/>
            <a:ext cx="22677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F20FE673-2488-041A-75B6-1FA16F009D30}"/>
              </a:ext>
            </a:extLst>
          </p:cNvPr>
          <p:cNvSpPr txBox="1"/>
          <p:nvPr/>
        </p:nvSpPr>
        <p:spPr>
          <a:xfrm>
            <a:off x="463123" y="2604099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5FAB5A20-E690-4B0F-2E54-068BFBA445AD}"/>
              </a:ext>
            </a:extLst>
          </p:cNvPr>
          <p:cNvSpPr txBox="1"/>
          <p:nvPr/>
        </p:nvSpPr>
        <p:spPr>
          <a:xfrm>
            <a:off x="883532" y="2603973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24CBAC8F-A8EA-2AEA-13E6-58E19141EE03}"/>
              </a:ext>
            </a:extLst>
          </p:cNvPr>
          <p:cNvSpPr txBox="1"/>
          <p:nvPr/>
        </p:nvSpPr>
        <p:spPr>
          <a:xfrm>
            <a:off x="1672897" y="2603973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0447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BA32C-BDB9-136E-1F2B-252FA81A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43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155</Words>
  <Application>Microsoft Office PowerPoint</Application>
  <PresentationFormat>Benutzerdefiniert</PresentationFormat>
  <Paragraphs>106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33</cp:revision>
  <dcterms:created xsi:type="dcterms:W3CDTF">2026-09-04T15:35:46Z</dcterms:created>
  <dcterms:modified xsi:type="dcterms:W3CDTF">2026-09-23T07:17:18Z</dcterms:modified>
</cp:coreProperties>
</file>