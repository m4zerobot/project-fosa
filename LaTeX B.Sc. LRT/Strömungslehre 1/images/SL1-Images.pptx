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57" autoAdjust="0"/>
    <p:restoredTop sz="94660"/>
  </p:normalViewPr>
  <p:slideViewPr>
    <p:cSldViewPr snapToGrid="0">
      <p:cViewPr>
        <p:scale>
          <a:sx n="150" d="100"/>
          <a:sy n="150" d="100"/>
        </p:scale>
        <p:origin x="5040" y="8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54A5F3C-007C-7BD1-7474-0FA70C51129D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6E2A4E2-345D-CEA5-FD08-2EDE4C3AA05A}"/>
              </a:ext>
            </a:extLst>
          </p:cNvPr>
          <p:cNvCxnSpPr>
            <a:cxnSpLocks/>
          </p:cNvCxnSpPr>
          <p:nvPr/>
        </p:nvCxnSpPr>
        <p:spPr>
          <a:xfrm flipV="1">
            <a:off x="724257" y="2078831"/>
            <a:ext cx="464341" cy="464341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EC09B48-A578-036B-C1A1-DE6D8FF0895F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48F8F09-5177-556C-A8E8-D130B5153684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Würfel 3">
            <a:extLst>
              <a:ext uri="{FF2B5EF4-FFF2-40B4-BE49-F238E27FC236}">
                <a16:creationId xmlns:a16="http://schemas.microsoft.com/office/drawing/2014/main" id="{D4A4DD23-7775-A799-E4EC-3E26028CE300}"/>
              </a:ext>
            </a:extLst>
          </p:cNvPr>
          <p:cNvSpPr/>
          <p:nvPr/>
        </p:nvSpPr>
        <p:spPr>
          <a:xfrm>
            <a:off x="716053" y="1112247"/>
            <a:ext cx="2098073" cy="1430925"/>
          </a:xfrm>
          <a:prstGeom prst="cube">
            <a:avLst>
              <a:gd name="adj" fmla="val 32738"/>
            </a:avLst>
          </a:prstGeom>
          <a:solidFill>
            <a:schemeClr val="tx2">
              <a:lumMod val="75000"/>
              <a:lumOff val="25000"/>
              <a:alpha val="30000"/>
            </a:schemeClr>
          </a:solidFill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D8C63072-DB31-1284-EDC7-AC9D3E201421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8D5AE31-C6FC-83DD-56CE-13A1E6DDE37C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F0D63D03-D623-6DBA-EBD5-E3B9933331A4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97A355A0-801A-D506-DB58-971828EFA1F1}"/>
              </a:ext>
            </a:extLst>
          </p:cNvPr>
          <p:cNvCxnSpPr>
            <a:cxnSpLocks/>
          </p:cNvCxnSpPr>
          <p:nvPr/>
        </p:nvCxnSpPr>
        <p:spPr>
          <a:xfrm flipV="1">
            <a:off x="959405" y="2079068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B24F79BA-69C2-4DDE-1D44-8324F7DD871F}"/>
              </a:ext>
            </a:extLst>
          </p:cNvPr>
          <p:cNvCxnSpPr>
            <a:cxnSpLocks/>
          </p:cNvCxnSpPr>
          <p:nvPr/>
        </p:nvCxnSpPr>
        <p:spPr>
          <a:xfrm rot="-2700000" flipV="1">
            <a:off x="1072513" y="180646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44357C7B-3943-3494-026A-093042ABCBF7}"/>
              </a:ext>
            </a:extLst>
          </p:cNvPr>
          <p:cNvCxnSpPr>
            <a:cxnSpLocks/>
          </p:cNvCxnSpPr>
          <p:nvPr/>
        </p:nvCxnSpPr>
        <p:spPr>
          <a:xfrm rot="2700000" flipV="1">
            <a:off x="1230440" y="1965959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5CBC41C1-1DA5-FE65-6487-DED87E9367F2}"/>
              </a:ext>
            </a:extLst>
          </p:cNvPr>
          <p:cNvSpPr txBox="1"/>
          <p:nvPr/>
        </p:nvSpPr>
        <p:spPr>
          <a:xfrm>
            <a:off x="914110" y="2138153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C34CE7D9-644D-6FD6-9F28-E835A1833042}"/>
              </a:ext>
            </a:extLst>
          </p:cNvPr>
          <p:cNvSpPr txBox="1"/>
          <p:nvPr/>
        </p:nvSpPr>
        <p:spPr>
          <a:xfrm>
            <a:off x="1322592" y="2003701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89ABE585-3C3C-ECD1-77FC-3580418F3FCD}"/>
              </a:ext>
            </a:extLst>
          </p:cNvPr>
          <p:cNvSpPr txBox="1"/>
          <p:nvPr/>
        </p:nvSpPr>
        <p:spPr>
          <a:xfrm>
            <a:off x="1107497" y="1517152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7CCB71FF-3130-2C9D-DFF0-7B77D0607D5D}"/>
              </a:ext>
            </a:extLst>
          </p:cNvPr>
          <p:cNvCxnSpPr>
            <a:cxnSpLocks/>
          </p:cNvCxnSpPr>
          <p:nvPr/>
        </p:nvCxnSpPr>
        <p:spPr>
          <a:xfrm>
            <a:off x="1062989" y="2403511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00C276D1-4216-E7E9-58DB-23440A8120F0}"/>
              </a:ext>
            </a:extLst>
          </p:cNvPr>
          <p:cNvCxnSpPr>
            <a:cxnSpLocks/>
          </p:cNvCxnSpPr>
          <p:nvPr/>
        </p:nvCxnSpPr>
        <p:spPr>
          <a:xfrm>
            <a:off x="1471125" y="2272066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279C544-F824-F3FE-73E1-D9246E7F6FE2}"/>
              </a:ext>
            </a:extLst>
          </p:cNvPr>
          <p:cNvCxnSpPr>
            <a:cxnSpLocks/>
          </p:cNvCxnSpPr>
          <p:nvPr/>
        </p:nvCxnSpPr>
        <p:spPr>
          <a:xfrm>
            <a:off x="1258060" y="1783538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4042B82-54EF-1C48-3C7C-6244FF2FC247}"/>
              </a:ext>
            </a:extLst>
          </p:cNvPr>
          <p:cNvCxnSpPr>
            <a:cxnSpLocks/>
          </p:cNvCxnSpPr>
          <p:nvPr/>
        </p:nvCxnSpPr>
        <p:spPr>
          <a:xfrm>
            <a:off x="724257" y="2543172"/>
            <a:ext cx="1630323" cy="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571DE624-DD83-A71A-05D6-7CA04C233E1E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8B47572-AF5C-89B5-8FBE-73488BCB35C1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31812E4-198E-4456-E20F-CF82467B279A}"/>
              </a:ext>
            </a:extLst>
          </p:cNvPr>
          <p:cNvSpPr txBox="1"/>
          <p:nvPr/>
        </p:nvSpPr>
        <p:spPr>
          <a:xfrm>
            <a:off x="2117335" y="124260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70EE9-4709-94EF-4152-6F3BA2BF5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4739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</Words>
  <Application>Microsoft Office PowerPoint</Application>
  <PresentationFormat>Benutzerdefiniert</PresentationFormat>
  <Paragraphs>7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CMU Serif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6</cp:revision>
  <dcterms:created xsi:type="dcterms:W3CDTF">2026-09-04T15:35:46Z</dcterms:created>
  <dcterms:modified xsi:type="dcterms:W3CDTF">2026-09-04T15:49:09Z</dcterms:modified>
</cp:coreProperties>
</file>