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61</Words>
  <Application>Microsoft Office PowerPoint</Application>
  <PresentationFormat>Benutzerdefiniert</PresentationFormat>
  <Paragraphs>40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11</cp:revision>
  <dcterms:created xsi:type="dcterms:W3CDTF">2026-09-04T15:35:46Z</dcterms:created>
  <dcterms:modified xsi:type="dcterms:W3CDTF">2026-09-08T07:45:16Z</dcterms:modified>
</cp:coreProperties>
</file>