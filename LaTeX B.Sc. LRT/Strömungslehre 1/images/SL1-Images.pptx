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04E32F75-B621-78A6-2B16-EB135CB04642}"/>
              </a:ext>
            </a:extLst>
          </p:cNvPr>
          <p:cNvCxnSpPr>
            <a:cxnSpLocks/>
          </p:cNvCxnSpPr>
          <p:nvPr/>
        </p:nvCxnSpPr>
        <p:spPr>
          <a:xfrm flipH="1">
            <a:off x="1367515" y="2469823"/>
            <a:ext cx="1640004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1C4AC574-A402-66EE-49B2-BBA841CEACF8}"/>
              </a:ext>
            </a:extLst>
          </p:cNvPr>
          <p:cNvSpPr/>
          <p:nvPr/>
        </p:nvSpPr>
        <p:spPr>
          <a:xfrm>
            <a:off x="2074733" y="2299337"/>
            <a:ext cx="928780" cy="764448"/>
          </a:xfrm>
          <a:custGeom>
            <a:avLst/>
            <a:gdLst>
              <a:gd name="csX0" fmla="*/ 0 w 928780"/>
              <a:gd name="csY0" fmla="*/ 0 h 726041"/>
              <a:gd name="csX1" fmla="*/ 466167 w 928780"/>
              <a:gd name="csY1" fmla="*/ 277493 h 726041"/>
              <a:gd name="csX2" fmla="*/ 928780 w 928780"/>
              <a:gd name="csY2" fmla="*/ 2540 h 726041"/>
              <a:gd name="csX3" fmla="*/ 928780 w 928780"/>
              <a:gd name="csY3" fmla="*/ 726041 h 726041"/>
              <a:gd name="csX4" fmla="*/ 0 w 928780"/>
              <a:gd name="csY4" fmla="*/ 726041 h 726041"/>
              <a:gd name="csX5" fmla="*/ 0 w 928780"/>
              <a:gd name="csY5" fmla="*/ 0 h 7260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28780" h="726041">
                <a:moveTo>
                  <a:pt x="0" y="0"/>
                </a:moveTo>
                <a:cubicBezTo>
                  <a:pt x="140149" y="145838"/>
                  <a:pt x="311370" y="277070"/>
                  <a:pt x="466167" y="277493"/>
                </a:cubicBezTo>
                <a:cubicBezTo>
                  <a:pt x="620964" y="277916"/>
                  <a:pt x="797436" y="153458"/>
                  <a:pt x="928780" y="2540"/>
                </a:cubicBezTo>
                <a:lnTo>
                  <a:pt x="928780" y="726041"/>
                </a:lnTo>
                <a:lnTo>
                  <a:pt x="0" y="7260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C4F7DD66-3418-AE3E-1548-BB5D3ECD9744}"/>
              </a:ext>
            </a:extLst>
          </p:cNvPr>
          <p:cNvSpPr/>
          <p:nvPr/>
        </p:nvSpPr>
        <p:spPr>
          <a:xfrm>
            <a:off x="560412" y="2467283"/>
            <a:ext cx="928780" cy="596501"/>
          </a:xfrm>
          <a:prstGeom prst="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A7E4D0CC-14EF-141C-2E0E-9A3A9C446AE3}"/>
              </a:ext>
            </a:extLst>
          </p:cNvPr>
          <p:cNvGrpSpPr/>
          <p:nvPr/>
        </p:nvGrpSpPr>
        <p:grpSpPr>
          <a:xfrm>
            <a:off x="192945" y="3081916"/>
            <a:ext cx="3214560" cy="161348"/>
            <a:chOff x="200025" y="3078343"/>
            <a:chExt cx="3214560" cy="288131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ED325394-EB5B-3EB4-543C-5248C845F76B}"/>
                </a:ext>
              </a:extLst>
            </p:cNvPr>
            <p:cNvCxnSpPr/>
            <p:nvPr/>
          </p:nvCxnSpPr>
          <p:spPr>
            <a:xfrm>
              <a:off x="203535" y="3078343"/>
              <a:ext cx="3207544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1F26EB1-6C58-5831-DC4C-62FF6E4FD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46380" cy="4776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E0AE1EFA-0890-7BC7-C8A9-B2D789D52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105598" cy="10874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193FAB72-FC89-8BC4-5FE0-0C518E24A9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164871" cy="16978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4CCC4A14-42F3-A6FA-CFA3-77CE29BD2A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224089" cy="23076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D24920B-C453-A3A8-095D-A496120884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53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A4A3579-436F-0AA0-119D-2A7A6974ED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75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4B1D7CA-C1AB-68E0-CB1B-1A9516243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197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74FEAB6-226F-1DC4-F54F-EED1900EFF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18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3FC44814-45D7-6D89-88A5-9CA122B759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40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02898B0D-E4AE-3031-8F96-E526869EE2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62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BA95E0E9-736C-C38A-5FC8-CB9AC236BB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84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F6DE49D-CCAD-3ADC-9934-78D579FF69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06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D86BEA0-1FBF-BD2C-6A94-E794702267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27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EF89F7-0719-A809-77DC-AABF1AE283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49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4DC2C3D7-1ACC-EC09-F64F-BE5A079AA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571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961137A-AE00-C90A-1341-34DA2A9DD5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89CE05A4-A99E-147F-6AA7-2427D1A7DA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15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5060C9DD-8825-142A-2CB0-F1B8233AA8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36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4F7BB29-FC9E-9DE5-6E24-FAF1895D30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258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15498A22-82DC-5212-1DE8-6751980C29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80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F919DC2-4568-483F-2B77-582F51AF54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102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97D4AFD5-29A3-C101-F2D7-F4D71FE638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024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9394CDA-9F67-A12C-D16A-98EDBC8A71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945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C16F009-6AD1-5B20-43DC-5EE93560D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867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0D9148A0-1A3F-A8E3-94B3-BD24B3D6E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789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B52C613-75A4-7F4B-1815-92D00C0EB9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711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8D9D66D-0816-96A7-5934-C76026221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633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7C93805-CA98-1C74-17D9-BC7183CCC5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554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62E27B45-6ED9-A28D-9EBC-7A8FE7D094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476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869F82C6-EE41-E5AF-BDBD-A26E1D513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398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A62ED578-D42E-6A3B-D03D-0C93EB2A4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20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2D0BDE82-1CFB-1170-C0C5-43BE3A4AF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42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744F0838-A355-9F02-BB33-95D8F066D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6163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5238980B-D517-3424-C72F-C6A23F7B5D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085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44CAA-B979-2D88-2CB2-7B8C0EAD9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007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DDA341E3-8383-53BB-FB2C-6004D3C99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929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1AC7694-1D84-FD84-9852-89C874A5D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851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82A95D08-70CE-FF17-982E-D3A3752E59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772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A7C7880-FB06-BB02-FDED-8884973255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694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207671F-D3FB-5F12-24E5-6F3B9DFCF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7616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0011BAB9-F110-9174-8E70-D613328B8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538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9E620586-7AEA-2A68-D268-D5D2C7E021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460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1504E7AE-FAE2-54A6-6942-4588E764C7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381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AA9F8B5E-ABC9-E9A0-2FD0-7477F062C5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303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ED33AC1D-52D5-AA9F-632C-C92DBAD425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225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5BB7488-4EED-D076-0C85-33E6AF0C05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47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EFBFA90E-049E-DEA6-75C8-0CEDF986B8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069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1BCBB256-8182-9838-A1F7-96CCE19C6F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990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E269EC31-C261-67E2-EE32-979F6687B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912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800351AD-0858-3996-799E-86571852B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34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4E27F7B-8E50-2137-CA21-18307F17FC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756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A593CBF3-85E0-75AA-51AA-104AFAA8F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678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DDF74455-CC0B-4ABF-3BCA-75C85D9955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599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C4B1D117-4603-F02E-900E-264C26ABD1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521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236E6C5B-9A1B-2D53-2065-4C464E96E2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435" y="3108960"/>
              <a:ext cx="250066" cy="25751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03D0193C-4F93-AA44-B402-ED22E49844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3653" y="3169920"/>
              <a:ext cx="190869" cy="19655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A4A011F6-5C23-F9F6-A429-8A5E8E0B33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2871" y="3230880"/>
              <a:ext cx="131672" cy="13559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C314FBC0-A8DF-A6C7-F8D8-0D85CC3270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089" y="3291840"/>
              <a:ext cx="72475" cy="7463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83F5049D-0C68-F041-C776-ADF298F5EC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1307" y="3352800"/>
              <a:ext cx="13278" cy="1367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E4568278-A03E-3A03-2381-97331090E2DA}"/>
              </a:ext>
            </a:extLst>
          </p:cNvPr>
          <p:cNvGrpSpPr/>
          <p:nvPr/>
        </p:nvGrpSpPr>
        <p:grpSpPr>
          <a:xfrm>
            <a:off x="557903" y="1885224"/>
            <a:ext cx="931195" cy="1178560"/>
            <a:chOff x="433327" y="1869440"/>
            <a:chExt cx="931195" cy="117856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8E524218-625A-9521-A4F7-AC023E406797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E235A5E4-185C-C741-55D6-29196E69D8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A380B5DC-475F-F3FA-C7A5-09D781E838E6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78D92B05-4028-B00A-CE52-3620746FB027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B4C423DC-EDBC-C19B-69E4-5AED38F51C59}"/>
              </a:ext>
            </a:extLst>
          </p:cNvPr>
          <p:cNvGrpSpPr/>
          <p:nvPr/>
        </p:nvGrpSpPr>
        <p:grpSpPr>
          <a:xfrm>
            <a:off x="2073685" y="1886188"/>
            <a:ext cx="931195" cy="1178560"/>
            <a:chOff x="433327" y="1869440"/>
            <a:chExt cx="931195" cy="1178560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1138657-F5D1-FC4C-78CF-4EFC3D0904D4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F8440698-8B42-56DB-8315-AA94DDA130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4F5106F-2436-A470-4F3A-837BEABF2422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3B1ADE00-6D24-164B-DA1A-8D19EECBD0F6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Bogen 116">
            <a:extLst>
              <a:ext uri="{FF2B5EF4-FFF2-40B4-BE49-F238E27FC236}">
                <a16:creationId xmlns:a16="http://schemas.microsoft.com/office/drawing/2014/main" id="{03E0F43A-0F50-8E7E-FCC0-0C0AD8A4F1B1}"/>
              </a:ext>
            </a:extLst>
          </p:cNvPr>
          <p:cNvSpPr/>
          <p:nvPr/>
        </p:nvSpPr>
        <p:spPr>
          <a:xfrm>
            <a:off x="2405470" y="1951687"/>
            <a:ext cx="279798" cy="93886"/>
          </a:xfrm>
          <a:prstGeom prst="arc">
            <a:avLst>
              <a:gd name="adj1" fmla="val 18242649"/>
              <a:gd name="adj2" fmla="val 13514981"/>
            </a:avLst>
          </a:prstGeom>
          <a:ln w="12700"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F0AC9D17-3A78-8672-A454-CFBE733F39DF}"/>
              </a:ext>
            </a:extLst>
          </p:cNvPr>
          <p:cNvSpPr txBox="1"/>
          <p:nvPr/>
        </p:nvSpPr>
        <p:spPr>
          <a:xfrm>
            <a:off x="2609068" y="1869461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0" name="Gleichschenkliges Dreieck 119">
            <a:extLst>
              <a:ext uri="{FF2B5EF4-FFF2-40B4-BE49-F238E27FC236}">
                <a16:creationId xmlns:a16="http://schemas.microsoft.com/office/drawing/2014/main" id="{C145EF14-29C9-1335-5CA1-E9601C08E134}"/>
              </a:ext>
            </a:extLst>
          </p:cNvPr>
          <p:cNvSpPr/>
          <p:nvPr/>
        </p:nvSpPr>
        <p:spPr>
          <a:xfrm rot="10800000">
            <a:off x="1173081" y="2408862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22" name="Gleichschenkliges Dreieck 121">
            <a:extLst>
              <a:ext uri="{FF2B5EF4-FFF2-40B4-BE49-F238E27FC236}">
                <a16:creationId xmlns:a16="http://schemas.microsoft.com/office/drawing/2014/main" id="{33148B46-C6F7-7E8F-C180-06695A6AC682}"/>
              </a:ext>
            </a:extLst>
          </p:cNvPr>
          <p:cNvSpPr/>
          <p:nvPr/>
        </p:nvSpPr>
        <p:spPr>
          <a:xfrm rot="8209377">
            <a:off x="2847311" y="2342188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3583D7E-4C67-564E-3A3F-AB32C755A99B}"/>
              </a:ext>
            </a:extLst>
          </p:cNvPr>
          <p:cNvCxnSpPr>
            <a:cxnSpLocks/>
          </p:cNvCxnSpPr>
          <p:nvPr/>
        </p:nvCxnSpPr>
        <p:spPr>
          <a:xfrm>
            <a:off x="1226643" y="2506016"/>
            <a:ext cx="0" cy="497931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C8118750-0AB9-FD88-84FC-DD68E6677A0C}"/>
              </a:ext>
            </a:extLst>
          </p:cNvPr>
          <p:cNvSpPr txBox="1"/>
          <p:nvPr/>
        </p:nvSpPr>
        <p:spPr>
          <a:xfrm>
            <a:off x="1134977" y="2601092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14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AE6E8FC2-EE86-EAFC-B688-078FD99DCE33}"/>
              </a:ext>
            </a:extLst>
          </p:cNvPr>
          <p:cNvCxnSpPr>
            <a:cxnSpLocks/>
          </p:cNvCxnSpPr>
          <p:nvPr/>
        </p:nvCxnSpPr>
        <p:spPr>
          <a:xfrm>
            <a:off x="2940973" y="2414361"/>
            <a:ext cx="303294" cy="307884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DF8CA3D9-D542-B75E-D053-2220BBBC1078}"/>
              </a:ext>
            </a:extLst>
          </p:cNvPr>
          <p:cNvCxnSpPr>
            <a:cxnSpLocks/>
          </p:cNvCxnSpPr>
          <p:nvPr/>
        </p:nvCxnSpPr>
        <p:spPr>
          <a:xfrm flipV="1">
            <a:off x="2922270" y="2411088"/>
            <a:ext cx="0" cy="410217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4854BD3D-6955-5117-C9F8-3A6463C248A0}"/>
              </a:ext>
            </a:extLst>
          </p:cNvPr>
          <p:cNvSpPr txBox="1"/>
          <p:nvPr/>
        </p:nvSpPr>
        <p:spPr>
          <a:xfrm>
            <a:off x="2940973" y="2308419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1" name="Bogen 140">
            <a:extLst>
              <a:ext uri="{FF2B5EF4-FFF2-40B4-BE49-F238E27FC236}">
                <a16:creationId xmlns:a16="http://schemas.microsoft.com/office/drawing/2014/main" id="{C1104F10-289A-6B53-3A34-FBDE6FBBF7F1}"/>
              </a:ext>
            </a:extLst>
          </p:cNvPr>
          <p:cNvSpPr/>
          <p:nvPr/>
        </p:nvSpPr>
        <p:spPr>
          <a:xfrm>
            <a:off x="2615565" y="2102157"/>
            <a:ext cx="613410" cy="613410"/>
          </a:xfrm>
          <a:prstGeom prst="arc">
            <a:avLst>
              <a:gd name="adj1" fmla="val 2614074"/>
              <a:gd name="adj2" fmla="val 5421350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CDC83B6-F772-EF00-53E0-AF68D801F4F0}"/>
              </a:ext>
            </a:extLst>
          </p:cNvPr>
          <p:cNvSpPr txBox="1"/>
          <p:nvPr/>
        </p:nvSpPr>
        <p:spPr>
          <a:xfrm>
            <a:off x="2754674" y="2690455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34C61DBF-A230-68DD-9AEF-E9FD8E8CFC63}"/>
              </a:ext>
            </a:extLst>
          </p:cNvPr>
          <p:cNvSpPr/>
          <p:nvPr/>
        </p:nvSpPr>
        <p:spPr>
          <a:xfrm flipH="1" flipV="1">
            <a:off x="320042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61BABFBF-F9A4-3781-8CCB-168192A3AE89}"/>
              </a:ext>
            </a:extLst>
          </p:cNvPr>
          <p:cNvSpPr/>
          <p:nvPr/>
        </p:nvSpPr>
        <p:spPr>
          <a:xfrm flipH="1" flipV="1">
            <a:off x="323090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A55564DC-9106-F9B2-1726-C6D432AEEAAA}"/>
              </a:ext>
            </a:extLst>
          </p:cNvPr>
          <p:cNvCxnSpPr>
            <a:cxnSpLocks/>
          </p:cNvCxnSpPr>
          <p:nvPr/>
        </p:nvCxnSpPr>
        <p:spPr>
          <a:xfrm>
            <a:off x="1714799" y="2467282"/>
            <a:ext cx="0" cy="615246"/>
          </a:xfrm>
          <a:prstGeom prst="line">
            <a:avLst/>
          </a:prstGeom>
          <a:ln w="15875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B3284E47-49D9-0AAC-98D3-B6C51AC5E8BA}"/>
              </a:ext>
            </a:extLst>
          </p:cNvPr>
          <p:cNvSpPr txBox="1"/>
          <p:nvPr/>
        </p:nvSpPr>
        <p:spPr>
          <a:xfrm>
            <a:off x="1626132" y="2640310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F8F-F448-5365-487C-4213EB4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A7E2CCD-7242-FC34-E7E5-E514C25DB04B}"/>
              </a:ext>
            </a:extLst>
          </p:cNvPr>
          <p:cNvGrpSpPr/>
          <p:nvPr/>
        </p:nvGrpSpPr>
        <p:grpSpPr>
          <a:xfrm>
            <a:off x="1757363" y="1369695"/>
            <a:ext cx="88582" cy="861060"/>
            <a:chOff x="1757363" y="1369695"/>
            <a:chExt cx="88582" cy="86106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9771AF7-84B5-6DF1-EE48-D19E90A7107B}"/>
                </a:ext>
              </a:extLst>
            </p:cNvPr>
            <p:cNvSpPr/>
            <p:nvPr/>
          </p:nvSpPr>
          <p:spPr>
            <a:xfrm>
              <a:off x="1757363" y="1369695"/>
              <a:ext cx="88582" cy="8610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/>
            </a:p>
          </p:txBody>
        </p: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6193A34D-A1BA-8661-02E9-F4B62F22D009}"/>
                </a:ext>
              </a:extLst>
            </p:cNvPr>
            <p:cNvCxnSpPr/>
            <p:nvPr/>
          </p:nvCxnSpPr>
          <p:spPr>
            <a:xfrm>
              <a:off x="1757363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79D32D97-A537-1BCD-6AB4-2B551BC70CC5}"/>
                </a:ext>
              </a:extLst>
            </p:cNvPr>
            <p:cNvCxnSpPr/>
            <p:nvPr/>
          </p:nvCxnSpPr>
          <p:spPr>
            <a:xfrm>
              <a:off x="1845469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C33D2155-0093-62C1-BED9-58AB5695CCC7}"/>
              </a:ext>
            </a:extLst>
          </p:cNvPr>
          <p:cNvSpPr/>
          <p:nvPr/>
        </p:nvSpPr>
        <p:spPr>
          <a:xfrm rot="5400000">
            <a:off x="1669361" y="1983333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0AB4B09-18C1-9B65-59F1-03CC584B1868}"/>
              </a:ext>
            </a:extLst>
          </p:cNvPr>
          <p:cNvSpPr txBox="1"/>
          <p:nvPr/>
        </p:nvSpPr>
        <p:spPr>
          <a:xfrm>
            <a:off x="1305061" y="1874043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231ED22C-B1A0-E18C-A544-A0D2761B1BA9}"/>
              </a:ext>
            </a:extLst>
          </p:cNvPr>
          <p:cNvGrpSpPr/>
          <p:nvPr/>
        </p:nvGrpSpPr>
        <p:grpSpPr>
          <a:xfrm>
            <a:off x="1882140" y="1407795"/>
            <a:ext cx="308610" cy="816179"/>
            <a:chOff x="1882140" y="1407795"/>
            <a:chExt cx="308610" cy="816179"/>
          </a:xfrm>
        </p:grpSpPr>
        <p:sp>
          <p:nvSpPr>
            <p:cNvPr id="11" name="Gleichschenkliges Dreieck 10">
              <a:extLst>
                <a:ext uri="{FF2B5EF4-FFF2-40B4-BE49-F238E27FC236}">
                  <a16:creationId xmlns:a16="http://schemas.microsoft.com/office/drawing/2014/main" id="{613BBF64-BA07-C63D-7291-3A628EACEB8B}"/>
                </a:ext>
              </a:extLst>
            </p:cNvPr>
            <p:cNvSpPr/>
            <p:nvPr/>
          </p:nvSpPr>
          <p:spPr>
            <a:xfrm rot="5400000">
              <a:off x="1632284" y="1665509"/>
              <a:ext cx="816179" cy="300752"/>
            </a:xfrm>
            <a:prstGeom prst="triangle">
              <a:avLst>
                <a:gd name="adj" fmla="val 100000"/>
              </a:avLst>
            </a:prstGeom>
            <a:noFill/>
            <a:ln w="127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C5440EA-91B4-B27D-D5E4-D7D9E3F338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223611"/>
              <a:ext cx="5500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D1A9A3E8-292F-576B-3C8B-4F2C80239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137886"/>
              <a:ext cx="27408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A7F8DDC5-A856-C756-09F9-60F37F2F1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2050256"/>
              <a:ext cx="24169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4B599-C450-9240-DE4C-F71C4DB99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964531"/>
              <a:ext cx="21121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A70EEB15-C33D-2762-CC48-B4AF29A20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874996"/>
              <a:ext cx="17883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98E75FB3-A317-F573-86E7-85BC74C28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783556"/>
              <a:ext cx="14454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4B9D60B-B93E-46AF-D241-40DA96931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377" y="1688306"/>
              <a:ext cx="11025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3900BA6-7742-84DA-CD8F-C304E49B7F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140" y="1598771"/>
              <a:ext cx="76200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3C27272A-9310-9DF3-41D5-03A86F332817}"/>
              </a:ext>
            </a:extLst>
          </p:cNvPr>
          <p:cNvSpPr txBox="1"/>
          <p:nvPr/>
        </p:nvSpPr>
        <p:spPr>
          <a:xfrm>
            <a:off x="1989891" y="1630054"/>
            <a:ext cx="54670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200" baseline="-25000" dirty="0">
              <a:solidFill>
                <a:schemeClr val="accent4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239DE61-B478-DE0F-F01B-B22848F59CC3}"/>
              </a:ext>
            </a:extLst>
          </p:cNvPr>
          <p:cNvGrpSpPr/>
          <p:nvPr/>
        </p:nvGrpSpPr>
        <p:grpSpPr>
          <a:xfrm>
            <a:off x="1187139" y="1365790"/>
            <a:ext cx="619993" cy="437590"/>
            <a:chOff x="1143628" y="1866033"/>
            <a:chExt cx="619993" cy="437590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7D9724DA-6BE9-2BAD-60B4-B17BE816C5F6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0" cy="280035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7E4C4D8-331D-FCC2-9D53-B9D66999CAEC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285750" cy="0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9CD5A614-E39C-B22D-A58E-D44B45ED0A49}"/>
                </a:ext>
              </a:extLst>
            </p:cNvPr>
            <p:cNvSpPr txBox="1"/>
            <p:nvPr/>
          </p:nvSpPr>
          <p:spPr>
            <a:xfrm>
              <a:off x="1355372" y="1866033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928459DA-6C44-BE88-132A-E311A0DE57D6}"/>
                </a:ext>
              </a:extLst>
            </p:cNvPr>
            <p:cNvSpPr txBox="1"/>
            <p:nvPr/>
          </p:nvSpPr>
          <p:spPr>
            <a:xfrm>
              <a:off x="1143628" y="2026624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6CB86AAA-27D1-7CAC-8B86-7DF87ADE32A3}"/>
                </a:ext>
              </a:extLst>
            </p:cNvPr>
            <p:cNvSpPr/>
            <p:nvPr/>
          </p:nvSpPr>
          <p:spPr>
            <a:xfrm flipH="1" flipV="1">
              <a:off x="1212073" y="1888805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036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3315B-2371-DF40-E580-1ABEA084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A8331B9-4009-8FFB-E984-388C4C09E5A4}"/>
              </a:ext>
            </a:extLst>
          </p:cNvPr>
          <p:cNvSpPr/>
          <p:nvPr/>
        </p:nvSpPr>
        <p:spPr>
          <a:xfrm>
            <a:off x="204627" y="1199257"/>
            <a:ext cx="1913494" cy="1201935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BFCABCF0-B72C-6950-E305-4ADDE73B9E4C}"/>
              </a:ext>
            </a:extLst>
          </p:cNvPr>
          <p:cNvSpPr/>
          <p:nvPr/>
        </p:nvSpPr>
        <p:spPr>
          <a:xfrm>
            <a:off x="909634" y="1734267"/>
            <a:ext cx="1037989" cy="131913"/>
          </a:xfrm>
          <a:custGeom>
            <a:avLst/>
            <a:gdLst>
              <a:gd name="csX0" fmla="*/ 1037989 w 1037989"/>
              <a:gd name="csY0" fmla="*/ 95074 h 131913"/>
              <a:gd name="csX1" fmla="*/ 317661 w 1037989"/>
              <a:gd name="csY1" fmla="*/ 62 h 131913"/>
              <a:gd name="csX2" fmla="*/ 2 w 1037989"/>
              <a:gd name="csY2" fmla="*/ 83644 h 131913"/>
              <a:gd name="csX3" fmla="*/ 319327 w 1037989"/>
              <a:gd name="csY3" fmla="*/ 131745 h 131913"/>
              <a:gd name="csX4" fmla="*/ 1037989 w 1037989"/>
              <a:gd name="csY4" fmla="*/ 95074 h 131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37989" h="131913">
                <a:moveTo>
                  <a:pt x="1037989" y="95074"/>
                </a:moveTo>
                <a:cubicBezTo>
                  <a:pt x="793554" y="44234"/>
                  <a:pt x="490659" y="1967"/>
                  <a:pt x="317661" y="62"/>
                </a:cubicBezTo>
                <a:cubicBezTo>
                  <a:pt x="144663" y="-1843"/>
                  <a:pt x="-593" y="40424"/>
                  <a:pt x="2" y="83644"/>
                </a:cubicBezTo>
                <a:cubicBezTo>
                  <a:pt x="597" y="126864"/>
                  <a:pt x="146329" y="129840"/>
                  <a:pt x="319327" y="131745"/>
                </a:cubicBezTo>
                <a:cubicBezTo>
                  <a:pt x="492325" y="133650"/>
                  <a:pt x="821414" y="119244"/>
                  <a:pt x="1037989" y="95074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B2998CD-F526-0181-43B1-DFF384443EE1}"/>
              </a:ext>
            </a:extLst>
          </p:cNvPr>
          <p:cNvCxnSpPr>
            <a:cxnSpLocks/>
          </p:cNvCxnSpPr>
          <p:nvPr/>
        </p:nvCxnSpPr>
        <p:spPr>
          <a:xfrm flipV="1">
            <a:off x="1178717" y="1367790"/>
            <a:ext cx="0" cy="878205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lipse 8">
            <a:extLst>
              <a:ext uri="{FF2B5EF4-FFF2-40B4-BE49-F238E27FC236}">
                <a16:creationId xmlns:a16="http://schemas.microsoft.com/office/drawing/2014/main" id="{286DF4C4-44BB-F2CF-5161-08B954729951}"/>
              </a:ext>
            </a:extLst>
          </p:cNvPr>
          <p:cNvSpPr/>
          <p:nvPr/>
        </p:nvSpPr>
        <p:spPr>
          <a:xfrm>
            <a:off x="1148234" y="1769740"/>
            <a:ext cx="60966" cy="60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0E9BB5-1572-0A53-1DD2-DF0E417C6CA6}"/>
              </a:ext>
            </a:extLst>
          </p:cNvPr>
          <p:cNvSpPr txBox="1"/>
          <p:nvPr/>
        </p:nvSpPr>
        <p:spPr>
          <a:xfrm>
            <a:off x="1178717" y="137300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6F7A848-C81C-9050-3ED9-6BEF272B14CE}"/>
              </a:ext>
            </a:extLst>
          </p:cNvPr>
          <p:cNvSpPr txBox="1"/>
          <p:nvPr/>
        </p:nvSpPr>
        <p:spPr>
          <a:xfrm>
            <a:off x="1178716" y="1950447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9885B1C-6B51-8E65-CAEE-D3131B8F3B07}"/>
              </a:ext>
            </a:extLst>
          </p:cNvPr>
          <p:cNvCxnSpPr>
            <a:cxnSpLocks/>
          </p:cNvCxnSpPr>
          <p:nvPr/>
        </p:nvCxnSpPr>
        <p:spPr>
          <a:xfrm>
            <a:off x="384967" y="1806892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DBE7CB0-3FF8-13F4-11B7-208E537C6997}"/>
              </a:ext>
            </a:extLst>
          </p:cNvPr>
          <p:cNvSpPr txBox="1"/>
          <p:nvPr/>
        </p:nvSpPr>
        <p:spPr>
          <a:xfrm>
            <a:off x="331737" y="151150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0763E28-42D2-6170-B2A4-CAC4211FF7C1}"/>
              </a:ext>
            </a:extLst>
          </p:cNvPr>
          <p:cNvSpPr txBox="1"/>
          <p:nvPr/>
        </p:nvSpPr>
        <p:spPr>
          <a:xfrm>
            <a:off x="2208294" y="1090189"/>
            <a:ext cx="1272352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 = 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endParaRPr lang="de-DE" sz="12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Körper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2132F023-9DD6-EE88-A9B3-AA3AD5D33163}"/>
              </a:ext>
            </a:extLst>
          </p:cNvPr>
          <p:cNvSpPr/>
          <p:nvPr/>
        </p:nvSpPr>
        <p:spPr>
          <a:xfrm>
            <a:off x="2118121" y="2186940"/>
            <a:ext cx="217409" cy="97155"/>
          </a:xfrm>
          <a:custGeom>
            <a:avLst/>
            <a:gdLst>
              <a:gd name="csX0" fmla="*/ 0 w 375285"/>
              <a:gd name="csY0" fmla="*/ 0 h 177297"/>
              <a:gd name="csX1" fmla="*/ 188595 w 375285"/>
              <a:gd name="csY1" fmla="*/ 163830 h 177297"/>
              <a:gd name="csX2" fmla="*/ 375285 w 375285"/>
              <a:gd name="csY2" fmla="*/ 156210 h 1772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75285" h="177297">
                <a:moveTo>
                  <a:pt x="0" y="0"/>
                </a:moveTo>
                <a:cubicBezTo>
                  <a:pt x="63023" y="68897"/>
                  <a:pt x="126047" y="137795"/>
                  <a:pt x="188595" y="163830"/>
                </a:cubicBezTo>
                <a:cubicBezTo>
                  <a:pt x="251143" y="189865"/>
                  <a:pt x="313214" y="173037"/>
                  <a:pt x="375285" y="15621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7A47435-D237-7DE1-ABAF-4BE2E5F86E06}"/>
              </a:ext>
            </a:extLst>
          </p:cNvPr>
          <p:cNvSpPr txBox="1"/>
          <p:nvPr/>
        </p:nvSpPr>
        <p:spPr>
          <a:xfrm>
            <a:off x="2253218" y="2162041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B43743DD-9ACB-7CB4-D1F1-83D274BB9F47}"/>
              </a:ext>
            </a:extLst>
          </p:cNvPr>
          <p:cNvCxnSpPr>
            <a:cxnSpLocks/>
          </p:cNvCxnSpPr>
          <p:nvPr/>
        </p:nvCxnSpPr>
        <p:spPr>
          <a:xfrm>
            <a:off x="1297907" y="156972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BE2C669-1A64-9F14-F9FD-F30FA62ED364}"/>
              </a:ext>
            </a:extLst>
          </p:cNvPr>
          <p:cNvCxnSpPr>
            <a:cxnSpLocks/>
          </p:cNvCxnSpPr>
          <p:nvPr/>
        </p:nvCxnSpPr>
        <p:spPr>
          <a:xfrm>
            <a:off x="1297907" y="214884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CCF5329-3422-BEB2-FD67-F55801D233E9}"/>
              </a:ext>
            </a:extLst>
          </p:cNvPr>
          <p:cNvCxnSpPr>
            <a:cxnSpLocks/>
          </p:cNvCxnSpPr>
          <p:nvPr/>
        </p:nvCxnSpPr>
        <p:spPr>
          <a:xfrm>
            <a:off x="251901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EA929A1A-89AC-3C09-BBE6-88782F6E9D24}"/>
              </a:ext>
            </a:extLst>
          </p:cNvPr>
          <p:cNvCxnSpPr>
            <a:cxnSpLocks/>
          </p:cNvCxnSpPr>
          <p:nvPr/>
        </p:nvCxnSpPr>
        <p:spPr>
          <a:xfrm>
            <a:off x="300288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218D696-6151-2C82-5FC6-489B3254D42D}"/>
              </a:ext>
            </a:extLst>
          </p:cNvPr>
          <p:cNvCxnSpPr>
            <a:cxnSpLocks/>
          </p:cNvCxnSpPr>
          <p:nvPr/>
        </p:nvCxnSpPr>
        <p:spPr>
          <a:xfrm>
            <a:off x="507332" y="1708785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58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DB1C-BBDA-2CED-C5ED-23B77482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EEF1FE8-54E3-FAAE-341C-D6CCBC6A3E48}"/>
              </a:ext>
            </a:extLst>
          </p:cNvPr>
          <p:cNvSpPr/>
          <p:nvPr/>
        </p:nvSpPr>
        <p:spPr>
          <a:xfrm>
            <a:off x="806744" y="1320702"/>
            <a:ext cx="1835943" cy="872429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B2C29E-2EDC-F667-2345-14FAAA7362E1}"/>
              </a:ext>
            </a:extLst>
          </p:cNvPr>
          <p:cNvCxnSpPr>
            <a:cxnSpLocks/>
          </p:cNvCxnSpPr>
          <p:nvPr/>
        </p:nvCxnSpPr>
        <p:spPr>
          <a:xfrm>
            <a:off x="1241799" y="2054621"/>
            <a:ext cx="3225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0E33B43-C083-B5B8-593A-6FDDB7E1F665}"/>
              </a:ext>
            </a:extLst>
          </p:cNvPr>
          <p:cNvCxnSpPr>
            <a:cxnSpLocks/>
          </p:cNvCxnSpPr>
          <p:nvPr/>
        </p:nvCxnSpPr>
        <p:spPr>
          <a:xfrm>
            <a:off x="1241799" y="1900068"/>
            <a:ext cx="4419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DD4CB1-3F9B-FBA8-2072-D021EC4D49E2}"/>
              </a:ext>
            </a:extLst>
          </p:cNvPr>
          <p:cNvCxnSpPr>
            <a:cxnSpLocks/>
          </p:cNvCxnSpPr>
          <p:nvPr/>
        </p:nvCxnSpPr>
        <p:spPr>
          <a:xfrm>
            <a:off x="1241799" y="1745513"/>
            <a:ext cx="5003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FA6542E-217B-4C1F-6D23-50BDFF3B982D}"/>
              </a:ext>
            </a:extLst>
          </p:cNvPr>
          <p:cNvCxnSpPr>
            <a:cxnSpLocks/>
          </p:cNvCxnSpPr>
          <p:nvPr/>
        </p:nvCxnSpPr>
        <p:spPr>
          <a:xfrm>
            <a:off x="1241799" y="1590958"/>
            <a:ext cx="52832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EF97753-1734-D219-373A-9DBDA573ED12}"/>
              </a:ext>
            </a:extLst>
          </p:cNvPr>
          <p:cNvCxnSpPr>
            <a:cxnSpLocks/>
          </p:cNvCxnSpPr>
          <p:nvPr/>
        </p:nvCxnSpPr>
        <p:spPr>
          <a:xfrm>
            <a:off x="1241799" y="1436403"/>
            <a:ext cx="5435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A9EE248-2314-243D-9B3A-074978F623FC}"/>
              </a:ext>
            </a:extLst>
          </p:cNvPr>
          <p:cNvCxnSpPr>
            <a:cxnSpLocks/>
          </p:cNvCxnSpPr>
          <p:nvPr/>
        </p:nvCxnSpPr>
        <p:spPr>
          <a:xfrm>
            <a:off x="1241799" y="1281848"/>
            <a:ext cx="54864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5FAF9D8E-32A1-CCB4-24E6-EEBCDFC337AE}"/>
              </a:ext>
            </a:extLst>
          </p:cNvPr>
          <p:cNvSpPr/>
          <p:nvPr/>
        </p:nvSpPr>
        <p:spPr>
          <a:xfrm>
            <a:off x="1244339" y="1195308"/>
            <a:ext cx="546100" cy="100076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E25042D-7B4C-80BE-E2BC-0E88EB000337}"/>
              </a:ext>
            </a:extLst>
          </p:cNvPr>
          <p:cNvCxnSpPr>
            <a:cxnSpLocks/>
          </p:cNvCxnSpPr>
          <p:nvPr/>
        </p:nvCxnSpPr>
        <p:spPr>
          <a:xfrm flipV="1">
            <a:off x="1241799" y="1200388"/>
            <a:ext cx="0" cy="992743"/>
          </a:xfrm>
          <a:prstGeom prst="line">
            <a:avLst/>
          </a:prstGeom>
          <a:ln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D959A433-CFDC-E748-9D3C-DEE89E321806}"/>
              </a:ext>
            </a:extLst>
          </p:cNvPr>
          <p:cNvSpPr/>
          <p:nvPr/>
        </p:nvSpPr>
        <p:spPr>
          <a:xfrm>
            <a:off x="338829" y="2193133"/>
            <a:ext cx="2771775" cy="2743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C17D54C-95F2-D764-231F-FD2390E7B3EE}"/>
              </a:ext>
            </a:extLst>
          </p:cNvPr>
          <p:cNvCxnSpPr>
            <a:cxnSpLocks/>
          </p:cNvCxnSpPr>
          <p:nvPr/>
        </p:nvCxnSpPr>
        <p:spPr>
          <a:xfrm flipH="1">
            <a:off x="347878" y="2193132"/>
            <a:ext cx="275391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4EA27D7-981C-FBC1-352B-60D2DA994899}"/>
              </a:ext>
            </a:extLst>
          </p:cNvPr>
          <p:cNvCxnSpPr>
            <a:cxnSpLocks/>
          </p:cNvCxnSpPr>
          <p:nvPr/>
        </p:nvCxnSpPr>
        <p:spPr>
          <a:xfrm>
            <a:off x="222066" y="1767601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3CD8FB0-2D10-7876-68D4-F6F46204BB2A}"/>
              </a:ext>
            </a:extLst>
          </p:cNvPr>
          <p:cNvSpPr txBox="1"/>
          <p:nvPr/>
        </p:nvSpPr>
        <p:spPr>
          <a:xfrm>
            <a:off x="168836" y="1472209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3096510-EB3A-921A-E183-57DC4954D69D}"/>
              </a:ext>
            </a:extLst>
          </p:cNvPr>
          <p:cNvCxnSpPr>
            <a:cxnSpLocks/>
          </p:cNvCxnSpPr>
          <p:nvPr/>
        </p:nvCxnSpPr>
        <p:spPr>
          <a:xfrm>
            <a:off x="344431" y="1669494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892FFB6-5F8C-EC69-26AD-40E4265D5319}"/>
              </a:ext>
            </a:extLst>
          </p:cNvPr>
          <p:cNvSpPr txBox="1"/>
          <p:nvPr/>
        </p:nvSpPr>
        <p:spPr>
          <a:xfrm>
            <a:off x="1292494" y="103964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C5A879F-CB0C-C8BF-232B-BCF82E4F4D30}"/>
              </a:ext>
            </a:extLst>
          </p:cNvPr>
          <p:cNvCxnSpPr>
            <a:cxnSpLocks/>
          </p:cNvCxnSpPr>
          <p:nvPr/>
        </p:nvCxnSpPr>
        <p:spPr>
          <a:xfrm>
            <a:off x="1468089" y="1236926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774666BB-A26E-A7B3-2CD7-A23FD36D939B}"/>
              </a:ext>
            </a:extLst>
          </p:cNvPr>
          <p:cNvSpPr txBox="1"/>
          <p:nvPr/>
        </p:nvSpPr>
        <p:spPr>
          <a:xfrm>
            <a:off x="2045072" y="1101322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A481870B-10F4-C95E-309E-A3EE795BCDD3}"/>
              </a:ext>
            </a:extLst>
          </p:cNvPr>
          <p:cNvSpPr/>
          <p:nvPr/>
        </p:nvSpPr>
        <p:spPr>
          <a:xfrm>
            <a:off x="1990464" y="1204198"/>
            <a:ext cx="152400" cy="110490"/>
          </a:xfrm>
          <a:custGeom>
            <a:avLst/>
            <a:gdLst>
              <a:gd name="csX0" fmla="*/ 0 w 152400"/>
              <a:gd name="csY0" fmla="*/ 110490 h 110490"/>
              <a:gd name="csX1" fmla="*/ 66675 w 152400"/>
              <a:gd name="csY1" fmla="*/ 24765 h 110490"/>
              <a:gd name="csX2" fmla="*/ 152400 w 152400"/>
              <a:gd name="csY2" fmla="*/ 0 h 110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2400" h="110490">
                <a:moveTo>
                  <a:pt x="0" y="110490"/>
                </a:moveTo>
                <a:cubicBezTo>
                  <a:pt x="20637" y="76835"/>
                  <a:pt x="41275" y="43180"/>
                  <a:pt x="66675" y="24765"/>
                </a:cubicBezTo>
                <a:cubicBezTo>
                  <a:pt x="92075" y="6350"/>
                  <a:pt x="122237" y="3175"/>
                  <a:pt x="152400" y="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B9B3B3D-B791-EC16-3BF7-BA6B4E39FE1C}"/>
              </a:ext>
            </a:extLst>
          </p:cNvPr>
          <p:cNvCxnSpPr>
            <a:cxnSpLocks/>
          </p:cNvCxnSpPr>
          <p:nvPr/>
        </p:nvCxnSpPr>
        <p:spPr>
          <a:xfrm flipH="1">
            <a:off x="1863688" y="214860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C1AF063-5E2E-B08C-C340-247974604256}"/>
              </a:ext>
            </a:extLst>
          </p:cNvPr>
          <p:cNvSpPr txBox="1"/>
          <p:nvPr/>
        </p:nvSpPr>
        <p:spPr>
          <a:xfrm>
            <a:off x="1896909" y="1874142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A1E36F9E-6C3D-D63D-DF16-139E78EE8A74}"/>
              </a:ext>
            </a:extLst>
          </p:cNvPr>
          <p:cNvCxnSpPr>
            <a:cxnSpLocks/>
          </p:cNvCxnSpPr>
          <p:nvPr/>
        </p:nvCxnSpPr>
        <p:spPr>
          <a:xfrm>
            <a:off x="2016099" y="2070861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6B092FF6-0E4B-CE93-D326-054DA825D96C}"/>
              </a:ext>
            </a:extLst>
          </p:cNvPr>
          <p:cNvSpPr txBox="1"/>
          <p:nvPr/>
        </p:nvSpPr>
        <p:spPr>
          <a:xfrm>
            <a:off x="936144" y="2203153"/>
            <a:ext cx="712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Wand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9C918C7-88A2-038F-48A9-F6E3BE6827F2}"/>
              </a:ext>
            </a:extLst>
          </p:cNvPr>
          <p:cNvCxnSpPr>
            <a:cxnSpLocks/>
          </p:cNvCxnSpPr>
          <p:nvPr/>
        </p:nvCxnSpPr>
        <p:spPr>
          <a:xfrm flipH="1">
            <a:off x="1983068" y="224258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541F987B-E43A-F82C-62F5-6391CEC10110}"/>
              </a:ext>
            </a:extLst>
          </p:cNvPr>
          <p:cNvSpPr txBox="1"/>
          <p:nvPr/>
        </p:nvSpPr>
        <p:spPr>
          <a:xfrm>
            <a:off x="2529976" y="1429047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das Fluid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5B49D90A-BBD9-2B96-3603-43F5B9050704}"/>
              </a:ext>
            </a:extLst>
          </p:cNvPr>
          <p:cNvSpPr/>
          <p:nvPr/>
        </p:nvSpPr>
        <p:spPr>
          <a:xfrm>
            <a:off x="2170486" y="1536701"/>
            <a:ext cx="566658" cy="386079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C569DF0-AB53-26E0-15DA-5BCBAAB80B60}"/>
              </a:ext>
            </a:extLst>
          </p:cNvPr>
          <p:cNvSpPr txBox="1"/>
          <p:nvPr/>
        </p:nvSpPr>
        <p:spPr>
          <a:xfrm>
            <a:off x="319730" y="2394049"/>
            <a:ext cx="277772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       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Wand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EFF01B52-DFCB-6DCB-BD2B-7CAFBC0B6595}"/>
              </a:ext>
            </a:extLst>
          </p:cNvPr>
          <p:cNvSpPr txBox="1"/>
          <p:nvPr/>
        </p:nvSpPr>
        <p:spPr>
          <a:xfrm>
            <a:off x="2578735" y="1814323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Wand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4009DD3-70B4-9D94-F781-36588EF7B1D0}"/>
              </a:ext>
            </a:extLst>
          </p:cNvPr>
          <p:cNvSpPr/>
          <p:nvPr/>
        </p:nvSpPr>
        <p:spPr>
          <a:xfrm>
            <a:off x="2386385" y="1972228"/>
            <a:ext cx="401319" cy="245192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2609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C9B2-6F40-2487-74BB-BFB9D5B8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092BD284-703D-C949-9341-2A821A7DC3DB}"/>
              </a:ext>
            </a:extLst>
          </p:cNvPr>
          <p:cNvSpPr/>
          <p:nvPr/>
        </p:nvSpPr>
        <p:spPr>
          <a:xfrm>
            <a:off x="650080" y="650081"/>
            <a:ext cx="2300290" cy="2300288"/>
          </a:xfrm>
          <a:prstGeom prst="ellipse">
            <a:avLst/>
          </a:prstGeom>
          <a:solidFill>
            <a:schemeClr val="tx2">
              <a:lumMod val="75000"/>
              <a:lumOff val="25000"/>
              <a:alpha val="3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1E6B04C0-3255-B23E-A6CF-F9CA9A275473}"/>
              </a:ext>
            </a:extLst>
          </p:cNvPr>
          <p:cNvSpPr/>
          <p:nvPr/>
        </p:nvSpPr>
        <p:spPr>
          <a:xfrm>
            <a:off x="1028699" y="1028700"/>
            <a:ext cx="1543052" cy="1543050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4548968-C1B2-50B7-EA78-511C2D39DA8C}"/>
              </a:ext>
            </a:extLst>
          </p:cNvPr>
          <p:cNvSpPr/>
          <p:nvPr/>
        </p:nvSpPr>
        <p:spPr>
          <a:xfrm>
            <a:off x="1762124" y="1762126"/>
            <a:ext cx="76202" cy="7619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CE74CBC-975A-586A-A8CD-113158C28F67}"/>
              </a:ext>
            </a:extLst>
          </p:cNvPr>
          <p:cNvCxnSpPr>
            <a:cxnSpLocks/>
          </p:cNvCxnSpPr>
          <p:nvPr/>
        </p:nvCxnSpPr>
        <p:spPr>
          <a:xfrm flipH="1">
            <a:off x="1030605" y="1800225"/>
            <a:ext cx="769620" cy="0"/>
          </a:xfrm>
          <a:prstGeom prst="straightConnector1">
            <a:avLst/>
          </a:prstGeom>
          <a:ln w="15875" cap="rnd">
            <a:round/>
            <a:headEnd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6760A96-D8C7-39FB-B84E-2C699AB7E234}"/>
              </a:ext>
            </a:extLst>
          </p:cNvPr>
          <p:cNvCxnSpPr>
            <a:cxnSpLocks/>
          </p:cNvCxnSpPr>
          <p:nvPr/>
        </p:nvCxnSpPr>
        <p:spPr>
          <a:xfrm flipH="1">
            <a:off x="649605" y="1800225"/>
            <a:ext cx="379094" cy="0"/>
          </a:xfrm>
          <a:prstGeom prst="straightConnector1">
            <a:avLst/>
          </a:prstGeom>
          <a:ln w="15875" cap="rnd">
            <a:round/>
            <a:headEnd type="triangl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E7D57EE9-C696-E831-9CEB-A2DFBC784AFA}"/>
              </a:ext>
            </a:extLst>
          </p:cNvPr>
          <p:cNvSpPr txBox="1"/>
          <p:nvPr/>
        </p:nvSpPr>
        <p:spPr>
          <a:xfrm>
            <a:off x="702575" y="1541980"/>
            <a:ext cx="28802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238B7B2-AD94-33DC-128C-BEB7198A4FA7}"/>
              </a:ext>
            </a:extLst>
          </p:cNvPr>
          <p:cNvSpPr txBox="1"/>
          <p:nvPr/>
        </p:nvSpPr>
        <p:spPr>
          <a:xfrm>
            <a:off x="1284791" y="1541979"/>
            <a:ext cx="3433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2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30B60BF-6856-6D1B-DEFF-95BBFDEA8DC2}"/>
              </a:ext>
            </a:extLst>
          </p:cNvPr>
          <p:cNvSpPr txBox="1"/>
          <p:nvPr/>
        </p:nvSpPr>
        <p:spPr>
          <a:xfrm>
            <a:off x="2625436" y="749638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B23BFAC8-960D-CC7F-A549-67BBE4F74A3A}"/>
              </a:ext>
            </a:extLst>
          </p:cNvPr>
          <p:cNvSpPr/>
          <p:nvPr/>
        </p:nvSpPr>
        <p:spPr>
          <a:xfrm>
            <a:off x="544830" y="544830"/>
            <a:ext cx="2510790" cy="2510790"/>
          </a:xfrm>
          <a:prstGeom prst="arc">
            <a:avLst>
              <a:gd name="adj1" fmla="val 18319024"/>
              <a:gd name="adj2" fmla="val 1999890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25C8DA70-0C54-BA24-7479-EE409F6DCAB2}"/>
              </a:ext>
            </a:extLst>
          </p:cNvPr>
          <p:cNvSpPr/>
          <p:nvPr/>
        </p:nvSpPr>
        <p:spPr>
          <a:xfrm>
            <a:off x="958850" y="958850"/>
            <a:ext cx="1682750" cy="1682750"/>
          </a:xfrm>
          <a:prstGeom prst="arc">
            <a:avLst>
              <a:gd name="adj1" fmla="val 1303464"/>
              <a:gd name="adj2" fmla="val 3460986"/>
            </a:avLst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6F1A1CA-E306-330D-3D60-F1C1570A35A6}"/>
              </a:ext>
            </a:extLst>
          </p:cNvPr>
          <p:cNvSpPr txBox="1"/>
          <p:nvPr/>
        </p:nvSpPr>
        <p:spPr>
          <a:xfrm>
            <a:off x="2372921" y="2263973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r>
              <a:rPr lang="de-DE" sz="1400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9119DA7-D656-4799-4985-D6E437AD6669}"/>
              </a:ext>
            </a:extLst>
          </p:cNvPr>
          <p:cNvCxnSpPr>
            <a:cxnSpLocks/>
            <a:stCxn id="2" idx="0"/>
            <a:endCxn id="4" idx="0"/>
          </p:cNvCxnSpPr>
          <p:nvPr/>
        </p:nvCxnSpPr>
        <p:spPr>
          <a:xfrm flipV="1">
            <a:off x="1800225" y="650081"/>
            <a:ext cx="0" cy="378619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C8E6AEF-BF7C-1B79-573B-30D0A9B8CB8E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1800225" y="653415"/>
            <a:ext cx="375285" cy="375285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B9631579-6B20-E5C1-E588-9BFF3A9C3F4B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1800225" y="650081"/>
            <a:ext cx="38290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B2B24CB7-B560-1DB8-9173-4C7DE769F3C5}"/>
              </a:ext>
            </a:extLst>
          </p:cNvPr>
          <p:cNvCxnSpPr>
            <a:cxnSpLocks/>
          </p:cNvCxnSpPr>
          <p:nvPr/>
        </p:nvCxnSpPr>
        <p:spPr>
          <a:xfrm flipH="1">
            <a:off x="1800225" y="751046"/>
            <a:ext cx="27813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E43B868-D4F8-C53F-C13D-ABF0EAF4B517}"/>
              </a:ext>
            </a:extLst>
          </p:cNvPr>
          <p:cNvCxnSpPr>
            <a:cxnSpLocks/>
          </p:cNvCxnSpPr>
          <p:nvPr/>
        </p:nvCxnSpPr>
        <p:spPr>
          <a:xfrm flipH="1">
            <a:off x="1800225" y="848201"/>
            <a:ext cx="18097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D712309-264B-8517-3761-24F4E65B2318}"/>
              </a:ext>
            </a:extLst>
          </p:cNvPr>
          <p:cNvCxnSpPr>
            <a:cxnSpLocks/>
          </p:cNvCxnSpPr>
          <p:nvPr/>
        </p:nvCxnSpPr>
        <p:spPr>
          <a:xfrm flipH="1">
            <a:off x="1800225" y="943451"/>
            <a:ext cx="9144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A69406BC-FB00-740E-92CC-EC6CD3CAE18F}"/>
              </a:ext>
            </a:extLst>
          </p:cNvPr>
          <p:cNvSpPr txBox="1"/>
          <p:nvPr/>
        </p:nvSpPr>
        <p:spPr>
          <a:xfrm>
            <a:off x="1743075" y="344924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baseline="-25000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200" baseline="-25000" dirty="0">
              <a:solidFill>
                <a:schemeClr val="accent1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3FF2AE-28DF-567E-FADE-6A292EA82A18}"/>
              </a:ext>
            </a:extLst>
          </p:cNvPr>
          <p:cNvSpPr txBox="1"/>
          <p:nvPr/>
        </p:nvSpPr>
        <p:spPr>
          <a:xfrm>
            <a:off x="1666241" y="1485423"/>
            <a:ext cx="4210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60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57FE-FA90-5ACE-877D-86AD85AD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CF7CDAD7-DC03-A202-FA27-1BBA075FF1E2}"/>
              </a:ext>
            </a:extLst>
          </p:cNvPr>
          <p:cNvSpPr/>
          <p:nvPr/>
        </p:nvSpPr>
        <p:spPr>
          <a:xfrm rot="16200000">
            <a:off x="1382613" y="920748"/>
            <a:ext cx="923316" cy="2464619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F6DF08A2-F728-5E20-D9C6-F7882D5D3E4C}"/>
              </a:ext>
            </a:extLst>
          </p:cNvPr>
          <p:cNvCxnSpPr>
            <a:cxnSpLocks/>
          </p:cNvCxnSpPr>
          <p:nvPr/>
        </p:nvCxnSpPr>
        <p:spPr>
          <a:xfrm flipH="1">
            <a:off x="611961" y="1691401"/>
            <a:ext cx="2456044" cy="460773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8205F05-0B8B-B389-D228-C3AC13B41E34}"/>
              </a:ext>
            </a:extLst>
          </p:cNvPr>
          <p:cNvCxnSpPr>
            <a:cxnSpLocks/>
          </p:cNvCxnSpPr>
          <p:nvPr/>
        </p:nvCxnSpPr>
        <p:spPr>
          <a:xfrm flipH="1" flipV="1">
            <a:off x="611961" y="2152174"/>
            <a:ext cx="2456996" cy="461486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65FEBBCF-5459-5A08-179C-D4142BD548DC}"/>
              </a:ext>
            </a:extLst>
          </p:cNvPr>
          <p:cNvSpPr/>
          <p:nvPr/>
        </p:nvSpPr>
        <p:spPr>
          <a:xfrm>
            <a:off x="611507" y="1321435"/>
            <a:ext cx="2457450" cy="828675"/>
          </a:xfrm>
          <a:custGeom>
            <a:avLst/>
            <a:gdLst>
              <a:gd name="csX0" fmla="*/ 0 w 2457450"/>
              <a:gd name="csY0" fmla="*/ 828675 h 828675"/>
              <a:gd name="csX1" fmla="*/ 826770 w 2457450"/>
              <a:gd name="csY1" fmla="*/ 415290 h 828675"/>
              <a:gd name="csX2" fmla="*/ 2457450 w 2457450"/>
              <a:gd name="csY2" fmla="*/ 0 h 8286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57450" h="828675">
                <a:moveTo>
                  <a:pt x="0" y="828675"/>
                </a:moveTo>
                <a:cubicBezTo>
                  <a:pt x="154305" y="704373"/>
                  <a:pt x="417195" y="553402"/>
                  <a:pt x="826770" y="415290"/>
                </a:cubicBezTo>
                <a:cubicBezTo>
                  <a:pt x="1236345" y="277177"/>
                  <a:pt x="2094230" y="74295"/>
                  <a:pt x="245745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A5A3969-E0EB-3662-0A48-4418EEA49AA0}"/>
              </a:ext>
            </a:extLst>
          </p:cNvPr>
          <p:cNvCxnSpPr>
            <a:cxnSpLocks/>
          </p:cNvCxnSpPr>
          <p:nvPr/>
        </p:nvCxnSpPr>
        <p:spPr>
          <a:xfrm flipV="1">
            <a:off x="2219768" y="1707464"/>
            <a:ext cx="287214" cy="54104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ECE35229-8E43-BBBF-CCA4-EBCB77A7D9F2}"/>
              </a:ext>
            </a:extLst>
          </p:cNvPr>
          <p:cNvSpPr/>
          <p:nvPr/>
        </p:nvSpPr>
        <p:spPr>
          <a:xfrm rot="20959920">
            <a:off x="2200564" y="1469915"/>
            <a:ext cx="384395" cy="34424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31769634-BAC8-FCE2-B059-3695186CCBC1}"/>
              </a:ext>
            </a:extLst>
          </p:cNvPr>
          <p:cNvCxnSpPr>
            <a:cxnSpLocks/>
          </p:cNvCxnSpPr>
          <p:nvPr/>
        </p:nvCxnSpPr>
        <p:spPr>
          <a:xfrm flipH="1" flipV="1">
            <a:off x="2173192" y="1528392"/>
            <a:ext cx="59517" cy="315952"/>
          </a:xfrm>
          <a:prstGeom prst="line">
            <a:avLst/>
          </a:prstGeom>
          <a:ln w="1270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0A70FC3-D205-7E20-E74C-FBCB91582100}"/>
              </a:ext>
            </a:extLst>
          </p:cNvPr>
          <p:cNvCxnSpPr>
            <a:cxnSpLocks/>
          </p:cNvCxnSpPr>
          <p:nvPr/>
        </p:nvCxnSpPr>
        <p:spPr>
          <a:xfrm flipV="1">
            <a:off x="2210769" y="1625476"/>
            <a:ext cx="344473" cy="64891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B0C6A01-622F-A848-BECD-299C88ECEBE4}"/>
              </a:ext>
            </a:extLst>
          </p:cNvPr>
          <p:cNvCxnSpPr>
            <a:cxnSpLocks/>
          </p:cNvCxnSpPr>
          <p:nvPr/>
        </p:nvCxnSpPr>
        <p:spPr>
          <a:xfrm flipV="1">
            <a:off x="2195646" y="1553856"/>
            <a:ext cx="374717" cy="70588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D2132-240C-DA4F-FDBD-789AA0966E3C}"/>
              </a:ext>
            </a:extLst>
          </p:cNvPr>
          <p:cNvCxnSpPr>
            <a:cxnSpLocks/>
          </p:cNvCxnSpPr>
          <p:nvPr/>
        </p:nvCxnSpPr>
        <p:spPr>
          <a:xfrm flipV="1">
            <a:off x="2182183" y="1486671"/>
            <a:ext cx="378139" cy="71233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BE9AF52-ED30-F851-2644-8580232B8CE6}"/>
              </a:ext>
            </a:extLst>
          </p:cNvPr>
          <p:cNvSpPr txBox="1"/>
          <p:nvPr/>
        </p:nvSpPr>
        <p:spPr>
          <a:xfrm>
            <a:off x="2094135" y="1099670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i="1" baseline="-25000" dirty="0" err="1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1200" i="1" baseline="-25000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9FC3FA97-2FB5-4EDD-E475-0CAD3A8279EB}"/>
              </a:ext>
            </a:extLst>
          </p:cNvPr>
          <p:cNvCxnSpPr>
            <a:cxnSpLocks/>
          </p:cNvCxnSpPr>
          <p:nvPr/>
        </p:nvCxnSpPr>
        <p:spPr>
          <a:xfrm flipH="1" flipV="1">
            <a:off x="2128094" y="1282482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E5A67DD-0777-8FD8-86B7-21887354157A}"/>
              </a:ext>
            </a:extLst>
          </p:cNvPr>
          <p:cNvCxnSpPr>
            <a:cxnSpLocks/>
          </p:cNvCxnSpPr>
          <p:nvPr/>
        </p:nvCxnSpPr>
        <p:spPr>
          <a:xfrm flipH="1" flipV="1">
            <a:off x="2504065" y="1199220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01048B0A-DFF1-A53E-5217-2A9CA13C0367}"/>
              </a:ext>
            </a:extLst>
          </p:cNvPr>
          <p:cNvGrpSpPr/>
          <p:nvPr/>
        </p:nvGrpSpPr>
        <p:grpSpPr>
          <a:xfrm rot="20966550">
            <a:off x="475374" y="1419231"/>
            <a:ext cx="1097593" cy="722307"/>
            <a:chOff x="1172591" y="1273167"/>
            <a:chExt cx="1097593" cy="722307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A9478570-3591-B7C9-1E60-B9B404566070}"/>
                </a:ext>
              </a:extLst>
            </p:cNvPr>
            <p:cNvCxnSpPr>
              <a:cxnSpLocks/>
            </p:cNvCxnSpPr>
            <p:nvPr/>
          </p:nvCxnSpPr>
          <p:spPr>
            <a:xfrm rot="633450" flipH="1" flipV="1">
              <a:off x="1190595" y="1341608"/>
              <a:ext cx="107011" cy="574164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6C0B6DC-A6F2-7F36-A756-01D09AAF4771}"/>
                </a:ext>
              </a:extLst>
            </p:cNvPr>
            <p:cNvCxnSpPr>
              <a:cxnSpLocks/>
            </p:cNvCxnSpPr>
            <p:nvPr/>
          </p:nvCxnSpPr>
          <p:spPr>
            <a:xfrm rot="633450" flipV="1">
              <a:off x="1251008" y="1845957"/>
              <a:ext cx="802226" cy="149517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43E5C66-1BEB-E77B-F33C-9F124415F49E}"/>
                </a:ext>
              </a:extLst>
            </p:cNvPr>
            <p:cNvSpPr txBox="1"/>
            <p:nvPr/>
          </p:nvSpPr>
          <p:spPr>
            <a:xfrm rot="633450">
              <a:off x="1861935" y="1654012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EF961584-3EE6-F092-2ECD-498845C55186}"/>
                </a:ext>
              </a:extLst>
            </p:cNvPr>
            <p:cNvSpPr txBox="1"/>
            <p:nvPr/>
          </p:nvSpPr>
          <p:spPr>
            <a:xfrm rot="633450">
              <a:off x="1172591" y="1273167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C8468587-0A19-E294-B76D-7D3D0C57961A}"/>
                </a:ext>
              </a:extLst>
            </p:cNvPr>
            <p:cNvSpPr/>
            <p:nvPr/>
          </p:nvSpPr>
          <p:spPr>
            <a:xfrm flipH="1" flipV="1">
              <a:off x="1213946" y="1889154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48" name="Bogen 47">
            <a:extLst>
              <a:ext uri="{FF2B5EF4-FFF2-40B4-BE49-F238E27FC236}">
                <a16:creationId xmlns:a16="http://schemas.microsoft.com/office/drawing/2014/main" id="{EED48409-DC30-EC54-AB00-0F84A4CC8AD7}"/>
              </a:ext>
            </a:extLst>
          </p:cNvPr>
          <p:cNvSpPr/>
          <p:nvPr/>
        </p:nvSpPr>
        <p:spPr>
          <a:xfrm>
            <a:off x="-456313" y="1090874"/>
            <a:ext cx="2128950" cy="2128950"/>
          </a:xfrm>
          <a:prstGeom prst="arc">
            <a:avLst>
              <a:gd name="adj1" fmla="val 20975646"/>
              <a:gd name="adj2" fmla="val 624477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39370EAD-45B1-AA2D-FA41-E358D257B7F3}"/>
              </a:ext>
            </a:extLst>
          </p:cNvPr>
          <p:cNvSpPr txBox="1"/>
          <p:nvPr/>
        </p:nvSpPr>
        <p:spPr>
          <a:xfrm>
            <a:off x="1473798" y="2054092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θ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941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6EA2-E150-255D-7E35-C4A1D2EA0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732BD507-B10B-2D65-19DD-893BFD47EA0C}"/>
              </a:ext>
            </a:extLst>
          </p:cNvPr>
          <p:cNvGrpSpPr/>
          <p:nvPr/>
        </p:nvGrpSpPr>
        <p:grpSpPr>
          <a:xfrm>
            <a:off x="543560" y="1081683"/>
            <a:ext cx="2735421" cy="1357788"/>
            <a:chOff x="569119" y="1081683"/>
            <a:chExt cx="2709862" cy="1357788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584D681-A61A-2C2A-9F5D-A08D940F3C62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081683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EDBE5621-3B2A-163B-AE56-FCEC03472587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35324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F5A0578-0706-B5D3-EF77-A44D88BEC31E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624799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3FCF8EFA-F0A0-6766-202A-95903F37C096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896357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D66ECB39-1598-17F4-63B8-24837535828F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167915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9963BE96-21F3-C4B8-89C7-ECC8636FF1AD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43947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3CD99CED-5096-80E0-3838-2F9C3F8D6FF9}"/>
              </a:ext>
            </a:extLst>
          </p:cNvPr>
          <p:cNvGrpSpPr/>
          <p:nvPr/>
        </p:nvGrpSpPr>
        <p:grpSpPr>
          <a:xfrm>
            <a:off x="571500" y="1081682"/>
            <a:ext cx="2709862" cy="1407518"/>
            <a:chOff x="450056" y="1078111"/>
            <a:chExt cx="2709862" cy="1496616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7184ECB7-D6BF-047B-F183-2B854CAFD6F0}"/>
                </a:ext>
              </a:extLst>
            </p:cNvPr>
            <p:cNvCxnSpPr>
              <a:cxnSpLocks/>
            </p:cNvCxnSpPr>
            <p:nvPr/>
          </p:nvCxnSpPr>
          <p:spPr>
            <a:xfrm>
              <a:off x="45005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75366F4-F3D0-09F0-C1CC-8FA9E69A5A9E}"/>
                </a:ext>
              </a:extLst>
            </p:cNvPr>
            <p:cNvCxnSpPr>
              <a:cxnSpLocks/>
            </p:cNvCxnSpPr>
            <p:nvPr/>
          </p:nvCxnSpPr>
          <p:spPr>
            <a:xfrm>
              <a:off x="72104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B9195551-BC90-22E2-C850-431D7688BA6D}"/>
                </a:ext>
              </a:extLst>
            </p:cNvPr>
            <p:cNvCxnSpPr>
              <a:cxnSpLocks/>
            </p:cNvCxnSpPr>
            <p:nvPr/>
          </p:nvCxnSpPr>
          <p:spPr>
            <a:xfrm>
              <a:off x="99202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63F70C2-A0E3-7726-705F-FCC786008CA3}"/>
                </a:ext>
              </a:extLst>
            </p:cNvPr>
            <p:cNvCxnSpPr>
              <a:cxnSpLocks/>
            </p:cNvCxnSpPr>
            <p:nvPr/>
          </p:nvCxnSpPr>
          <p:spPr>
            <a:xfrm>
              <a:off x="126301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7F542CB-EE79-7E52-AA17-8C17883D8BF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00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863D6AB-5FAB-8284-6D24-0432D49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180498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60A520C-40CC-B12A-989E-C2D83BCA54A5}"/>
                </a:ext>
              </a:extLst>
            </p:cNvPr>
            <p:cNvCxnSpPr>
              <a:cxnSpLocks/>
            </p:cNvCxnSpPr>
            <p:nvPr/>
          </p:nvCxnSpPr>
          <p:spPr>
            <a:xfrm>
              <a:off x="207597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AE6AC259-DD70-7F35-48FF-F3308BDB41DE}"/>
                </a:ext>
              </a:extLst>
            </p:cNvPr>
            <p:cNvCxnSpPr>
              <a:cxnSpLocks/>
            </p:cNvCxnSpPr>
            <p:nvPr/>
          </p:nvCxnSpPr>
          <p:spPr>
            <a:xfrm>
              <a:off x="234695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2817942-06E3-90CF-940A-01B346BFCD63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4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739F27C-2718-43F6-ED7D-EACD8A6886F0}"/>
                </a:ext>
              </a:extLst>
            </p:cNvPr>
            <p:cNvCxnSpPr>
              <a:cxnSpLocks/>
            </p:cNvCxnSpPr>
            <p:nvPr/>
          </p:nvCxnSpPr>
          <p:spPr>
            <a:xfrm>
              <a:off x="288893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42743C88-5E0C-0CFC-976A-809A2BAE2FB0}"/>
                </a:ext>
              </a:extLst>
            </p:cNvPr>
            <p:cNvCxnSpPr>
              <a:cxnSpLocks/>
            </p:cNvCxnSpPr>
            <p:nvPr/>
          </p:nvCxnSpPr>
          <p:spPr>
            <a:xfrm>
              <a:off x="315991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3C6A73C5-70DB-6408-7202-5D801F1D1DD2}"/>
              </a:ext>
            </a:extLst>
          </p:cNvPr>
          <p:cNvSpPr/>
          <p:nvPr/>
        </p:nvSpPr>
        <p:spPr>
          <a:xfrm>
            <a:off x="571500" y="1076324"/>
            <a:ext cx="928209" cy="1365885"/>
          </a:xfrm>
          <a:custGeom>
            <a:avLst/>
            <a:gdLst>
              <a:gd name="csX0" fmla="*/ 0 w 938580"/>
              <a:gd name="csY0" fmla="*/ 1365885 h 1365885"/>
              <a:gd name="csX1" fmla="*/ 43815 w 938580"/>
              <a:gd name="csY1" fmla="*/ 1089660 h 1365885"/>
              <a:gd name="csX2" fmla="*/ 122154 w 938580"/>
              <a:gd name="csY2" fmla="*/ 750570 h 1365885"/>
              <a:gd name="csX3" fmla="*/ 238827 w 938580"/>
              <a:gd name="csY3" fmla="*/ 390525 h 1365885"/>
              <a:gd name="csX4" fmla="*/ 464799 w 938580"/>
              <a:gd name="csY4" fmla="*/ 87630 h 1365885"/>
              <a:gd name="csX5" fmla="*/ 938580 w 938580"/>
              <a:gd name="csY5" fmla="*/ 0 h 1365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38580" h="1365885">
                <a:moveTo>
                  <a:pt x="0" y="1365885"/>
                </a:moveTo>
                <a:cubicBezTo>
                  <a:pt x="13494" y="1273492"/>
                  <a:pt x="23456" y="1192212"/>
                  <a:pt x="43815" y="1089660"/>
                </a:cubicBezTo>
                <a:cubicBezTo>
                  <a:pt x="64174" y="987108"/>
                  <a:pt x="89652" y="867092"/>
                  <a:pt x="122154" y="750570"/>
                </a:cubicBezTo>
                <a:cubicBezTo>
                  <a:pt x="154656" y="634048"/>
                  <a:pt x="188950" y="504461"/>
                  <a:pt x="238827" y="390525"/>
                </a:cubicBezTo>
                <a:cubicBezTo>
                  <a:pt x="280524" y="295275"/>
                  <a:pt x="348174" y="152718"/>
                  <a:pt x="464799" y="87630"/>
                </a:cubicBezTo>
                <a:cubicBezTo>
                  <a:pt x="581425" y="22543"/>
                  <a:pt x="718038" y="4763"/>
                  <a:pt x="938580" y="0"/>
                </a:cubicBezTo>
              </a:path>
            </a:pathLst>
          </a:custGeom>
          <a:noFill/>
          <a:ln w="12700" cap="rnd">
            <a:solidFill>
              <a:schemeClr val="accent6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E4316D02-8771-CD79-17FA-9C8EA8BE114D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60170 h 1360170"/>
              <a:gd name="csX1" fmla="*/ 329565 w 2714625"/>
              <a:gd name="csY1" fmla="*/ 815340 h 1360170"/>
              <a:gd name="csX2" fmla="*/ 716280 w 2714625"/>
              <a:gd name="csY2" fmla="*/ 304800 h 1360170"/>
              <a:gd name="csX3" fmla="*/ 1053465 w 2714625"/>
              <a:gd name="csY3" fmla="*/ 76200 h 1360170"/>
              <a:gd name="csX4" fmla="*/ 1504950 w 2714625"/>
              <a:gd name="csY4" fmla="*/ 9525 h 1360170"/>
              <a:gd name="csX5" fmla="*/ 2714625 w 2714625"/>
              <a:gd name="csY5" fmla="*/ 0 h 1360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14625" h="1360170">
                <a:moveTo>
                  <a:pt x="0" y="1360170"/>
                </a:moveTo>
                <a:cubicBezTo>
                  <a:pt x="105092" y="1175702"/>
                  <a:pt x="210185" y="991235"/>
                  <a:pt x="329565" y="815340"/>
                </a:cubicBezTo>
                <a:cubicBezTo>
                  <a:pt x="448945" y="639445"/>
                  <a:pt x="595630" y="427990"/>
                  <a:pt x="716280" y="304800"/>
                </a:cubicBezTo>
                <a:cubicBezTo>
                  <a:pt x="836930" y="181610"/>
                  <a:pt x="944880" y="121602"/>
                  <a:pt x="1053465" y="76200"/>
                </a:cubicBezTo>
                <a:cubicBezTo>
                  <a:pt x="1162050" y="30798"/>
                  <a:pt x="1238250" y="18415"/>
                  <a:pt x="1504950" y="9525"/>
                </a:cubicBezTo>
                <a:cubicBezTo>
                  <a:pt x="1771650" y="635"/>
                  <a:pt x="2478088" y="3492"/>
                  <a:pt x="2714625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44F2C840-E4F6-56DE-3D7E-9183FBBE3E71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58265 h 1358265"/>
              <a:gd name="csX1" fmla="*/ 226695 w 2714625"/>
              <a:gd name="csY1" fmla="*/ 1312545 h 1358265"/>
              <a:gd name="csX2" fmla="*/ 468630 w 2714625"/>
              <a:gd name="csY2" fmla="*/ 1169670 h 1358265"/>
              <a:gd name="csX3" fmla="*/ 781050 w 2714625"/>
              <a:gd name="csY3" fmla="*/ 866775 h 1358265"/>
              <a:gd name="csX4" fmla="*/ 1127760 w 2714625"/>
              <a:gd name="csY4" fmla="*/ 453390 h 1358265"/>
              <a:gd name="csX5" fmla="*/ 1445895 w 2714625"/>
              <a:gd name="csY5" fmla="*/ 169545 h 1358265"/>
              <a:gd name="csX6" fmla="*/ 1744980 w 2714625"/>
              <a:gd name="csY6" fmla="*/ 45720 h 1358265"/>
              <a:gd name="csX7" fmla="*/ 2072640 w 2714625"/>
              <a:gd name="csY7" fmla="*/ 11430 h 1358265"/>
              <a:gd name="csX8" fmla="*/ 2714625 w 2714625"/>
              <a:gd name="csY8" fmla="*/ 0 h 1358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714625" h="1358265">
                <a:moveTo>
                  <a:pt x="0" y="1358265"/>
                </a:moveTo>
                <a:cubicBezTo>
                  <a:pt x="69532" y="1355883"/>
                  <a:pt x="148590" y="1343977"/>
                  <a:pt x="226695" y="1312545"/>
                </a:cubicBezTo>
                <a:cubicBezTo>
                  <a:pt x="304800" y="1281113"/>
                  <a:pt x="376238" y="1243965"/>
                  <a:pt x="468630" y="1169670"/>
                </a:cubicBezTo>
                <a:cubicBezTo>
                  <a:pt x="561022" y="1095375"/>
                  <a:pt x="671195" y="986155"/>
                  <a:pt x="781050" y="866775"/>
                </a:cubicBezTo>
                <a:cubicBezTo>
                  <a:pt x="890905" y="747395"/>
                  <a:pt x="1024572" y="567690"/>
                  <a:pt x="1127760" y="453390"/>
                </a:cubicBezTo>
                <a:cubicBezTo>
                  <a:pt x="1230948" y="339090"/>
                  <a:pt x="1343025" y="237490"/>
                  <a:pt x="1445895" y="169545"/>
                </a:cubicBezTo>
                <a:cubicBezTo>
                  <a:pt x="1548765" y="101600"/>
                  <a:pt x="1640523" y="72072"/>
                  <a:pt x="1744980" y="45720"/>
                </a:cubicBezTo>
                <a:cubicBezTo>
                  <a:pt x="1849437" y="19368"/>
                  <a:pt x="1911033" y="19050"/>
                  <a:pt x="2072640" y="11430"/>
                </a:cubicBezTo>
                <a:cubicBezTo>
                  <a:pt x="2234247" y="3810"/>
                  <a:pt x="2714625" y="0"/>
                  <a:pt x="2714625" y="0"/>
                </a:cubicBezTo>
              </a:path>
            </a:pathLst>
          </a:custGeom>
          <a:noFill/>
          <a:ln w="12700"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8D92422-4168-58F2-E04B-1E78BA0822DA}"/>
              </a:ext>
            </a:extLst>
          </p:cNvPr>
          <p:cNvSpPr txBox="1"/>
          <p:nvPr/>
        </p:nvSpPr>
        <p:spPr>
          <a:xfrm>
            <a:off x="474422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866A6A2-EAF9-6155-0922-E02D7056B306}"/>
              </a:ext>
            </a:extLst>
          </p:cNvPr>
          <p:cNvSpPr txBox="1"/>
          <p:nvPr/>
        </p:nvSpPr>
        <p:spPr>
          <a:xfrm>
            <a:off x="745143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AA82D66-C555-71B2-0749-41639C5AB21A}"/>
              </a:ext>
            </a:extLst>
          </p:cNvPr>
          <p:cNvSpPr txBox="1"/>
          <p:nvPr/>
        </p:nvSpPr>
        <p:spPr>
          <a:xfrm>
            <a:off x="1015864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D11E029-C448-1EB3-8EBA-9D1FAF0C9400}"/>
              </a:ext>
            </a:extLst>
          </p:cNvPr>
          <p:cNvSpPr txBox="1"/>
          <p:nvPr/>
        </p:nvSpPr>
        <p:spPr>
          <a:xfrm>
            <a:off x="128658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7E1E7FB-21D9-66F1-C251-ACE506A92FB9}"/>
              </a:ext>
            </a:extLst>
          </p:cNvPr>
          <p:cNvSpPr txBox="1"/>
          <p:nvPr/>
        </p:nvSpPr>
        <p:spPr>
          <a:xfrm>
            <a:off x="1557306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B2ED6285-333C-AD05-C04E-22DAD949D5BC}"/>
              </a:ext>
            </a:extLst>
          </p:cNvPr>
          <p:cNvSpPr txBox="1"/>
          <p:nvPr/>
        </p:nvSpPr>
        <p:spPr>
          <a:xfrm>
            <a:off x="1828027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5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AD4AD6ED-95F9-E637-F33F-C31550FF6DA5}"/>
              </a:ext>
            </a:extLst>
          </p:cNvPr>
          <p:cNvSpPr txBox="1"/>
          <p:nvPr/>
        </p:nvSpPr>
        <p:spPr>
          <a:xfrm>
            <a:off x="2098748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86449B5-5D04-3D88-DD03-A1E3210E58AD}"/>
              </a:ext>
            </a:extLst>
          </p:cNvPr>
          <p:cNvSpPr txBox="1"/>
          <p:nvPr/>
        </p:nvSpPr>
        <p:spPr>
          <a:xfrm>
            <a:off x="2369469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7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B761A7DE-10ED-2A94-1FE6-FEBEAD7A652A}"/>
              </a:ext>
            </a:extLst>
          </p:cNvPr>
          <p:cNvSpPr txBox="1"/>
          <p:nvPr/>
        </p:nvSpPr>
        <p:spPr>
          <a:xfrm>
            <a:off x="2640190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6D97202-C9CD-C61E-F955-7CDB9824CC47}"/>
              </a:ext>
            </a:extLst>
          </p:cNvPr>
          <p:cNvSpPr txBox="1"/>
          <p:nvPr/>
        </p:nvSpPr>
        <p:spPr>
          <a:xfrm>
            <a:off x="291091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E9317CB6-711F-D2F2-6DA5-BCAFAD7743D5}"/>
              </a:ext>
            </a:extLst>
          </p:cNvPr>
          <p:cNvSpPr txBox="1"/>
          <p:nvPr/>
        </p:nvSpPr>
        <p:spPr>
          <a:xfrm>
            <a:off x="3141444" y="2495305"/>
            <a:ext cx="290079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1251DE49-D710-11C4-5C0A-D5B0941F5722}"/>
              </a:ext>
            </a:extLst>
          </p:cNvPr>
          <p:cNvSpPr txBox="1"/>
          <p:nvPr/>
        </p:nvSpPr>
        <p:spPr>
          <a:xfrm>
            <a:off x="253541" y="206207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CC254AEF-9C57-802E-01F3-7E7B8036E3C5}"/>
              </a:ext>
            </a:extLst>
          </p:cNvPr>
          <p:cNvSpPr txBox="1"/>
          <p:nvPr/>
        </p:nvSpPr>
        <p:spPr>
          <a:xfrm>
            <a:off x="253541" y="2333360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44A4E3EA-47FB-2F44-FBF1-1B3881CFB69B}"/>
              </a:ext>
            </a:extLst>
          </p:cNvPr>
          <p:cNvSpPr txBox="1"/>
          <p:nvPr/>
        </p:nvSpPr>
        <p:spPr>
          <a:xfrm>
            <a:off x="253541" y="179079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7F4CF93-097E-42B6-2819-4890E9C6D4C7}"/>
              </a:ext>
            </a:extLst>
          </p:cNvPr>
          <p:cNvSpPr txBox="1"/>
          <p:nvPr/>
        </p:nvSpPr>
        <p:spPr>
          <a:xfrm>
            <a:off x="253541" y="151951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CF4F59E-0B90-CF07-2564-A840D2349611}"/>
              </a:ext>
            </a:extLst>
          </p:cNvPr>
          <p:cNvSpPr txBox="1"/>
          <p:nvPr/>
        </p:nvSpPr>
        <p:spPr>
          <a:xfrm>
            <a:off x="253541" y="124823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9A12EC-9951-DD56-1F08-F968110AD18F}"/>
              </a:ext>
            </a:extLst>
          </p:cNvPr>
          <p:cNvSpPr txBox="1"/>
          <p:nvPr/>
        </p:nvSpPr>
        <p:spPr>
          <a:xfrm>
            <a:off x="253541" y="97695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D506C9FF-56E4-897B-79F0-1E3FB865F5A2}"/>
              </a:ext>
            </a:extLst>
          </p:cNvPr>
          <p:cNvSpPr/>
          <p:nvPr/>
        </p:nvSpPr>
        <p:spPr>
          <a:xfrm>
            <a:off x="1233882" y="1035299"/>
            <a:ext cx="284603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F6C8F34-A2E4-5F5C-3322-86C6EAE33105}"/>
              </a:ext>
            </a:extLst>
          </p:cNvPr>
          <p:cNvSpPr txBox="1"/>
          <p:nvPr/>
        </p:nvSpPr>
        <p:spPr>
          <a:xfrm>
            <a:off x="2958028" y="2618091"/>
            <a:ext cx="366832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η</a:t>
            </a:r>
            <a:endParaRPr lang="de-DE" sz="1200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9DC532A-24CF-23F1-78AD-07E10E1454E4}"/>
              </a:ext>
            </a:extLst>
          </p:cNvPr>
          <p:cNvSpPr txBox="1"/>
          <p:nvPr/>
        </p:nvSpPr>
        <p:spPr>
          <a:xfrm>
            <a:off x="70982" y="1071750"/>
            <a:ext cx="3355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2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6B5A1AC9-1F75-08E4-0363-661ACAB85EFE}"/>
              </a:ext>
            </a:extLst>
          </p:cNvPr>
          <p:cNvSpPr txBox="1"/>
          <p:nvPr/>
        </p:nvSpPr>
        <p:spPr>
          <a:xfrm>
            <a:off x="190452" y="1063049"/>
            <a:ext cx="222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A2E079F0-644F-6436-5A87-5303378615FB}"/>
              </a:ext>
            </a:extLst>
          </p:cNvPr>
          <p:cNvSpPr/>
          <p:nvPr/>
        </p:nvSpPr>
        <p:spPr>
          <a:xfrm>
            <a:off x="2289810" y="1835517"/>
            <a:ext cx="918469" cy="542561"/>
          </a:xfrm>
          <a:prstGeom prst="rect">
            <a:avLst/>
          </a:prstGeom>
          <a:solidFill>
            <a:schemeClr val="bg1"/>
          </a:solidFill>
          <a:ln w="6350" cap="rnd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CDB3A42B-9DC8-703A-D8DA-F0844A9C1624}"/>
              </a:ext>
            </a:extLst>
          </p:cNvPr>
          <p:cNvGrpSpPr/>
          <p:nvPr/>
        </p:nvGrpSpPr>
        <p:grpSpPr>
          <a:xfrm>
            <a:off x="2366455" y="1852315"/>
            <a:ext cx="1106134" cy="184666"/>
            <a:chOff x="2366455" y="1852315"/>
            <a:chExt cx="1106134" cy="184666"/>
          </a:xfrm>
        </p:grpSpPr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A6531210-249B-FF5C-9751-905BE3B4D7A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1944648"/>
              <a:ext cx="240030" cy="0"/>
            </a:xfrm>
            <a:prstGeom prst="line">
              <a:avLst/>
            </a:prstGeom>
            <a:ln w="12700" cap="rnd">
              <a:solidFill>
                <a:schemeClr val="accent6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8D122B7F-A9FC-7B9A-5055-D0F8208502B8}"/>
                </a:ext>
              </a:extLst>
            </p:cNvPr>
            <p:cNvSpPr txBox="1"/>
            <p:nvPr/>
          </p:nvSpPr>
          <p:spPr>
            <a:xfrm>
              <a:off x="2585378" y="1852315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D51D016-CDF9-B0F9-A74D-1595976BC315}"/>
              </a:ext>
            </a:extLst>
          </p:cNvPr>
          <p:cNvGrpSpPr/>
          <p:nvPr/>
        </p:nvGrpSpPr>
        <p:grpSpPr>
          <a:xfrm>
            <a:off x="2367318" y="2011166"/>
            <a:ext cx="1104408" cy="184666"/>
            <a:chOff x="2366455" y="2011166"/>
            <a:chExt cx="1104408" cy="184666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27E28EB7-307C-89A8-4DE3-499F4A7FB76D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103499"/>
              <a:ext cx="240030" cy="0"/>
            </a:xfrm>
            <a:prstGeom prst="line">
              <a:avLst/>
            </a:prstGeom>
            <a:ln w="12700" cap="rnd">
              <a:solidFill>
                <a:srgbClr val="0070C0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003B963E-4E57-3788-2E92-A245D56C4D42}"/>
                </a:ext>
              </a:extLst>
            </p:cNvPr>
            <p:cNvSpPr txBox="1"/>
            <p:nvPr/>
          </p:nvSpPr>
          <p:spPr>
            <a:xfrm>
              <a:off x="2583652" y="2011166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0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6F9FDA71-8C28-C1A5-38A0-FB7753E419B6}"/>
              </a:ext>
            </a:extLst>
          </p:cNvPr>
          <p:cNvGrpSpPr/>
          <p:nvPr/>
        </p:nvGrpSpPr>
        <p:grpSpPr>
          <a:xfrm>
            <a:off x="2366887" y="2170017"/>
            <a:ext cx="1105271" cy="184666"/>
            <a:chOff x="2366455" y="2170017"/>
            <a:chExt cx="1105271" cy="184666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3391416C-3883-E7CB-843F-A7CED1720726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262350"/>
              <a:ext cx="240030" cy="0"/>
            </a:xfrm>
            <a:prstGeom prst="line">
              <a:avLst/>
            </a:prstGeom>
            <a:ln w="12700" cap="rnd">
              <a:solidFill>
                <a:schemeClr val="accent2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E604C0EB-197B-4915-0FF6-93AF12670B37}"/>
                </a:ext>
              </a:extLst>
            </p:cNvPr>
            <p:cNvSpPr txBox="1"/>
            <p:nvPr/>
          </p:nvSpPr>
          <p:spPr>
            <a:xfrm>
              <a:off x="2584515" y="2170017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−0,0904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90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94F82-9956-145F-D4CD-512DF78C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0447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148</Words>
  <Application>Microsoft Office PowerPoint</Application>
  <PresentationFormat>Benutzerdefiniert</PresentationFormat>
  <Paragraphs>99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32</cp:revision>
  <dcterms:created xsi:type="dcterms:W3CDTF">2026-09-04T15:35:46Z</dcterms:created>
  <dcterms:modified xsi:type="dcterms:W3CDTF">2026-09-22T10:39:41Z</dcterms:modified>
</cp:coreProperties>
</file>