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1" r:id="rId17"/>
    <p:sldId id="274" r:id="rId18"/>
    <p:sldId id="273" r:id="rId19"/>
    <p:sldId id="276" r:id="rId20"/>
    <p:sldId id="277" r:id="rId21"/>
    <p:sldId id="275" r:id="rId22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896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86FB748-6542-5BE0-C45B-50BA2F299F1D}"/>
              </a:ext>
            </a:extLst>
          </p:cNvPr>
          <p:cNvCxnSpPr/>
          <p:nvPr/>
        </p:nvCxnSpPr>
        <p:spPr>
          <a:xfrm flipV="1">
            <a:off x="442913" y="582216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992FBAEA-5AE5-90CD-FE04-79A3BE8CC28F}"/>
              </a:ext>
            </a:extLst>
          </p:cNvPr>
          <p:cNvCxnSpPr>
            <a:cxnSpLocks/>
          </p:cNvCxnSpPr>
          <p:nvPr/>
        </p:nvCxnSpPr>
        <p:spPr>
          <a:xfrm rot="5400000" flipV="1">
            <a:off x="1707358" y="1846660"/>
            <a:ext cx="0" cy="252888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8B99B377-4578-8ACA-DE19-5DB032388E03}"/>
              </a:ext>
            </a:extLst>
          </p:cNvPr>
          <p:cNvSpPr txBox="1"/>
          <p:nvPr/>
        </p:nvSpPr>
        <p:spPr>
          <a:xfrm>
            <a:off x="91924" y="58221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F8FD64-1C59-A8E8-3CE7-389109263076}"/>
              </a:ext>
            </a:extLst>
          </p:cNvPr>
          <p:cNvSpPr txBox="1"/>
          <p:nvPr/>
        </p:nvSpPr>
        <p:spPr>
          <a:xfrm>
            <a:off x="2998592" y="292643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44FC24-9D30-02C3-87DD-389238368828}"/>
              </a:ext>
            </a:extLst>
          </p:cNvPr>
          <p:cNvCxnSpPr>
            <a:cxnSpLocks/>
          </p:cNvCxnSpPr>
          <p:nvPr/>
        </p:nvCxnSpPr>
        <p:spPr>
          <a:xfrm flipV="1">
            <a:off x="1678188" y="859213"/>
            <a:ext cx="0" cy="1974889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BEB614E-A4FF-D563-16F0-C209AE4ABDA3}"/>
              </a:ext>
            </a:extLst>
          </p:cNvPr>
          <p:cNvCxnSpPr>
            <a:cxnSpLocks/>
          </p:cNvCxnSpPr>
          <p:nvPr/>
        </p:nvCxnSpPr>
        <p:spPr>
          <a:xfrm>
            <a:off x="597696" y="1846658"/>
            <a:ext cx="2170507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163E971B-3212-5CC0-95E8-D7EF53388FB6}"/>
              </a:ext>
            </a:extLst>
          </p:cNvPr>
          <p:cNvSpPr/>
          <p:nvPr/>
        </p:nvSpPr>
        <p:spPr>
          <a:xfrm>
            <a:off x="1296591" y="867965"/>
            <a:ext cx="1471612" cy="1568054"/>
          </a:xfrm>
          <a:custGeom>
            <a:avLst/>
            <a:gdLst>
              <a:gd name="csX0" fmla="*/ 0 w 1471612"/>
              <a:gd name="csY0" fmla="*/ 0 h 1568054"/>
              <a:gd name="csX1" fmla="*/ 385762 w 1471612"/>
              <a:gd name="csY1" fmla="*/ 982265 h 1568054"/>
              <a:gd name="csX2" fmla="*/ 1471612 w 1471612"/>
              <a:gd name="csY2" fmla="*/ 1568054 h 1568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71612" h="1568054">
                <a:moveTo>
                  <a:pt x="0" y="0"/>
                </a:moveTo>
                <a:cubicBezTo>
                  <a:pt x="31849" y="254496"/>
                  <a:pt x="138707" y="662582"/>
                  <a:pt x="385762" y="982265"/>
                </a:cubicBezTo>
                <a:cubicBezTo>
                  <a:pt x="632817" y="1301948"/>
                  <a:pt x="1116211" y="1488877"/>
                  <a:pt x="1471612" y="1568054"/>
                </a:cubicBezTo>
              </a:path>
            </a:pathLst>
          </a:custGeom>
          <a:noFill/>
          <a:ln w="15875" cap="rnd">
            <a:solidFill>
              <a:srgbClr val="FFC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1F2DC713-9D3E-8DD1-7D55-A97A6E82F75E}"/>
              </a:ext>
            </a:extLst>
          </p:cNvPr>
          <p:cNvSpPr/>
          <p:nvPr/>
        </p:nvSpPr>
        <p:spPr>
          <a:xfrm>
            <a:off x="1042988" y="871714"/>
            <a:ext cx="1725215" cy="1410890"/>
          </a:xfrm>
          <a:custGeom>
            <a:avLst/>
            <a:gdLst>
              <a:gd name="csX0" fmla="*/ 0 w 1725215"/>
              <a:gd name="csY0" fmla="*/ 0 h 1410890"/>
              <a:gd name="csX1" fmla="*/ 646509 w 1725215"/>
              <a:gd name="csY1" fmla="*/ 985836 h 1410890"/>
              <a:gd name="csX2" fmla="*/ 1725215 w 1725215"/>
              <a:gd name="csY2" fmla="*/ 1410890 h 1410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25215" h="1410890">
                <a:moveTo>
                  <a:pt x="0" y="0"/>
                </a:moveTo>
                <a:cubicBezTo>
                  <a:pt x="103287" y="308074"/>
                  <a:pt x="358973" y="750688"/>
                  <a:pt x="646509" y="985836"/>
                </a:cubicBezTo>
                <a:cubicBezTo>
                  <a:pt x="934045" y="1220984"/>
                  <a:pt x="1409104" y="1371004"/>
                  <a:pt x="1725215" y="1410890"/>
                </a:cubicBezTo>
              </a:path>
            </a:pathLst>
          </a:custGeom>
          <a:noFill/>
          <a:ln w="15875" cap="rnd">
            <a:solidFill>
              <a:schemeClr val="accent6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5C392C91-09C6-61F0-3635-8543ADE3B582}"/>
              </a:ext>
            </a:extLst>
          </p:cNvPr>
          <p:cNvSpPr/>
          <p:nvPr/>
        </p:nvSpPr>
        <p:spPr>
          <a:xfrm>
            <a:off x="596503" y="1067990"/>
            <a:ext cx="2168128" cy="1053703"/>
          </a:xfrm>
          <a:custGeom>
            <a:avLst/>
            <a:gdLst>
              <a:gd name="csX0" fmla="*/ 0 w 2168128"/>
              <a:gd name="csY0" fmla="*/ 0 h 1053703"/>
              <a:gd name="csX1" fmla="*/ 1082278 w 2168128"/>
              <a:gd name="csY1" fmla="*/ 782239 h 1053703"/>
              <a:gd name="csX2" fmla="*/ 2168128 w 2168128"/>
              <a:gd name="csY2" fmla="*/ 1053703 h 10537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68128" h="1053703">
                <a:moveTo>
                  <a:pt x="0" y="0"/>
                </a:moveTo>
                <a:cubicBezTo>
                  <a:pt x="185441" y="236637"/>
                  <a:pt x="795932" y="660200"/>
                  <a:pt x="1082278" y="782239"/>
                </a:cubicBezTo>
                <a:cubicBezTo>
                  <a:pt x="1368624" y="904278"/>
                  <a:pt x="1898450" y="1028105"/>
                  <a:pt x="2168128" y="1053703"/>
                </a:cubicBezTo>
              </a:path>
            </a:pathLst>
          </a:custGeom>
          <a:noFill/>
          <a:ln w="1587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0A911B4-C666-DA2F-9FB0-92973EA0C239}"/>
              </a:ext>
            </a:extLst>
          </p:cNvPr>
          <p:cNvSpPr txBox="1"/>
          <p:nvPr/>
        </p:nvSpPr>
        <p:spPr>
          <a:xfrm>
            <a:off x="2080624" y="683880"/>
            <a:ext cx="71615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Isochor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Isobar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Isotherm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Polytrop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Isentrop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9C8203E-1370-1FA0-F7B6-43500132B434}"/>
              </a:ext>
            </a:extLst>
          </p:cNvPr>
          <p:cNvSpPr txBox="1"/>
          <p:nvPr/>
        </p:nvSpPr>
        <p:spPr>
          <a:xfrm>
            <a:off x="2690820" y="680129"/>
            <a:ext cx="817707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05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74E54B0-F8AB-7E41-1D83-879CE18805C7}"/>
              </a:ext>
            </a:extLst>
          </p:cNvPr>
          <p:cNvSpPr txBox="1"/>
          <p:nvPr/>
        </p:nvSpPr>
        <p:spPr>
          <a:xfrm>
            <a:off x="2690820" y="697632"/>
            <a:ext cx="18002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5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05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  <a:r>
              <a:rPr lang="de-DE" sz="105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BA58E27-D274-5EAE-0097-B21992969242}"/>
              </a:ext>
            </a:extLst>
          </p:cNvPr>
          <p:cNvCxnSpPr>
            <a:cxnSpLocks/>
          </p:cNvCxnSpPr>
          <p:nvPr/>
        </p:nvCxnSpPr>
        <p:spPr>
          <a:xfrm>
            <a:off x="1944599" y="803015"/>
            <a:ext cx="153582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CFBD370-3769-0048-3991-BF7714B4FA40}"/>
              </a:ext>
            </a:extLst>
          </p:cNvPr>
          <p:cNvCxnSpPr>
            <a:cxnSpLocks/>
          </p:cNvCxnSpPr>
          <p:nvPr/>
        </p:nvCxnSpPr>
        <p:spPr>
          <a:xfrm>
            <a:off x="1944599" y="962559"/>
            <a:ext cx="153582" cy="0"/>
          </a:xfrm>
          <a:prstGeom prst="straightConnector1">
            <a:avLst/>
          </a:prstGeom>
          <a:ln w="15875"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95445D9-485A-1B9B-F463-F9D7B2077F44}"/>
              </a:ext>
            </a:extLst>
          </p:cNvPr>
          <p:cNvCxnSpPr>
            <a:cxnSpLocks/>
          </p:cNvCxnSpPr>
          <p:nvPr/>
        </p:nvCxnSpPr>
        <p:spPr>
          <a:xfrm>
            <a:off x="1944599" y="1122103"/>
            <a:ext cx="153582" cy="0"/>
          </a:xfrm>
          <a:prstGeom prst="straightConnector1">
            <a:avLst/>
          </a:prstGeom>
          <a:ln w="15875"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2D7FF2B-E40C-D288-2281-DC7ADA36EE1C}"/>
              </a:ext>
            </a:extLst>
          </p:cNvPr>
          <p:cNvCxnSpPr>
            <a:cxnSpLocks/>
          </p:cNvCxnSpPr>
          <p:nvPr/>
        </p:nvCxnSpPr>
        <p:spPr>
          <a:xfrm>
            <a:off x="1944599" y="1281647"/>
            <a:ext cx="153582" cy="0"/>
          </a:xfrm>
          <a:prstGeom prst="straightConnector1">
            <a:avLst/>
          </a:prstGeom>
          <a:ln w="1587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C7E35D8-B5AF-B3F3-A43A-5E8AD7DC1656}"/>
              </a:ext>
            </a:extLst>
          </p:cNvPr>
          <p:cNvCxnSpPr>
            <a:cxnSpLocks/>
          </p:cNvCxnSpPr>
          <p:nvPr/>
        </p:nvCxnSpPr>
        <p:spPr>
          <a:xfrm>
            <a:off x="1944599" y="1441190"/>
            <a:ext cx="153582" cy="0"/>
          </a:xfrm>
          <a:prstGeom prst="straightConnector1">
            <a:avLst/>
          </a:prstGeom>
          <a:ln w="15875" cap="rnd">
            <a:solidFill>
              <a:srgbClr val="FFC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C39E8-72CE-F71D-1C2C-6F3187CA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04E32F75-B621-78A6-2B16-EB135CB04642}"/>
              </a:ext>
            </a:extLst>
          </p:cNvPr>
          <p:cNvCxnSpPr>
            <a:cxnSpLocks/>
          </p:cNvCxnSpPr>
          <p:nvPr/>
        </p:nvCxnSpPr>
        <p:spPr>
          <a:xfrm flipH="1">
            <a:off x="1382755" y="1776403"/>
            <a:ext cx="1640004" cy="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1C4AC574-A402-66EE-49B2-BBA841CEACF8}"/>
              </a:ext>
            </a:extLst>
          </p:cNvPr>
          <p:cNvSpPr/>
          <p:nvPr/>
        </p:nvSpPr>
        <p:spPr>
          <a:xfrm>
            <a:off x="2089973" y="1605917"/>
            <a:ext cx="928780" cy="764448"/>
          </a:xfrm>
          <a:custGeom>
            <a:avLst/>
            <a:gdLst>
              <a:gd name="csX0" fmla="*/ 0 w 928780"/>
              <a:gd name="csY0" fmla="*/ 0 h 726041"/>
              <a:gd name="csX1" fmla="*/ 466167 w 928780"/>
              <a:gd name="csY1" fmla="*/ 277493 h 726041"/>
              <a:gd name="csX2" fmla="*/ 928780 w 928780"/>
              <a:gd name="csY2" fmla="*/ 2540 h 726041"/>
              <a:gd name="csX3" fmla="*/ 928780 w 928780"/>
              <a:gd name="csY3" fmla="*/ 726041 h 726041"/>
              <a:gd name="csX4" fmla="*/ 0 w 928780"/>
              <a:gd name="csY4" fmla="*/ 726041 h 726041"/>
              <a:gd name="csX5" fmla="*/ 0 w 928780"/>
              <a:gd name="csY5" fmla="*/ 0 h 7260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28780" h="726041">
                <a:moveTo>
                  <a:pt x="0" y="0"/>
                </a:moveTo>
                <a:cubicBezTo>
                  <a:pt x="140149" y="145838"/>
                  <a:pt x="311370" y="277070"/>
                  <a:pt x="466167" y="277493"/>
                </a:cubicBezTo>
                <a:cubicBezTo>
                  <a:pt x="620964" y="277916"/>
                  <a:pt x="797436" y="153458"/>
                  <a:pt x="928780" y="2540"/>
                </a:cubicBezTo>
                <a:lnTo>
                  <a:pt x="928780" y="726041"/>
                </a:lnTo>
                <a:lnTo>
                  <a:pt x="0" y="7260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09" name="Rechteck 108">
            <a:extLst>
              <a:ext uri="{FF2B5EF4-FFF2-40B4-BE49-F238E27FC236}">
                <a16:creationId xmlns:a16="http://schemas.microsoft.com/office/drawing/2014/main" id="{C4F7DD66-3418-AE3E-1548-BB5D3ECD9744}"/>
              </a:ext>
            </a:extLst>
          </p:cNvPr>
          <p:cNvSpPr/>
          <p:nvPr/>
        </p:nvSpPr>
        <p:spPr>
          <a:xfrm>
            <a:off x="575652" y="1773863"/>
            <a:ext cx="928780" cy="596501"/>
          </a:xfrm>
          <a:prstGeom prst="rect">
            <a:avLst/>
          </a:prstGeom>
          <a:solidFill>
            <a:schemeClr val="accent1">
              <a:lumMod val="60000"/>
              <a:lumOff val="40000"/>
              <a:alpha val="30000"/>
            </a:schemeClr>
          </a:solidFill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pSp>
        <p:nvGrpSpPr>
          <p:cNvPr id="103" name="Gruppieren 102">
            <a:extLst>
              <a:ext uri="{FF2B5EF4-FFF2-40B4-BE49-F238E27FC236}">
                <a16:creationId xmlns:a16="http://schemas.microsoft.com/office/drawing/2014/main" id="{E4568278-A03E-3A03-2381-97331090E2DA}"/>
              </a:ext>
            </a:extLst>
          </p:cNvPr>
          <p:cNvGrpSpPr/>
          <p:nvPr/>
        </p:nvGrpSpPr>
        <p:grpSpPr>
          <a:xfrm>
            <a:off x="573143" y="1191804"/>
            <a:ext cx="931195" cy="1178560"/>
            <a:chOff x="433327" y="1869440"/>
            <a:chExt cx="931195" cy="117856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8E524218-625A-9521-A4F7-AC023E406797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E235A5E4-185C-C741-55D6-29196E69D8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A380B5DC-475F-F3FA-C7A5-09D781E838E6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78D92B05-4028-B00A-CE52-3620746FB027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B4C423DC-EDBC-C19B-69E4-5AED38F51C59}"/>
              </a:ext>
            </a:extLst>
          </p:cNvPr>
          <p:cNvGrpSpPr/>
          <p:nvPr/>
        </p:nvGrpSpPr>
        <p:grpSpPr>
          <a:xfrm>
            <a:off x="2088925" y="1192768"/>
            <a:ext cx="931195" cy="1178560"/>
            <a:chOff x="433327" y="1869440"/>
            <a:chExt cx="931195" cy="1178560"/>
          </a:xfrm>
        </p:grpSpPr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A1138657-F5D1-FC4C-78CF-4EFC3D0904D4}"/>
                </a:ext>
              </a:extLst>
            </p:cNvPr>
            <p:cNvCxnSpPr>
              <a:cxnSpLocks/>
            </p:cNvCxnSpPr>
            <p:nvPr/>
          </p:nvCxnSpPr>
          <p:spPr>
            <a:xfrm>
              <a:off x="1364522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F8440698-8B42-56DB-8315-AA94DDA130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327" y="3048000"/>
              <a:ext cx="931195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D4F5106F-2436-A470-4F3A-837BEABF2422}"/>
                </a:ext>
              </a:extLst>
            </p:cNvPr>
            <p:cNvCxnSpPr>
              <a:cxnSpLocks/>
            </p:cNvCxnSpPr>
            <p:nvPr/>
          </p:nvCxnSpPr>
          <p:spPr>
            <a:xfrm>
              <a:off x="435836" y="2028825"/>
              <a:ext cx="0" cy="1019175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3B1ADE00-6D24-164B-DA1A-8D19EECBD0F6}"/>
                </a:ext>
              </a:extLst>
            </p:cNvPr>
            <p:cNvCxnSpPr>
              <a:cxnSpLocks/>
            </p:cNvCxnSpPr>
            <p:nvPr/>
          </p:nvCxnSpPr>
          <p:spPr>
            <a:xfrm>
              <a:off x="901991" y="1869440"/>
              <a:ext cx="0" cy="117856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7" name="Bogen 116">
            <a:extLst>
              <a:ext uri="{FF2B5EF4-FFF2-40B4-BE49-F238E27FC236}">
                <a16:creationId xmlns:a16="http://schemas.microsoft.com/office/drawing/2014/main" id="{03E0F43A-0F50-8E7E-FCC0-0C0AD8A4F1B1}"/>
              </a:ext>
            </a:extLst>
          </p:cNvPr>
          <p:cNvSpPr/>
          <p:nvPr/>
        </p:nvSpPr>
        <p:spPr>
          <a:xfrm>
            <a:off x="2420710" y="1258267"/>
            <a:ext cx="279798" cy="93886"/>
          </a:xfrm>
          <a:prstGeom prst="arc">
            <a:avLst>
              <a:gd name="adj1" fmla="val 18242649"/>
              <a:gd name="adj2" fmla="val 13514981"/>
            </a:avLst>
          </a:prstGeom>
          <a:ln w="12700"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F0AC9D17-3A78-8672-A454-CFBE733F39DF}"/>
              </a:ext>
            </a:extLst>
          </p:cNvPr>
          <p:cNvSpPr txBox="1"/>
          <p:nvPr/>
        </p:nvSpPr>
        <p:spPr>
          <a:xfrm>
            <a:off x="2624308" y="1176041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0" name="Gleichschenkliges Dreieck 119">
            <a:extLst>
              <a:ext uri="{FF2B5EF4-FFF2-40B4-BE49-F238E27FC236}">
                <a16:creationId xmlns:a16="http://schemas.microsoft.com/office/drawing/2014/main" id="{C145EF14-29C9-1335-5CA1-E9601C08E134}"/>
              </a:ext>
            </a:extLst>
          </p:cNvPr>
          <p:cNvSpPr/>
          <p:nvPr/>
        </p:nvSpPr>
        <p:spPr>
          <a:xfrm rot="10800000">
            <a:off x="1188321" y="1715442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22" name="Gleichschenkliges Dreieck 121">
            <a:extLst>
              <a:ext uri="{FF2B5EF4-FFF2-40B4-BE49-F238E27FC236}">
                <a16:creationId xmlns:a16="http://schemas.microsoft.com/office/drawing/2014/main" id="{33148B46-C6F7-7E8F-C180-06695A6AC682}"/>
              </a:ext>
            </a:extLst>
          </p:cNvPr>
          <p:cNvSpPr/>
          <p:nvPr/>
        </p:nvSpPr>
        <p:spPr>
          <a:xfrm rot="8209377">
            <a:off x="2862551" y="1648768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3583D7E-4C67-564E-3A3F-AB32C755A99B}"/>
              </a:ext>
            </a:extLst>
          </p:cNvPr>
          <p:cNvCxnSpPr>
            <a:cxnSpLocks/>
          </p:cNvCxnSpPr>
          <p:nvPr/>
        </p:nvCxnSpPr>
        <p:spPr>
          <a:xfrm>
            <a:off x="1241883" y="1812596"/>
            <a:ext cx="0" cy="497931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C8118750-0AB9-FD88-84FC-DD68E6677A0C}"/>
              </a:ext>
            </a:extLst>
          </p:cNvPr>
          <p:cNvSpPr txBox="1"/>
          <p:nvPr/>
        </p:nvSpPr>
        <p:spPr>
          <a:xfrm>
            <a:off x="1150217" y="1907672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14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8" name="Gerader Verbinder 127">
            <a:extLst>
              <a:ext uri="{FF2B5EF4-FFF2-40B4-BE49-F238E27FC236}">
                <a16:creationId xmlns:a16="http://schemas.microsoft.com/office/drawing/2014/main" id="{AE6E8FC2-EE86-EAFC-B688-078FD99DCE33}"/>
              </a:ext>
            </a:extLst>
          </p:cNvPr>
          <p:cNvCxnSpPr>
            <a:cxnSpLocks/>
          </p:cNvCxnSpPr>
          <p:nvPr/>
        </p:nvCxnSpPr>
        <p:spPr>
          <a:xfrm>
            <a:off x="2956213" y="1720941"/>
            <a:ext cx="303294" cy="307884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DF8CA3D9-D542-B75E-D053-2220BBBC1078}"/>
              </a:ext>
            </a:extLst>
          </p:cNvPr>
          <p:cNvCxnSpPr>
            <a:cxnSpLocks/>
          </p:cNvCxnSpPr>
          <p:nvPr/>
        </p:nvCxnSpPr>
        <p:spPr>
          <a:xfrm flipV="1">
            <a:off x="2937510" y="1717668"/>
            <a:ext cx="0" cy="410217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feld 139">
            <a:extLst>
              <a:ext uri="{FF2B5EF4-FFF2-40B4-BE49-F238E27FC236}">
                <a16:creationId xmlns:a16="http://schemas.microsoft.com/office/drawing/2014/main" id="{4854BD3D-6955-5117-C9F8-3A6463C248A0}"/>
              </a:ext>
            </a:extLst>
          </p:cNvPr>
          <p:cNvSpPr txBox="1"/>
          <p:nvPr/>
        </p:nvSpPr>
        <p:spPr>
          <a:xfrm>
            <a:off x="2956213" y="1614999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</a:t>
            </a:r>
            <a:endParaRPr lang="de-DE" sz="14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1" name="Bogen 140">
            <a:extLst>
              <a:ext uri="{FF2B5EF4-FFF2-40B4-BE49-F238E27FC236}">
                <a16:creationId xmlns:a16="http://schemas.microsoft.com/office/drawing/2014/main" id="{C1104F10-289A-6B53-3A34-FBDE6FBBF7F1}"/>
              </a:ext>
            </a:extLst>
          </p:cNvPr>
          <p:cNvSpPr/>
          <p:nvPr/>
        </p:nvSpPr>
        <p:spPr>
          <a:xfrm>
            <a:off x="2630805" y="1408737"/>
            <a:ext cx="613410" cy="613410"/>
          </a:xfrm>
          <a:prstGeom prst="arc">
            <a:avLst>
              <a:gd name="adj1" fmla="val 2614074"/>
              <a:gd name="adj2" fmla="val 5421350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ECDC83B6-F772-EF00-53E0-AF68D801F4F0}"/>
              </a:ext>
            </a:extLst>
          </p:cNvPr>
          <p:cNvSpPr txBox="1"/>
          <p:nvPr/>
        </p:nvSpPr>
        <p:spPr>
          <a:xfrm>
            <a:off x="2769914" y="1997035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44" name="Ellipse 143">
            <a:extLst>
              <a:ext uri="{FF2B5EF4-FFF2-40B4-BE49-F238E27FC236}">
                <a16:creationId xmlns:a16="http://schemas.microsoft.com/office/drawing/2014/main" id="{34C61DBF-A230-68DD-9AEF-E9FD8E8CFC63}"/>
              </a:ext>
            </a:extLst>
          </p:cNvPr>
          <p:cNvSpPr/>
          <p:nvPr/>
        </p:nvSpPr>
        <p:spPr>
          <a:xfrm flipH="1" flipV="1">
            <a:off x="3215666" y="169920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61BABFBF-F9A4-3781-8CCB-168192A3AE89}"/>
              </a:ext>
            </a:extLst>
          </p:cNvPr>
          <p:cNvSpPr/>
          <p:nvPr/>
        </p:nvSpPr>
        <p:spPr>
          <a:xfrm flipH="1" flipV="1">
            <a:off x="3246146" y="1699203"/>
            <a:ext cx="18000" cy="180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A55564DC-9106-F9B2-1726-C6D432AEEAAA}"/>
              </a:ext>
            </a:extLst>
          </p:cNvPr>
          <p:cNvCxnSpPr>
            <a:cxnSpLocks/>
          </p:cNvCxnSpPr>
          <p:nvPr/>
        </p:nvCxnSpPr>
        <p:spPr>
          <a:xfrm>
            <a:off x="1730039" y="1773862"/>
            <a:ext cx="0" cy="615246"/>
          </a:xfrm>
          <a:prstGeom prst="line">
            <a:avLst/>
          </a:prstGeom>
          <a:ln w="15875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B3284E47-49D9-0AAC-98D3-B6C51AC5E8BA}"/>
              </a:ext>
            </a:extLst>
          </p:cNvPr>
          <p:cNvSpPr txBox="1"/>
          <p:nvPr/>
        </p:nvSpPr>
        <p:spPr>
          <a:xfrm>
            <a:off x="1641372" y="1946890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245691E4-F314-2720-2247-C83081CC8331}"/>
              </a:ext>
            </a:extLst>
          </p:cNvPr>
          <p:cNvGrpSpPr/>
          <p:nvPr/>
        </p:nvGrpSpPr>
        <p:grpSpPr>
          <a:xfrm>
            <a:off x="219856" y="2398132"/>
            <a:ext cx="3191217" cy="198227"/>
            <a:chOff x="268263" y="3303158"/>
            <a:chExt cx="2771775" cy="198227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938F57D4-EAC7-36E4-3DED-8123AF20F8E2}"/>
                </a:ext>
              </a:extLst>
            </p:cNvPr>
            <p:cNvSpPr/>
            <p:nvPr/>
          </p:nvSpPr>
          <p:spPr>
            <a:xfrm>
              <a:off x="268263" y="3303158"/>
              <a:ext cx="2771775" cy="19822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8A61C2EC-3D03-8BC0-BE0C-6C58E26639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7312" y="3303158"/>
              <a:ext cx="2753915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0053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13F8F-F448-5365-487C-4213EB4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A7E2CCD-7242-FC34-E7E5-E514C25DB04B}"/>
              </a:ext>
            </a:extLst>
          </p:cNvPr>
          <p:cNvGrpSpPr/>
          <p:nvPr/>
        </p:nvGrpSpPr>
        <p:grpSpPr>
          <a:xfrm>
            <a:off x="1757363" y="1369695"/>
            <a:ext cx="88582" cy="861060"/>
            <a:chOff x="1757363" y="1369695"/>
            <a:chExt cx="88582" cy="86106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9771AF7-84B5-6DF1-EE48-D19E90A7107B}"/>
                </a:ext>
              </a:extLst>
            </p:cNvPr>
            <p:cNvSpPr/>
            <p:nvPr/>
          </p:nvSpPr>
          <p:spPr>
            <a:xfrm>
              <a:off x="1757363" y="1369695"/>
              <a:ext cx="88582" cy="8610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/>
            </a:p>
          </p:txBody>
        </p: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6193A34D-A1BA-8661-02E9-F4B62F22D009}"/>
                </a:ext>
              </a:extLst>
            </p:cNvPr>
            <p:cNvCxnSpPr/>
            <p:nvPr/>
          </p:nvCxnSpPr>
          <p:spPr>
            <a:xfrm>
              <a:off x="1757363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79D32D97-A537-1BCD-6AB4-2B551BC70CC5}"/>
                </a:ext>
              </a:extLst>
            </p:cNvPr>
            <p:cNvCxnSpPr/>
            <p:nvPr/>
          </p:nvCxnSpPr>
          <p:spPr>
            <a:xfrm>
              <a:off x="1845469" y="1378744"/>
              <a:ext cx="0" cy="842962"/>
            </a:xfrm>
            <a:prstGeom prst="line">
              <a:avLst/>
            </a:prstGeom>
            <a:ln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leichschenkliges Dreieck 7">
            <a:extLst>
              <a:ext uri="{FF2B5EF4-FFF2-40B4-BE49-F238E27FC236}">
                <a16:creationId xmlns:a16="http://schemas.microsoft.com/office/drawing/2014/main" id="{C33D2155-0093-62C1-BED9-58AB5695CCC7}"/>
              </a:ext>
            </a:extLst>
          </p:cNvPr>
          <p:cNvSpPr/>
          <p:nvPr/>
        </p:nvSpPr>
        <p:spPr>
          <a:xfrm rot="5400000">
            <a:off x="1669361" y="1983333"/>
            <a:ext cx="105204" cy="58420"/>
          </a:xfrm>
          <a:prstGeom prst="triangle">
            <a:avLst/>
          </a:prstGeom>
          <a:noFill/>
          <a:ln w="635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0AB4B09-18C1-9B65-59F1-03CC584B1868}"/>
              </a:ext>
            </a:extLst>
          </p:cNvPr>
          <p:cNvSpPr txBox="1"/>
          <p:nvPr/>
        </p:nvSpPr>
        <p:spPr>
          <a:xfrm>
            <a:off x="1305061" y="1874043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231ED22C-B1A0-E18C-A544-A0D2761B1BA9}"/>
              </a:ext>
            </a:extLst>
          </p:cNvPr>
          <p:cNvGrpSpPr/>
          <p:nvPr/>
        </p:nvGrpSpPr>
        <p:grpSpPr>
          <a:xfrm>
            <a:off x="1882140" y="1407795"/>
            <a:ext cx="308610" cy="816179"/>
            <a:chOff x="1882140" y="1407795"/>
            <a:chExt cx="308610" cy="816179"/>
          </a:xfrm>
        </p:grpSpPr>
        <p:sp>
          <p:nvSpPr>
            <p:cNvPr id="11" name="Gleichschenkliges Dreieck 10">
              <a:extLst>
                <a:ext uri="{FF2B5EF4-FFF2-40B4-BE49-F238E27FC236}">
                  <a16:creationId xmlns:a16="http://schemas.microsoft.com/office/drawing/2014/main" id="{613BBF64-BA07-C63D-7291-3A628EACEB8B}"/>
                </a:ext>
              </a:extLst>
            </p:cNvPr>
            <p:cNvSpPr/>
            <p:nvPr/>
          </p:nvSpPr>
          <p:spPr>
            <a:xfrm rot="5400000">
              <a:off x="1632284" y="1665509"/>
              <a:ext cx="816179" cy="300752"/>
            </a:xfrm>
            <a:prstGeom prst="triangle">
              <a:avLst>
                <a:gd name="adj" fmla="val 100000"/>
              </a:avLst>
            </a:prstGeom>
            <a:noFill/>
            <a:ln w="127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/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C5440EA-91B4-B27D-D5E4-D7D9E3F338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223611"/>
              <a:ext cx="5500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D1A9A3E8-292F-576B-3C8B-4F2C802391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6187" y="2137886"/>
              <a:ext cx="27408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A7F8DDC5-A856-C756-09F9-60F37F2F1D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2050256"/>
              <a:ext cx="24169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4B599-C450-9240-DE4C-F71C4DB990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964531"/>
              <a:ext cx="211218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A70EEB15-C33D-2762-CC48-B4AF29A205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874996"/>
              <a:ext cx="17883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98E75FB3-A317-F573-86E7-85BC74C28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4282" y="1783556"/>
              <a:ext cx="14454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4B9D60B-B93E-46AF-D241-40DA96931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377" y="1688306"/>
              <a:ext cx="110253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3900BA6-7742-84DA-CD8F-C304E49B7F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82140" y="1598771"/>
              <a:ext cx="76200" cy="0"/>
            </a:xfrm>
            <a:prstGeom prst="line">
              <a:avLst/>
            </a:prstGeom>
            <a:ln w="12700" cap="rnd">
              <a:solidFill>
                <a:schemeClr val="accent4">
                  <a:lumMod val="75000"/>
                </a:schemeClr>
              </a:solidFill>
              <a:round/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3C27272A-9310-9DF3-41D5-03A86F332817}"/>
              </a:ext>
            </a:extLst>
          </p:cNvPr>
          <p:cNvSpPr txBox="1"/>
          <p:nvPr/>
        </p:nvSpPr>
        <p:spPr>
          <a:xfrm>
            <a:off x="1989891" y="1630054"/>
            <a:ext cx="54670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200" i="1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200" dirty="0">
                <a:solidFill>
                  <a:schemeClr val="accent4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200" baseline="-25000" dirty="0">
              <a:solidFill>
                <a:schemeClr val="accent4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F239DE61-B478-DE0F-F01B-B22848F59CC3}"/>
              </a:ext>
            </a:extLst>
          </p:cNvPr>
          <p:cNvGrpSpPr/>
          <p:nvPr/>
        </p:nvGrpSpPr>
        <p:grpSpPr>
          <a:xfrm>
            <a:off x="1187139" y="1365790"/>
            <a:ext cx="619993" cy="437590"/>
            <a:chOff x="1143628" y="1866033"/>
            <a:chExt cx="619993" cy="437590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7D9724DA-6BE9-2BAD-60B4-B17BE816C5F6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0" cy="280035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7E4C4D8-331D-FCC2-9D53-B9D66999CAEC}"/>
                </a:ext>
              </a:extLst>
            </p:cNvPr>
            <p:cNvCxnSpPr>
              <a:cxnSpLocks/>
            </p:cNvCxnSpPr>
            <p:nvPr/>
          </p:nvCxnSpPr>
          <p:spPr>
            <a:xfrm>
              <a:off x="1244101" y="1920716"/>
              <a:ext cx="285750" cy="0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9CD5A614-E39C-B22D-A58E-D44B45ED0A49}"/>
                </a:ext>
              </a:extLst>
            </p:cNvPr>
            <p:cNvSpPr txBox="1"/>
            <p:nvPr/>
          </p:nvSpPr>
          <p:spPr>
            <a:xfrm>
              <a:off x="1355372" y="1866033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928459DA-6C44-BE88-132A-E311A0DE57D6}"/>
                </a:ext>
              </a:extLst>
            </p:cNvPr>
            <p:cNvSpPr txBox="1"/>
            <p:nvPr/>
          </p:nvSpPr>
          <p:spPr>
            <a:xfrm>
              <a:off x="1143628" y="2026624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6CB86AAA-27D1-7CAC-8B86-7DF87ADE32A3}"/>
                </a:ext>
              </a:extLst>
            </p:cNvPr>
            <p:cNvSpPr/>
            <p:nvPr/>
          </p:nvSpPr>
          <p:spPr>
            <a:xfrm flipH="1" flipV="1">
              <a:off x="1212073" y="1888805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680365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3315B-2371-DF40-E580-1ABEA084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A8331B9-4009-8FFB-E984-388C4C09E5A4}"/>
              </a:ext>
            </a:extLst>
          </p:cNvPr>
          <p:cNvSpPr/>
          <p:nvPr/>
        </p:nvSpPr>
        <p:spPr>
          <a:xfrm>
            <a:off x="204627" y="1199257"/>
            <a:ext cx="1913494" cy="1201935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BFCABCF0-B72C-6950-E305-4ADDE73B9E4C}"/>
              </a:ext>
            </a:extLst>
          </p:cNvPr>
          <p:cNvSpPr/>
          <p:nvPr/>
        </p:nvSpPr>
        <p:spPr>
          <a:xfrm>
            <a:off x="909634" y="1734267"/>
            <a:ext cx="1037989" cy="131913"/>
          </a:xfrm>
          <a:custGeom>
            <a:avLst/>
            <a:gdLst>
              <a:gd name="csX0" fmla="*/ 1037989 w 1037989"/>
              <a:gd name="csY0" fmla="*/ 95074 h 131913"/>
              <a:gd name="csX1" fmla="*/ 317661 w 1037989"/>
              <a:gd name="csY1" fmla="*/ 62 h 131913"/>
              <a:gd name="csX2" fmla="*/ 2 w 1037989"/>
              <a:gd name="csY2" fmla="*/ 83644 h 131913"/>
              <a:gd name="csX3" fmla="*/ 319327 w 1037989"/>
              <a:gd name="csY3" fmla="*/ 131745 h 131913"/>
              <a:gd name="csX4" fmla="*/ 1037989 w 1037989"/>
              <a:gd name="csY4" fmla="*/ 95074 h 131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37989" h="131913">
                <a:moveTo>
                  <a:pt x="1037989" y="95074"/>
                </a:moveTo>
                <a:cubicBezTo>
                  <a:pt x="793554" y="44234"/>
                  <a:pt x="490659" y="1967"/>
                  <a:pt x="317661" y="62"/>
                </a:cubicBezTo>
                <a:cubicBezTo>
                  <a:pt x="144663" y="-1843"/>
                  <a:pt x="-593" y="40424"/>
                  <a:pt x="2" y="83644"/>
                </a:cubicBezTo>
                <a:cubicBezTo>
                  <a:pt x="597" y="126864"/>
                  <a:pt x="146329" y="129840"/>
                  <a:pt x="319327" y="131745"/>
                </a:cubicBezTo>
                <a:cubicBezTo>
                  <a:pt x="492325" y="133650"/>
                  <a:pt x="821414" y="119244"/>
                  <a:pt x="1037989" y="95074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B2998CD-F526-0181-43B1-DFF384443EE1}"/>
              </a:ext>
            </a:extLst>
          </p:cNvPr>
          <p:cNvCxnSpPr>
            <a:cxnSpLocks/>
          </p:cNvCxnSpPr>
          <p:nvPr/>
        </p:nvCxnSpPr>
        <p:spPr>
          <a:xfrm flipV="1">
            <a:off x="1178717" y="1367790"/>
            <a:ext cx="0" cy="878205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Ellipse 8">
            <a:extLst>
              <a:ext uri="{FF2B5EF4-FFF2-40B4-BE49-F238E27FC236}">
                <a16:creationId xmlns:a16="http://schemas.microsoft.com/office/drawing/2014/main" id="{286DF4C4-44BB-F2CF-5161-08B954729951}"/>
              </a:ext>
            </a:extLst>
          </p:cNvPr>
          <p:cNvSpPr/>
          <p:nvPr/>
        </p:nvSpPr>
        <p:spPr>
          <a:xfrm>
            <a:off x="1148234" y="1769740"/>
            <a:ext cx="60966" cy="609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0E9BB5-1572-0A53-1DD2-DF0E417C6CA6}"/>
              </a:ext>
            </a:extLst>
          </p:cNvPr>
          <p:cNvSpPr txBox="1"/>
          <p:nvPr/>
        </p:nvSpPr>
        <p:spPr>
          <a:xfrm>
            <a:off x="1178717" y="137300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6F7A848-C81C-9050-3ED9-6BEF272B14CE}"/>
              </a:ext>
            </a:extLst>
          </p:cNvPr>
          <p:cNvSpPr txBox="1"/>
          <p:nvPr/>
        </p:nvSpPr>
        <p:spPr>
          <a:xfrm>
            <a:off x="1178716" y="1950447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9885B1C-6B51-8E65-CAEE-D3131B8F3B07}"/>
              </a:ext>
            </a:extLst>
          </p:cNvPr>
          <p:cNvCxnSpPr>
            <a:cxnSpLocks/>
          </p:cNvCxnSpPr>
          <p:nvPr/>
        </p:nvCxnSpPr>
        <p:spPr>
          <a:xfrm>
            <a:off x="384967" y="1806892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1DBE7CB0-3FF8-13F4-11B7-208E537C6997}"/>
              </a:ext>
            </a:extLst>
          </p:cNvPr>
          <p:cNvSpPr txBox="1"/>
          <p:nvPr/>
        </p:nvSpPr>
        <p:spPr>
          <a:xfrm>
            <a:off x="331737" y="1511500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0763E28-42D2-6170-B2A4-CAC4211FF7C1}"/>
              </a:ext>
            </a:extLst>
          </p:cNvPr>
          <p:cNvSpPr txBox="1"/>
          <p:nvPr/>
        </p:nvSpPr>
        <p:spPr>
          <a:xfrm>
            <a:off x="2208294" y="1090189"/>
            <a:ext cx="1272352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 = |</a:t>
            </a:r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2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|</a:t>
            </a: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endParaRPr lang="de-DE" sz="12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Körper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2132F023-9DD6-EE88-A9B3-AA3AD5D33163}"/>
              </a:ext>
            </a:extLst>
          </p:cNvPr>
          <p:cNvSpPr/>
          <p:nvPr/>
        </p:nvSpPr>
        <p:spPr>
          <a:xfrm>
            <a:off x="2118121" y="2186940"/>
            <a:ext cx="217409" cy="97155"/>
          </a:xfrm>
          <a:custGeom>
            <a:avLst/>
            <a:gdLst>
              <a:gd name="csX0" fmla="*/ 0 w 375285"/>
              <a:gd name="csY0" fmla="*/ 0 h 177297"/>
              <a:gd name="csX1" fmla="*/ 188595 w 375285"/>
              <a:gd name="csY1" fmla="*/ 163830 h 177297"/>
              <a:gd name="csX2" fmla="*/ 375285 w 375285"/>
              <a:gd name="csY2" fmla="*/ 156210 h 1772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75285" h="177297">
                <a:moveTo>
                  <a:pt x="0" y="0"/>
                </a:moveTo>
                <a:cubicBezTo>
                  <a:pt x="63023" y="68897"/>
                  <a:pt x="126047" y="137795"/>
                  <a:pt x="188595" y="163830"/>
                </a:cubicBezTo>
                <a:cubicBezTo>
                  <a:pt x="251143" y="189865"/>
                  <a:pt x="313214" y="173037"/>
                  <a:pt x="375285" y="15621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7A47435-D237-7DE1-ABAF-4BE2E5F86E06}"/>
              </a:ext>
            </a:extLst>
          </p:cNvPr>
          <p:cNvSpPr txBox="1"/>
          <p:nvPr/>
        </p:nvSpPr>
        <p:spPr>
          <a:xfrm>
            <a:off x="2253218" y="2162041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B43743DD-9ACB-7CB4-D1F1-83D274BB9F47}"/>
              </a:ext>
            </a:extLst>
          </p:cNvPr>
          <p:cNvCxnSpPr>
            <a:cxnSpLocks/>
          </p:cNvCxnSpPr>
          <p:nvPr/>
        </p:nvCxnSpPr>
        <p:spPr>
          <a:xfrm>
            <a:off x="1297907" y="156972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BE2C669-1A64-9F14-F9FD-F30FA62ED364}"/>
              </a:ext>
            </a:extLst>
          </p:cNvPr>
          <p:cNvCxnSpPr>
            <a:cxnSpLocks/>
          </p:cNvCxnSpPr>
          <p:nvPr/>
        </p:nvCxnSpPr>
        <p:spPr>
          <a:xfrm>
            <a:off x="1297907" y="2148840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CCF5329-3422-BEB2-FD67-F55801D233E9}"/>
              </a:ext>
            </a:extLst>
          </p:cNvPr>
          <p:cNvCxnSpPr>
            <a:cxnSpLocks/>
          </p:cNvCxnSpPr>
          <p:nvPr/>
        </p:nvCxnSpPr>
        <p:spPr>
          <a:xfrm>
            <a:off x="251901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EA929A1A-89AC-3C09-BBE6-88782F6E9D24}"/>
              </a:ext>
            </a:extLst>
          </p:cNvPr>
          <p:cNvCxnSpPr>
            <a:cxnSpLocks/>
          </p:cNvCxnSpPr>
          <p:nvPr/>
        </p:nvCxnSpPr>
        <p:spPr>
          <a:xfrm>
            <a:off x="3002882" y="1358265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218D696-6151-2C82-5FC6-489B3254D42D}"/>
              </a:ext>
            </a:extLst>
          </p:cNvPr>
          <p:cNvCxnSpPr>
            <a:cxnSpLocks/>
          </p:cNvCxnSpPr>
          <p:nvPr/>
        </p:nvCxnSpPr>
        <p:spPr>
          <a:xfrm>
            <a:off x="507332" y="1708785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582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DDB1C-BBDA-2CED-C5ED-23B774824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EEF1FE8-54E3-FAAE-341C-D6CCBC6A3E48}"/>
              </a:ext>
            </a:extLst>
          </p:cNvPr>
          <p:cNvSpPr/>
          <p:nvPr/>
        </p:nvSpPr>
        <p:spPr>
          <a:xfrm>
            <a:off x="806744" y="1320702"/>
            <a:ext cx="1835943" cy="872429"/>
          </a:xfrm>
          <a:prstGeom prst="rect">
            <a:avLst/>
          </a:prstGeom>
          <a:noFill/>
          <a:ln w="1270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B2C29E-2EDC-F667-2345-14FAAA7362E1}"/>
              </a:ext>
            </a:extLst>
          </p:cNvPr>
          <p:cNvCxnSpPr>
            <a:cxnSpLocks/>
          </p:cNvCxnSpPr>
          <p:nvPr/>
        </p:nvCxnSpPr>
        <p:spPr>
          <a:xfrm>
            <a:off x="1241799" y="2054621"/>
            <a:ext cx="3225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0E33B43-C083-B5B8-593A-6FDDB7E1F665}"/>
              </a:ext>
            </a:extLst>
          </p:cNvPr>
          <p:cNvCxnSpPr>
            <a:cxnSpLocks/>
          </p:cNvCxnSpPr>
          <p:nvPr/>
        </p:nvCxnSpPr>
        <p:spPr>
          <a:xfrm>
            <a:off x="1241799" y="1900068"/>
            <a:ext cx="4419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3ADD4CB1-3F9B-FBA8-2072-D021EC4D49E2}"/>
              </a:ext>
            </a:extLst>
          </p:cNvPr>
          <p:cNvCxnSpPr>
            <a:cxnSpLocks/>
          </p:cNvCxnSpPr>
          <p:nvPr/>
        </p:nvCxnSpPr>
        <p:spPr>
          <a:xfrm>
            <a:off x="1241799" y="1745513"/>
            <a:ext cx="50038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FA6542E-217B-4C1F-6D23-50BDFF3B982D}"/>
              </a:ext>
            </a:extLst>
          </p:cNvPr>
          <p:cNvCxnSpPr>
            <a:cxnSpLocks/>
          </p:cNvCxnSpPr>
          <p:nvPr/>
        </p:nvCxnSpPr>
        <p:spPr>
          <a:xfrm>
            <a:off x="1241799" y="1590958"/>
            <a:ext cx="52832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EF97753-1734-D219-373A-9DBDA573ED12}"/>
              </a:ext>
            </a:extLst>
          </p:cNvPr>
          <p:cNvCxnSpPr>
            <a:cxnSpLocks/>
          </p:cNvCxnSpPr>
          <p:nvPr/>
        </p:nvCxnSpPr>
        <p:spPr>
          <a:xfrm>
            <a:off x="1241799" y="1436403"/>
            <a:ext cx="54356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A9EE248-2314-243D-9B3A-074978F623FC}"/>
              </a:ext>
            </a:extLst>
          </p:cNvPr>
          <p:cNvCxnSpPr>
            <a:cxnSpLocks/>
          </p:cNvCxnSpPr>
          <p:nvPr/>
        </p:nvCxnSpPr>
        <p:spPr>
          <a:xfrm>
            <a:off x="1241799" y="1281848"/>
            <a:ext cx="54864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5FAF9D8E-32A1-CCB4-24E6-EEBCDFC337AE}"/>
              </a:ext>
            </a:extLst>
          </p:cNvPr>
          <p:cNvSpPr/>
          <p:nvPr/>
        </p:nvSpPr>
        <p:spPr>
          <a:xfrm>
            <a:off x="1244339" y="1195308"/>
            <a:ext cx="546100" cy="100076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0E25042D-7B4C-80BE-E2BC-0E88EB000337}"/>
              </a:ext>
            </a:extLst>
          </p:cNvPr>
          <p:cNvCxnSpPr>
            <a:cxnSpLocks/>
          </p:cNvCxnSpPr>
          <p:nvPr/>
        </p:nvCxnSpPr>
        <p:spPr>
          <a:xfrm flipV="1">
            <a:off x="1241799" y="1200388"/>
            <a:ext cx="0" cy="992743"/>
          </a:xfrm>
          <a:prstGeom prst="line">
            <a:avLst/>
          </a:prstGeom>
          <a:ln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D959A433-CFDC-E748-9D3C-DEE89E321806}"/>
              </a:ext>
            </a:extLst>
          </p:cNvPr>
          <p:cNvSpPr/>
          <p:nvPr/>
        </p:nvSpPr>
        <p:spPr>
          <a:xfrm>
            <a:off x="338829" y="2193133"/>
            <a:ext cx="2771775" cy="2743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C17D54C-95F2-D764-231F-FD2390E7B3EE}"/>
              </a:ext>
            </a:extLst>
          </p:cNvPr>
          <p:cNvCxnSpPr>
            <a:cxnSpLocks/>
          </p:cNvCxnSpPr>
          <p:nvPr/>
        </p:nvCxnSpPr>
        <p:spPr>
          <a:xfrm flipH="1">
            <a:off x="347878" y="2193132"/>
            <a:ext cx="275391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4EA27D7-981C-FBC1-352B-60D2DA994899}"/>
              </a:ext>
            </a:extLst>
          </p:cNvPr>
          <p:cNvCxnSpPr>
            <a:cxnSpLocks/>
          </p:cNvCxnSpPr>
          <p:nvPr/>
        </p:nvCxnSpPr>
        <p:spPr>
          <a:xfrm>
            <a:off x="222066" y="1767601"/>
            <a:ext cx="384810" cy="0"/>
          </a:xfrm>
          <a:prstGeom prst="straightConnector1">
            <a:avLst/>
          </a:prstGeom>
          <a:ln cap="rnd">
            <a:solidFill>
              <a:srgbClr val="0070C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3CD8FB0-2D10-7876-68D4-F6F46204BB2A}"/>
              </a:ext>
            </a:extLst>
          </p:cNvPr>
          <p:cNvSpPr txBox="1"/>
          <p:nvPr/>
        </p:nvSpPr>
        <p:spPr>
          <a:xfrm>
            <a:off x="168836" y="1472209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3096510-EB3A-921A-E183-57DC4954D69D}"/>
              </a:ext>
            </a:extLst>
          </p:cNvPr>
          <p:cNvCxnSpPr>
            <a:cxnSpLocks/>
          </p:cNvCxnSpPr>
          <p:nvPr/>
        </p:nvCxnSpPr>
        <p:spPr>
          <a:xfrm>
            <a:off x="344431" y="1669494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6892FFB6-5F8C-EC69-26AD-40E4265D5319}"/>
              </a:ext>
            </a:extLst>
          </p:cNvPr>
          <p:cNvSpPr txBox="1"/>
          <p:nvPr/>
        </p:nvSpPr>
        <p:spPr>
          <a:xfrm>
            <a:off x="1292494" y="1039641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200" baseline="-25000" dirty="0">
              <a:solidFill>
                <a:srgbClr val="0070C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C5A879F-CB0C-C8BF-232B-BCF82E4F4D30}"/>
              </a:ext>
            </a:extLst>
          </p:cNvPr>
          <p:cNvCxnSpPr>
            <a:cxnSpLocks/>
          </p:cNvCxnSpPr>
          <p:nvPr/>
        </p:nvCxnSpPr>
        <p:spPr>
          <a:xfrm>
            <a:off x="1468089" y="1236926"/>
            <a:ext cx="73693" cy="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774666BB-A26E-A7B3-2CD7-A23FD36D939B}"/>
              </a:ext>
            </a:extLst>
          </p:cNvPr>
          <p:cNvSpPr txBox="1"/>
          <p:nvPr/>
        </p:nvSpPr>
        <p:spPr>
          <a:xfrm>
            <a:off x="2045072" y="1101322"/>
            <a:ext cx="10217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Kontrollvolumen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A481870B-10F4-C95E-309E-A3EE795BCDD3}"/>
              </a:ext>
            </a:extLst>
          </p:cNvPr>
          <p:cNvSpPr/>
          <p:nvPr/>
        </p:nvSpPr>
        <p:spPr>
          <a:xfrm>
            <a:off x="1990464" y="1204198"/>
            <a:ext cx="152400" cy="110490"/>
          </a:xfrm>
          <a:custGeom>
            <a:avLst/>
            <a:gdLst>
              <a:gd name="csX0" fmla="*/ 0 w 152400"/>
              <a:gd name="csY0" fmla="*/ 110490 h 110490"/>
              <a:gd name="csX1" fmla="*/ 66675 w 152400"/>
              <a:gd name="csY1" fmla="*/ 24765 h 110490"/>
              <a:gd name="csX2" fmla="*/ 152400 w 152400"/>
              <a:gd name="csY2" fmla="*/ 0 h 110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2400" h="110490">
                <a:moveTo>
                  <a:pt x="0" y="110490"/>
                </a:moveTo>
                <a:cubicBezTo>
                  <a:pt x="20637" y="76835"/>
                  <a:pt x="41275" y="43180"/>
                  <a:pt x="66675" y="24765"/>
                </a:cubicBezTo>
                <a:cubicBezTo>
                  <a:pt x="92075" y="6350"/>
                  <a:pt x="122237" y="3175"/>
                  <a:pt x="152400" y="0"/>
                </a:cubicBezTo>
              </a:path>
            </a:pathLst>
          </a:custGeom>
          <a:noFill/>
          <a:ln w="952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B9B3B3D-B791-EC16-3BF7-BA6B4E39FE1C}"/>
              </a:ext>
            </a:extLst>
          </p:cNvPr>
          <p:cNvCxnSpPr>
            <a:cxnSpLocks/>
          </p:cNvCxnSpPr>
          <p:nvPr/>
        </p:nvCxnSpPr>
        <p:spPr>
          <a:xfrm flipH="1">
            <a:off x="1863688" y="214860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C1AF063-5E2E-B08C-C340-247974604256}"/>
              </a:ext>
            </a:extLst>
          </p:cNvPr>
          <p:cNvSpPr txBox="1"/>
          <p:nvPr/>
        </p:nvSpPr>
        <p:spPr>
          <a:xfrm>
            <a:off x="1896909" y="1874142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A1E36F9E-6C3D-D63D-DF16-139E78EE8A74}"/>
              </a:ext>
            </a:extLst>
          </p:cNvPr>
          <p:cNvCxnSpPr>
            <a:cxnSpLocks/>
          </p:cNvCxnSpPr>
          <p:nvPr/>
        </p:nvCxnSpPr>
        <p:spPr>
          <a:xfrm>
            <a:off x="2016099" y="2070861"/>
            <a:ext cx="100363" cy="0"/>
          </a:xfrm>
          <a:prstGeom prst="line">
            <a:avLst/>
          </a:prstGeom>
          <a:ln w="6350"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6B092FF6-0E4B-CE93-D326-054DA825D96C}"/>
              </a:ext>
            </a:extLst>
          </p:cNvPr>
          <p:cNvSpPr txBox="1"/>
          <p:nvPr/>
        </p:nvSpPr>
        <p:spPr>
          <a:xfrm>
            <a:off x="936144" y="2203153"/>
            <a:ext cx="712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Wand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9C918C7-88A2-038F-48A9-F6E3BE6827F2}"/>
              </a:ext>
            </a:extLst>
          </p:cNvPr>
          <p:cNvCxnSpPr>
            <a:cxnSpLocks/>
          </p:cNvCxnSpPr>
          <p:nvPr/>
        </p:nvCxnSpPr>
        <p:spPr>
          <a:xfrm flipH="1">
            <a:off x="1983068" y="2242581"/>
            <a:ext cx="40132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541F987B-E43A-F82C-62F5-6391CEC10110}"/>
              </a:ext>
            </a:extLst>
          </p:cNvPr>
          <p:cNvSpPr txBox="1"/>
          <p:nvPr/>
        </p:nvSpPr>
        <p:spPr>
          <a:xfrm>
            <a:off x="2529976" y="1429047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das Fluid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9" name="Freihandform: Form 48">
            <a:extLst>
              <a:ext uri="{FF2B5EF4-FFF2-40B4-BE49-F238E27FC236}">
                <a16:creationId xmlns:a16="http://schemas.microsoft.com/office/drawing/2014/main" id="{5B49D90A-BBD9-2B96-3603-43F5B9050704}"/>
              </a:ext>
            </a:extLst>
          </p:cNvPr>
          <p:cNvSpPr/>
          <p:nvPr/>
        </p:nvSpPr>
        <p:spPr>
          <a:xfrm>
            <a:off x="2170486" y="1536701"/>
            <a:ext cx="566658" cy="386079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C569DF0-AB53-26E0-15DA-5BCBAAB80B60}"/>
              </a:ext>
            </a:extLst>
          </p:cNvPr>
          <p:cNvSpPr txBox="1"/>
          <p:nvPr/>
        </p:nvSpPr>
        <p:spPr>
          <a:xfrm>
            <a:off x="319730" y="2394049"/>
            <a:ext cx="277772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Actio = </a:t>
            </a:r>
            <a:r>
              <a:rPr lang="de-DE" sz="12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Reactio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       Fluid </a:t>
            </a:r>
            <a:r>
              <a:rPr lang="de-DE" sz="12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⇔</a:t>
            </a:r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Wand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EFF01B52-DFCB-6DCB-BD2B-7CAFBC0B6595}"/>
              </a:ext>
            </a:extLst>
          </p:cNvPr>
          <p:cNvSpPr txBox="1"/>
          <p:nvPr/>
        </p:nvSpPr>
        <p:spPr>
          <a:xfrm>
            <a:off x="2578735" y="1814323"/>
            <a:ext cx="102171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Schubkraft</a:t>
            </a:r>
          </a:p>
          <a:p>
            <a:pPr algn="ctr"/>
            <a:r>
              <a:rPr lang="de-DE" sz="8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auf Wand</a:t>
            </a:r>
            <a:endParaRPr lang="de-DE" sz="8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4009DD3-70B4-9D94-F781-36588EF7B1D0}"/>
              </a:ext>
            </a:extLst>
          </p:cNvPr>
          <p:cNvSpPr/>
          <p:nvPr/>
        </p:nvSpPr>
        <p:spPr>
          <a:xfrm>
            <a:off x="2386385" y="1972228"/>
            <a:ext cx="401319" cy="245192"/>
          </a:xfrm>
          <a:custGeom>
            <a:avLst/>
            <a:gdLst>
              <a:gd name="csX0" fmla="*/ 0 w 533400"/>
              <a:gd name="csY0" fmla="*/ 236220 h 236220"/>
              <a:gd name="csX1" fmla="*/ 223520 w 533400"/>
              <a:gd name="csY1" fmla="*/ 63500 h 236220"/>
              <a:gd name="csX2" fmla="*/ 533400 w 533400"/>
              <a:gd name="csY2" fmla="*/ 0 h 2362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400" h="236220">
                <a:moveTo>
                  <a:pt x="0" y="236220"/>
                </a:moveTo>
                <a:cubicBezTo>
                  <a:pt x="67310" y="169545"/>
                  <a:pt x="134620" y="102870"/>
                  <a:pt x="223520" y="63500"/>
                </a:cubicBezTo>
                <a:cubicBezTo>
                  <a:pt x="312420" y="24130"/>
                  <a:pt x="422910" y="12065"/>
                  <a:pt x="533400" y="0"/>
                </a:cubicBezTo>
              </a:path>
            </a:pathLst>
          </a:custGeom>
          <a:noFill/>
          <a:ln w="9525"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2609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7C9B2-6F40-2487-74BB-BFB9D5B8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092BD284-703D-C949-9341-2A821A7DC3DB}"/>
              </a:ext>
            </a:extLst>
          </p:cNvPr>
          <p:cNvSpPr/>
          <p:nvPr/>
        </p:nvSpPr>
        <p:spPr>
          <a:xfrm>
            <a:off x="650080" y="650081"/>
            <a:ext cx="2300290" cy="2300288"/>
          </a:xfrm>
          <a:prstGeom prst="ellipse">
            <a:avLst/>
          </a:prstGeom>
          <a:solidFill>
            <a:schemeClr val="tx2">
              <a:lumMod val="75000"/>
              <a:lumOff val="25000"/>
              <a:alpha val="3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1E6B04C0-3255-B23E-A6CF-F9CA9A275473}"/>
              </a:ext>
            </a:extLst>
          </p:cNvPr>
          <p:cNvSpPr/>
          <p:nvPr/>
        </p:nvSpPr>
        <p:spPr>
          <a:xfrm>
            <a:off x="1028699" y="1028700"/>
            <a:ext cx="1543052" cy="1543050"/>
          </a:xfrm>
          <a:prstGeom prst="ellipse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4548968-C1B2-50B7-EA78-511C2D39DA8C}"/>
              </a:ext>
            </a:extLst>
          </p:cNvPr>
          <p:cNvSpPr/>
          <p:nvPr/>
        </p:nvSpPr>
        <p:spPr>
          <a:xfrm>
            <a:off x="1762124" y="1762126"/>
            <a:ext cx="76202" cy="7619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CE74CBC-975A-586A-A8CD-113158C28F67}"/>
              </a:ext>
            </a:extLst>
          </p:cNvPr>
          <p:cNvCxnSpPr>
            <a:cxnSpLocks/>
          </p:cNvCxnSpPr>
          <p:nvPr/>
        </p:nvCxnSpPr>
        <p:spPr>
          <a:xfrm flipH="1">
            <a:off x="1030605" y="1800225"/>
            <a:ext cx="769620" cy="0"/>
          </a:xfrm>
          <a:prstGeom prst="straightConnector1">
            <a:avLst/>
          </a:prstGeom>
          <a:ln w="15875" cap="rnd">
            <a:round/>
            <a:headEnd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6760A96-D8C7-39FB-B84E-2C699AB7E234}"/>
              </a:ext>
            </a:extLst>
          </p:cNvPr>
          <p:cNvCxnSpPr>
            <a:cxnSpLocks/>
          </p:cNvCxnSpPr>
          <p:nvPr/>
        </p:nvCxnSpPr>
        <p:spPr>
          <a:xfrm flipH="1">
            <a:off x="649605" y="1800225"/>
            <a:ext cx="379094" cy="0"/>
          </a:xfrm>
          <a:prstGeom prst="straightConnector1">
            <a:avLst/>
          </a:prstGeom>
          <a:ln w="15875" cap="rnd">
            <a:round/>
            <a:headEnd type="triangl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E7D57EE9-C696-E831-9CEB-A2DFBC784AFA}"/>
              </a:ext>
            </a:extLst>
          </p:cNvPr>
          <p:cNvSpPr txBox="1"/>
          <p:nvPr/>
        </p:nvSpPr>
        <p:spPr>
          <a:xfrm>
            <a:off x="702575" y="1541980"/>
            <a:ext cx="28802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238B7B2-AD94-33DC-128C-BEB7198A4FA7}"/>
              </a:ext>
            </a:extLst>
          </p:cNvPr>
          <p:cNvSpPr txBox="1"/>
          <p:nvPr/>
        </p:nvSpPr>
        <p:spPr>
          <a:xfrm>
            <a:off x="1284791" y="1541979"/>
            <a:ext cx="3433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2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30B60BF-6856-6D1B-DEFF-95BBFDEA8DC2}"/>
              </a:ext>
            </a:extLst>
          </p:cNvPr>
          <p:cNvSpPr txBox="1"/>
          <p:nvPr/>
        </p:nvSpPr>
        <p:spPr>
          <a:xfrm>
            <a:off x="2625436" y="749638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1" name="Bogen 20">
            <a:extLst>
              <a:ext uri="{FF2B5EF4-FFF2-40B4-BE49-F238E27FC236}">
                <a16:creationId xmlns:a16="http://schemas.microsoft.com/office/drawing/2014/main" id="{B23BFAC8-960D-CC7F-A549-67BBE4F74A3A}"/>
              </a:ext>
            </a:extLst>
          </p:cNvPr>
          <p:cNvSpPr/>
          <p:nvPr/>
        </p:nvSpPr>
        <p:spPr>
          <a:xfrm>
            <a:off x="544830" y="544830"/>
            <a:ext cx="2510790" cy="2510790"/>
          </a:xfrm>
          <a:prstGeom prst="arc">
            <a:avLst>
              <a:gd name="adj1" fmla="val 18319024"/>
              <a:gd name="adj2" fmla="val 1999890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25C8DA70-0C54-BA24-7479-EE409F6DCAB2}"/>
              </a:ext>
            </a:extLst>
          </p:cNvPr>
          <p:cNvSpPr/>
          <p:nvPr/>
        </p:nvSpPr>
        <p:spPr>
          <a:xfrm>
            <a:off x="958850" y="958850"/>
            <a:ext cx="1682750" cy="1682750"/>
          </a:xfrm>
          <a:prstGeom prst="arc">
            <a:avLst>
              <a:gd name="adj1" fmla="val 1303464"/>
              <a:gd name="adj2" fmla="val 3460986"/>
            </a:avLst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6F1A1CA-E306-330D-3D60-F1C1570A35A6}"/>
              </a:ext>
            </a:extLst>
          </p:cNvPr>
          <p:cNvSpPr txBox="1"/>
          <p:nvPr/>
        </p:nvSpPr>
        <p:spPr>
          <a:xfrm>
            <a:off x="2372921" y="2263973"/>
            <a:ext cx="40824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r>
              <a:rPr lang="de-DE" sz="1400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9119DA7-D656-4799-4985-D6E437AD6669}"/>
              </a:ext>
            </a:extLst>
          </p:cNvPr>
          <p:cNvCxnSpPr>
            <a:cxnSpLocks/>
            <a:stCxn id="2" idx="0"/>
            <a:endCxn id="4" idx="0"/>
          </p:cNvCxnSpPr>
          <p:nvPr/>
        </p:nvCxnSpPr>
        <p:spPr>
          <a:xfrm flipV="1">
            <a:off x="1800225" y="650081"/>
            <a:ext cx="0" cy="378619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C8E6AEF-BF7C-1B79-573B-30D0A9B8CB8E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1800225" y="653415"/>
            <a:ext cx="375285" cy="375285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B9631579-6B20-E5C1-E588-9BFF3A9C3F4B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1800225" y="650081"/>
            <a:ext cx="38290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B2B24CB7-B560-1DB8-9173-4C7DE769F3C5}"/>
              </a:ext>
            </a:extLst>
          </p:cNvPr>
          <p:cNvCxnSpPr>
            <a:cxnSpLocks/>
          </p:cNvCxnSpPr>
          <p:nvPr/>
        </p:nvCxnSpPr>
        <p:spPr>
          <a:xfrm flipH="1">
            <a:off x="1800225" y="751046"/>
            <a:ext cx="27813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E43B868-D4F8-C53F-C13D-ABF0EAF4B517}"/>
              </a:ext>
            </a:extLst>
          </p:cNvPr>
          <p:cNvCxnSpPr>
            <a:cxnSpLocks/>
          </p:cNvCxnSpPr>
          <p:nvPr/>
        </p:nvCxnSpPr>
        <p:spPr>
          <a:xfrm flipH="1">
            <a:off x="1800225" y="848201"/>
            <a:ext cx="180975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D712309-264B-8517-3761-24F4E65B2318}"/>
              </a:ext>
            </a:extLst>
          </p:cNvPr>
          <p:cNvCxnSpPr>
            <a:cxnSpLocks/>
          </p:cNvCxnSpPr>
          <p:nvPr/>
        </p:nvCxnSpPr>
        <p:spPr>
          <a:xfrm flipH="1">
            <a:off x="1800225" y="943451"/>
            <a:ext cx="91440" cy="0"/>
          </a:xfrm>
          <a:prstGeom prst="line">
            <a:avLst/>
          </a:prstGeom>
          <a:ln w="15875" cap="rnd">
            <a:solidFill>
              <a:schemeClr val="accent1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A69406BC-FB00-740E-92CC-EC6CD3CAE18F}"/>
              </a:ext>
            </a:extLst>
          </p:cNvPr>
          <p:cNvSpPr txBox="1"/>
          <p:nvPr/>
        </p:nvSpPr>
        <p:spPr>
          <a:xfrm>
            <a:off x="1743075" y="344924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baseline="-25000" dirty="0" err="1">
                <a:solidFill>
                  <a:schemeClr val="accent1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200" baseline="-25000" dirty="0">
              <a:solidFill>
                <a:schemeClr val="accent1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F3FF2AE-28DF-567E-FADE-6A292EA82A18}"/>
              </a:ext>
            </a:extLst>
          </p:cNvPr>
          <p:cNvSpPr txBox="1"/>
          <p:nvPr/>
        </p:nvSpPr>
        <p:spPr>
          <a:xfrm>
            <a:off x="1666241" y="1485423"/>
            <a:ext cx="4210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605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57FE-FA90-5ACE-877D-86AD85AD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CF7CDAD7-DC03-A202-FA27-1BBA075FF1E2}"/>
              </a:ext>
            </a:extLst>
          </p:cNvPr>
          <p:cNvSpPr/>
          <p:nvPr/>
        </p:nvSpPr>
        <p:spPr>
          <a:xfrm rot="16200000">
            <a:off x="1382613" y="920748"/>
            <a:ext cx="923316" cy="2464619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F6DF08A2-F728-5E20-D9C6-F7882D5D3E4C}"/>
              </a:ext>
            </a:extLst>
          </p:cNvPr>
          <p:cNvCxnSpPr>
            <a:cxnSpLocks/>
          </p:cNvCxnSpPr>
          <p:nvPr/>
        </p:nvCxnSpPr>
        <p:spPr>
          <a:xfrm flipH="1">
            <a:off x="611961" y="1691401"/>
            <a:ext cx="2456044" cy="460773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88205F05-0B8B-B389-D228-C3AC13B41E34}"/>
              </a:ext>
            </a:extLst>
          </p:cNvPr>
          <p:cNvCxnSpPr>
            <a:cxnSpLocks/>
          </p:cNvCxnSpPr>
          <p:nvPr/>
        </p:nvCxnSpPr>
        <p:spPr>
          <a:xfrm flipH="1" flipV="1">
            <a:off x="611961" y="2152174"/>
            <a:ext cx="2456996" cy="461486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65FEBBCF-5459-5A08-179C-D4142BD548DC}"/>
              </a:ext>
            </a:extLst>
          </p:cNvPr>
          <p:cNvSpPr/>
          <p:nvPr/>
        </p:nvSpPr>
        <p:spPr>
          <a:xfrm>
            <a:off x="611507" y="1321435"/>
            <a:ext cx="2457450" cy="828675"/>
          </a:xfrm>
          <a:custGeom>
            <a:avLst/>
            <a:gdLst>
              <a:gd name="csX0" fmla="*/ 0 w 2457450"/>
              <a:gd name="csY0" fmla="*/ 828675 h 828675"/>
              <a:gd name="csX1" fmla="*/ 826770 w 2457450"/>
              <a:gd name="csY1" fmla="*/ 415290 h 828675"/>
              <a:gd name="csX2" fmla="*/ 2457450 w 2457450"/>
              <a:gd name="csY2" fmla="*/ 0 h 8286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57450" h="828675">
                <a:moveTo>
                  <a:pt x="0" y="828675"/>
                </a:moveTo>
                <a:cubicBezTo>
                  <a:pt x="154305" y="704373"/>
                  <a:pt x="417195" y="553402"/>
                  <a:pt x="826770" y="415290"/>
                </a:cubicBezTo>
                <a:cubicBezTo>
                  <a:pt x="1236345" y="277177"/>
                  <a:pt x="2094230" y="74295"/>
                  <a:pt x="245745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A5A3969-E0EB-3662-0A48-4418EEA49AA0}"/>
              </a:ext>
            </a:extLst>
          </p:cNvPr>
          <p:cNvCxnSpPr>
            <a:cxnSpLocks/>
          </p:cNvCxnSpPr>
          <p:nvPr/>
        </p:nvCxnSpPr>
        <p:spPr>
          <a:xfrm flipV="1">
            <a:off x="2219768" y="1707464"/>
            <a:ext cx="287214" cy="54104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ECE35229-8E43-BBBF-CCA4-EBCB77A7D9F2}"/>
              </a:ext>
            </a:extLst>
          </p:cNvPr>
          <p:cNvSpPr/>
          <p:nvPr/>
        </p:nvSpPr>
        <p:spPr>
          <a:xfrm rot="20959920">
            <a:off x="2200564" y="1469915"/>
            <a:ext cx="384395" cy="344240"/>
          </a:xfrm>
          <a:custGeom>
            <a:avLst/>
            <a:gdLst>
              <a:gd name="csX0" fmla="*/ 0 w 546100"/>
              <a:gd name="csY0" fmla="*/ 1000760 h 1000760"/>
              <a:gd name="csX1" fmla="*/ 340360 w 546100"/>
              <a:gd name="csY1" fmla="*/ 843280 h 1000760"/>
              <a:gd name="csX2" fmla="*/ 508000 w 546100"/>
              <a:gd name="csY2" fmla="*/ 505460 h 1000760"/>
              <a:gd name="csX3" fmla="*/ 546100 w 546100"/>
              <a:gd name="csY3" fmla="*/ 0 h 10007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6100" h="1000760">
                <a:moveTo>
                  <a:pt x="0" y="1000760"/>
                </a:moveTo>
                <a:cubicBezTo>
                  <a:pt x="102235" y="976418"/>
                  <a:pt x="255693" y="925830"/>
                  <a:pt x="340360" y="843280"/>
                </a:cubicBezTo>
                <a:cubicBezTo>
                  <a:pt x="425027" y="760730"/>
                  <a:pt x="479637" y="643890"/>
                  <a:pt x="508000" y="505460"/>
                </a:cubicBezTo>
                <a:cubicBezTo>
                  <a:pt x="536363" y="367030"/>
                  <a:pt x="543771" y="189865"/>
                  <a:pt x="546100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31769634-BAC8-FCE2-B059-3695186CCBC1}"/>
              </a:ext>
            </a:extLst>
          </p:cNvPr>
          <p:cNvCxnSpPr>
            <a:cxnSpLocks/>
          </p:cNvCxnSpPr>
          <p:nvPr/>
        </p:nvCxnSpPr>
        <p:spPr>
          <a:xfrm flipH="1" flipV="1">
            <a:off x="2173192" y="1528392"/>
            <a:ext cx="59517" cy="315952"/>
          </a:xfrm>
          <a:prstGeom prst="line">
            <a:avLst/>
          </a:prstGeom>
          <a:ln w="1270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0A70FC3-D205-7E20-E74C-FBCB91582100}"/>
              </a:ext>
            </a:extLst>
          </p:cNvPr>
          <p:cNvCxnSpPr>
            <a:cxnSpLocks/>
          </p:cNvCxnSpPr>
          <p:nvPr/>
        </p:nvCxnSpPr>
        <p:spPr>
          <a:xfrm flipV="1">
            <a:off x="2210769" y="1625476"/>
            <a:ext cx="344473" cy="64891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B0C6A01-622F-A848-BECD-299C88ECEBE4}"/>
              </a:ext>
            </a:extLst>
          </p:cNvPr>
          <p:cNvCxnSpPr>
            <a:cxnSpLocks/>
          </p:cNvCxnSpPr>
          <p:nvPr/>
        </p:nvCxnSpPr>
        <p:spPr>
          <a:xfrm flipV="1">
            <a:off x="2195646" y="1553856"/>
            <a:ext cx="374717" cy="70588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D2132-240C-DA4F-FDBD-789AA0966E3C}"/>
              </a:ext>
            </a:extLst>
          </p:cNvPr>
          <p:cNvCxnSpPr>
            <a:cxnSpLocks/>
          </p:cNvCxnSpPr>
          <p:nvPr/>
        </p:nvCxnSpPr>
        <p:spPr>
          <a:xfrm flipV="1">
            <a:off x="2182183" y="1486671"/>
            <a:ext cx="378139" cy="71233"/>
          </a:xfrm>
          <a:prstGeom prst="straightConnector1">
            <a:avLst/>
          </a:prstGeom>
          <a:ln w="12700" cap="rnd">
            <a:solidFill>
              <a:srgbClr val="0070C0"/>
            </a:solidFill>
            <a:round/>
            <a:headEnd type="none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7BE9AF52-ED30-F851-2644-8580232B8CE6}"/>
              </a:ext>
            </a:extLst>
          </p:cNvPr>
          <p:cNvSpPr txBox="1"/>
          <p:nvPr/>
        </p:nvSpPr>
        <p:spPr>
          <a:xfrm>
            <a:off x="2094135" y="1099670"/>
            <a:ext cx="4400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200" i="1" baseline="-25000" dirty="0" err="1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1200" i="1" baseline="-25000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9FC3FA97-2FB5-4EDD-E475-0CAD3A8279EB}"/>
              </a:ext>
            </a:extLst>
          </p:cNvPr>
          <p:cNvCxnSpPr>
            <a:cxnSpLocks/>
          </p:cNvCxnSpPr>
          <p:nvPr/>
        </p:nvCxnSpPr>
        <p:spPr>
          <a:xfrm flipH="1" flipV="1">
            <a:off x="2128094" y="1282482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E5A67DD-0777-8FD8-86B7-21887354157A}"/>
              </a:ext>
            </a:extLst>
          </p:cNvPr>
          <p:cNvCxnSpPr>
            <a:cxnSpLocks/>
          </p:cNvCxnSpPr>
          <p:nvPr/>
        </p:nvCxnSpPr>
        <p:spPr>
          <a:xfrm flipH="1" flipV="1">
            <a:off x="2504065" y="1199220"/>
            <a:ext cx="47270" cy="25094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01048B0A-DFF1-A53E-5217-2A9CA13C0367}"/>
              </a:ext>
            </a:extLst>
          </p:cNvPr>
          <p:cNvGrpSpPr/>
          <p:nvPr/>
        </p:nvGrpSpPr>
        <p:grpSpPr>
          <a:xfrm rot="20966550">
            <a:off x="475374" y="1419231"/>
            <a:ext cx="1097593" cy="722307"/>
            <a:chOff x="1172591" y="1273167"/>
            <a:chExt cx="1097593" cy="722307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A9478570-3591-B7C9-1E60-B9B404566070}"/>
                </a:ext>
              </a:extLst>
            </p:cNvPr>
            <p:cNvCxnSpPr>
              <a:cxnSpLocks/>
            </p:cNvCxnSpPr>
            <p:nvPr/>
          </p:nvCxnSpPr>
          <p:spPr>
            <a:xfrm rot="633450" flipH="1" flipV="1">
              <a:off x="1190595" y="1341608"/>
              <a:ext cx="107011" cy="574164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66C0B6DC-A6F2-7F36-A756-01D09AAF4771}"/>
                </a:ext>
              </a:extLst>
            </p:cNvPr>
            <p:cNvCxnSpPr>
              <a:cxnSpLocks/>
            </p:cNvCxnSpPr>
            <p:nvPr/>
          </p:nvCxnSpPr>
          <p:spPr>
            <a:xfrm rot="633450" flipV="1">
              <a:off x="1251008" y="1845957"/>
              <a:ext cx="802226" cy="149517"/>
            </a:xfrm>
            <a:prstGeom prst="line">
              <a:avLst/>
            </a:prstGeom>
            <a:ln w="12700" cap="rnd">
              <a:solidFill>
                <a:schemeClr val="accent5">
                  <a:lumMod val="75000"/>
                </a:schemeClr>
              </a:solidFill>
              <a:round/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43E5C66-1BEB-E77B-F33C-9F124415F49E}"/>
                </a:ext>
              </a:extLst>
            </p:cNvPr>
            <p:cNvSpPr txBox="1"/>
            <p:nvPr/>
          </p:nvSpPr>
          <p:spPr>
            <a:xfrm rot="633450">
              <a:off x="1861935" y="1654012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EF961584-3EE6-F092-2ECD-498845C55186}"/>
                </a:ext>
              </a:extLst>
            </p:cNvPr>
            <p:cNvSpPr txBox="1"/>
            <p:nvPr/>
          </p:nvSpPr>
          <p:spPr>
            <a:xfrm rot="633450">
              <a:off x="1172591" y="1273167"/>
              <a:ext cx="408249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>
                  <a:solidFill>
                    <a:schemeClr val="accent5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200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C8468587-0A19-E294-B76D-7D3D0C57961A}"/>
                </a:ext>
              </a:extLst>
            </p:cNvPr>
            <p:cNvSpPr/>
            <p:nvPr/>
          </p:nvSpPr>
          <p:spPr>
            <a:xfrm flipH="1" flipV="1">
              <a:off x="1213946" y="1889154"/>
              <a:ext cx="63820" cy="6382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48" name="Bogen 47">
            <a:extLst>
              <a:ext uri="{FF2B5EF4-FFF2-40B4-BE49-F238E27FC236}">
                <a16:creationId xmlns:a16="http://schemas.microsoft.com/office/drawing/2014/main" id="{EED48409-DC30-EC54-AB00-0F84A4CC8AD7}"/>
              </a:ext>
            </a:extLst>
          </p:cNvPr>
          <p:cNvSpPr/>
          <p:nvPr/>
        </p:nvSpPr>
        <p:spPr>
          <a:xfrm>
            <a:off x="-456313" y="1090874"/>
            <a:ext cx="2128950" cy="2128950"/>
          </a:xfrm>
          <a:prstGeom prst="arc">
            <a:avLst>
              <a:gd name="adj1" fmla="val 20975646"/>
              <a:gd name="adj2" fmla="val 624477"/>
            </a:avLst>
          </a:prstGeom>
          <a:ln w="12700" cap="rnd">
            <a:solidFill>
              <a:schemeClr val="accent5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39370EAD-45B1-AA2D-FA41-E358D257B7F3}"/>
              </a:ext>
            </a:extLst>
          </p:cNvPr>
          <p:cNvSpPr txBox="1"/>
          <p:nvPr/>
        </p:nvSpPr>
        <p:spPr>
          <a:xfrm>
            <a:off x="1473798" y="2054092"/>
            <a:ext cx="67589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θ</a:t>
            </a:r>
            <a:endParaRPr lang="de-DE" sz="1400" baseline="-25000" dirty="0">
              <a:solidFill>
                <a:schemeClr val="accent5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0941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16EA2-E150-255D-7E35-C4A1D2EA0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732BD507-B10B-2D65-19DD-893BFD47EA0C}"/>
              </a:ext>
            </a:extLst>
          </p:cNvPr>
          <p:cNvGrpSpPr/>
          <p:nvPr/>
        </p:nvGrpSpPr>
        <p:grpSpPr>
          <a:xfrm>
            <a:off x="543560" y="1081683"/>
            <a:ext cx="2735421" cy="1357788"/>
            <a:chOff x="569119" y="1081683"/>
            <a:chExt cx="2709862" cy="1357788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9584D681-A61A-2C2A-9F5D-A08D940F3C62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081683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EDBE5621-3B2A-163B-AE56-FCEC03472587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35324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F5A0578-0706-B5D3-EF77-A44D88BEC31E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624799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3FCF8EFA-F0A0-6766-202A-95903F37C096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1896357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D66ECB39-1598-17F4-63B8-24837535828F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167915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9963BE96-21F3-C4B8-89C7-ECC8636FF1AD}"/>
                </a:ext>
              </a:extLst>
            </p:cNvPr>
            <p:cNvCxnSpPr>
              <a:cxnSpLocks/>
            </p:cNvCxnSpPr>
            <p:nvPr/>
          </p:nvCxnSpPr>
          <p:spPr>
            <a:xfrm>
              <a:off x="569119" y="2439471"/>
              <a:ext cx="2709862" cy="0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3CD99CED-5096-80E0-3838-2F9C3F8D6FF9}"/>
              </a:ext>
            </a:extLst>
          </p:cNvPr>
          <p:cNvGrpSpPr/>
          <p:nvPr/>
        </p:nvGrpSpPr>
        <p:grpSpPr>
          <a:xfrm>
            <a:off x="571500" y="1081682"/>
            <a:ext cx="2709862" cy="1407518"/>
            <a:chOff x="450056" y="1078111"/>
            <a:chExt cx="2709862" cy="1496616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7184ECB7-D6BF-047B-F183-2B854CAFD6F0}"/>
                </a:ext>
              </a:extLst>
            </p:cNvPr>
            <p:cNvCxnSpPr>
              <a:cxnSpLocks/>
            </p:cNvCxnSpPr>
            <p:nvPr/>
          </p:nvCxnSpPr>
          <p:spPr>
            <a:xfrm>
              <a:off x="45005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75366F4-F3D0-09F0-C1CC-8FA9E69A5A9E}"/>
                </a:ext>
              </a:extLst>
            </p:cNvPr>
            <p:cNvCxnSpPr>
              <a:cxnSpLocks/>
            </p:cNvCxnSpPr>
            <p:nvPr/>
          </p:nvCxnSpPr>
          <p:spPr>
            <a:xfrm>
              <a:off x="72104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B9195551-BC90-22E2-C850-431D7688BA6D}"/>
                </a:ext>
              </a:extLst>
            </p:cNvPr>
            <p:cNvCxnSpPr>
              <a:cxnSpLocks/>
            </p:cNvCxnSpPr>
            <p:nvPr/>
          </p:nvCxnSpPr>
          <p:spPr>
            <a:xfrm>
              <a:off x="99202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B63F70C2-A0E3-7726-705F-FCC786008CA3}"/>
                </a:ext>
              </a:extLst>
            </p:cNvPr>
            <p:cNvCxnSpPr>
              <a:cxnSpLocks/>
            </p:cNvCxnSpPr>
            <p:nvPr/>
          </p:nvCxnSpPr>
          <p:spPr>
            <a:xfrm>
              <a:off x="126301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D7F542CB-EE79-7E52-AA17-8C17883D8BF1}"/>
                </a:ext>
              </a:extLst>
            </p:cNvPr>
            <p:cNvCxnSpPr>
              <a:cxnSpLocks/>
            </p:cNvCxnSpPr>
            <p:nvPr/>
          </p:nvCxnSpPr>
          <p:spPr>
            <a:xfrm>
              <a:off x="153400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863D6AB-5FAB-8284-6D24-0432D49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1804986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860A520C-40CC-B12A-989E-C2D83BCA54A5}"/>
                </a:ext>
              </a:extLst>
            </p:cNvPr>
            <p:cNvCxnSpPr>
              <a:cxnSpLocks/>
            </p:cNvCxnSpPr>
            <p:nvPr/>
          </p:nvCxnSpPr>
          <p:spPr>
            <a:xfrm>
              <a:off x="2075972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AE6AC259-DD70-7F35-48FF-F3308BDB41DE}"/>
                </a:ext>
              </a:extLst>
            </p:cNvPr>
            <p:cNvCxnSpPr>
              <a:cxnSpLocks/>
            </p:cNvCxnSpPr>
            <p:nvPr/>
          </p:nvCxnSpPr>
          <p:spPr>
            <a:xfrm>
              <a:off x="234695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2817942-06E3-90CF-940A-01B346BFCD63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44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1739F27C-2718-43F6-ED7D-EACD8A6886F0}"/>
                </a:ext>
              </a:extLst>
            </p:cNvPr>
            <p:cNvCxnSpPr>
              <a:cxnSpLocks/>
            </p:cNvCxnSpPr>
            <p:nvPr/>
          </p:nvCxnSpPr>
          <p:spPr>
            <a:xfrm>
              <a:off x="2888930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42743C88-5E0C-0CFC-976A-809A2BAE2FB0}"/>
                </a:ext>
              </a:extLst>
            </p:cNvPr>
            <p:cNvCxnSpPr>
              <a:cxnSpLocks/>
            </p:cNvCxnSpPr>
            <p:nvPr/>
          </p:nvCxnSpPr>
          <p:spPr>
            <a:xfrm>
              <a:off x="3159918" y="1078111"/>
              <a:ext cx="0" cy="1496616"/>
            </a:xfrm>
            <a:prstGeom prst="line">
              <a:avLst/>
            </a:prstGeom>
            <a:ln w="635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3C6A73C5-70DB-6408-7202-5D801F1D1DD2}"/>
              </a:ext>
            </a:extLst>
          </p:cNvPr>
          <p:cNvSpPr/>
          <p:nvPr/>
        </p:nvSpPr>
        <p:spPr>
          <a:xfrm>
            <a:off x="571500" y="1076324"/>
            <a:ext cx="928209" cy="1365885"/>
          </a:xfrm>
          <a:custGeom>
            <a:avLst/>
            <a:gdLst>
              <a:gd name="csX0" fmla="*/ 0 w 938580"/>
              <a:gd name="csY0" fmla="*/ 1365885 h 1365885"/>
              <a:gd name="csX1" fmla="*/ 43815 w 938580"/>
              <a:gd name="csY1" fmla="*/ 1089660 h 1365885"/>
              <a:gd name="csX2" fmla="*/ 122154 w 938580"/>
              <a:gd name="csY2" fmla="*/ 750570 h 1365885"/>
              <a:gd name="csX3" fmla="*/ 238827 w 938580"/>
              <a:gd name="csY3" fmla="*/ 390525 h 1365885"/>
              <a:gd name="csX4" fmla="*/ 464799 w 938580"/>
              <a:gd name="csY4" fmla="*/ 87630 h 1365885"/>
              <a:gd name="csX5" fmla="*/ 938580 w 938580"/>
              <a:gd name="csY5" fmla="*/ 0 h 1365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38580" h="1365885">
                <a:moveTo>
                  <a:pt x="0" y="1365885"/>
                </a:moveTo>
                <a:cubicBezTo>
                  <a:pt x="13494" y="1273492"/>
                  <a:pt x="23456" y="1192212"/>
                  <a:pt x="43815" y="1089660"/>
                </a:cubicBezTo>
                <a:cubicBezTo>
                  <a:pt x="64174" y="987108"/>
                  <a:pt x="89652" y="867092"/>
                  <a:pt x="122154" y="750570"/>
                </a:cubicBezTo>
                <a:cubicBezTo>
                  <a:pt x="154656" y="634048"/>
                  <a:pt x="188950" y="504461"/>
                  <a:pt x="238827" y="390525"/>
                </a:cubicBezTo>
                <a:cubicBezTo>
                  <a:pt x="280524" y="295275"/>
                  <a:pt x="348174" y="152718"/>
                  <a:pt x="464799" y="87630"/>
                </a:cubicBezTo>
                <a:cubicBezTo>
                  <a:pt x="581425" y="22543"/>
                  <a:pt x="718038" y="4763"/>
                  <a:pt x="938580" y="0"/>
                </a:cubicBezTo>
              </a:path>
            </a:pathLst>
          </a:custGeom>
          <a:noFill/>
          <a:ln w="12700" cap="rnd">
            <a:solidFill>
              <a:schemeClr val="accent6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E4316D02-8771-CD79-17FA-9C8EA8BE114D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60170 h 1360170"/>
              <a:gd name="csX1" fmla="*/ 329565 w 2714625"/>
              <a:gd name="csY1" fmla="*/ 815340 h 1360170"/>
              <a:gd name="csX2" fmla="*/ 716280 w 2714625"/>
              <a:gd name="csY2" fmla="*/ 304800 h 1360170"/>
              <a:gd name="csX3" fmla="*/ 1053465 w 2714625"/>
              <a:gd name="csY3" fmla="*/ 76200 h 1360170"/>
              <a:gd name="csX4" fmla="*/ 1504950 w 2714625"/>
              <a:gd name="csY4" fmla="*/ 9525 h 1360170"/>
              <a:gd name="csX5" fmla="*/ 2714625 w 2714625"/>
              <a:gd name="csY5" fmla="*/ 0 h 1360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14625" h="1360170">
                <a:moveTo>
                  <a:pt x="0" y="1360170"/>
                </a:moveTo>
                <a:cubicBezTo>
                  <a:pt x="105092" y="1175702"/>
                  <a:pt x="210185" y="991235"/>
                  <a:pt x="329565" y="815340"/>
                </a:cubicBezTo>
                <a:cubicBezTo>
                  <a:pt x="448945" y="639445"/>
                  <a:pt x="595630" y="427990"/>
                  <a:pt x="716280" y="304800"/>
                </a:cubicBezTo>
                <a:cubicBezTo>
                  <a:pt x="836930" y="181610"/>
                  <a:pt x="944880" y="121602"/>
                  <a:pt x="1053465" y="76200"/>
                </a:cubicBezTo>
                <a:cubicBezTo>
                  <a:pt x="1162050" y="30798"/>
                  <a:pt x="1238250" y="18415"/>
                  <a:pt x="1504950" y="9525"/>
                </a:cubicBezTo>
                <a:cubicBezTo>
                  <a:pt x="1771650" y="635"/>
                  <a:pt x="2478088" y="3492"/>
                  <a:pt x="2714625" y="0"/>
                </a:cubicBezTo>
              </a:path>
            </a:pathLst>
          </a:custGeom>
          <a:noFill/>
          <a:ln w="12700" cap="rnd">
            <a:solidFill>
              <a:srgbClr val="0070C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44F2C840-E4F6-56DE-3D7E-9183FBBE3E71}"/>
              </a:ext>
            </a:extLst>
          </p:cNvPr>
          <p:cNvSpPr/>
          <p:nvPr/>
        </p:nvSpPr>
        <p:spPr>
          <a:xfrm>
            <a:off x="569596" y="1085850"/>
            <a:ext cx="2708910" cy="1356360"/>
          </a:xfrm>
          <a:custGeom>
            <a:avLst/>
            <a:gdLst>
              <a:gd name="csX0" fmla="*/ 0 w 2714625"/>
              <a:gd name="csY0" fmla="*/ 1358265 h 1358265"/>
              <a:gd name="csX1" fmla="*/ 226695 w 2714625"/>
              <a:gd name="csY1" fmla="*/ 1312545 h 1358265"/>
              <a:gd name="csX2" fmla="*/ 468630 w 2714625"/>
              <a:gd name="csY2" fmla="*/ 1169670 h 1358265"/>
              <a:gd name="csX3" fmla="*/ 781050 w 2714625"/>
              <a:gd name="csY3" fmla="*/ 866775 h 1358265"/>
              <a:gd name="csX4" fmla="*/ 1127760 w 2714625"/>
              <a:gd name="csY4" fmla="*/ 453390 h 1358265"/>
              <a:gd name="csX5" fmla="*/ 1445895 w 2714625"/>
              <a:gd name="csY5" fmla="*/ 169545 h 1358265"/>
              <a:gd name="csX6" fmla="*/ 1744980 w 2714625"/>
              <a:gd name="csY6" fmla="*/ 45720 h 1358265"/>
              <a:gd name="csX7" fmla="*/ 2072640 w 2714625"/>
              <a:gd name="csY7" fmla="*/ 11430 h 1358265"/>
              <a:gd name="csX8" fmla="*/ 2714625 w 2714625"/>
              <a:gd name="csY8" fmla="*/ 0 h 13582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714625" h="1358265">
                <a:moveTo>
                  <a:pt x="0" y="1358265"/>
                </a:moveTo>
                <a:cubicBezTo>
                  <a:pt x="69532" y="1355883"/>
                  <a:pt x="148590" y="1343977"/>
                  <a:pt x="226695" y="1312545"/>
                </a:cubicBezTo>
                <a:cubicBezTo>
                  <a:pt x="304800" y="1281113"/>
                  <a:pt x="376238" y="1243965"/>
                  <a:pt x="468630" y="1169670"/>
                </a:cubicBezTo>
                <a:cubicBezTo>
                  <a:pt x="561022" y="1095375"/>
                  <a:pt x="671195" y="986155"/>
                  <a:pt x="781050" y="866775"/>
                </a:cubicBezTo>
                <a:cubicBezTo>
                  <a:pt x="890905" y="747395"/>
                  <a:pt x="1024572" y="567690"/>
                  <a:pt x="1127760" y="453390"/>
                </a:cubicBezTo>
                <a:cubicBezTo>
                  <a:pt x="1230948" y="339090"/>
                  <a:pt x="1343025" y="237490"/>
                  <a:pt x="1445895" y="169545"/>
                </a:cubicBezTo>
                <a:cubicBezTo>
                  <a:pt x="1548765" y="101600"/>
                  <a:pt x="1640523" y="72072"/>
                  <a:pt x="1744980" y="45720"/>
                </a:cubicBezTo>
                <a:cubicBezTo>
                  <a:pt x="1849437" y="19368"/>
                  <a:pt x="1911033" y="19050"/>
                  <a:pt x="2072640" y="11430"/>
                </a:cubicBezTo>
                <a:cubicBezTo>
                  <a:pt x="2234247" y="3810"/>
                  <a:pt x="2714625" y="0"/>
                  <a:pt x="2714625" y="0"/>
                </a:cubicBezTo>
              </a:path>
            </a:pathLst>
          </a:custGeom>
          <a:noFill/>
          <a:ln w="12700"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A8D92422-4168-58F2-E04B-1E78BA0822DA}"/>
              </a:ext>
            </a:extLst>
          </p:cNvPr>
          <p:cNvSpPr txBox="1"/>
          <p:nvPr/>
        </p:nvSpPr>
        <p:spPr>
          <a:xfrm>
            <a:off x="474422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866A6A2-EAF9-6155-0922-E02D7056B306}"/>
              </a:ext>
            </a:extLst>
          </p:cNvPr>
          <p:cNvSpPr txBox="1"/>
          <p:nvPr/>
        </p:nvSpPr>
        <p:spPr>
          <a:xfrm>
            <a:off x="745143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AA82D66-C555-71B2-0749-41639C5AB21A}"/>
              </a:ext>
            </a:extLst>
          </p:cNvPr>
          <p:cNvSpPr txBox="1"/>
          <p:nvPr/>
        </p:nvSpPr>
        <p:spPr>
          <a:xfrm>
            <a:off x="1015864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D11E029-C448-1EB3-8EBA-9D1FAF0C9400}"/>
              </a:ext>
            </a:extLst>
          </p:cNvPr>
          <p:cNvSpPr txBox="1"/>
          <p:nvPr/>
        </p:nvSpPr>
        <p:spPr>
          <a:xfrm>
            <a:off x="128658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7E1E7FB-21D9-66F1-C251-ACE506A92FB9}"/>
              </a:ext>
            </a:extLst>
          </p:cNvPr>
          <p:cNvSpPr txBox="1"/>
          <p:nvPr/>
        </p:nvSpPr>
        <p:spPr>
          <a:xfrm>
            <a:off x="1557306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B2ED6285-333C-AD05-C04E-22DAD949D5BC}"/>
              </a:ext>
            </a:extLst>
          </p:cNvPr>
          <p:cNvSpPr txBox="1"/>
          <p:nvPr/>
        </p:nvSpPr>
        <p:spPr>
          <a:xfrm>
            <a:off x="1828027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5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AD4AD6ED-95F9-E637-F33F-C31550FF6DA5}"/>
              </a:ext>
            </a:extLst>
          </p:cNvPr>
          <p:cNvSpPr txBox="1"/>
          <p:nvPr/>
        </p:nvSpPr>
        <p:spPr>
          <a:xfrm>
            <a:off x="2098748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86449B5-5D04-3D88-DD03-A1E3210E58AD}"/>
              </a:ext>
            </a:extLst>
          </p:cNvPr>
          <p:cNvSpPr txBox="1"/>
          <p:nvPr/>
        </p:nvSpPr>
        <p:spPr>
          <a:xfrm>
            <a:off x="2369469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7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B761A7DE-10ED-2A94-1FE6-FEBEAD7A652A}"/>
              </a:ext>
            </a:extLst>
          </p:cNvPr>
          <p:cNvSpPr txBox="1"/>
          <p:nvPr/>
        </p:nvSpPr>
        <p:spPr>
          <a:xfrm>
            <a:off x="2640190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66D97202-C9CD-C61E-F955-7CDB9824CC47}"/>
              </a:ext>
            </a:extLst>
          </p:cNvPr>
          <p:cNvSpPr txBox="1"/>
          <p:nvPr/>
        </p:nvSpPr>
        <p:spPr>
          <a:xfrm>
            <a:off x="2910915" y="2495305"/>
            <a:ext cx="1989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9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E9317CB6-711F-D2F2-6DA5-BCAFAD7743D5}"/>
              </a:ext>
            </a:extLst>
          </p:cNvPr>
          <p:cNvSpPr txBox="1"/>
          <p:nvPr/>
        </p:nvSpPr>
        <p:spPr>
          <a:xfrm>
            <a:off x="3141444" y="2495305"/>
            <a:ext cx="290079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1251DE49-D710-11C4-5C0A-D5B0941F5722}"/>
              </a:ext>
            </a:extLst>
          </p:cNvPr>
          <p:cNvSpPr txBox="1"/>
          <p:nvPr/>
        </p:nvSpPr>
        <p:spPr>
          <a:xfrm>
            <a:off x="253541" y="206207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CC254AEF-9C57-802E-01F3-7E7B8036E3C5}"/>
              </a:ext>
            </a:extLst>
          </p:cNvPr>
          <p:cNvSpPr txBox="1"/>
          <p:nvPr/>
        </p:nvSpPr>
        <p:spPr>
          <a:xfrm>
            <a:off x="253541" y="2333360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44A4E3EA-47FB-2F44-FBF1-1B3881CFB69B}"/>
              </a:ext>
            </a:extLst>
          </p:cNvPr>
          <p:cNvSpPr txBox="1"/>
          <p:nvPr/>
        </p:nvSpPr>
        <p:spPr>
          <a:xfrm>
            <a:off x="253541" y="179079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47F4CF93-097E-42B6-2819-4890E9C6D4C7}"/>
              </a:ext>
            </a:extLst>
          </p:cNvPr>
          <p:cNvSpPr txBox="1"/>
          <p:nvPr/>
        </p:nvSpPr>
        <p:spPr>
          <a:xfrm>
            <a:off x="253541" y="151951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0,6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CF4F59E-0B90-CF07-2564-A840D2349611}"/>
              </a:ext>
            </a:extLst>
          </p:cNvPr>
          <p:cNvSpPr txBox="1"/>
          <p:nvPr/>
        </p:nvSpPr>
        <p:spPr>
          <a:xfrm>
            <a:off x="253541" y="124823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0,8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9A12EC-9951-DD56-1F08-F968110AD18F}"/>
              </a:ext>
            </a:extLst>
          </p:cNvPr>
          <p:cNvSpPr txBox="1"/>
          <p:nvPr/>
        </p:nvSpPr>
        <p:spPr>
          <a:xfrm>
            <a:off x="253541" y="976958"/>
            <a:ext cx="33554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8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D506C9FF-56E4-897B-79F0-1E3FB865F5A2}"/>
              </a:ext>
            </a:extLst>
          </p:cNvPr>
          <p:cNvSpPr/>
          <p:nvPr/>
        </p:nvSpPr>
        <p:spPr>
          <a:xfrm>
            <a:off x="1233882" y="1035299"/>
            <a:ext cx="284603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F6C8F34-A2E4-5F5C-3322-86C6EAE33105}"/>
              </a:ext>
            </a:extLst>
          </p:cNvPr>
          <p:cNvSpPr txBox="1"/>
          <p:nvPr/>
        </p:nvSpPr>
        <p:spPr>
          <a:xfrm>
            <a:off x="2958028" y="2618091"/>
            <a:ext cx="366832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η</a:t>
            </a:r>
            <a:endParaRPr lang="de-DE" sz="1200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9DC532A-24CF-23F1-78AD-07E10E1454E4}"/>
              </a:ext>
            </a:extLst>
          </p:cNvPr>
          <p:cNvSpPr txBox="1"/>
          <p:nvPr/>
        </p:nvSpPr>
        <p:spPr>
          <a:xfrm>
            <a:off x="70982" y="1071750"/>
            <a:ext cx="3355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2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6B5A1AC9-1F75-08E4-0363-661ACAB85EFE}"/>
              </a:ext>
            </a:extLst>
          </p:cNvPr>
          <p:cNvSpPr txBox="1"/>
          <p:nvPr/>
        </p:nvSpPr>
        <p:spPr>
          <a:xfrm>
            <a:off x="190452" y="1063049"/>
            <a:ext cx="222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A2E079F0-644F-6436-5A87-5303378615FB}"/>
              </a:ext>
            </a:extLst>
          </p:cNvPr>
          <p:cNvSpPr/>
          <p:nvPr/>
        </p:nvSpPr>
        <p:spPr>
          <a:xfrm>
            <a:off x="2289810" y="1835517"/>
            <a:ext cx="918469" cy="542561"/>
          </a:xfrm>
          <a:prstGeom prst="rect">
            <a:avLst/>
          </a:prstGeom>
          <a:solidFill>
            <a:schemeClr val="bg1"/>
          </a:solidFill>
          <a:ln w="6350" cap="rnd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CDB3A42B-9DC8-703A-D8DA-F0844A9C1624}"/>
              </a:ext>
            </a:extLst>
          </p:cNvPr>
          <p:cNvGrpSpPr/>
          <p:nvPr/>
        </p:nvGrpSpPr>
        <p:grpSpPr>
          <a:xfrm>
            <a:off x="2366455" y="1852315"/>
            <a:ext cx="1106134" cy="184666"/>
            <a:chOff x="2366455" y="1852315"/>
            <a:chExt cx="1106134" cy="184666"/>
          </a:xfrm>
        </p:grpSpPr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A6531210-249B-FF5C-9751-905BE3B4D7A9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1944648"/>
              <a:ext cx="240030" cy="0"/>
            </a:xfrm>
            <a:prstGeom prst="line">
              <a:avLst/>
            </a:prstGeom>
            <a:ln w="12700" cap="rnd">
              <a:solidFill>
                <a:schemeClr val="accent6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8D122B7F-A9FC-7B9A-5055-D0F8208502B8}"/>
                </a:ext>
              </a:extLst>
            </p:cNvPr>
            <p:cNvSpPr txBox="1"/>
            <p:nvPr/>
          </p:nvSpPr>
          <p:spPr>
            <a:xfrm>
              <a:off x="2585378" y="1852315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D51D016-CDF9-B0F9-A74D-1595976BC315}"/>
              </a:ext>
            </a:extLst>
          </p:cNvPr>
          <p:cNvGrpSpPr/>
          <p:nvPr/>
        </p:nvGrpSpPr>
        <p:grpSpPr>
          <a:xfrm>
            <a:off x="2367318" y="2011166"/>
            <a:ext cx="1104408" cy="184666"/>
            <a:chOff x="2366455" y="2011166"/>
            <a:chExt cx="1104408" cy="184666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27E28EB7-307C-89A8-4DE3-499F4A7FB76D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103499"/>
              <a:ext cx="240030" cy="0"/>
            </a:xfrm>
            <a:prstGeom prst="line">
              <a:avLst/>
            </a:prstGeom>
            <a:ln w="12700" cap="rnd">
              <a:solidFill>
                <a:srgbClr val="0070C0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003B963E-4E57-3788-2E92-A245D56C4D42}"/>
                </a:ext>
              </a:extLst>
            </p:cNvPr>
            <p:cNvSpPr txBox="1"/>
            <p:nvPr/>
          </p:nvSpPr>
          <p:spPr>
            <a:xfrm>
              <a:off x="2583652" y="2011166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0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6F9FDA71-8C28-C1A5-38A0-FB7753E419B6}"/>
              </a:ext>
            </a:extLst>
          </p:cNvPr>
          <p:cNvGrpSpPr/>
          <p:nvPr/>
        </p:nvGrpSpPr>
        <p:grpSpPr>
          <a:xfrm>
            <a:off x="2366887" y="2170017"/>
            <a:ext cx="1105271" cy="184666"/>
            <a:chOff x="2366455" y="2170017"/>
            <a:chExt cx="1105271" cy="184666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3391416C-3883-E7CB-843F-A7CED1720726}"/>
                </a:ext>
              </a:extLst>
            </p:cNvPr>
            <p:cNvCxnSpPr>
              <a:cxnSpLocks/>
            </p:cNvCxnSpPr>
            <p:nvPr/>
          </p:nvCxnSpPr>
          <p:spPr>
            <a:xfrm>
              <a:off x="2366455" y="2262350"/>
              <a:ext cx="240030" cy="0"/>
            </a:xfrm>
            <a:prstGeom prst="line">
              <a:avLst/>
            </a:prstGeom>
            <a:ln w="12700" cap="rnd">
              <a:solidFill>
                <a:schemeClr val="accent2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E604C0EB-197B-4915-0FF6-93AF12670B37}"/>
                </a:ext>
              </a:extLst>
            </p:cNvPr>
            <p:cNvSpPr txBox="1"/>
            <p:nvPr/>
          </p:nvSpPr>
          <p:spPr>
            <a:xfrm>
              <a:off x="2584515" y="2170017"/>
              <a:ext cx="887211" cy="18466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de-DE" sz="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m</a:t>
              </a:r>
              <a:r>
                <a:rPr lang="de-DE" sz="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−0,0904</a:t>
              </a:r>
              <a:endParaRPr lang="de-DE" sz="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90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94F82-9956-145F-D4CD-512DF78C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332C9B4B-57BF-2421-94CE-71EE88D7DB5E}"/>
              </a:ext>
            </a:extLst>
          </p:cNvPr>
          <p:cNvCxnSpPr>
            <a:cxnSpLocks/>
          </p:cNvCxnSpPr>
          <p:nvPr/>
        </p:nvCxnSpPr>
        <p:spPr>
          <a:xfrm flipH="1">
            <a:off x="654317" y="1289547"/>
            <a:ext cx="236955" cy="806132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A82C945E-4880-AEAC-B5C8-6028B884E736}"/>
              </a:ext>
            </a:extLst>
          </p:cNvPr>
          <p:cNvSpPr/>
          <p:nvPr/>
        </p:nvSpPr>
        <p:spPr>
          <a:xfrm>
            <a:off x="546021" y="1002903"/>
            <a:ext cx="2366645" cy="1470263"/>
          </a:xfrm>
          <a:custGeom>
            <a:avLst/>
            <a:gdLst>
              <a:gd name="csX0" fmla="*/ 0 w 2366645"/>
              <a:gd name="csY0" fmla="*/ 1576208 h 1576208"/>
              <a:gd name="csX1" fmla="*/ 182165 w 2366645"/>
              <a:gd name="csY1" fmla="*/ 908268 h 1576208"/>
              <a:gd name="csX2" fmla="*/ 271462 w 2366645"/>
              <a:gd name="csY2" fmla="*/ 651093 h 1576208"/>
              <a:gd name="csX3" fmla="*/ 417909 w 2366645"/>
              <a:gd name="csY3" fmla="*/ 393918 h 1576208"/>
              <a:gd name="csX4" fmla="*/ 710803 w 2366645"/>
              <a:gd name="csY4" fmla="*/ 165318 h 1576208"/>
              <a:gd name="csX5" fmla="*/ 1235868 w 2366645"/>
              <a:gd name="csY5" fmla="*/ 36730 h 1576208"/>
              <a:gd name="csX6" fmla="*/ 2366645 w 2366645"/>
              <a:gd name="csY6" fmla="*/ 0 h 15762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366645" h="1576208">
                <a:moveTo>
                  <a:pt x="0" y="1576208"/>
                </a:moveTo>
                <a:cubicBezTo>
                  <a:pt x="68460" y="1319331"/>
                  <a:pt x="135016" y="1071979"/>
                  <a:pt x="182165" y="908268"/>
                </a:cubicBezTo>
                <a:cubicBezTo>
                  <a:pt x="229314" y="744557"/>
                  <a:pt x="249316" y="702528"/>
                  <a:pt x="271462" y="651093"/>
                </a:cubicBezTo>
                <a:cubicBezTo>
                  <a:pt x="293608" y="599658"/>
                  <a:pt x="361831" y="461545"/>
                  <a:pt x="417909" y="393918"/>
                </a:cubicBezTo>
                <a:cubicBezTo>
                  <a:pt x="473987" y="326291"/>
                  <a:pt x="543997" y="249614"/>
                  <a:pt x="710803" y="165318"/>
                </a:cubicBezTo>
                <a:cubicBezTo>
                  <a:pt x="877609" y="81022"/>
                  <a:pt x="959048" y="62924"/>
                  <a:pt x="1235868" y="36730"/>
                </a:cubicBezTo>
                <a:cubicBezTo>
                  <a:pt x="1512688" y="10536"/>
                  <a:pt x="1919346" y="6627"/>
                  <a:pt x="2366645" y="0"/>
                </a:cubicBezTo>
              </a:path>
            </a:pathLst>
          </a:custGeom>
          <a:noFill/>
          <a:ln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E88D3AFF-D5E5-A6E5-660F-33E5907587C3}"/>
              </a:ext>
            </a:extLst>
          </p:cNvPr>
          <p:cNvCxnSpPr>
            <a:cxnSpLocks/>
          </p:cNvCxnSpPr>
          <p:nvPr/>
        </p:nvCxnSpPr>
        <p:spPr>
          <a:xfrm flipV="1">
            <a:off x="546497" y="828437"/>
            <a:ext cx="0" cy="16430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DBBB79F7-D579-F451-F105-5A244D60BD80}"/>
              </a:ext>
            </a:extLst>
          </p:cNvPr>
          <p:cNvCxnSpPr>
            <a:cxnSpLocks/>
          </p:cNvCxnSpPr>
          <p:nvPr/>
        </p:nvCxnSpPr>
        <p:spPr>
          <a:xfrm>
            <a:off x="546497" y="2473404"/>
            <a:ext cx="2503884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CA373CE5-DDC4-718C-B4A7-228C9EA6ACFF}"/>
              </a:ext>
            </a:extLst>
          </p:cNvPr>
          <p:cNvGrpSpPr/>
          <p:nvPr/>
        </p:nvGrpSpPr>
        <p:grpSpPr>
          <a:xfrm>
            <a:off x="177541" y="794308"/>
            <a:ext cx="368956" cy="378695"/>
            <a:chOff x="148966" y="769305"/>
            <a:chExt cx="368956" cy="378695"/>
          </a:xfrm>
        </p:grpSpPr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D2848951-20C3-D7B1-7440-C8DDE6743179}"/>
                </a:ext>
              </a:extLst>
            </p:cNvPr>
            <p:cNvSpPr txBox="1"/>
            <p:nvPr/>
          </p:nvSpPr>
          <p:spPr>
            <a:xfrm>
              <a:off x="148967" y="769305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F9915151-38A8-AA01-AE60-502F6E49F857}"/>
                </a:ext>
              </a:extLst>
            </p:cNvPr>
            <p:cNvSpPr txBox="1"/>
            <p:nvPr/>
          </p:nvSpPr>
          <p:spPr>
            <a:xfrm>
              <a:off x="148966" y="901779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000" i="1" baseline="-25000" dirty="0" err="1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δ</a:t>
              </a:r>
              <a:endParaRPr lang="de-DE" sz="1000" i="1" baseline="-25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8813EB2-13A2-E47D-8CCE-C233E301B653}"/>
                </a:ext>
              </a:extLst>
            </p:cNvPr>
            <p:cNvCxnSpPr>
              <a:cxnSpLocks/>
            </p:cNvCxnSpPr>
            <p:nvPr/>
          </p:nvCxnSpPr>
          <p:spPr>
            <a:xfrm>
              <a:off x="282008" y="952500"/>
              <a:ext cx="114232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CF57A2D2-3018-8F12-079B-F273CF736615}"/>
              </a:ext>
            </a:extLst>
          </p:cNvPr>
          <p:cNvGrpSpPr/>
          <p:nvPr/>
        </p:nvGrpSpPr>
        <p:grpSpPr>
          <a:xfrm>
            <a:off x="2991940" y="2278341"/>
            <a:ext cx="370861" cy="433940"/>
            <a:chOff x="147061" y="769305"/>
            <a:chExt cx="370861" cy="433940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0CC66DD-620B-6090-7B0E-B3F4F9CE052A}"/>
                </a:ext>
              </a:extLst>
            </p:cNvPr>
            <p:cNvSpPr txBox="1"/>
            <p:nvPr/>
          </p:nvSpPr>
          <p:spPr>
            <a:xfrm>
              <a:off x="148967" y="769305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21ED73A7-3424-6607-B0C1-8E683002177F}"/>
                </a:ext>
              </a:extLst>
            </p:cNvPr>
            <p:cNvSpPr txBox="1"/>
            <p:nvPr/>
          </p:nvSpPr>
          <p:spPr>
            <a:xfrm>
              <a:off x="147061" y="957024"/>
              <a:ext cx="36895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δ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9E2A966-C5F7-287D-1133-C71C32D00E12}"/>
                </a:ext>
              </a:extLst>
            </p:cNvPr>
            <p:cNvCxnSpPr>
              <a:cxnSpLocks/>
            </p:cNvCxnSpPr>
            <p:nvPr/>
          </p:nvCxnSpPr>
          <p:spPr>
            <a:xfrm>
              <a:off x="282008" y="963930"/>
              <a:ext cx="114232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143F1EA5-84F2-97AC-802B-CD843D46A4F8}"/>
              </a:ext>
            </a:extLst>
          </p:cNvPr>
          <p:cNvCxnSpPr>
            <a:cxnSpLocks/>
          </p:cNvCxnSpPr>
          <p:nvPr/>
        </p:nvCxnSpPr>
        <p:spPr>
          <a:xfrm>
            <a:off x="549275" y="996917"/>
            <a:ext cx="24511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9958D50-E3C4-8115-5869-49DA30EA816C}"/>
              </a:ext>
            </a:extLst>
          </p:cNvPr>
          <p:cNvCxnSpPr>
            <a:cxnSpLocks/>
          </p:cNvCxnSpPr>
          <p:nvPr/>
        </p:nvCxnSpPr>
        <p:spPr>
          <a:xfrm>
            <a:off x="772795" y="1338183"/>
            <a:ext cx="0" cy="133858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4ED8F093-E376-DC65-4600-28E133F73F2A}"/>
              </a:ext>
            </a:extLst>
          </p:cNvPr>
          <p:cNvCxnSpPr>
            <a:cxnSpLocks/>
          </p:cNvCxnSpPr>
          <p:nvPr/>
        </p:nvCxnSpPr>
        <p:spPr>
          <a:xfrm>
            <a:off x="1367155" y="1018325"/>
            <a:ext cx="0" cy="165843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60320FC-6292-AEE1-12B9-9248F6B49E4B}"/>
              </a:ext>
            </a:extLst>
          </p:cNvPr>
          <p:cNvCxnSpPr>
            <a:cxnSpLocks/>
          </p:cNvCxnSpPr>
          <p:nvPr/>
        </p:nvCxnSpPr>
        <p:spPr>
          <a:xfrm>
            <a:off x="2347595" y="908815"/>
            <a:ext cx="0" cy="17679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73C72B0A-9444-27BF-32D8-77A6CF7EEF75}"/>
              </a:ext>
            </a:extLst>
          </p:cNvPr>
          <p:cNvCxnSpPr>
            <a:cxnSpLocks/>
          </p:cNvCxnSpPr>
          <p:nvPr/>
        </p:nvCxnSpPr>
        <p:spPr>
          <a:xfrm>
            <a:off x="772795" y="2618184"/>
            <a:ext cx="59436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22C6BB2-34FA-415A-AD80-90CA1E595A5A}"/>
              </a:ext>
            </a:extLst>
          </p:cNvPr>
          <p:cNvCxnSpPr>
            <a:cxnSpLocks/>
          </p:cNvCxnSpPr>
          <p:nvPr/>
        </p:nvCxnSpPr>
        <p:spPr>
          <a:xfrm>
            <a:off x="1367155" y="2618184"/>
            <a:ext cx="980440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16EE5A6A-0566-5F8B-5F0A-13E0E89B85D0}"/>
              </a:ext>
            </a:extLst>
          </p:cNvPr>
          <p:cNvCxnSpPr>
            <a:cxnSpLocks/>
          </p:cNvCxnSpPr>
          <p:nvPr/>
        </p:nvCxnSpPr>
        <p:spPr>
          <a:xfrm>
            <a:off x="546021" y="2313543"/>
            <a:ext cx="0" cy="36322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0D455E2D-64C8-1EB3-3312-EB5E093D4927}"/>
              </a:ext>
            </a:extLst>
          </p:cNvPr>
          <p:cNvCxnSpPr>
            <a:cxnSpLocks/>
          </p:cNvCxnSpPr>
          <p:nvPr/>
        </p:nvCxnSpPr>
        <p:spPr>
          <a:xfrm>
            <a:off x="546021" y="2618184"/>
            <a:ext cx="226774" cy="0"/>
          </a:xfrm>
          <a:prstGeom prst="straightConnector1">
            <a:avLst/>
          </a:prstGeom>
          <a:ln w="1270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F20FE673-2488-041A-75B6-1FA16F009D30}"/>
              </a:ext>
            </a:extLst>
          </p:cNvPr>
          <p:cNvSpPr txBox="1"/>
          <p:nvPr/>
        </p:nvSpPr>
        <p:spPr>
          <a:xfrm>
            <a:off x="463123" y="2604099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5FAB5A20-E690-4B0F-2E54-068BFBA445AD}"/>
              </a:ext>
            </a:extLst>
          </p:cNvPr>
          <p:cNvSpPr txBox="1"/>
          <p:nvPr/>
        </p:nvSpPr>
        <p:spPr>
          <a:xfrm>
            <a:off x="883532" y="2603973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24CBAC8F-A8EA-2AEA-13E6-58E19141EE03}"/>
              </a:ext>
            </a:extLst>
          </p:cNvPr>
          <p:cNvSpPr txBox="1"/>
          <p:nvPr/>
        </p:nvSpPr>
        <p:spPr>
          <a:xfrm>
            <a:off x="1672897" y="2603973"/>
            <a:ext cx="36895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447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BA32C-BDB9-136E-1F2B-252FA81A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0C467AB4-19CC-23E0-E97F-EAAEF879B37C}"/>
              </a:ext>
            </a:extLst>
          </p:cNvPr>
          <p:cNvSpPr/>
          <p:nvPr/>
        </p:nvSpPr>
        <p:spPr>
          <a:xfrm>
            <a:off x="1506856" y="1506856"/>
            <a:ext cx="110490" cy="2019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971F827-281C-BB71-276D-E4CFCCB76EE3}"/>
              </a:ext>
            </a:extLst>
          </p:cNvPr>
          <p:cNvSpPr/>
          <p:nvPr/>
        </p:nvSpPr>
        <p:spPr>
          <a:xfrm>
            <a:off x="1507160" y="1431847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3F3F189-7935-1B03-30D0-B8DF49E7263A}"/>
              </a:ext>
            </a:extLst>
          </p:cNvPr>
          <p:cNvSpPr/>
          <p:nvPr/>
        </p:nvSpPr>
        <p:spPr>
          <a:xfrm>
            <a:off x="1506856" y="933686"/>
            <a:ext cx="110490" cy="199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941A233-6ADB-9F19-56DA-14162D399051}"/>
              </a:ext>
            </a:extLst>
          </p:cNvPr>
          <p:cNvSpPr/>
          <p:nvPr/>
        </p:nvSpPr>
        <p:spPr>
          <a:xfrm>
            <a:off x="1506855" y="1095376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21085E54-A76B-DE47-9A00-BD29CC84FE6C}"/>
              </a:ext>
            </a:extLst>
          </p:cNvPr>
          <p:cNvCxnSpPr>
            <a:cxnSpLocks/>
          </p:cNvCxnSpPr>
          <p:nvPr/>
        </p:nvCxnSpPr>
        <p:spPr>
          <a:xfrm flipH="1">
            <a:off x="1507467" y="1208011"/>
            <a:ext cx="1221446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60FEE65-C4EC-3868-65F2-E6C0E67E3F91}"/>
              </a:ext>
            </a:extLst>
          </p:cNvPr>
          <p:cNvCxnSpPr>
            <a:cxnSpLocks/>
          </p:cNvCxnSpPr>
          <p:nvPr/>
        </p:nvCxnSpPr>
        <p:spPr>
          <a:xfrm flipH="1">
            <a:off x="1507467" y="1431848"/>
            <a:ext cx="1221446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AE09A201-DC15-4F0D-904E-6F4C54237FD6}"/>
              </a:ext>
            </a:extLst>
          </p:cNvPr>
          <p:cNvCxnSpPr>
            <a:cxnSpLocks/>
          </p:cNvCxnSpPr>
          <p:nvPr/>
        </p:nvCxnSpPr>
        <p:spPr>
          <a:xfrm flipV="1">
            <a:off x="1507467" y="1431848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6B32410-EC54-C50D-7489-71D208EC3893}"/>
              </a:ext>
            </a:extLst>
          </p:cNvPr>
          <p:cNvCxnSpPr>
            <a:cxnSpLocks/>
          </p:cNvCxnSpPr>
          <p:nvPr/>
        </p:nvCxnSpPr>
        <p:spPr>
          <a:xfrm flipV="1">
            <a:off x="1507467" y="942027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4003ACE-89C9-4454-A87E-5B1D483F75AD}"/>
              </a:ext>
            </a:extLst>
          </p:cNvPr>
          <p:cNvCxnSpPr>
            <a:cxnSpLocks/>
          </p:cNvCxnSpPr>
          <p:nvPr/>
        </p:nvCxnSpPr>
        <p:spPr>
          <a:xfrm flipH="1">
            <a:off x="1425654" y="1325168"/>
            <a:ext cx="137731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0CE71C5-A8E2-9305-6446-7E9861BBE785}"/>
              </a:ext>
            </a:extLst>
          </p:cNvPr>
          <p:cNvCxnSpPr>
            <a:cxnSpLocks/>
          </p:cNvCxnSpPr>
          <p:nvPr/>
        </p:nvCxnSpPr>
        <p:spPr>
          <a:xfrm>
            <a:off x="1848808" y="1325168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EFA459E-9844-EF55-93CD-CBDBDD322760}"/>
              </a:ext>
            </a:extLst>
          </p:cNvPr>
          <p:cNvGrpSpPr/>
          <p:nvPr/>
        </p:nvGrpSpPr>
        <p:grpSpPr>
          <a:xfrm>
            <a:off x="1683229" y="1517950"/>
            <a:ext cx="358140" cy="306467"/>
            <a:chOff x="1844040" y="1040959"/>
            <a:chExt cx="358140" cy="306467"/>
          </a:xfrm>
        </p:grpSpPr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AD63A089-924F-8779-1A5B-626DC8D1220D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E4758D03-4B80-E811-7473-64E0982C5565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4D89790C-906B-846B-59EE-09C24754E2E2}"/>
              </a:ext>
            </a:extLst>
          </p:cNvPr>
          <p:cNvSpPr/>
          <p:nvPr/>
        </p:nvSpPr>
        <p:spPr>
          <a:xfrm>
            <a:off x="1506856" y="2454527"/>
            <a:ext cx="110490" cy="2019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358A122-876A-A83C-AB22-4D11FCC414A2}"/>
              </a:ext>
            </a:extLst>
          </p:cNvPr>
          <p:cNvSpPr/>
          <p:nvPr/>
        </p:nvSpPr>
        <p:spPr>
          <a:xfrm>
            <a:off x="1507160" y="2379518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3E1572A-AEDA-4803-49AC-CA6BE2EE1911}"/>
              </a:ext>
            </a:extLst>
          </p:cNvPr>
          <p:cNvSpPr/>
          <p:nvPr/>
        </p:nvSpPr>
        <p:spPr>
          <a:xfrm>
            <a:off x="1506856" y="1881357"/>
            <a:ext cx="110490" cy="199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A7E7B11-8F34-FAF1-9B44-FAEC0ABF186B}"/>
              </a:ext>
            </a:extLst>
          </p:cNvPr>
          <p:cNvSpPr/>
          <p:nvPr/>
        </p:nvSpPr>
        <p:spPr>
          <a:xfrm>
            <a:off x="1506855" y="2043047"/>
            <a:ext cx="1229679" cy="11299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7FC7EDF0-A1E3-4BCE-FB98-AA91F7385287}"/>
              </a:ext>
            </a:extLst>
          </p:cNvPr>
          <p:cNvCxnSpPr>
            <a:cxnSpLocks/>
          </p:cNvCxnSpPr>
          <p:nvPr/>
        </p:nvCxnSpPr>
        <p:spPr>
          <a:xfrm flipH="1">
            <a:off x="1286589" y="2155682"/>
            <a:ext cx="144232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6A6C30D-C7DA-9241-B08B-BD947E75A222}"/>
              </a:ext>
            </a:extLst>
          </p:cNvPr>
          <p:cNvCxnSpPr>
            <a:cxnSpLocks/>
          </p:cNvCxnSpPr>
          <p:nvPr/>
        </p:nvCxnSpPr>
        <p:spPr>
          <a:xfrm flipH="1">
            <a:off x="1286589" y="2379519"/>
            <a:ext cx="144232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E642497-5455-940D-B11D-1C56A13A3F98}"/>
              </a:ext>
            </a:extLst>
          </p:cNvPr>
          <p:cNvCxnSpPr>
            <a:cxnSpLocks/>
          </p:cNvCxnSpPr>
          <p:nvPr/>
        </p:nvCxnSpPr>
        <p:spPr>
          <a:xfrm flipV="1">
            <a:off x="1507467" y="2379519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EBBACC5-D9EF-56B9-D615-DA2088076256}"/>
              </a:ext>
            </a:extLst>
          </p:cNvPr>
          <p:cNvCxnSpPr>
            <a:cxnSpLocks/>
          </p:cNvCxnSpPr>
          <p:nvPr/>
        </p:nvCxnSpPr>
        <p:spPr>
          <a:xfrm flipV="1">
            <a:off x="1507467" y="1889698"/>
            <a:ext cx="0" cy="265984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8848973A-E868-DA30-B509-89E771CA5F7A}"/>
              </a:ext>
            </a:extLst>
          </p:cNvPr>
          <p:cNvCxnSpPr>
            <a:cxnSpLocks/>
          </p:cNvCxnSpPr>
          <p:nvPr/>
        </p:nvCxnSpPr>
        <p:spPr>
          <a:xfrm flipH="1">
            <a:off x="1225629" y="2272839"/>
            <a:ext cx="157924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37E1BA3B-2E2C-C9C7-0C39-0D85E6715FD4}"/>
              </a:ext>
            </a:extLst>
          </p:cNvPr>
          <p:cNvCxnSpPr>
            <a:cxnSpLocks/>
          </p:cNvCxnSpPr>
          <p:nvPr/>
        </p:nvCxnSpPr>
        <p:spPr>
          <a:xfrm>
            <a:off x="1848808" y="2272839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49C6C32A-04F6-E23C-077F-A8A2EAB0049D}"/>
              </a:ext>
            </a:extLst>
          </p:cNvPr>
          <p:cNvGrpSpPr/>
          <p:nvPr/>
        </p:nvGrpSpPr>
        <p:grpSpPr>
          <a:xfrm>
            <a:off x="1683229" y="2462049"/>
            <a:ext cx="358140" cy="306467"/>
            <a:chOff x="1844040" y="1040959"/>
            <a:chExt cx="358140" cy="306467"/>
          </a:xfrm>
        </p:grpSpPr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A65D745B-7FD3-994E-1178-EC7C7D324AD5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DF94ADCE-0F80-DF8B-57B9-6C38DEBBE18E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feld 47">
            <a:extLst>
              <a:ext uri="{FF2B5EF4-FFF2-40B4-BE49-F238E27FC236}">
                <a16:creationId xmlns:a16="http://schemas.microsoft.com/office/drawing/2014/main" id="{47CF3BDA-28DA-D25F-27E7-4BFEE47602C5}"/>
              </a:ext>
            </a:extLst>
          </p:cNvPr>
          <p:cNvSpPr txBox="1"/>
          <p:nvPr/>
        </p:nvSpPr>
        <p:spPr>
          <a:xfrm>
            <a:off x="818293" y="1166576"/>
            <a:ext cx="423466" cy="317183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a)</a:t>
            </a:r>
            <a:endParaRPr lang="de-DE" sz="12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4D799618-EFF8-0A68-E989-84344A92B8E7}"/>
              </a:ext>
            </a:extLst>
          </p:cNvPr>
          <p:cNvSpPr txBox="1"/>
          <p:nvPr/>
        </p:nvSpPr>
        <p:spPr>
          <a:xfrm>
            <a:off x="818293" y="2119149"/>
            <a:ext cx="423466" cy="317183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b)</a:t>
            </a:r>
            <a:endParaRPr lang="de-DE" sz="12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99AD5BF6-3470-4027-837C-3A739180A6A1}"/>
              </a:ext>
            </a:extLst>
          </p:cNvPr>
          <p:cNvCxnSpPr>
            <a:cxnSpLocks/>
          </p:cNvCxnSpPr>
          <p:nvPr/>
        </p:nvCxnSpPr>
        <p:spPr>
          <a:xfrm flipV="1">
            <a:off x="1911429" y="2272839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F1423DC1-2C7C-8F6F-5AA6-363466AA3FD1}"/>
              </a:ext>
            </a:extLst>
          </p:cNvPr>
          <p:cNvCxnSpPr>
            <a:cxnSpLocks/>
          </p:cNvCxnSpPr>
          <p:nvPr/>
        </p:nvCxnSpPr>
        <p:spPr>
          <a:xfrm flipV="1">
            <a:off x="1913414" y="1325506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1843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708520DE-AF35-D13A-CDBB-0BE7470DE7B9}"/>
              </a:ext>
            </a:extLst>
          </p:cNvPr>
          <p:cNvGrpSpPr/>
          <p:nvPr/>
        </p:nvGrpSpPr>
        <p:grpSpPr>
          <a:xfrm rot="10800000">
            <a:off x="1185233" y="1462324"/>
            <a:ext cx="1229984" cy="775100"/>
            <a:chOff x="1506855" y="933686"/>
            <a:chExt cx="1229984" cy="775100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3ED69FF-47A9-30EA-A82F-C193C9ED7AD5}"/>
                </a:ext>
              </a:extLst>
            </p:cNvPr>
            <p:cNvSpPr/>
            <p:nvPr/>
          </p:nvSpPr>
          <p:spPr>
            <a:xfrm>
              <a:off x="1506856" y="1506856"/>
              <a:ext cx="110490" cy="20193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146B535C-1B6D-3B9E-CF66-1B41C5D2A14E}"/>
                </a:ext>
              </a:extLst>
            </p:cNvPr>
            <p:cNvSpPr/>
            <p:nvPr/>
          </p:nvSpPr>
          <p:spPr>
            <a:xfrm>
              <a:off x="1507160" y="1431847"/>
              <a:ext cx="1229679" cy="11299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00005C7F-7185-6C29-E015-322ABB472284}"/>
                </a:ext>
              </a:extLst>
            </p:cNvPr>
            <p:cNvSpPr/>
            <p:nvPr/>
          </p:nvSpPr>
          <p:spPr>
            <a:xfrm>
              <a:off x="1506856" y="933686"/>
              <a:ext cx="110490" cy="1993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DF4C3646-2B81-2868-CCCB-51E15D5C68F7}"/>
                </a:ext>
              </a:extLst>
            </p:cNvPr>
            <p:cNvSpPr/>
            <p:nvPr/>
          </p:nvSpPr>
          <p:spPr>
            <a:xfrm>
              <a:off x="1506855" y="1095376"/>
              <a:ext cx="1229679" cy="11299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D1C96D87-321B-6F0A-5512-77984F2462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7467" y="1208011"/>
              <a:ext cx="122144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A752523C-8D5D-3831-74CB-ECDE237DD8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7467" y="1431848"/>
              <a:ext cx="122144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7285617-9CE9-CC59-E1A1-D869A0D91E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7467" y="1431848"/>
              <a:ext cx="0" cy="26598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822A7A8-D520-82FC-73F6-03FF5476B9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07467" y="942027"/>
              <a:ext cx="0" cy="26598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BD5C2685-D437-D195-9766-8DE781FA1A95}"/>
              </a:ext>
            </a:extLst>
          </p:cNvPr>
          <p:cNvCxnSpPr>
            <a:cxnSpLocks/>
          </p:cNvCxnSpPr>
          <p:nvPr/>
        </p:nvCxnSpPr>
        <p:spPr>
          <a:xfrm flipH="1">
            <a:off x="1104032" y="1853806"/>
            <a:ext cx="137731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E67608E-EE8F-BADB-8991-8B8B166229DD}"/>
              </a:ext>
            </a:extLst>
          </p:cNvPr>
          <p:cNvCxnSpPr>
            <a:cxnSpLocks/>
          </p:cNvCxnSpPr>
          <p:nvPr/>
        </p:nvCxnSpPr>
        <p:spPr>
          <a:xfrm>
            <a:off x="1527186" y="1853806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5586576-0C78-6C78-340C-B4C2B6191697}"/>
              </a:ext>
            </a:extLst>
          </p:cNvPr>
          <p:cNvGrpSpPr/>
          <p:nvPr/>
        </p:nvGrpSpPr>
        <p:grpSpPr>
          <a:xfrm>
            <a:off x="1361607" y="2046588"/>
            <a:ext cx="358140" cy="306467"/>
            <a:chOff x="1844040" y="1040959"/>
            <a:chExt cx="358140" cy="306467"/>
          </a:xfrm>
        </p:grpSpPr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19863AC7-B846-7C58-15EB-5AA72A9B9709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A57D2B5-9CE0-448C-383B-ECE2F76F4BFC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4773D11-6518-9203-BCD5-8E82218822CA}"/>
              </a:ext>
            </a:extLst>
          </p:cNvPr>
          <p:cNvCxnSpPr>
            <a:cxnSpLocks/>
          </p:cNvCxnSpPr>
          <p:nvPr/>
        </p:nvCxnSpPr>
        <p:spPr>
          <a:xfrm flipV="1">
            <a:off x="1591792" y="1854144"/>
            <a:ext cx="77870" cy="281525"/>
          </a:xfrm>
          <a:prstGeom prst="straightConnector1">
            <a:avLst/>
          </a:prstGeom>
          <a:ln w="6350" cap="rnd">
            <a:solidFill>
              <a:srgbClr val="0070C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328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DBBA6-9582-9A5D-7896-89B1D541D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Ellipse 35">
            <a:extLst>
              <a:ext uri="{FF2B5EF4-FFF2-40B4-BE49-F238E27FC236}">
                <a16:creationId xmlns:a16="http://schemas.microsoft.com/office/drawing/2014/main" id="{5C565898-0411-9269-5B21-203EBBECF4E8}"/>
              </a:ext>
            </a:extLst>
          </p:cNvPr>
          <p:cNvSpPr/>
          <p:nvPr/>
        </p:nvSpPr>
        <p:spPr>
          <a:xfrm>
            <a:off x="2281103" y="1570325"/>
            <a:ext cx="464819" cy="464819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E0E6E41-8A8E-FA40-101F-17010724E762}"/>
              </a:ext>
            </a:extLst>
          </p:cNvPr>
          <p:cNvSpPr/>
          <p:nvPr/>
        </p:nvSpPr>
        <p:spPr>
          <a:xfrm>
            <a:off x="2279198" y="1396903"/>
            <a:ext cx="464820" cy="325475"/>
          </a:xfrm>
          <a:custGeom>
            <a:avLst/>
            <a:gdLst>
              <a:gd name="csX0" fmla="*/ 0 w 464820"/>
              <a:gd name="csY0" fmla="*/ 93065 h 325475"/>
              <a:gd name="csX1" fmla="*/ 232410 w 464820"/>
              <a:gd name="csY1" fmla="*/ 3530 h 325475"/>
              <a:gd name="csX2" fmla="*/ 464820 w 464820"/>
              <a:gd name="csY2" fmla="*/ 93065 h 325475"/>
              <a:gd name="csX3" fmla="*/ 232410 w 464820"/>
              <a:gd name="csY3" fmla="*/ 325475 h 325475"/>
              <a:gd name="csX4" fmla="*/ 0 w 464820"/>
              <a:gd name="csY4" fmla="*/ 93065 h 325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4820" h="325475">
                <a:moveTo>
                  <a:pt x="0" y="93065"/>
                </a:moveTo>
                <a:cubicBezTo>
                  <a:pt x="0" y="-27267"/>
                  <a:pt x="104054" y="3530"/>
                  <a:pt x="232410" y="3530"/>
                </a:cubicBezTo>
                <a:cubicBezTo>
                  <a:pt x="360766" y="3530"/>
                  <a:pt x="462915" y="21859"/>
                  <a:pt x="464820" y="93065"/>
                </a:cubicBezTo>
                <a:cubicBezTo>
                  <a:pt x="464820" y="221421"/>
                  <a:pt x="360766" y="325475"/>
                  <a:pt x="232410" y="325475"/>
                </a:cubicBezTo>
                <a:cubicBezTo>
                  <a:pt x="104054" y="325475"/>
                  <a:pt x="0" y="213397"/>
                  <a:pt x="0" y="93065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5B05B75-2D26-880A-43E2-CBB0CAE89419}"/>
              </a:ext>
            </a:extLst>
          </p:cNvPr>
          <p:cNvSpPr/>
          <p:nvPr/>
        </p:nvSpPr>
        <p:spPr>
          <a:xfrm rot="10800000">
            <a:off x="714376" y="1457362"/>
            <a:ext cx="1266833" cy="11296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4AE13EE-39FA-4FA9-F54B-DA538E8CA290}"/>
              </a:ext>
            </a:extLst>
          </p:cNvPr>
          <p:cNvCxnSpPr>
            <a:cxnSpLocks/>
          </p:cNvCxnSpPr>
          <p:nvPr/>
        </p:nvCxnSpPr>
        <p:spPr>
          <a:xfrm flipH="1">
            <a:off x="617220" y="1804276"/>
            <a:ext cx="2249805" cy="254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78B89AE8-C0E7-2966-C097-44C9EEDF4F34}"/>
              </a:ext>
            </a:extLst>
          </p:cNvPr>
          <p:cNvCxnSpPr>
            <a:cxnSpLocks/>
          </p:cNvCxnSpPr>
          <p:nvPr/>
        </p:nvCxnSpPr>
        <p:spPr>
          <a:xfrm>
            <a:off x="887106" y="1806816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99A14C46-61D8-8F2E-9CB4-F0F25D64E433}"/>
              </a:ext>
            </a:extLst>
          </p:cNvPr>
          <p:cNvGrpSpPr/>
          <p:nvPr/>
        </p:nvGrpSpPr>
        <p:grpSpPr>
          <a:xfrm>
            <a:off x="778677" y="1766472"/>
            <a:ext cx="358140" cy="306467"/>
            <a:chOff x="1844040" y="1040959"/>
            <a:chExt cx="358140" cy="306467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D1292617-F265-0A24-0A03-8AAB2B763045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88DAC4F0-BF1B-AB16-896C-9EBCEA5AF09D}"/>
                </a:ext>
              </a:extLst>
            </p:cNvPr>
            <p:cNvCxnSpPr>
              <a:cxnSpLocks/>
            </p:cNvCxnSpPr>
            <p:nvPr/>
          </p:nvCxnSpPr>
          <p:spPr>
            <a:xfrm>
              <a:off x="1986603" y="1145144"/>
              <a:ext cx="50477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F46AA15C-0862-E491-9274-C09E81D6C09C}"/>
              </a:ext>
            </a:extLst>
          </p:cNvPr>
          <p:cNvCxnSpPr>
            <a:cxnSpLocks/>
          </p:cNvCxnSpPr>
          <p:nvPr/>
        </p:nvCxnSpPr>
        <p:spPr>
          <a:xfrm>
            <a:off x="1538287" y="1579245"/>
            <a:ext cx="0" cy="445770"/>
          </a:xfrm>
          <a:prstGeom prst="line">
            <a:avLst/>
          </a:prstGeom>
          <a:ln w="12700" cap="rnd">
            <a:solidFill>
              <a:schemeClr val="accent2"/>
            </a:solidFill>
            <a:prstDash val="solid"/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86480F56-A508-167F-9727-F2AC4B654852}"/>
              </a:ext>
            </a:extLst>
          </p:cNvPr>
          <p:cNvSpPr txBox="1"/>
          <p:nvPr/>
        </p:nvSpPr>
        <p:spPr>
          <a:xfrm>
            <a:off x="1261356" y="1779195"/>
            <a:ext cx="263358" cy="309146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200" i="1" baseline="-25000" dirty="0">
              <a:solidFill>
                <a:schemeClr val="accent2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8B33B38E-3C3C-9D71-1FE6-724322AC61FA}"/>
              </a:ext>
            </a:extLst>
          </p:cNvPr>
          <p:cNvCxnSpPr>
            <a:cxnSpLocks/>
          </p:cNvCxnSpPr>
          <p:nvPr/>
        </p:nvCxnSpPr>
        <p:spPr>
          <a:xfrm>
            <a:off x="1782127" y="1424940"/>
            <a:ext cx="0" cy="145385"/>
          </a:xfrm>
          <a:prstGeom prst="line">
            <a:avLst/>
          </a:prstGeom>
          <a:ln w="12700" cap="rnd">
            <a:solidFill>
              <a:schemeClr val="accent5"/>
            </a:solidFill>
            <a:prstDash val="solid"/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B2672A5-BF5E-A71D-A9C6-9831D53C2E55}"/>
              </a:ext>
            </a:extLst>
          </p:cNvPr>
          <p:cNvCxnSpPr>
            <a:cxnSpLocks/>
          </p:cNvCxnSpPr>
          <p:nvPr/>
        </p:nvCxnSpPr>
        <p:spPr>
          <a:xfrm flipV="1">
            <a:off x="1782127" y="1704212"/>
            <a:ext cx="0" cy="137923"/>
          </a:xfrm>
          <a:prstGeom prst="line">
            <a:avLst/>
          </a:prstGeom>
          <a:ln w="12700" cap="rnd">
            <a:solidFill>
              <a:schemeClr val="accent5"/>
            </a:solidFill>
            <a:prstDash val="solid"/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E09F52F-C615-5EB1-F361-C4BB7F49B880}"/>
              </a:ext>
            </a:extLst>
          </p:cNvPr>
          <p:cNvCxnSpPr>
            <a:cxnSpLocks/>
          </p:cNvCxnSpPr>
          <p:nvPr/>
        </p:nvCxnSpPr>
        <p:spPr>
          <a:xfrm flipV="1">
            <a:off x="1782127" y="1528415"/>
            <a:ext cx="0" cy="220375"/>
          </a:xfrm>
          <a:prstGeom prst="line">
            <a:avLst/>
          </a:prstGeom>
          <a:ln w="12700" cap="rnd">
            <a:solidFill>
              <a:schemeClr val="accent5"/>
            </a:solidFill>
            <a:prstDash val="solid"/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280EEF5D-4C42-838C-A805-5BA44CDCF232}"/>
              </a:ext>
            </a:extLst>
          </p:cNvPr>
          <p:cNvCxnSpPr>
            <a:cxnSpLocks/>
          </p:cNvCxnSpPr>
          <p:nvPr/>
        </p:nvCxnSpPr>
        <p:spPr>
          <a:xfrm>
            <a:off x="1679733" y="1722725"/>
            <a:ext cx="831057" cy="0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74C60A21-BD13-F4D0-43E0-92910C3CAFB2}"/>
              </a:ext>
            </a:extLst>
          </p:cNvPr>
          <p:cNvSpPr txBox="1"/>
          <p:nvPr/>
        </p:nvSpPr>
        <p:spPr>
          <a:xfrm>
            <a:off x="1725966" y="1489967"/>
            <a:ext cx="263358" cy="309146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200" i="1" baseline="-25000" dirty="0">
              <a:solidFill>
                <a:schemeClr val="accent5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9D4CA1E-4FD9-0B69-7D25-B5B15C2EAA0A}"/>
              </a:ext>
            </a:extLst>
          </p:cNvPr>
          <p:cNvSpPr/>
          <p:nvPr/>
        </p:nvSpPr>
        <p:spPr>
          <a:xfrm rot="10800000">
            <a:off x="714688" y="2035133"/>
            <a:ext cx="1266833" cy="11296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C002023-2546-E358-46B6-63A357376340}"/>
              </a:ext>
            </a:extLst>
          </p:cNvPr>
          <p:cNvCxnSpPr>
            <a:cxnSpLocks/>
          </p:cNvCxnSpPr>
          <p:nvPr/>
        </p:nvCxnSpPr>
        <p:spPr>
          <a:xfrm rot="10800000" flipH="1">
            <a:off x="722488" y="2035489"/>
            <a:ext cx="1249967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E4CF2D0-6CAA-F858-1321-8BBCFE029DC0}"/>
              </a:ext>
            </a:extLst>
          </p:cNvPr>
          <p:cNvCxnSpPr>
            <a:cxnSpLocks/>
          </p:cNvCxnSpPr>
          <p:nvPr/>
        </p:nvCxnSpPr>
        <p:spPr>
          <a:xfrm rot="10800000" flipH="1">
            <a:off x="722488" y="1570352"/>
            <a:ext cx="1249967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B0EAC329-5BA1-AE0C-63D1-423C56667736}"/>
              </a:ext>
            </a:extLst>
          </p:cNvPr>
          <p:cNvCxnSpPr>
            <a:cxnSpLocks/>
          </p:cNvCxnSpPr>
          <p:nvPr/>
        </p:nvCxnSpPr>
        <p:spPr>
          <a:xfrm flipV="1">
            <a:off x="1679823" y="1327785"/>
            <a:ext cx="0" cy="385347"/>
          </a:xfrm>
          <a:prstGeom prst="line">
            <a:avLst/>
          </a:prstGeom>
          <a:ln w="254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CFE65967-1621-6E12-6602-31BAB1F04FDA}"/>
              </a:ext>
            </a:extLst>
          </p:cNvPr>
          <p:cNvSpPr/>
          <p:nvPr/>
        </p:nvSpPr>
        <p:spPr>
          <a:xfrm rot="10800000">
            <a:off x="2279197" y="1306901"/>
            <a:ext cx="464403" cy="17925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4367358A-0BFD-0269-7BCB-BBA50CD728CF}"/>
              </a:ext>
            </a:extLst>
          </p:cNvPr>
          <p:cNvCxnSpPr>
            <a:cxnSpLocks/>
            <a:stCxn id="37" idx="2"/>
          </p:cNvCxnSpPr>
          <p:nvPr/>
        </p:nvCxnSpPr>
        <p:spPr>
          <a:xfrm flipV="1">
            <a:off x="2279416" y="1316355"/>
            <a:ext cx="0" cy="165948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6F178A19-E3C9-8E8E-DD64-2C66E1A28DD3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2743794" y="1316355"/>
            <a:ext cx="0" cy="170784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ogen 36">
            <a:extLst>
              <a:ext uri="{FF2B5EF4-FFF2-40B4-BE49-F238E27FC236}">
                <a16:creationId xmlns:a16="http://schemas.microsoft.com/office/drawing/2014/main" id="{D250B744-531E-965C-DE64-88A672A543C0}"/>
              </a:ext>
            </a:extLst>
          </p:cNvPr>
          <p:cNvSpPr/>
          <p:nvPr/>
        </p:nvSpPr>
        <p:spPr>
          <a:xfrm>
            <a:off x="2279405" y="1252332"/>
            <a:ext cx="464404" cy="464402"/>
          </a:xfrm>
          <a:prstGeom prst="arc">
            <a:avLst>
              <a:gd name="adj1" fmla="val 38576"/>
              <a:gd name="adj2" fmla="val 10833020"/>
            </a:avLst>
          </a:prstGeom>
          <a:ln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7BAB14F0-2A3C-D46F-9CA2-282182B175DD}"/>
              </a:ext>
            </a:extLst>
          </p:cNvPr>
          <p:cNvCxnSpPr>
            <a:cxnSpLocks/>
          </p:cNvCxnSpPr>
          <p:nvPr/>
        </p:nvCxnSpPr>
        <p:spPr>
          <a:xfrm>
            <a:off x="1981209" y="1570325"/>
            <a:ext cx="316221" cy="0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60A33BE8-291C-029F-41CE-25E18DADBEA2}"/>
              </a:ext>
            </a:extLst>
          </p:cNvPr>
          <p:cNvSpPr txBox="1"/>
          <p:nvPr/>
        </p:nvSpPr>
        <p:spPr>
          <a:xfrm>
            <a:off x="2062164" y="1989503"/>
            <a:ext cx="389097" cy="317183"/>
          </a:xfrm>
          <a:prstGeom prst="roundRect">
            <a:avLst>
              <a:gd name="adj" fmla="val 22469"/>
            </a:avLst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i="1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2A467A1-E7FD-DECD-8FB1-6432E95C3F13}"/>
              </a:ext>
            </a:extLst>
          </p:cNvPr>
          <p:cNvCxnSpPr>
            <a:cxnSpLocks/>
          </p:cNvCxnSpPr>
          <p:nvPr/>
        </p:nvCxnSpPr>
        <p:spPr>
          <a:xfrm flipV="1">
            <a:off x="2331720" y="1895475"/>
            <a:ext cx="119541" cy="190150"/>
          </a:xfrm>
          <a:prstGeom prst="straightConnector1">
            <a:avLst/>
          </a:prstGeom>
          <a:ln w="6350" cap="rnd">
            <a:solidFill>
              <a:schemeClr val="tx2">
                <a:lumMod val="75000"/>
                <a:lumOff val="25000"/>
              </a:schemeClr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837C5166-2C7B-0E66-1496-FA4B5F7A84DD}"/>
              </a:ext>
            </a:extLst>
          </p:cNvPr>
          <p:cNvCxnSpPr>
            <a:cxnSpLocks/>
          </p:cNvCxnSpPr>
          <p:nvPr/>
        </p:nvCxnSpPr>
        <p:spPr>
          <a:xfrm flipV="1">
            <a:off x="2510790" y="1252332"/>
            <a:ext cx="0" cy="907192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819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57826-F0CD-B19B-AE88-8A41AE7D3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24DD140B-17AB-8FA1-A932-0F76AF206ECA}"/>
              </a:ext>
            </a:extLst>
          </p:cNvPr>
          <p:cNvGrpSpPr/>
          <p:nvPr/>
        </p:nvGrpSpPr>
        <p:grpSpPr>
          <a:xfrm>
            <a:off x="370996" y="434340"/>
            <a:ext cx="2849882" cy="2823213"/>
            <a:chOff x="375284" y="426720"/>
            <a:chExt cx="2849882" cy="2823213"/>
          </a:xfrm>
        </p:grpSpPr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E501CE0B-EFDA-7478-11EC-B99D9880954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243581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8EAD3A48-0787-B99E-F8F1-405662E0BCA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3605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38F726D7-4C4A-4C97-E083-07E8CFEC455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629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77F7021-C0D8-1355-432C-A431364052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66347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BE2F53B4-8B56-ED05-EC0D-79B02D1DDA37}"/>
                </a:ext>
              </a:extLst>
            </p:cNvPr>
            <p:cNvCxnSpPr>
              <a:cxnSpLocks/>
            </p:cNvCxnSpPr>
            <p:nvPr/>
          </p:nvCxnSpPr>
          <p:spPr>
            <a:xfrm>
              <a:off x="375284" y="426720"/>
              <a:ext cx="0" cy="2747012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25F9BDA-FE49-D212-825A-7CDE3DE5189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813559" y="1838327"/>
              <a:ext cx="2823213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7B724CE6-9004-BECB-2CC1-1DD378FD9985}"/>
              </a:ext>
            </a:extLst>
          </p:cNvPr>
          <p:cNvGrpSpPr/>
          <p:nvPr/>
        </p:nvGrpSpPr>
        <p:grpSpPr>
          <a:xfrm>
            <a:off x="300512" y="434340"/>
            <a:ext cx="2920365" cy="2750820"/>
            <a:chOff x="304800" y="426720"/>
            <a:chExt cx="2920365" cy="2823214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249AC0A8-281E-498E-D247-06F007855735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991363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90A770F7-F051-DA71-71EA-4B12577A7441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1556006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51631E4D-A265-FCF5-96E1-DDBD80A1CD1B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2120649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D7A1F2C9-64D5-842B-9325-F88BC5926F01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2685292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5D22E4BC-73EE-F19A-9458-606FD5FA1376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" y="426720"/>
              <a:ext cx="2920365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0894F0FE-068B-0B24-522D-C5D11551F094}"/>
                </a:ext>
              </a:extLst>
            </p:cNvPr>
            <p:cNvCxnSpPr>
              <a:cxnSpLocks/>
            </p:cNvCxnSpPr>
            <p:nvPr/>
          </p:nvCxnSpPr>
          <p:spPr>
            <a:xfrm>
              <a:off x="375283" y="3249934"/>
              <a:ext cx="2849882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433FB75D-5CFA-CB95-434E-8E4762138108}"/>
              </a:ext>
            </a:extLst>
          </p:cNvPr>
          <p:cNvSpPr txBox="1"/>
          <p:nvPr/>
        </p:nvSpPr>
        <p:spPr>
          <a:xfrm>
            <a:off x="-4288" y="2515770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0,1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7BEFC9BB-24F1-603D-E344-3DBA0BA4220A}"/>
              </a:ext>
            </a:extLst>
          </p:cNvPr>
          <p:cNvSpPr txBox="1"/>
          <p:nvPr/>
        </p:nvSpPr>
        <p:spPr>
          <a:xfrm>
            <a:off x="-4288" y="1967465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7BCFFEEA-E462-BC5D-9862-17A4F07FBED0}"/>
              </a:ext>
            </a:extLst>
          </p:cNvPr>
          <p:cNvSpPr txBox="1"/>
          <p:nvPr/>
        </p:nvSpPr>
        <p:spPr>
          <a:xfrm>
            <a:off x="-4288" y="141916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393D651F-CE17-3A32-7855-AEEC5677FC78}"/>
              </a:ext>
            </a:extLst>
          </p:cNvPr>
          <p:cNvSpPr txBox="1"/>
          <p:nvPr/>
        </p:nvSpPr>
        <p:spPr>
          <a:xfrm>
            <a:off x="-4288" y="87085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52021D57-AEA3-5B93-94D1-0547CF96CB71}"/>
              </a:ext>
            </a:extLst>
          </p:cNvPr>
          <p:cNvSpPr txBox="1"/>
          <p:nvPr/>
        </p:nvSpPr>
        <p:spPr>
          <a:xfrm>
            <a:off x="-4288" y="322553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DB1B3695-470D-D16A-E8BE-BFF4DD14C83C}"/>
              </a:ext>
            </a:extLst>
          </p:cNvPr>
          <p:cNvSpPr txBox="1"/>
          <p:nvPr/>
        </p:nvSpPr>
        <p:spPr>
          <a:xfrm>
            <a:off x="769749" y="324511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20°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80D1B55-1A9E-2C18-A4AA-470BEE979D82}"/>
              </a:ext>
            </a:extLst>
          </p:cNvPr>
          <p:cNvSpPr txBox="1"/>
          <p:nvPr/>
        </p:nvSpPr>
        <p:spPr>
          <a:xfrm>
            <a:off x="1339723" y="324511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40°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3E727EC0-7DE4-DD61-D265-D6C36B8C2085}"/>
              </a:ext>
            </a:extLst>
          </p:cNvPr>
          <p:cNvSpPr txBox="1"/>
          <p:nvPr/>
        </p:nvSpPr>
        <p:spPr>
          <a:xfrm>
            <a:off x="1909697" y="324511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648DA14-52A0-DE29-4D11-CF7ABBEAD4CE}"/>
              </a:ext>
            </a:extLst>
          </p:cNvPr>
          <p:cNvSpPr txBox="1"/>
          <p:nvPr/>
        </p:nvSpPr>
        <p:spPr>
          <a:xfrm>
            <a:off x="2479672" y="324511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80°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D0F2CBB4-0D6A-1C09-4215-F60B84E3DF22}"/>
              </a:ext>
            </a:extLst>
          </p:cNvPr>
          <p:cNvSpPr txBox="1"/>
          <p:nvPr/>
        </p:nvSpPr>
        <p:spPr>
          <a:xfrm>
            <a:off x="3022744" y="3245111"/>
            <a:ext cx="39625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100°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27689C92-8C1A-DF2A-8C8A-32866FBBA83D}"/>
              </a:ext>
            </a:extLst>
          </p:cNvPr>
          <p:cNvSpPr txBox="1"/>
          <p:nvPr/>
        </p:nvSpPr>
        <p:spPr>
          <a:xfrm>
            <a:off x="2737951" y="3307079"/>
            <a:ext cx="3689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2A4A6FA9-72AE-F0B2-B9DD-EEE1E89CCDFD}"/>
              </a:ext>
            </a:extLst>
          </p:cNvPr>
          <p:cNvCxnSpPr>
            <a:cxnSpLocks/>
          </p:cNvCxnSpPr>
          <p:nvPr/>
        </p:nvCxnSpPr>
        <p:spPr>
          <a:xfrm flipH="1" flipV="1">
            <a:off x="2738912" y="274320"/>
            <a:ext cx="198120" cy="70485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B35FABBA-2F33-6F04-A016-E897C873A05D}"/>
              </a:ext>
            </a:extLst>
          </p:cNvPr>
          <p:cNvGrpSpPr/>
          <p:nvPr/>
        </p:nvGrpSpPr>
        <p:grpSpPr>
          <a:xfrm>
            <a:off x="2258403" y="84030"/>
            <a:ext cx="537321" cy="369542"/>
            <a:chOff x="2245546" y="61170"/>
            <a:chExt cx="537321" cy="369542"/>
          </a:xfrm>
        </p:grpSpPr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4AE7F9E5-2BCC-64C9-8B94-A783906E0206}"/>
                </a:ext>
              </a:extLst>
            </p:cNvPr>
            <p:cNvSpPr txBox="1"/>
            <p:nvPr/>
          </p:nvSpPr>
          <p:spPr>
            <a:xfrm>
              <a:off x="2245546" y="61170"/>
              <a:ext cx="20197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0822BDA9-5205-9A5B-4316-CB1BF26AC204}"/>
                </a:ext>
              </a:extLst>
            </p:cNvPr>
            <p:cNvSpPr txBox="1"/>
            <p:nvPr/>
          </p:nvSpPr>
          <p:spPr>
            <a:xfrm>
              <a:off x="2245546" y="199880"/>
              <a:ext cx="20197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1CC816C-BE16-7033-7C00-5593CA7FAA3F}"/>
                </a:ext>
              </a:extLst>
            </p:cNvPr>
            <p:cNvSpPr txBox="1"/>
            <p:nvPr/>
          </p:nvSpPr>
          <p:spPr>
            <a:xfrm>
              <a:off x="2367398" y="123677"/>
              <a:ext cx="415469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</a:t>
              </a:r>
            </a:p>
          </p:txBody>
        </p: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90F2B7EE-03CD-0A83-CC92-90C84E7A0A4A}"/>
                </a:ext>
              </a:extLst>
            </p:cNvPr>
            <p:cNvCxnSpPr>
              <a:cxnSpLocks/>
            </p:cNvCxnSpPr>
            <p:nvPr/>
          </p:nvCxnSpPr>
          <p:spPr>
            <a:xfrm>
              <a:off x="2277975" y="239093"/>
              <a:ext cx="152805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Textfeld 67">
            <a:extLst>
              <a:ext uri="{FF2B5EF4-FFF2-40B4-BE49-F238E27FC236}">
                <a16:creationId xmlns:a16="http://schemas.microsoft.com/office/drawing/2014/main" id="{F7A504FD-9DD4-3840-658A-9D2CE872A4C6}"/>
              </a:ext>
            </a:extLst>
          </p:cNvPr>
          <p:cNvSpPr txBox="1"/>
          <p:nvPr/>
        </p:nvSpPr>
        <p:spPr>
          <a:xfrm>
            <a:off x="2917576" y="143769"/>
            <a:ext cx="41546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rau</a:t>
            </a:r>
          </a:p>
        </p:txBody>
      </p:sp>
      <p:sp>
        <p:nvSpPr>
          <p:cNvPr id="71" name="Freihandform: Form 70">
            <a:extLst>
              <a:ext uri="{FF2B5EF4-FFF2-40B4-BE49-F238E27FC236}">
                <a16:creationId xmlns:a16="http://schemas.microsoft.com/office/drawing/2014/main" id="{70AE523A-ACDC-65BA-5EA6-ABA99ED88000}"/>
              </a:ext>
            </a:extLst>
          </p:cNvPr>
          <p:cNvSpPr/>
          <p:nvPr/>
        </p:nvSpPr>
        <p:spPr>
          <a:xfrm>
            <a:off x="371473" y="596503"/>
            <a:ext cx="1535907" cy="2582466"/>
          </a:xfrm>
          <a:custGeom>
            <a:avLst/>
            <a:gdLst>
              <a:gd name="csX0" fmla="*/ 0 w 1535907"/>
              <a:gd name="csY0" fmla="*/ 2582466 h 2582466"/>
              <a:gd name="csX1" fmla="*/ 503635 w 1535907"/>
              <a:gd name="csY1" fmla="*/ 2175272 h 2582466"/>
              <a:gd name="csX2" fmla="*/ 1046560 w 1535907"/>
              <a:gd name="csY2" fmla="*/ 1318022 h 2582466"/>
              <a:gd name="csX3" fmla="*/ 1535907 w 1535907"/>
              <a:gd name="csY3" fmla="*/ 0 h 25824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535907" h="2582466">
                <a:moveTo>
                  <a:pt x="0" y="2582466"/>
                </a:moveTo>
                <a:cubicBezTo>
                  <a:pt x="164604" y="2484239"/>
                  <a:pt x="329208" y="2386013"/>
                  <a:pt x="503635" y="2175272"/>
                </a:cubicBezTo>
                <a:cubicBezTo>
                  <a:pt x="678062" y="1964531"/>
                  <a:pt x="874515" y="1680567"/>
                  <a:pt x="1046560" y="1318022"/>
                </a:cubicBezTo>
                <a:cubicBezTo>
                  <a:pt x="1218605" y="955477"/>
                  <a:pt x="1405831" y="470595"/>
                  <a:pt x="1535907" y="0"/>
                </a:cubicBezTo>
              </a:path>
            </a:pathLst>
          </a:custGeom>
          <a:noFill/>
          <a:ln cap="rnd">
            <a:solidFill>
              <a:srgbClr val="0070C0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Freihandform: Form 72">
            <a:extLst>
              <a:ext uri="{FF2B5EF4-FFF2-40B4-BE49-F238E27FC236}">
                <a16:creationId xmlns:a16="http://schemas.microsoft.com/office/drawing/2014/main" id="{C5AEBF96-BB66-D10E-F886-A1FE81395929}"/>
              </a:ext>
            </a:extLst>
          </p:cNvPr>
          <p:cNvSpPr/>
          <p:nvPr/>
        </p:nvSpPr>
        <p:spPr>
          <a:xfrm>
            <a:off x="371472" y="596503"/>
            <a:ext cx="1726430" cy="2582466"/>
          </a:xfrm>
          <a:custGeom>
            <a:avLst/>
            <a:gdLst>
              <a:gd name="csX0" fmla="*/ 0 w 1535907"/>
              <a:gd name="csY0" fmla="*/ 2582466 h 2582466"/>
              <a:gd name="csX1" fmla="*/ 595788 w 1535907"/>
              <a:gd name="csY1" fmla="*/ 2189560 h 2582466"/>
              <a:gd name="csX2" fmla="*/ 1103759 w 1535907"/>
              <a:gd name="csY2" fmla="*/ 1339454 h 2582466"/>
              <a:gd name="csX3" fmla="*/ 1535907 w 1535907"/>
              <a:gd name="csY3" fmla="*/ 0 h 25824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535907" h="2582466">
                <a:moveTo>
                  <a:pt x="0" y="2582466"/>
                </a:moveTo>
                <a:cubicBezTo>
                  <a:pt x="202735" y="2502099"/>
                  <a:pt x="411828" y="2396729"/>
                  <a:pt x="595788" y="2189560"/>
                </a:cubicBezTo>
                <a:cubicBezTo>
                  <a:pt x="779748" y="1982391"/>
                  <a:pt x="937993" y="1704912"/>
                  <a:pt x="1103759" y="1339454"/>
                </a:cubicBezTo>
                <a:cubicBezTo>
                  <a:pt x="1250382" y="1016200"/>
                  <a:pt x="1409032" y="506313"/>
                  <a:pt x="1535907" y="0"/>
                </a:cubicBezTo>
              </a:path>
            </a:pathLst>
          </a:custGeom>
          <a:noFill/>
          <a:ln cap="rnd">
            <a:solidFill>
              <a:schemeClr val="accent6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CAA736B2-181B-DC5A-00E3-AC7344135E9A}"/>
              </a:ext>
            </a:extLst>
          </p:cNvPr>
          <p:cNvSpPr txBox="1"/>
          <p:nvPr/>
        </p:nvSpPr>
        <p:spPr>
          <a:xfrm>
            <a:off x="-161505" y="587581"/>
            <a:ext cx="587350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ζ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7" name="Freihandform: Form 76">
            <a:extLst>
              <a:ext uri="{FF2B5EF4-FFF2-40B4-BE49-F238E27FC236}">
                <a16:creationId xmlns:a16="http://schemas.microsoft.com/office/drawing/2014/main" id="{12F3616D-8E12-4FC8-947D-94EF52525268}"/>
              </a:ext>
            </a:extLst>
          </p:cNvPr>
          <p:cNvSpPr/>
          <p:nvPr/>
        </p:nvSpPr>
        <p:spPr>
          <a:xfrm>
            <a:off x="370997" y="2398238"/>
            <a:ext cx="2567940" cy="783111"/>
          </a:xfrm>
          <a:custGeom>
            <a:avLst/>
            <a:gdLst>
              <a:gd name="csX0" fmla="*/ 0 w 2567940"/>
              <a:gd name="csY0" fmla="*/ 783111 h 783111"/>
              <a:gd name="csX1" fmla="*/ 400050 w 2567940"/>
              <a:gd name="csY1" fmla="*/ 657381 h 783111"/>
              <a:gd name="csX2" fmla="*/ 887730 w 2567940"/>
              <a:gd name="csY2" fmla="*/ 451641 h 783111"/>
              <a:gd name="csX3" fmla="*/ 1539240 w 2567940"/>
              <a:gd name="csY3" fmla="*/ 198276 h 783111"/>
              <a:gd name="csX4" fmla="*/ 1946910 w 2567940"/>
              <a:gd name="csY4" fmla="*/ 47781 h 783111"/>
              <a:gd name="csX5" fmla="*/ 2291715 w 2567940"/>
              <a:gd name="csY5" fmla="*/ 156 h 783111"/>
              <a:gd name="csX6" fmla="*/ 2567940 w 2567940"/>
              <a:gd name="csY6" fmla="*/ 24921 h 783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567940" h="783111">
                <a:moveTo>
                  <a:pt x="0" y="783111"/>
                </a:moveTo>
                <a:cubicBezTo>
                  <a:pt x="130969" y="745963"/>
                  <a:pt x="252095" y="712626"/>
                  <a:pt x="400050" y="657381"/>
                </a:cubicBezTo>
                <a:cubicBezTo>
                  <a:pt x="548005" y="602136"/>
                  <a:pt x="697865" y="528158"/>
                  <a:pt x="887730" y="451641"/>
                </a:cubicBezTo>
                <a:cubicBezTo>
                  <a:pt x="1077595" y="375124"/>
                  <a:pt x="1362710" y="265586"/>
                  <a:pt x="1539240" y="198276"/>
                </a:cubicBezTo>
                <a:cubicBezTo>
                  <a:pt x="1715770" y="130966"/>
                  <a:pt x="1821498" y="80801"/>
                  <a:pt x="1946910" y="47781"/>
                </a:cubicBezTo>
                <a:cubicBezTo>
                  <a:pt x="2072322" y="14761"/>
                  <a:pt x="2203133" y="1426"/>
                  <a:pt x="2291715" y="156"/>
                </a:cubicBezTo>
                <a:cubicBezTo>
                  <a:pt x="2380297" y="-1114"/>
                  <a:pt x="2477928" y="5236"/>
                  <a:pt x="2567940" y="24921"/>
                </a:cubicBezTo>
              </a:path>
            </a:pathLst>
          </a:custGeom>
          <a:noFill/>
          <a:ln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Freihandform: Form 77">
            <a:extLst>
              <a:ext uri="{FF2B5EF4-FFF2-40B4-BE49-F238E27FC236}">
                <a16:creationId xmlns:a16="http://schemas.microsoft.com/office/drawing/2014/main" id="{2D4007CF-DA67-82D9-C161-9AE52455B648}"/>
              </a:ext>
            </a:extLst>
          </p:cNvPr>
          <p:cNvSpPr/>
          <p:nvPr/>
        </p:nvSpPr>
        <p:spPr>
          <a:xfrm>
            <a:off x="370997" y="2565962"/>
            <a:ext cx="2571750" cy="617293"/>
          </a:xfrm>
          <a:custGeom>
            <a:avLst/>
            <a:gdLst>
              <a:gd name="csX0" fmla="*/ 0 w 2571750"/>
              <a:gd name="csY0" fmla="*/ 617293 h 617293"/>
              <a:gd name="csX1" fmla="*/ 512445 w 2571750"/>
              <a:gd name="csY1" fmla="*/ 447748 h 617293"/>
              <a:gd name="csX2" fmla="*/ 1021080 w 2571750"/>
              <a:gd name="csY2" fmla="*/ 247723 h 617293"/>
              <a:gd name="csX3" fmla="*/ 1569720 w 2571750"/>
              <a:gd name="csY3" fmla="*/ 95323 h 617293"/>
              <a:gd name="csX4" fmla="*/ 2165985 w 2571750"/>
              <a:gd name="csY4" fmla="*/ 9598 h 617293"/>
              <a:gd name="csX5" fmla="*/ 2571750 w 2571750"/>
              <a:gd name="csY5" fmla="*/ 5788 h 6172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571750" h="617293">
                <a:moveTo>
                  <a:pt x="0" y="617293"/>
                </a:moveTo>
                <a:cubicBezTo>
                  <a:pt x="171132" y="563318"/>
                  <a:pt x="330835" y="530298"/>
                  <a:pt x="512445" y="447748"/>
                </a:cubicBezTo>
                <a:cubicBezTo>
                  <a:pt x="694055" y="365198"/>
                  <a:pt x="844868" y="306460"/>
                  <a:pt x="1021080" y="247723"/>
                </a:cubicBezTo>
                <a:cubicBezTo>
                  <a:pt x="1197292" y="188986"/>
                  <a:pt x="1378903" y="135010"/>
                  <a:pt x="1569720" y="95323"/>
                </a:cubicBezTo>
                <a:cubicBezTo>
                  <a:pt x="1760537" y="55636"/>
                  <a:pt x="1998980" y="24520"/>
                  <a:pt x="2165985" y="9598"/>
                </a:cubicBezTo>
                <a:cubicBezTo>
                  <a:pt x="2332990" y="-5325"/>
                  <a:pt x="2452370" y="231"/>
                  <a:pt x="2571750" y="578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Freihandform: Form 78">
            <a:extLst>
              <a:ext uri="{FF2B5EF4-FFF2-40B4-BE49-F238E27FC236}">
                <a16:creationId xmlns:a16="http://schemas.microsoft.com/office/drawing/2014/main" id="{843EF562-91D0-D56D-0EF7-EA347AE39362}"/>
              </a:ext>
            </a:extLst>
          </p:cNvPr>
          <p:cNvSpPr/>
          <p:nvPr/>
        </p:nvSpPr>
        <p:spPr>
          <a:xfrm>
            <a:off x="370997" y="2664687"/>
            <a:ext cx="2569845" cy="516663"/>
          </a:xfrm>
          <a:custGeom>
            <a:avLst/>
            <a:gdLst>
              <a:gd name="csX0" fmla="*/ 0 w 2569845"/>
              <a:gd name="csY0" fmla="*/ 516663 h 516663"/>
              <a:gd name="csX1" fmla="*/ 373380 w 2569845"/>
              <a:gd name="csY1" fmla="*/ 408078 h 516663"/>
              <a:gd name="csX2" fmla="*/ 853440 w 2569845"/>
              <a:gd name="csY2" fmla="*/ 211863 h 516663"/>
              <a:gd name="csX3" fmla="*/ 1558290 w 2569845"/>
              <a:gd name="csY3" fmla="*/ 48033 h 516663"/>
              <a:gd name="csX4" fmla="*/ 2112645 w 2569845"/>
              <a:gd name="csY4" fmla="*/ 408 h 516663"/>
              <a:gd name="csX5" fmla="*/ 2569845 w 2569845"/>
              <a:gd name="csY5" fmla="*/ 28983 h 5166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569845" h="516663">
                <a:moveTo>
                  <a:pt x="0" y="516663"/>
                </a:moveTo>
                <a:cubicBezTo>
                  <a:pt x="116364" y="488246"/>
                  <a:pt x="231140" y="458878"/>
                  <a:pt x="373380" y="408078"/>
                </a:cubicBezTo>
                <a:cubicBezTo>
                  <a:pt x="515620" y="357278"/>
                  <a:pt x="642620" y="285205"/>
                  <a:pt x="853440" y="211863"/>
                </a:cubicBezTo>
                <a:cubicBezTo>
                  <a:pt x="1064260" y="138521"/>
                  <a:pt x="1348423" y="83275"/>
                  <a:pt x="1558290" y="48033"/>
                </a:cubicBezTo>
                <a:cubicBezTo>
                  <a:pt x="1768157" y="12791"/>
                  <a:pt x="1944053" y="3583"/>
                  <a:pt x="2112645" y="408"/>
                </a:cubicBezTo>
                <a:cubicBezTo>
                  <a:pt x="2281237" y="-2767"/>
                  <a:pt x="2425541" y="13108"/>
                  <a:pt x="2569845" y="28983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Freihandform: Form 79">
            <a:extLst>
              <a:ext uri="{FF2B5EF4-FFF2-40B4-BE49-F238E27FC236}">
                <a16:creationId xmlns:a16="http://schemas.microsoft.com/office/drawing/2014/main" id="{5D7317B6-E068-06B5-53DE-2560784054C8}"/>
              </a:ext>
            </a:extLst>
          </p:cNvPr>
          <p:cNvSpPr/>
          <p:nvPr/>
        </p:nvSpPr>
        <p:spPr>
          <a:xfrm>
            <a:off x="370997" y="2571750"/>
            <a:ext cx="2567940" cy="611505"/>
          </a:xfrm>
          <a:custGeom>
            <a:avLst/>
            <a:gdLst>
              <a:gd name="csX0" fmla="*/ 0 w 2575560"/>
              <a:gd name="csY0" fmla="*/ 611505 h 611505"/>
              <a:gd name="csX1" fmla="*/ 459105 w 2575560"/>
              <a:gd name="csY1" fmla="*/ 464820 h 611505"/>
              <a:gd name="csX2" fmla="*/ 887730 w 2575560"/>
              <a:gd name="csY2" fmla="*/ 300990 h 611505"/>
              <a:gd name="csX3" fmla="*/ 1297305 w 2575560"/>
              <a:gd name="csY3" fmla="*/ 226695 h 611505"/>
              <a:gd name="csX4" fmla="*/ 1802130 w 2575560"/>
              <a:gd name="csY4" fmla="*/ 205740 h 611505"/>
              <a:gd name="csX5" fmla="*/ 2251710 w 2575560"/>
              <a:gd name="csY5" fmla="*/ 114300 h 611505"/>
              <a:gd name="csX6" fmla="*/ 2575560 w 2575560"/>
              <a:gd name="csY6" fmla="*/ 0 h 6115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575560" h="611505">
                <a:moveTo>
                  <a:pt x="0" y="611505"/>
                </a:moveTo>
                <a:cubicBezTo>
                  <a:pt x="179546" y="556736"/>
                  <a:pt x="303530" y="526098"/>
                  <a:pt x="459105" y="464820"/>
                </a:cubicBezTo>
                <a:cubicBezTo>
                  <a:pt x="614680" y="403542"/>
                  <a:pt x="748030" y="340678"/>
                  <a:pt x="887730" y="300990"/>
                </a:cubicBezTo>
                <a:cubicBezTo>
                  <a:pt x="1027430" y="261303"/>
                  <a:pt x="1144905" y="242570"/>
                  <a:pt x="1297305" y="226695"/>
                </a:cubicBezTo>
                <a:cubicBezTo>
                  <a:pt x="1449705" y="210820"/>
                  <a:pt x="1643063" y="224472"/>
                  <a:pt x="1802130" y="205740"/>
                </a:cubicBezTo>
                <a:cubicBezTo>
                  <a:pt x="1961198" y="187007"/>
                  <a:pt x="2122805" y="148590"/>
                  <a:pt x="2251710" y="114300"/>
                </a:cubicBezTo>
                <a:cubicBezTo>
                  <a:pt x="2380615" y="80010"/>
                  <a:pt x="2478087" y="40005"/>
                  <a:pt x="2575560" y="0"/>
                </a:cubicBezTo>
              </a:path>
            </a:pathLst>
          </a:custGeom>
          <a:noFill/>
          <a:ln cap="rnd">
            <a:solidFill>
              <a:schemeClr val="accent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0C9D53BD-D161-4F97-930A-D9C234A22258}"/>
              </a:ext>
            </a:extLst>
          </p:cNvPr>
          <p:cNvCxnSpPr>
            <a:cxnSpLocks/>
          </p:cNvCxnSpPr>
          <p:nvPr/>
        </p:nvCxnSpPr>
        <p:spPr>
          <a:xfrm>
            <a:off x="2938981" y="238125"/>
            <a:ext cx="0" cy="2943227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F950E54A-018D-5927-21A2-BD2D18D583FD}"/>
              </a:ext>
            </a:extLst>
          </p:cNvPr>
          <p:cNvSpPr txBox="1"/>
          <p:nvPr/>
        </p:nvSpPr>
        <p:spPr>
          <a:xfrm>
            <a:off x="986805" y="1666188"/>
            <a:ext cx="415469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rau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43528F0D-F06F-7F1C-555A-9076B04D687D}"/>
              </a:ext>
            </a:extLst>
          </p:cNvPr>
          <p:cNvCxnSpPr>
            <a:cxnSpLocks/>
          </p:cNvCxnSpPr>
          <p:nvPr/>
        </p:nvCxnSpPr>
        <p:spPr>
          <a:xfrm flipH="1" flipV="1">
            <a:off x="1298732" y="1815465"/>
            <a:ext cx="127635" cy="72390"/>
          </a:xfrm>
          <a:prstGeom prst="line">
            <a:avLst/>
          </a:prstGeom>
          <a:ln w="6350" cap="rnd">
            <a:solidFill>
              <a:srgbClr val="0070C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1D45DF69-FC5D-42A4-EC64-C3C54BAA3A06}"/>
              </a:ext>
            </a:extLst>
          </p:cNvPr>
          <p:cNvCxnSpPr>
            <a:cxnSpLocks/>
          </p:cNvCxnSpPr>
          <p:nvPr/>
        </p:nvCxnSpPr>
        <p:spPr>
          <a:xfrm flipH="1" flipV="1">
            <a:off x="1695410" y="1762933"/>
            <a:ext cx="78299" cy="123658"/>
          </a:xfrm>
          <a:prstGeom prst="line">
            <a:avLst/>
          </a:prstGeom>
          <a:ln w="6350" cap="rnd">
            <a:solidFill>
              <a:schemeClr val="accent6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715752C2-3EB2-0925-5371-0E05E330C338}"/>
              </a:ext>
            </a:extLst>
          </p:cNvPr>
          <p:cNvSpPr txBox="1"/>
          <p:nvPr/>
        </p:nvSpPr>
        <p:spPr>
          <a:xfrm>
            <a:off x="1584379" y="1860666"/>
            <a:ext cx="48584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glatt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F58FE831-A558-F07A-0F7E-88E37A33E180}"/>
              </a:ext>
            </a:extLst>
          </p:cNvPr>
          <p:cNvSpPr txBox="1"/>
          <p:nvPr/>
        </p:nvSpPr>
        <p:spPr>
          <a:xfrm>
            <a:off x="1619671" y="2339966"/>
            <a:ext cx="48584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glatt</a:t>
            </a:r>
          </a:p>
        </p:txBody>
      </p: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974FB6C4-3B78-C346-4AE7-6582FC7A8ABD}"/>
              </a:ext>
            </a:extLst>
          </p:cNvPr>
          <p:cNvGrpSpPr/>
          <p:nvPr/>
        </p:nvGrpSpPr>
        <p:grpSpPr>
          <a:xfrm>
            <a:off x="2135343" y="1612170"/>
            <a:ext cx="537321" cy="369542"/>
            <a:chOff x="2245546" y="61170"/>
            <a:chExt cx="537321" cy="369542"/>
          </a:xfrm>
        </p:grpSpPr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C7844391-19D7-D5E2-1624-A3FC5483F838}"/>
                </a:ext>
              </a:extLst>
            </p:cNvPr>
            <p:cNvSpPr txBox="1"/>
            <p:nvPr/>
          </p:nvSpPr>
          <p:spPr>
            <a:xfrm>
              <a:off x="2245546" y="61170"/>
              <a:ext cx="20197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i="1" dirty="0">
                  <a:solidFill>
                    <a:schemeClr val="accent4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sp>
          <p:nvSpPr>
            <p:cNvPr id="97" name="Textfeld 96">
              <a:extLst>
                <a:ext uri="{FF2B5EF4-FFF2-40B4-BE49-F238E27FC236}">
                  <a16:creationId xmlns:a16="http://schemas.microsoft.com/office/drawing/2014/main" id="{9AAF69A3-378A-F5AB-F7B4-4B39285AA874}"/>
                </a:ext>
              </a:extLst>
            </p:cNvPr>
            <p:cNvSpPr txBox="1"/>
            <p:nvPr/>
          </p:nvSpPr>
          <p:spPr>
            <a:xfrm>
              <a:off x="2245546" y="199880"/>
              <a:ext cx="201974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i="1" dirty="0">
                  <a:solidFill>
                    <a:schemeClr val="accent4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</a:p>
          </p:txBody>
        </p:sp>
        <p:sp>
          <p:nvSpPr>
            <p:cNvPr id="98" name="Textfeld 97">
              <a:extLst>
                <a:ext uri="{FF2B5EF4-FFF2-40B4-BE49-F238E27FC236}">
                  <a16:creationId xmlns:a16="http://schemas.microsoft.com/office/drawing/2014/main" id="{4CD516AC-B908-D82F-51A8-3DCF2C5C3561}"/>
                </a:ext>
              </a:extLst>
            </p:cNvPr>
            <p:cNvSpPr txBox="1"/>
            <p:nvPr/>
          </p:nvSpPr>
          <p:spPr>
            <a:xfrm>
              <a:off x="2367398" y="123677"/>
              <a:ext cx="415469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dirty="0">
                  <a:solidFill>
                    <a:schemeClr val="accent4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</a:t>
              </a:r>
            </a:p>
          </p:txBody>
        </p: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C013AA9F-2DD8-C938-8BE4-AAAF4199EA6E}"/>
                </a:ext>
              </a:extLst>
            </p:cNvPr>
            <p:cNvCxnSpPr>
              <a:cxnSpLocks/>
            </p:cNvCxnSpPr>
            <p:nvPr/>
          </p:nvCxnSpPr>
          <p:spPr>
            <a:xfrm>
              <a:off x="2277975" y="239093"/>
              <a:ext cx="152805" cy="0"/>
            </a:xfrm>
            <a:prstGeom prst="line">
              <a:avLst/>
            </a:prstGeom>
            <a:ln w="6350" cap="rnd">
              <a:solidFill>
                <a:schemeClr val="accent4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C05E81-C1B6-1738-A158-1F26684E7FC2}"/>
              </a:ext>
            </a:extLst>
          </p:cNvPr>
          <p:cNvSpPr/>
          <p:nvPr/>
        </p:nvSpPr>
        <p:spPr>
          <a:xfrm>
            <a:off x="781492" y="690656"/>
            <a:ext cx="300673" cy="248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7063DFCD-F00F-9D4A-5599-9F310C8360A2}"/>
              </a:ext>
            </a:extLst>
          </p:cNvPr>
          <p:cNvSpPr/>
          <p:nvPr/>
        </p:nvSpPr>
        <p:spPr>
          <a:xfrm rot="1816083">
            <a:off x="1002910" y="758007"/>
            <a:ext cx="300673" cy="248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24" name="Gruppieren 123">
            <a:extLst>
              <a:ext uri="{FF2B5EF4-FFF2-40B4-BE49-F238E27FC236}">
                <a16:creationId xmlns:a16="http://schemas.microsoft.com/office/drawing/2014/main" id="{19210EA9-74AD-FBCF-4E72-8267886BB951}"/>
              </a:ext>
            </a:extLst>
          </p:cNvPr>
          <p:cNvGrpSpPr/>
          <p:nvPr/>
        </p:nvGrpSpPr>
        <p:grpSpPr>
          <a:xfrm>
            <a:off x="505898" y="726080"/>
            <a:ext cx="765818" cy="304640"/>
            <a:chOff x="555906" y="726080"/>
            <a:chExt cx="765818" cy="304640"/>
          </a:xfrm>
        </p:grpSpPr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FB4F0DE-3C71-C163-2BB6-B9C930072DC1}"/>
                </a:ext>
              </a:extLst>
            </p:cNvPr>
            <p:cNvSpPr/>
            <p:nvPr/>
          </p:nvSpPr>
          <p:spPr>
            <a:xfrm>
              <a:off x="555906" y="726080"/>
              <a:ext cx="177510" cy="17751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5" name="Gerader Verbinder 104">
              <a:extLst>
                <a:ext uri="{FF2B5EF4-FFF2-40B4-BE49-F238E27FC236}">
                  <a16:creationId xmlns:a16="http://schemas.microsoft.com/office/drawing/2014/main" id="{9FB65B22-DAB7-A521-F6DB-4E5D224E064E}"/>
                </a:ext>
              </a:extLst>
            </p:cNvPr>
            <p:cNvCxnSpPr/>
            <p:nvPr/>
          </p:nvCxnSpPr>
          <p:spPr>
            <a:xfrm>
              <a:off x="834390" y="726080"/>
              <a:ext cx="2724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582AD54A-84E4-A3CB-0F39-3366026F469D}"/>
                </a:ext>
              </a:extLst>
            </p:cNvPr>
            <p:cNvCxnSpPr>
              <a:cxnSpLocks/>
            </p:cNvCxnSpPr>
            <p:nvPr/>
          </p:nvCxnSpPr>
          <p:spPr>
            <a:xfrm>
              <a:off x="834390" y="903590"/>
              <a:ext cx="22669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6685349F-4DAF-CDF8-C842-0E170E3B57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1085" y="730843"/>
              <a:ext cx="44273" cy="172747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uppieren 112">
              <a:extLst>
                <a:ext uri="{FF2B5EF4-FFF2-40B4-BE49-F238E27FC236}">
                  <a16:creationId xmlns:a16="http://schemas.microsoft.com/office/drawing/2014/main" id="{B7DD3231-FEB5-441E-7B69-297C6D921901}"/>
                </a:ext>
              </a:extLst>
            </p:cNvPr>
            <p:cNvGrpSpPr/>
            <p:nvPr/>
          </p:nvGrpSpPr>
          <p:grpSpPr>
            <a:xfrm rot="1841207" flipH="1">
              <a:off x="1047462" y="785547"/>
              <a:ext cx="272415" cy="177510"/>
              <a:chOff x="1240827" y="920390"/>
              <a:chExt cx="272415" cy="177510"/>
            </a:xfrm>
          </p:grpSpPr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F7153C55-8E32-D7EA-9FA4-9EA8B50BCE7B}"/>
                  </a:ext>
                </a:extLst>
              </p:cNvPr>
              <p:cNvCxnSpPr/>
              <p:nvPr/>
            </p:nvCxnSpPr>
            <p:spPr>
              <a:xfrm>
                <a:off x="1240827" y="920390"/>
                <a:ext cx="272415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r Verbinder 111">
                <a:extLst>
                  <a:ext uri="{FF2B5EF4-FFF2-40B4-BE49-F238E27FC236}">
                    <a16:creationId xmlns:a16="http://schemas.microsoft.com/office/drawing/2014/main" id="{73FE11BF-185E-BB23-06A3-6630DD5FFB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40827" y="1097900"/>
                <a:ext cx="226695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6" name="Freihandform: Form 115">
              <a:extLst>
                <a:ext uri="{FF2B5EF4-FFF2-40B4-BE49-F238E27FC236}">
                  <a16:creationId xmlns:a16="http://schemas.microsoft.com/office/drawing/2014/main" id="{E57588B0-E775-7B19-B42D-4815138E58FD}"/>
                </a:ext>
              </a:extLst>
            </p:cNvPr>
            <p:cNvSpPr/>
            <p:nvPr/>
          </p:nvSpPr>
          <p:spPr>
            <a:xfrm>
              <a:off x="810861" y="726998"/>
              <a:ext cx="45719" cy="179601"/>
            </a:xfrm>
            <a:custGeom>
              <a:avLst/>
              <a:gdLst>
                <a:gd name="csX0" fmla="*/ 13259 w 25617"/>
                <a:gd name="csY0" fmla="*/ 0 h 176106"/>
                <a:gd name="csX1" fmla="*/ 24930 w 25617"/>
                <a:gd name="csY1" fmla="*/ 60376 h 176106"/>
                <a:gd name="csX2" fmla="*/ 263 w 25617"/>
                <a:gd name="csY2" fmla="*/ 121022 h 176106"/>
                <a:gd name="csX3" fmla="*/ 14333 w 25617"/>
                <a:gd name="csY3" fmla="*/ 176106 h 17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617" h="176106">
                  <a:moveTo>
                    <a:pt x="13259" y="0"/>
                  </a:moveTo>
                  <a:cubicBezTo>
                    <a:pt x="24393" y="24184"/>
                    <a:pt x="27096" y="40206"/>
                    <a:pt x="24930" y="60376"/>
                  </a:cubicBezTo>
                  <a:cubicBezTo>
                    <a:pt x="22764" y="80546"/>
                    <a:pt x="2029" y="101734"/>
                    <a:pt x="263" y="121022"/>
                  </a:cubicBezTo>
                  <a:cubicBezTo>
                    <a:pt x="-1503" y="140310"/>
                    <a:pt x="5882" y="156050"/>
                    <a:pt x="14333" y="176106"/>
                  </a:cubicBezTo>
                </a:path>
              </a:pathLst>
            </a:custGeom>
            <a:noFill/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Freihandform: Form 119">
              <a:extLst>
                <a:ext uri="{FF2B5EF4-FFF2-40B4-BE49-F238E27FC236}">
                  <a16:creationId xmlns:a16="http://schemas.microsoft.com/office/drawing/2014/main" id="{EC1CD8EB-392B-698A-321D-EE1D6EFE4562}"/>
                </a:ext>
              </a:extLst>
            </p:cNvPr>
            <p:cNvSpPr/>
            <p:nvPr/>
          </p:nvSpPr>
          <p:spPr>
            <a:xfrm rot="1775338">
              <a:off x="1276005" y="851119"/>
              <a:ext cx="45719" cy="179601"/>
            </a:xfrm>
            <a:custGeom>
              <a:avLst/>
              <a:gdLst>
                <a:gd name="csX0" fmla="*/ 13259 w 25617"/>
                <a:gd name="csY0" fmla="*/ 0 h 176106"/>
                <a:gd name="csX1" fmla="*/ 24930 w 25617"/>
                <a:gd name="csY1" fmla="*/ 60376 h 176106"/>
                <a:gd name="csX2" fmla="*/ 263 w 25617"/>
                <a:gd name="csY2" fmla="*/ 121022 h 176106"/>
                <a:gd name="csX3" fmla="*/ 14333 w 25617"/>
                <a:gd name="csY3" fmla="*/ 176106 h 176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617" h="176106">
                  <a:moveTo>
                    <a:pt x="13259" y="0"/>
                  </a:moveTo>
                  <a:cubicBezTo>
                    <a:pt x="24393" y="24184"/>
                    <a:pt x="27096" y="40206"/>
                    <a:pt x="24930" y="60376"/>
                  </a:cubicBezTo>
                  <a:cubicBezTo>
                    <a:pt x="22764" y="80546"/>
                    <a:pt x="2029" y="101734"/>
                    <a:pt x="263" y="121022"/>
                  </a:cubicBezTo>
                  <a:cubicBezTo>
                    <a:pt x="-1503" y="140310"/>
                    <a:pt x="5882" y="156050"/>
                    <a:pt x="14333" y="176106"/>
                  </a:cubicBezTo>
                </a:path>
              </a:pathLst>
            </a:custGeom>
            <a:noFill/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76A75D01-1424-8984-F82B-4DAEA54E2F11}"/>
              </a:ext>
            </a:extLst>
          </p:cNvPr>
          <p:cNvCxnSpPr>
            <a:cxnSpLocks/>
          </p:cNvCxnSpPr>
          <p:nvPr/>
        </p:nvCxnSpPr>
        <p:spPr>
          <a:xfrm>
            <a:off x="477677" y="814835"/>
            <a:ext cx="99441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71FA5A4B-7702-4A0E-AC18-4D44E920D895}"/>
              </a:ext>
            </a:extLst>
          </p:cNvPr>
          <p:cNvCxnSpPr>
            <a:cxnSpLocks/>
          </p:cNvCxnSpPr>
          <p:nvPr/>
        </p:nvCxnSpPr>
        <p:spPr>
          <a:xfrm>
            <a:off x="593882" y="697253"/>
            <a:ext cx="0" cy="24244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Gerader Verbinder 135">
            <a:extLst>
              <a:ext uri="{FF2B5EF4-FFF2-40B4-BE49-F238E27FC236}">
                <a16:creationId xmlns:a16="http://schemas.microsoft.com/office/drawing/2014/main" id="{88890818-6A95-69CD-A821-6202C81A652F}"/>
              </a:ext>
            </a:extLst>
          </p:cNvPr>
          <p:cNvCxnSpPr>
            <a:cxnSpLocks/>
          </p:cNvCxnSpPr>
          <p:nvPr/>
        </p:nvCxnSpPr>
        <p:spPr>
          <a:xfrm>
            <a:off x="1035842" y="818069"/>
            <a:ext cx="372800" cy="222019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Bogen 140">
            <a:extLst>
              <a:ext uri="{FF2B5EF4-FFF2-40B4-BE49-F238E27FC236}">
                <a16:creationId xmlns:a16="http://schemas.microsoft.com/office/drawing/2014/main" id="{686F2AF7-E421-7AE5-F969-CE42027F5EFB}"/>
              </a:ext>
            </a:extLst>
          </p:cNvPr>
          <p:cNvSpPr/>
          <p:nvPr/>
        </p:nvSpPr>
        <p:spPr>
          <a:xfrm>
            <a:off x="628912" y="410534"/>
            <a:ext cx="808602" cy="808602"/>
          </a:xfrm>
          <a:prstGeom prst="arc">
            <a:avLst>
              <a:gd name="adj1" fmla="val 21558857"/>
              <a:gd name="adj2" fmla="val 1844575"/>
            </a:avLst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042A2FFF-EBFE-5D67-9816-04EAFBAFDD9B}"/>
              </a:ext>
            </a:extLst>
          </p:cNvPr>
          <p:cNvSpPr txBox="1"/>
          <p:nvPr/>
        </p:nvSpPr>
        <p:spPr>
          <a:xfrm>
            <a:off x="1234687" y="643044"/>
            <a:ext cx="3689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C089857A-CF4F-2662-2EDC-4FAB0D69DECB}"/>
              </a:ext>
            </a:extLst>
          </p:cNvPr>
          <p:cNvCxnSpPr>
            <a:cxnSpLocks/>
          </p:cNvCxnSpPr>
          <p:nvPr/>
        </p:nvCxnSpPr>
        <p:spPr>
          <a:xfrm>
            <a:off x="872012" y="687705"/>
            <a:ext cx="0" cy="26670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DA97320F-C692-5FA1-4C5C-04E63F2E08C6}"/>
              </a:ext>
            </a:extLst>
          </p:cNvPr>
          <p:cNvCxnSpPr>
            <a:cxnSpLocks/>
          </p:cNvCxnSpPr>
          <p:nvPr/>
        </p:nvCxnSpPr>
        <p:spPr>
          <a:xfrm>
            <a:off x="872012" y="898222"/>
            <a:ext cx="0" cy="91997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67BD3C2F-BE45-A4D7-3C7A-FC0418CD66A6}"/>
              </a:ext>
            </a:extLst>
          </p:cNvPr>
          <p:cNvCxnSpPr>
            <a:cxnSpLocks/>
          </p:cNvCxnSpPr>
          <p:nvPr/>
        </p:nvCxnSpPr>
        <p:spPr>
          <a:xfrm flipV="1">
            <a:off x="872012" y="622300"/>
            <a:ext cx="0" cy="105685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feld 155">
            <a:extLst>
              <a:ext uri="{FF2B5EF4-FFF2-40B4-BE49-F238E27FC236}">
                <a16:creationId xmlns:a16="http://schemas.microsoft.com/office/drawing/2014/main" id="{4D5015D0-066C-73AF-BBC8-16A915D89389}"/>
              </a:ext>
            </a:extLst>
          </p:cNvPr>
          <p:cNvSpPr txBox="1"/>
          <p:nvPr/>
        </p:nvSpPr>
        <p:spPr>
          <a:xfrm>
            <a:off x="762729" y="427737"/>
            <a:ext cx="20197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208" name="Ellipse 207">
            <a:extLst>
              <a:ext uri="{FF2B5EF4-FFF2-40B4-BE49-F238E27FC236}">
                <a16:creationId xmlns:a16="http://schemas.microsoft.com/office/drawing/2014/main" id="{415DD462-AA1C-16C1-9115-670B0E5371BB}"/>
              </a:ext>
            </a:extLst>
          </p:cNvPr>
          <p:cNvSpPr/>
          <p:nvPr/>
        </p:nvSpPr>
        <p:spPr>
          <a:xfrm>
            <a:off x="2917576" y="1908051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Ellipse 209">
            <a:extLst>
              <a:ext uri="{FF2B5EF4-FFF2-40B4-BE49-F238E27FC236}">
                <a16:creationId xmlns:a16="http://schemas.microsoft.com/office/drawing/2014/main" id="{1694D015-1A98-C634-7A34-409EFA7F438F}"/>
              </a:ext>
            </a:extLst>
          </p:cNvPr>
          <p:cNvSpPr/>
          <p:nvPr/>
        </p:nvSpPr>
        <p:spPr>
          <a:xfrm>
            <a:off x="2917819" y="2060021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2" name="Ellipse 211">
            <a:extLst>
              <a:ext uri="{FF2B5EF4-FFF2-40B4-BE49-F238E27FC236}">
                <a16:creationId xmlns:a16="http://schemas.microsoft.com/office/drawing/2014/main" id="{0276E653-080F-F3CD-9A0B-49CD58EE33D1}"/>
              </a:ext>
            </a:extLst>
          </p:cNvPr>
          <p:cNvSpPr/>
          <p:nvPr/>
        </p:nvSpPr>
        <p:spPr>
          <a:xfrm>
            <a:off x="2916077" y="2171327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73A54DE2-8E59-C179-F3F0-7DE16A7C2F35}"/>
              </a:ext>
            </a:extLst>
          </p:cNvPr>
          <p:cNvSpPr/>
          <p:nvPr/>
        </p:nvSpPr>
        <p:spPr>
          <a:xfrm>
            <a:off x="2917504" y="324458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375998E3-70D9-3608-1AD3-EA31DC3566A4}"/>
              </a:ext>
            </a:extLst>
          </p:cNvPr>
          <p:cNvCxnSpPr>
            <a:cxnSpLocks/>
          </p:cNvCxnSpPr>
          <p:nvPr/>
        </p:nvCxnSpPr>
        <p:spPr>
          <a:xfrm flipH="1" flipV="1">
            <a:off x="2940842" y="1536576"/>
            <a:ext cx="203506" cy="435077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Ellipse 216">
            <a:extLst>
              <a:ext uri="{FF2B5EF4-FFF2-40B4-BE49-F238E27FC236}">
                <a16:creationId xmlns:a16="http://schemas.microsoft.com/office/drawing/2014/main" id="{476032EB-148B-0628-9EBB-59789CFAC097}"/>
              </a:ext>
            </a:extLst>
          </p:cNvPr>
          <p:cNvSpPr/>
          <p:nvPr/>
        </p:nvSpPr>
        <p:spPr>
          <a:xfrm>
            <a:off x="2916077" y="1513416"/>
            <a:ext cx="45720" cy="457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9" name="Gerader Verbinder 218">
            <a:extLst>
              <a:ext uri="{FF2B5EF4-FFF2-40B4-BE49-F238E27FC236}">
                <a16:creationId xmlns:a16="http://schemas.microsoft.com/office/drawing/2014/main" id="{377A9122-0B81-C2E8-8AC6-DA9A78E6FCE6}"/>
              </a:ext>
            </a:extLst>
          </p:cNvPr>
          <p:cNvCxnSpPr>
            <a:cxnSpLocks/>
          </p:cNvCxnSpPr>
          <p:nvPr/>
        </p:nvCxnSpPr>
        <p:spPr>
          <a:xfrm>
            <a:off x="2948940" y="1931670"/>
            <a:ext cx="195408" cy="43791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Gerader Verbinder 221">
            <a:extLst>
              <a:ext uri="{FF2B5EF4-FFF2-40B4-BE49-F238E27FC236}">
                <a16:creationId xmlns:a16="http://schemas.microsoft.com/office/drawing/2014/main" id="{3E764A16-10CF-9E8B-B406-0F52B0060D67}"/>
              </a:ext>
            </a:extLst>
          </p:cNvPr>
          <p:cNvCxnSpPr>
            <a:cxnSpLocks/>
          </p:cNvCxnSpPr>
          <p:nvPr/>
        </p:nvCxnSpPr>
        <p:spPr>
          <a:xfrm flipH="1">
            <a:off x="2945130" y="1975461"/>
            <a:ext cx="199218" cy="102894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B84339CD-0AB4-75D0-51D6-A56E15BA03D6}"/>
              </a:ext>
            </a:extLst>
          </p:cNvPr>
          <p:cNvCxnSpPr>
            <a:cxnSpLocks/>
          </p:cNvCxnSpPr>
          <p:nvPr/>
        </p:nvCxnSpPr>
        <p:spPr>
          <a:xfrm flipH="1">
            <a:off x="2945130" y="1975461"/>
            <a:ext cx="199218" cy="211479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echteck 230">
            <a:extLst>
              <a:ext uri="{FF2B5EF4-FFF2-40B4-BE49-F238E27FC236}">
                <a16:creationId xmlns:a16="http://schemas.microsoft.com/office/drawing/2014/main" id="{9DA7AF55-EFCA-D7C5-01D1-451D72EB37A7}"/>
              </a:ext>
            </a:extLst>
          </p:cNvPr>
          <p:cNvSpPr/>
          <p:nvPr/>
        </p:nvSpPr>
        <p:spPr>
          <a:xfrm>
            <a:off x="3165513" y="1925336"/>
            <a:ext cx="252539" cy="1028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9" name="Textfeld 228">
            <a:extLst>
              <a:ext uri="{FF2B5EF4-FFF2-40B4-BE49-F238E27FC236}">
                <a16:creationId xmlns:a16="http://schemas.microsoft.com/office/drawing/2014/main" id="{C3191B49-77D7-4173-EB67-67BE7F921F80}"/>
              </a:ext>
            </a:extLst>
          </p:cNvPr>
          <p:cNvSpPr txBox="1"/>
          <p:nvPr/>
        </p:nvSpPr>
        <p:spPr>
          <a:xfrm>
            <a:off x="3024246" y="1860666"/>
            <a:ext cx="485842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rau</a:t>
            </a:r>
          </a:p>
        </p:txBody>
      </p:sp>
      <p:sp>
        <p:nvSpPr>
          <p:cNvPr id="233" name="Textfeld 232">
            <a:extLst>
              <a:ext uri="{FF2B5EF4-FFF2-40B4-BE49-F238E27FC236}">
                <a16:creationId xmlns:a16="http://schemas.microsoft.com/office/drawing/2014/main" id="{7B2639A4-9E57-5B61-6F78-DEACDBECF85C}"/>
              </a:ext>
            </a:extLst>
          </p:cNvPr>
          <p:cNvSpPr txBox="1"/>
          <p:nvPr/>
        </p:nvSpPr>
        <p:spPr>
          <a:xfrm>
            <a:off x="2273343" y="2181760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0DF2E62D-4D4C-D3E8-0ADF-F61704F0727A}"/>
              </a:ext>
            </a:extLst>
          </p:cNvPr>
          <p:cNvCxnSpPr>
            <a:cxnSpLocks/>
          </p:cNvCxnSpPr>
          <p:nvPr/>
        </p:nvCxnSpPr>
        <p:spPr>
          <a:xfrm flipH="1" flipV="1">
            <a:off x="2478405" y="2337435"/>
            <a:ext cx="61533" cy="70012"/>
          </a:xfrm>
          <a:prstGeom prst="line">
            <a:avLst/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feld 236">
            <a:extLst>
              <a:ext uri="{FF2B5EF4-FFF2-40B4-BE49-F238E27FC236}">
                <a16:creationId xmlns:a16="http://schemas.microsoft.com/office/drawing/2014/main" id="{C4E62B0F-06C1-8D98-CA4E-21AF33FC3CC0}"/>
              </a:ext>
            </a:extLst>
          </p:cNvPr>
          <p:cNvSpPr txBox="1"/>
          <p:nvPr/>
        </p:nvSpPr>
        <p:spPr>
          <a:xfrm>
            <a:off x="2026238" y="2862202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238" name="Gerader Verbinder 237">
            <a:extLst>
              <a:ext uri="{FF2B5EF4-FFF2-40B4-BE49-F238E27FC236}">
                <a16:creationId xmlns:a16="http://schemas.microsoft.com/office/drawing/2014/main" id="{D4E3C311-5A34-79E9-7215-B18C230E96D3}"/>
              </a:ext>
            </a:extLst>
          </p:cNvPr>
          <p:cNvCxnSpPr>
            <a:cxnSpLocks/>
          </p:cNvCxnSpPr>
          <p:nvPr/>
        </p:nvCxnSpPr>
        <p:spPr>
          <a:xfrm flipV="1">
            <a:off x="2221230" y="2598420"/>
            <a:ext cx="131445" cy="302895"/>
          </a:xfrm>
          <a:prstGeom prst="line">
            <a:avLst/>
          </a:prstGeom>
          <a:ln w="635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8492B1F4-BD99-BCD1-6C02-0C68E521377D}"/>
              </a:ext>
            </a:extLst>
          </p:cNvPr>
          <p:cNvSpPr txBox="1"/>
          <p:nvPr/>
        </p:nvSpPr>
        <p:spPr>
          <a:xfrm>
            <a:off x="2319369" y="2861962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</a:p>
        </p:txBody>
      </p:sp>
      <p:sp>
        <p:nvSpPr>
          <p:cNvPr id="244" name="Textfeld 243">
            <a:extLst>
              <a:ext uri="{FF2B5EF4-FFF2-40B4-BE49-F238E27FC236}">
                <a16:creationId xmlns:a16="http://schemas.microsoft.com/office/drawing/2014/main" id="{AF95AAD7-FC17-7891-4533-063A6A511F7E}"/>
              </a:ext>
            </a:extLst>
          </p:cNvPr>
          <p:cNvSpPr txBox="1"/>
          <p:nvPr/>
        </p:nvSpPr>
        <p:spPr>
          <a:xfrm>
            <a:off x="2641812" y="2861962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</a:p>
        </p:txBody>
      </p:sp>
      <p:cxnSp>
        <p:nvCxnSpPr>
          <p:cNvPr id="245" name="Gerader Verbinder 244">
            <a:extLst>
              <a:ext uri="{FF2B5EF4-FFF2-40B4-BE49-F238E27FC236}">
                <a16:creationId xmlns:a16="http://schemas.microsoft.com/office/drawing/2014/main" id="{D4D19F4A-7661-0868-D6A4-70E1C563868E}"/>
              </a:ext>
            </a:extLst>
          </p:cNvPr>
          <p:cNvCxnSpPr>
            <a:cxnSpLocks/>
          </p:cNvCxnSpPr>
          <p:nvPr/>
        </p:nvCxnSpPr>
        <p:spPr>
          <a:xfrm flipH="1" flipV="1">
            <a:off x="2428875" y="2668905"/>
            <a:ext cx="30480" cy="224790"/>
          </a:xfrm>
          <a:prstGeom prst="line">
            <a:avLst/>
          </a:prstGeom>
          <a:ln w="6350"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Gerader Verbinder 247">
            <a:extLst>
              <a:ext uri="{FF2B5EF4-FFF2-40B4-BE49-F238E27FC236}">
                <a16:creationId xmlns:a16="http://schemas.microsoft.com/office/drawing/2014/main" id="{201B70C8-CCB4-5FE0-5555-7FC30EF9F2E1}"/>
              </a:ext>
            </a:extLst>
          </p:cNvPr>
          <p:cNvCxnSpPr>
            <a:cxnSpLocks/>
          </p:cNvCxnSpPr>
          <p:nvPr/>
        </p:nvCxnSpPr>
        <p:spPr>
          <a:xfrm flipH="1" flipV="1">
            <a:off x="2568705" y="2698228"/>
            <a:ext cx="182115" cy="204992"/>
          </a:xfrm>
          <a:prstGeom prst="line">
            <a:avLst/>
          </a:prstGeom>
          <a:ln w="6350" cap="rnd">
            <a:solidFill>
              <a:schemeClr val="accent2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Rechteck 258">
            <a:extLst>
              <a:ext uri="{FF2B5EF4-FFF2-40B4-BE49-F238E27FC236}">
                <a16:creationId xmlns:a16="http://schemas.microsoft.com/office/drawing/2014/main" id="{2ACB6CD3-A712-6EA6-8EB1-B4A8AB7C30D2}"/>
              </a:ext>
            </a:extLst>
          </p:cNvPr>
          <p:cNvSpPr/>
          <p:nvPr/>
        </p:nvSpPr>
        <p:spPr>
          <a:xfrm>
            <a:off x="2739479" y="1873832"/>
            <a:ext cx="136422" cy="392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Freihandform: Form 75">
            <a:extLst>
              <a:ext uri="{FF2B5EF4-FFF2-40B4-BE49-F238E27FC236}">
                <a16:creationId xmlns:a16="http://schemas.microsoft.com/office/drawing/2014/main" id="{AAC3204B-40F6-1332-3E18-EA82FE084090}"/>
              </a:ext>
            </a:extLst>
          </p:cNvPr>
          <p:cNvSpPr/>
          <p:nvPr/>
        </p:nvSpPr>
        <p:spPr>
          <a:xfrm>
            <a:off x="373378" y="2011401"/>
            <a:ext cx="2566273" cy="1168997"/>
          </a:xfrm>
          <a:custGeom>
            <a:avLst/>
            <a:gdLst>
              <a:gd name="csX0" fmla="*/ 0 w 2566273"/>
              <a:gd name="csY0" fmla="*/ 1168997 h 1168997"/>
              <a:gd name="csX1" fmla="*/ 661750 w 2566273"/>
              <a:gd name="csY1" fmla="*/ 902773 h 1168997"/>
              <a:gd name="csX2" fmla="*/ 1276827 w 2566273"/>
              <a:gd name="csY2" fmla="*/ 410330 h 1168997"/>
              <a:gd name="csX3" fmla="*/ 1781413 w 2566273"/>
              <a:gd name="csY3" fmla="*/ 110293 h 1168997"/>
              <a:gd name="csX4" fmla="*/ 2219563 w 2566273"/>
              <a:gd name="csY4" fmla="*/ 3613 h 1168997"/>
              <a:gd name="csX5" fmla="*/ 2566273 w 2566273"/>
              <a:gd name="csY5" fmla="*/ 17424 h 11689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566273" h="1168997">
                <a:moveTo>
                  <a:pt x="0" y="1168997"/>
                </a:moveTo>
                <a:cubicBezTo>
                  <a:pt x="250031" y="1102441"/>
                  <a:pt x="448946" y="1029217"/>
                  <a:pt x="661750" y="902773"/>
                </a:cubicBezTo>
                <a:cubicBezTo>
                  <a:pt x="874554" y="776329"/>
                  <a:pt x="1090217" y="542410"/>
                  <a:pt x="1276827" y="410330"/>
                </a:cubicBezTo>
                <a:cubicBezTo>
                  <a:pt x="1463438" y="278250"/>
                  <a:pt x="1624290" y="178079"/>
                  <a:pt x="1781413" y="110293"/>
                </a:cubicBezTo>
                <a:cubicBezTo>
                  <a:pt x="1938536" y="42507"/>
                  <a:pt x="2090304" y="11753"/>
                  <a:pt x="2219563" y="3613"/>
                </a:cubicBezTo>
                <a:cubicBezTo>
                  <a:pt x="2344340" y="-4245"/>
                  <a:pt x="2481976" y="874"/>
                  <a:pt x="2566273" y="17424"/>
                </a:cubicBezTo>
              </a:path>
            </a:pathLst>
          </a:custGeom>
          <a:noFill/>
          <a:ln cap="rnd">
            <a:solidFill>
              <a:schemeClr val="accent4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DB20702-BD03-6E70-942B-0CECA8F848D7}"/>
              </a:ext>
            </a:extLst>
          </p:cNvPr>
          <p:cNvCxnSpPr>
            <a:cxnSpLocks/>
          </p:cNvCxnSpPr>
          <p:nvPr/>
        </p:nvCxnSpPr>
        <p:spPr>
          <a:xfrm flipH="1" flipV="1">
            <a:off x="2336204" y="1911297"/>
            <a:ext cx="78299" cy="123658"/>
          </a:xfrm>
          <a:prstGeom prst="line">
            <a:avLst/>
          </a:prstGeom>
          <a:ln w="6350" cap="rnd">
            <a:solidFill>
              <a:schemeClr val="accent4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Textfeld 250">
            <a:extLst>
              <a:ext uri="{FF2B5EF4-FFF2-40B4-BE49-F238E27FC236}">
                <a16:creationId xmlns:a16="http://schemas.microsoft.com/office/drawing/2014/main" id="{0C16EDC7-E3E6-A77B-5094-59CD73DE1918}"/>
              </a:ext>
            </a:extLst>
          </p:cNvPr>
          <p:cNvSpPr txBox="1"/>
          <p:nvPr/>
        </p:nvSpPr>
        <p:spPr>
          <a:xfrm>
            <a:off x="2682646" y="2091498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</a:p>
        </p:txBody>
      </p:sp>
      <p:sp>
        <p:nvSpPr>
          <p:cNvPr id="253" name="Textfeld 252">
            <a:extLst>
              <a:ext uri="{FF2B5EF4-FFF2-40B4-BE49-F238E27FC236}">
                <a16:creationId xmlns:a16="http://schemas.microsoft.com/office/drawing/2014/main" id="{29E324F9-8A57-F8BC-6244-DDD3ED3D186B}"/>
              </a:ext>
            </a:extLst>
          </p:cNvPr>
          <p:cNvSpPr txBox="1"/>
          <p:nvPr/>
        </p:nvSpPr>
        <p:spPr>
          <a:xfrm>
            <a:off x="2653267" y="1979281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10</a:t>
            </a:r>
          </a:p>
        </p:txBody>
      </p:sp>
      <p:sp>
        <p:nvSpPr>
          <p:cNvPr id="255" name="Textfeld 254">
            <a:extLst>
              <a:ext uri="{FF2B5EF4-FFF2-40B4-BE49-F238E27FC236}">
                <a16:creationId xmlns:a16="http://schemas.microsoft.com/office/drawing/2014/main" id="{78305272-4CB4-CE53-D74C-CEE4653E5C15}"/>
              </a:ext>
            </a:extLst>
          </p:cNvPr>
          <p:cNvSpPr txBox="1"/>
          <p:nvPr/>
        </p:nvSpPr>
        <p:spPr>
          <a:xfrm>
            <a:off x="2682052" y="1826912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sp>
        <p:nvSpPr>
          <p:cNvPr id="81" name="Ellipse 80">
            <a:extLst>
              <a:ext uri="{FF2B5EF4-FFF2-40B4-BE49-F238E27FC236}">
                <a16:creationId xmlns:a16="http://schemas.microsoft.com/office/drawing/2014/main" id="{0243DB05-B68F-3FB1-B0CB-2DC389AFB7D9}"/>
              </a:ext>
            </a:extLst>
          </p:cNvPr>
          <p:cNvSpPr/>
          <p:nvPr/>
        </p:nvSpPr>
        <p:spPr>
          <a:xfrm>
            <a:off x="316223" y="3128868"/>
            <a:ext cx="113348" cy="11334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Rechteck 260">
            <a:extLst>
              <a:ext uri="{FF2B5EF4-FFF2-40B4-BE49-F238E27FC236}">
                <a16:creationId xmlns:a16="http://schemas.microsoft.com/office/drawing/2014/main" id="{D47775C5-403C-1112-0F90-67A9C4DFD20E}"/>
              </a:ext>
            </a:extLst>
          </p:cNvPr>
          <p:cNvSpPr/>
          <p:nvPr/>
        </p:nvSpPr>
        <p:spPr>
          <a:xfrm>
            <a:off x="2783273" y="1479983"/>
            <a:ext cx="95168" cy="1028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31EB6DA0-5652-002D-DBFC-4C50B92010C3}"/>
              </a:ext>
            </a:extLst>
          </p:cNvPr>
          <p:cNvSpPr txBox="1"/>
          <p:nvPr/>
        </p:nvSpPr>
        <p:spPr>
          <a:xfrm>
            <a:off x="2682052" y="1426280"/>
            <a:ext cx="29989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277" name="Textfeld 276">
            <a:extLst>
              <a:ext uri="{FF2B5EF4-FFF2-40B4-BE49-F238E27FC236}">
                <a16:creationId xmlns:a16="http://schemas.microsoft.com/office/drawing/2014/main" id="{D1C39338-C27E-06B7-A967-5510BD7E07BE}"/>
              </a:ext>
            </a:extLst>
          </p:cNvPr>
          <p:cNvSpPr txBox="1"/>
          <p:nvPr/>
        </p:nvSpPr>
        <p:spPr>
          <a:xfrm>
            <a:off x="2636964" y="1013740"/>
            <a:ext cx="20197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9ED2312-ADCA-ACAB-FF1E-1581212F71D1}"/>
              </a:ext>
            </a:extLst>
          </p:cNvPr>
          <p:cNvSpPr/>
          <p:nvPr/>
        </p:nvSpPr>
        <p:spPr>
          <a:xfrm rot="5400000">
            <a:off x="2844119" y="845057"/>
            <a:ext cx="141864" cy="2481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06" name="Gruppieren 205">
            <a:extLst>
              <a:ext uri="{FF2B5EF4-FFF2-40B4-BE49-F238E27FC236}">
                <a16:creationId xmlns:a16="http://schemas.microsoft.com/office/drawing/2014/main" id="{48A62158-C865-6375-3141-A3C32DDD471C}"/>
              </a:ext>
            </a:extLst>
          </p:cNvPr>
          <p:cNvGrpSpPr/>
          <p:nvPr/>
        </p:nvGrpSpPr>
        <p:grpSpPr>
          <a:xfrm>
            <a:off x="2304752" y="307613"/>
            <a:ext cx="1235439" cy="1364684"/>
            <a:chOff x="2365011" y="306198"/>
            <a:chExt cx="1235439" cy="1364684"/>
          </a:xfrm>
        </p:grpSpPr>
        <p:sp>
          <p:nvSpPr>
            <p:cNvPr id="183" name="Bogen 182">
              <a:extLst>
                <a:ext uri="{FF2B5EF4-FFF2-40B4-BE49-F238E27FC236}">
                  <a16:creationId xmlns:a16="http://schemas.microsoft.com/office/drawing/2014/main" id="{17BD19F1-4952-ABB7-C1A4-62835BFE8914}"/>
                </a:ext>
              </a:extLst>
            </p:cNvPr>
            <p:cNvSpPr/>
            <p:nvPr/>
          </p:nvSpPr>
          <p:spPr>
            <a:xfrm>
              <a:off x="2410731" y="306198"/>
              <a:ext cx="1031604" cy="1031604"/>
            </a:xfrm>
            <a:prstGeom prst="arc">
              <a:avLst>
                <a:gd name="adj1" fmla="val 21530711"/>
                <a:gd name="adj2" fmla="val 1573669"/>
              </a:avLst>
            </a:prstGeom>
            <a:ln w="12700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1817D412-1AFD-745D-D4AE-6B9E147FD047}"/>
                </a:ext>
              </a:extLst>
            </p:cNvPr>
            <p:cNvGrpSpPr/>
            <p:nvPr/>
          </p:nvGrpSpPr>
          <p:grpSpPr>
            <a:xfrm>
              <a:off x="2365011" y="427118"/>
              <a:ext cx="1235439" cy="1243764"/>
              <a:chOff x="2365011" y="427118"/>
              <a:chExt cx="1235439" cy="1243764"/>
            </a:xfrm>
          </p:grpSpPr>
          <p:sp>
            <p:nvSpPr>
              <p:cNvPr id="158" name="Rechteck 157">
                <a:extLst>
                  <a:ext uri="{FF2B5EF4-FFF2-40B4-BE49-F238E27FC236}">
                    <a16:creationId xmlns:a16="http://schemas.microsoft.com/office/drawing/2014/main" id="{B4561955-5BF5-8008-BBD5-C3A5C22C10C4}"/>
                  </a:ext>
                </a:extLst>
              </p:cNvPr>
              <p:cNvSpPr/>
              <p:nvPr/>
            </p:nvSpPr>
            <p:spPr>
              <a:xfrm>
                <a:off x="2619378" y="690037"/>
                <a:ext cx="380456" cy="24835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9" name="Rechteck 158">
                <a:extLst>
                  <a:ext uri="{FF2B5EF4-FFF2-40B4-BE49-F238E27FC236}">
                    <a16:creationId xmlns:a16="http://schemas.microsoft.com/office/drawing/2014/main" id="{9E2EBB46-510C-F985-8B06-9B67FC16DAB9}"/>
                  </a:ext>
                </a:extLst>
              </p:cNvPr>
              <p:cNvSpPr/>
              <p:nvPr/>
            </p:nvSpPr>
            <p:spPr>
              <a:xfrm rot="1816083">
                <a:off x="2898178" y="768243"/>
                <a:ext cx="425957" cy="2481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1" name="Ellipse 160">
                <a:extLst>
                  <a:ext uri="{FF2B5EF4-FFF2-40B4-BE49-F238E27FC236}">
                    <a16:creationId xmlns:a16="http://schemas.microsoft.com/office/drawing/2014/main" id="{0D74567E-060D-6BCB-29E8-EB36EC4FE085}"/>
                  </a:ext>
                </a:extLst>
              </p:cNvPr>
              <p:cNvSpPr/>
              <p:nvPr/>
            </p:nvSpPr>
            <p:spPr>
              <a:xfrm>
                <a:off x="2393232" y="725461"/>
                <a:ext cx="177510" cy="17751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5414F1DA-16FC-FBCC-36AF-3C99AB3C72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716" y="725461"/>
                <a:ext cx="208644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493806CB-5F72-3ADA-6DE5-7A83B4B2D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1716" y="902971"/>
                <a:ext cx="208644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25DDD686-A975-4B12-BEE5-1016005CE6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116599" y="790575"/>
                <a:ext cx="173504" cy="102965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3A88A390-B57D-9718-F0A4-EBA9238CF0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26972" y="943802"/>
                <a:ext cx="172538" cy="102392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6" name="Freihandform: Form 165">
                <a:extLst>
                  <a:ext uri="{FF2B5EF4-FFF2-40B4-BE49-F238E27FC236}">
                    <a16:creationId xmlns:a16="http://schemas.microsoft.com/office/drawing/2014/main" id="{7E12733F-2AF5-85FB-4AAE-3CA510E99E25}"/>
                  </a:ext>
                </a:extLst>
              </p:cNvPr>
              <p:cNvSpPr/>
              <p:nvPr/>
            </p:nvSpPr>
            <p:spPr>
              <a:xfrm>
                <a:off x="2648187" y="726379"/>
                <a:ext cx="45719" cy="179601"/>
              </a:xfrm>
              <a:custGeom>
                <a:avLst/>
                <a:gdLst>
                  <a:gd name="csX0" fmla="*/ 13259 w 25617"/>
                  <a:gd name="csY0" fmla="*/ 0 h 176106"/>
                  <a:gd name="csX1" fmla="*/ 24930 w 25617"/>
                  <a:gd name="csY1" fmla="*/ 60376 h 176106"/>
                  <a:gd name="csX2" fmla="*/ 263 w 25617"/>
                  <a:gd name="csY2" fmla="*/ 121022 h 176106"/>
                  <a:gd name="csX3" fmla="*/ 14333 w 25617"/>
                  <a:gd name="csY3" fmla="*/ 176106 h 1761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617" h="176106">
                    <a:moveTo>
                      <a:pt x="13259" y="0"/>
                    </a:moveTo>
                    <a:cubicBezTo>
                      <a:pt x="24393" y="24184"/>
                      <a:pt x="27096" y="40206"/>
                      <a:pt x="24930" y="60376"/>
                    </a:cubicBezTo>
                    <a:cubicBezTo>
                      <a:pt x="22764" y="80546"/>
                      <a:pt x="2029" y="101734"/>
                      <a:pt x="263" y="121022"/>
                    </a:cubicBezTo>
                    <a:cubicBezTo>
                      <a:pt x="-1503" y="140310"/>
                      <a:pt x="5882" y="156050"/>
                      <a:pt x="14333" y="176106"/>
                    </a:cubicBezTo>
                  </a:path>
                </a:pathLst>
              </a:custGeom>
              <a:noFill/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7" name="Freihandform: Form 166">
                <a:extLst>
                  <a:ext uri="{FF2B5EF4-FFF2-40B4-BE49-F238E27FC236}">
                    <a16:creationId xmlns:a16="http://schemas.microsoft.com/office/drawing/2014/main" id="{0903A220-6A09-1E3C-3B8A-5F3CF40DE63A}"/>
                  </a:ext>
                </a:extLst>
              </p:cNvPr>
              <p:cNvSpPr/>
              <p:nvPr/>
            </p:nvSpPr>
            <p:spPr>
              <a:xfrm rot="1775338">
                <a:off x="3218620" y="879517"/>
                <a:ext cx="45719" cy="179601"/>
              </a:xfrm>
              <a:custGeom>
                <a:avLst/>
                <a:gdLst>
                  <a:gd name="csX0" fmla="*/ 13259 w 25617"/>
                  <a:gd name="csY0" fmla="*/ 0 h 176106"/>
                  <a:gd name="csX1" fmla="*/ 24930 w 25617"/>
                  <a:gd name="csY1" fmla="*/ 60376 h 176106"/>
                  <a:gd name="csX2" fmla="*/ 263 w 25617"/>
                  <a:gd name="csY2" fmla="*/ 121022 h 176106"/>
                  <a:gd name="csX3" fmla="*/ 14333 w 25617"/>
                  <a:gd name="csY3" fmla="*/ 176106 h 1761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617" h="176106">
                    <a:moveTo>
                      <a:pt x="13259" y="0"/>
                    </a:moveTo>
                    <a:cubicBezTo>
                      <a:pt x="24393" y="24184"/>
                      <a:pt x="27096" y="40206"/>
                      <a:pt x="24930" y="60376"/>
                    </a:cubicBezTo>
                    <a:cubicBezTo>
                      <a:pt x="22764" y="80546"/>
                      <a:pt x="2029" y="101734"/>
                      <a:pt x="263" y="121022"/>
                    </a:cubicBezTo>
                    <a:cubicBezTo>
                      <a:pt x="-1503" y="140310"/>
                      <a:pt x="5882" y="156050"/>
                      <a:pt x="14333" y="176106"/>
                    </a:cubicBezTo>
                  </a:path>
                </a:pathLst>
              </a:custGeom>
              <a:noFill/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83522112-0822-B6BD-8C32-6F7BDAFF2D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65011" y="814216"/>
                <a:ext cx="1098279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24177800-D7F5-4213-D8EF-650DE17EEA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81216" y="696634"/>
                <a:ext cx="0" cy="24244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3" name="Textfeld 172">
                <a:extLst>
                  <a:ext uri="{FF2B5EF4-FFF2-40B4-BE49-F238E27FC236}">
                    <a16:creationId xmlns:a16="http://schemas.microsoft.com/office/drawing/2014/main" id="{87399229-046D-399D-D380-3EE590FEDED5}"/>
                  </a:ext>
                </a:extLst>
              </p:cNvPr>
              <p:cNvSpPr txBox="1"/>
              <p:nvPr/>
            </p:nvSpPr>
            <p:spPr>
              <a:xfrm>
                <a:off x="3231495" y="619653"/>
                <a:ext cx="368955" cy="24622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0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δ</a:t>
                </a:r>
              </a:p>
            </p:txBody>
          </p: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F094FE32-764F-3CC4-2D43-52AE9D47B6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3161" y="687086"/>
                <a:ext cx="0" cy="26670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D1A1CEA7-DA39-0397-0ED8-C395029EB1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3161" y="897603"/>
                <a:ext cx="0" cy="91997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  <a:head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65DC0D8E-530B-CFD7-ACD8-61E4DAB6FE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03161" y="621681"/>
                <a:ext cx="0" cy="105685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  <a:head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" name="Textfeld 176">
                <a:extLst>
                  <a:ext uri="{FF2B5EF4-FFF2-40B4-BE49-F238E27FC236}">
                    <a16:creationId xmlns:a16="http://schemas.microsoft.com/office/drawing/2014/main" id="{C08788E9-D0E6-10E6-DAC0-57806794E487}"/>
                  </a:ext>
                </a:extLst>
              </p:cNvPr>
              <p:cNvSpPr txBox="1"/>
              <p:nvPr/>
            </p:nvSpPr>
            <p:spPr>
              <a:xfrm>
                <a:off x="2693878" y="427118"/>
                <a:ext cx="201974" cy="2308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900" i="1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D</a:t>
                </a:r>
              </a:p>
            </p:txBody>
          </p:sp>
          <p:sp>
            <p:nvSpPr>
              <p:cNvPr id="193" name="Bogen 192">
                <a:extLst>
                  <a:ext uri="{FF2B5EF4-FFF2-40B4-BE49-F238E27FC236}">
                    <a16:creationId xmlns:a16="http://schemas.microsoft.com/office/drawing/2014/main" id="{25D63047-035B-6E3F-3F2A-D99FFF787756}"/>
                  </a:ext>
                </a:extLst>
              </p:cNvPr>
              <p:cNvSpPr/>
              <p:nvPr/>
            </p:nvSpPr>
            <p:spPr>
              <a:xfrm>
                <a:off x="2582811" y="902858"/>
                <a:ext cx="590158" cy="590158"/>
              </a:xfrm>
              <a:prstGeom prst="arc">
                <a:avLst>
                  <a:gd name="adj1" fmla="val 16200000"/>
                  <a:gd name="adj2" fmla="val 17998427"/>
                </a:avLst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5" name="Bogen 194">
                <a:extLst>
                  <a:ext uri="{FF2B5EF4-FFF2-40B4-BE49-F238E27FC236}">
                    <a16:creationId xmlns:a16="http://schemas.microsoft.com/office/drawing/2014/main" id="{96948B50-DD19-5280-F6DB-9734634206E4}"/>
                  </a:ext>
                </a:extLst>
              </p:cNvPr>
              <p:cNvSpPr/>
              <p:nvPr/>
            </p:nvSpPr>
            <p:spPr>
              <a:xfrm>
                <a:off x="2404885" y="724872"/>
                <a:ext cx="946010" cy="946010"/>
              </a:xfrm>
              <a:prstGeom prst="arc">
                <a:avLst>
                  <a:gd name="adj1" fmla="val 16200000"/>
                  <a:gd name="adj2" fmla="val 17998427"/>
                </a:avLst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96" name="Gerader Verbinder 195">
                <a:extLst>
                  <a:ext uri="{FF2B5EF4-FFF2-40B4-BE49-F238E27FC236}">
                    <a16:creationId xmlns:a16="http://schemas.microsoft.com/office/drawing/2014/main" id="{9F2FCD2D-FEDC-B2A1-8824-A2051E25E8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1607" y="860068"/>
                <a:ext cx="364534" cy="214352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Bogen 200">
                <a:extLst>
                  <a:ext uri="{FF2B5EF4-FFF2-40B4-BE49-F238E27FC236}">
                    <a16:creationId xmlns:a16="http://schemas.microsoft.com/office/drawing/2014/main" id="{EBC72253-C938-1E56-6B0A-422C89ED520B}"/>
                  </a:ext>
                </a:extLst>
              </p:cNvPr>
              <p:cNvSpPr/>
              <p:nvPr/>
            </p:nvSpPr>
            <p:spPr>
              <a:xfrm>
                <a:off x="2493584" y="813989"/>
                <a:ext cx="767776" cy="767776"/>
              </a:xfrm>
              <a:prstGeom prst="arc">
                <a:avLst>
                  <a:gd name="adj1" fmla="val 16200000"/>
                  <a:gd name="adj2" fmla="val 17998427"/>
                </a:avLst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cxnSp>
        <p:nvCxnSpPr>
          <p:cNvPr id="262" name="Gerader Verbinder 261">
            <a:extLst>
              <a:ext uri="{FF2B5EF4-FFF2-40B4-BE49-F238E27FC236}">
                <a16:creationId xmlns:a16="http://schemas.microsoft.com/office/drawing/2014/main" id="{F3E8DA2C-95C0-A5B5-338F-7F3965E738DF}"/>
              </a:ext>
            </a:extLst>
          </p:cNvPr>
          <p:cNvCxnSpPr>
            <a:cxnSpLocks/>
          </p:cNvCxnSpPr>
          <p:nvPr/>
        </p:nvCxnSpPr>
        <p:spPr>
          <a:xfrm flipH="1">
            <a:off x="2817212" y="834390"/>
            <a:ext cx="106963" cy="355243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Gerader Verbinder 264">
            <a:extLst>
              <a:ext uri="{FF2B5EF4-FFF2-40B4-BE49-F238E27FC236}">
                <a16:creationId xmlns:a16="http://schemas.microsoft.com/office/drawing/2014/main" id="{B1550F4E-AFD9-0B09-DEDB-8019C2074D6D}"/>
              </a:ext>
            </a:extLst>
          </p:cNvPr>
          <p:cNvCxnSpPr>
            <a:cxnSpLocks/>
            <a:endCxn id="201" idx="0"/>
          </p:cNvCxnSpPr>
          <p:nvPr/>
        </p:nvCxnSpPr>
        <p:spPr>
          <a:xfrm flipV="1">
            <a:off x="2817213" y="815404"/>
            <a:ext cx="0" cy="374229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2F4AFB2A-5251-A2F7-29D4-3D27AD3D0989}"/>
              </a:ext>
            </a:extLst>
          </p:cNvPr>
          <p:cNvCxnSpPr>
            <a:cxnSpLocks/>
            <a:endCxn id="201" idx="2"/>
          </p:cNvCxnSpPr>
          <p:nvPr/>
        </p:nvCxnSpPr>
        <p:spPr>
          <a:xfrm flipV="1">
            <a:off x="2817213" y="866747"/>
            <a:ext cx="191792" cy="321934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903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1AF0E-5936-3C0E-81B5-11E0B2D19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74A9CCC-076C-2741-0B7C-A971B990F9F1}"/>
              </a:ext>
            </a:extLst>
          </p:cNvPr>
          <p:cNvGrpSpPr/>
          <p:nvPr/>
        </p:nvGrpSpPr>
        <p:grpSpPr>
          <a:xfrm flipV="1">
            <a:off x="364335" y="1878518"/>
            <a:ext cx="3128964" cy="424596"/>
            <a:chOff x="-60961" y="2426970"/>
            <a:chExt cx="4295776" cy="58293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4A9C84B-052C-62FB-E081-98EF81CD1F6B}"/>
                </a:ext>
              </a:extLst>
            </p:cNvPr>
            <p:cNvSpPr/>
            <p:nvPr/>
          </p:nvSpPr>
          <p:spPr>
            <a:xfrm>
              <a:off x="329564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73A07968-2F06-3372-1CD4-5018A5DA7C47}"/>
                </a:ext>
              </a:extLst>
            </p:cNvPr>
            <p:cNvSpPr/>
            <p:nvPr/>
          </p:nvSpPr>
          <p:spPr>
            <a:xfrm>
              <a:off x="720089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716098DA-41E6-0306-7BEB-11DBA39EAB6B}"/>
                </a:ext>
              </a:extLst>
            </p:cNvPr>
            <p:cNvSpPr/>
            <p:nvPr/>
          </p:nvSpPr>
          <p:spPr>
            <a:xfrm>
              <a:off x="1110614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47C6B916-39A1-1EB9-594B-B9E785CBD1BF}"/>
                </a:ext>
              </a:extLst>
            </p:cNvPr>
            <p:cNvSpPr/>
            <p:nvPr/>
          </p:nvSpPr>
          <p:spPr>
            <a:xfrm>
              <a:off x="1501139" y="2426970"/>
              <a:ext cx="645819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9F518107-050C-8A60-B448-90EEC35D6B6E}"/>
                </a:ext>
              </a:extLst>
            </p:cNvPr>
            <p:cNvSpPr/>
            <p:nvPr/>
          </p:nvSpPr>
          <p:spPr>
            <a:xfrm>
              <a:off x="2146962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FE77EE39-BAB8-CF34-78C5-BE8F8F9CBF12}"/>
                </a:ext>
              </a:extLst>
            </p:cNvPr>
            <p:cNvSpPr/>
            <p:nvPr/>
          </p:nvSpPr>
          <p:spPr>
            <a:xfrm>
              <a:off x="2537486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8E8ED034-2F86-D3EA-8E5C-055BE351C544}"/>
                </a:ext>
              </a:extLst>
            </p:cNvPr>
            <p:cNvSpPr/>
            <p:nvPr/>
          </p:nvSpPr>
          <p:spPr>
            <a:xfrm>
              <a:off x="2928012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C1ABE69-A352-EF8E-8C11-EA986C1A5051}"/>
                </a:ext>
              </a:extLst>
            </p:cNvPr>
            <p:cNvSpPr/>
            <p:nvPr/>
          </p:nvSpPr>
          <p:spPr>
            <a:xfrm>
              <a:off x="3318541" y="2426970"/>
              <a:ext cx="525751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38DCC25-D3E4-3813-F44A-581D76FB5971}"/>
                </a:ext>
              </a:extLst>
            </p:cNvPr>
            <p:cNvSpPr/>
            <p:nvPr/>
          </p:nvSpPr>
          <p:spPr>
            <a:xfrm>
              <a:off x="3844290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80D2E0F-AF22-ACE9-4548-36FA4200F5F9}"/>
                </a:ext>
              </a:extLst>
            </p:cNvPr>
            <p:cNvSpPr/>
            <p:nvPr/>
          </p:nvSpPr>
          <p:spPr>
            <a:xfrm>
              <a:off x="-60961" y="2426970"/>
              <a:ext cx="390525" cy="58293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DA13DC3-C336-D305-10BD-F2CDF20CC3B5}"/>
              </a:ext>
            </a:extLst>
          </p:cNvPr>
          <p:cNvSpPr/>
          <p:nvPr/>
        </p:nvSpPr>
        <p:spPr>
          <a:xfrm flipV="1">
            <a:off x="364461" y="1400060"/>
            <a:ext cx="284451" cy="478458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009411D-2FA9-821B-A8C0-D5C58B62329D}"/>
              </a:ext>
            </a:extLst>
          </p:cNvPr>
          <p:cNvSpPr/>
          <p:nvPr/>
        </p:nvSpPr>
        <p:spPr>
          <a:xfrm flipV="1">
            <a:off x="648660" y="1468410"/>
            <a:ext cx="284451" cy="410106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78183F76-E639-560C-A1A9-2347F21EA9C2}"/>
              </a:ext>
            </a:extLst>
          </p:cNvPr>
          <p:cNvGrpSpPr/>
          <p:nvPr/>
        </p:nvGrpSpPr>
        <p:grpSpPr>
          <a:xfrm>
            <a:off x="254322" y="1365885"/>
            <a:ext cx="85725" cy="512631"/>
            <a:chOff x="125730" y="1975485"/>
            <a:chExt cx="85725" cy="459291"/>
          </a:xfrm>
        </p:grpSpPr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74A95CE7-AD33-23E1-D8CC-4259E7C14D6C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1975485"/>
              <a:ext cx="85725" cy="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5064753-4B5F-59EC-3AAC-D1DCCE2F50C6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434776"/>
              <a:ext cx="85725" cy="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82629793-C867-9077-F39A-D533778AFC81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281679"/>
              <a:ext cx="85725" cy="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4F02F27-3C23-9488-6281-589CFFCC87EF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128582"/>
              <a:ext cx="85725" cy="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2B7C510-8C08-03CA-2BB1-82BADBFB9AAB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006104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3D1DA49-F11A-325D-5A6C-230FFF766835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036723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0303D07-966C-E25C-6EAF-A517B6E1E1A7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067342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76F0E3-7AE4-9659-EF49-33E9762881B7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097961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E1EC8A5A-2ADA-E053-9ADB-66CED62217D1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158504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E09B6DA-0C9D-A64F-B472-739932A8A55E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189123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D0FBAF1-033E-488D-48D8-BC7031509FF4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219742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15634F4-3C53-88C5-3A2F-4276776231BD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250361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800678C3-5F54-2777-0E2E-41613E7BDBC2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308999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EE1E42BB-3765-A5EA-7374-4AF7AC02594E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339618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1376F630-9203-E60E-BDE8-E1D711935309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370237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5AD0CC8B-3443-8D4F-674A-5266C407B9CA}"/>
                </a:ext>
              </a:extLst>
            </p:cNvPr>
            <p:cNvCxnSpPr>
              <a:cxnSpLocks/>
            </p:cNvCxnSpPr>
            <p:nvPr/>
          </p:nvCxnSpPr>
          <p:spPr>
            <a:xfrm>
              <a:off x="125730" y="2400856"/>
              <a:ext cx="53340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8FFE381-EA02-6153-DC1A-5C9ED5EABD94}"/>
              </a:ext>
            </a:extLst>
          </p:cNvPr>
          <p:cNvCxnSpPr>
            <a:cxnSpLocks/>
          </p:cNvCxnSpPr>
          <p:nvPr/>
        </p:nvCxnSpPr>
        <p:spPr>
          <a:xfrm>
            <a:off x="254322" y="1365885"/>
            <a:ext cx="0" cy="512631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5BBA02BE-DB1F-57A7-D95A-F69BE664188A}"/>
              </a:ext>
            </a:extLst>
          </p:cNvPr>
          <p:cNvSpPr txBox="1"/>
          <p:nvPr/>
        </p:nvSpPr>
        <p:spPr>
          <a:xfrm>
            <a:off x="-154552" y="1976427"/>
            <a:ext cx="587350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ζ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D7B70D7D-58B6-A152-A94B-6680C414F6F7}"/>
              </a:ext>
            </a:extLst>
          </p:cNvPr>
          <p:cNvSpPr txBox="1"/>
          <p:nvPr/>
        </p:nvSpPr>
        <p:spPr>
          <a:xfrm>
            <a:off x="-28351" y="1768623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C09F6677-B91D-E21B-B458-E5577FC98884}"/>
              </a:ext>
            </a:extLst>
          </p:cNvPr>
          <p:cNvSpPr txBox="1"/>
          <p:nvPr/>
        </p:nvSpPr>
        <p:spPr>
          <a:xfrm>
            <a:off x="-28477" y="160049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968337DB-412A-23A8-45D1-8FAA0119B6A4}"/>
              </a:ext>
            </a:extLst>
          </p:cNvPr>
          <p:cNvSpPr txBox="1"/>
          <p:nvPr/>
        </p:nvSpPr>
        <p:spPr>
          <a:xfrm>
            <a:off x="-28603" y="1430724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2B97F5B2-9E48-78E7-EDB3-3E2FE8E424A7}"/>
              </a:ext>
            </a:extLst>
          </p:cNvPr>
          <p:cNvSpPr txBox="1"/>
          <p:nvPr/>
        </p:nvSpPr>
        <p:spPr>
          <a:xfrm>
            <a:off x="-32097" y="1259848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8E49AEA4-9C12-B606-B505-91914CC88907}"/>
              </a:ext>
            </a:extLst>
          </p:cNvPr>
          <p:cNvSpPr/>
          <p:nvPr/>
        </p:nvSpPr>
        <p:spPr>
          <a:xfrm flipV="1">
            <a:off x="932859" y="1624964"/>
            <a:ext cx="284451" cy="253551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9AB78BA-3D05-C8F8-AC49-AF3814C6FA73}"/>
              </a:ext>
            </a:extLst>
          </p:cNvPr>
          <p:cNvSpPr/>
          <p:nvPr/>
        </p:nvSpPr>
        <p:spPr>
          <a:xfrm flipV="1">
            <a:off x="1217711" y="1738131"/>
            <a:ext cx="284451" cy="140383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964917DA-43AF-D305-5439-E04D6AE80974}"/>
              </a:ext>
            </a:extLst>
          </p:cNvPr>
          <p:cNvSpPr/>
          <p:nvPr/>
        </p:nvSpPr>
        <p:spPr>
          <a:xfrm flipV="1">
            <a:off x="1503647" y="1768623"/>
            <a:ext cx="468028" cy="109890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B65FB8A-AB60-753A-A99C-B87E4C2C5596}"/>
              </a:ext>
            </a:extLst>
          </p:cNvPr>
          <p:cNvSpPr/>
          <p:nvPr/>
        </p:nvSpPr>
        <p:spPr>
          <a:xfrm flipV="1">
            <a:off x="1970918" y="1794508"/>
            <a:ext cx="286586" cy="84003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48870A5D-3436-525D-E266-53E3AF0C497B}"/>
              </a:ext>
            </a:extLst>
          </p:cNvPr>
          <p:cNvSpPr/>
          <p:nvPr/>
        </p:nvSpPr>
        <p:spPr>
          <a:xfrm flipV="1">
            <a:off x="2257395" y="1800218"/>
            <a:ext cx="285145" cy="78290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5FBA536E-2CEE-E1D7-C3E8-78AFB051A836}"/>
              </a:ext>
            </a:extLst>
          </p:cNvPr>
          <p:cNvSpPr/>
          <p:nvPr/>
        </p:nvSpPr>
        <p:spPr>
          <a:xfrm flipV="1">
            <a:off x="2540755" y="1800218"/>
            <a:ext cx="285145" cy="78290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B25BECE-6441-2520-592F-6EC53B1EC07A}"/>
              </a:ext>
            </a:extLst>
          </p:cNvPr>
          <p:cNvSpPr/>
          <p:nvPr/>
        </p:nvSpPr>
        <p:spPr>
          <a:xfrm flipV="1">
            <a:off x="2825609" y="1809750"/>
            <a:ext cx="382947" cy="68758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0ADB7935-5CC0-D704-5340-E050E0FC73F9}"/>
              </a:ext>
            </a:extLst>
          </p:cNvPr>
          <p:cNvSpPr/>
          <p:nvPr/>
        </p:nvSpPr>
        <p:spPr>
          <a:xfrm flipV="1">
            <a:off x="3208209" y="1813560"/>
            <a:ext cx="285145" cy="64948"/>
          </a:xfrm>
          <a:prstGeom prst="rect">
            <a:avLst/>
          </a:prstGeom>
          <a:solidFill>
            <a:schemeClr val="bg1">
              <a:lumMod val="6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00877F0D-906A-6BB4-E510-4A9481505244}"/>
              </a:ext>
            </a:extLst>
          </p:cNvPr>
          <p:cNvSpPr txBox="1"/>
          <p:nvPr/>
        </p:nvSpPr>
        <p:spPr>
          <a:xfrm>
            <a:off x="335339" y="1207086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1,4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3B4D45EA-15FD-A454-9B5A-BEA70C32FE3F}"/>
              </a:ext>
            </a:extLst>
          </p:cNvPr>
          <p:cNvSpPr txBox="1"/>
          <p:nvPr/>
        </p:nvSpPr>
        <p:spPr>
          <a:xfrm>
            <a:off x="619664" y="1278714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1,2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F74714A3-6F80-44AC-D9A3-47B0B4CCFBBA}"/>
              </a:ext>
            </a:extLst>
          </p:cNvPr>
          <p:cNvSpPr txBox="1"/>
          <p:nvPr/>
        </p:nvSpPr>
        <p:spPr>
          <a:xfrm>
            <a:off x="885838" y="1432327"/>
            <a:ext cx="40013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0,76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34AAF996-CDAD-3F9D-FC1A-FE293E3A006E}"/>
              </a:ext>
            </a:extLst>
          </p:cNvPr>
          <p:cNvSpPr txBox="1"/>
          <p:nvPr/>
        </p:nvSpPr>
        <p:spPr>
          <a:xfrm>
            <a:off x="1186810" y="1541475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961C8AED-FBC9-F26D-6E60-618AB693A12E}"/>
              </a:ext>
            </a:extLst>
          </p:cNvPr>
          <p:cNvSpPr txBox="1"/>
          <p:nvPr/>
        </p:nvSpPr>
        <p:spPr>
          <a:xfrm>
            <a:off x="2227734" y="160048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0380D30E-9101-81BF-EC23-13C9F8A7CDA4}"/>
              </a:ext>
            </a:extLst>
          </p:cNvPr>
          <p:cNvSpPr txBox="1"/>
          <p:nvPr/>
        </p:nvSpPr>
        <p:spPr>
          <a:xfrm>
            <a:off x="1915557" y="1600497"/>
            <a:ext cx="39892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0,21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F82579B9-DF50-8110-E508-DAB0AF6229D4}"/>
              </a:ext>
            </a:extLst>
          </p:cNvPr>
          <p:cNvSpPr txBox="1"/>
          <p:nvPr/>
        </p:nvSpPr>
        <p:spPr>
          <a:xfrm>
            <a:off x="1560926" y="1575650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0,3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91C18D18-7C09-030A-ED47-F17CC2B0A254}"/>
              </a:ext>
            </a:extLst>
          </p:cNvPr>
          <p:cNvSpPr txBox="1"/>
          <p:nvPr/>
        </p:nvSpPr>
        <p:spPr>
          <a:xfrm>
            <a:off x="2510959" y="160048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E2387044-321C-B1AC-48A2-D10ED3E86264}"/>
              </a:ext>
            </a:extLst>
          </p:cNvPr>
          <p:cNvSpPr txBox="1"/>
          <p:nvPr/>
        </p:nvSpPr>
        <p:spPr>
          <a:xfrm>
            <a:off x="2809865" y="1605765"/>
            <a:ext cx="41409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0,18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E76E2A52-EC7C-4EBF-3FF6-18DA2CD0889E}"/>
              </a:ext>
            </a:extLst>
          </p:cNvPr>
          <p:cNvSpPr txBox="1"/>
          <p:nvPr/>
        </p:nvSpPr>
        <p:spPr>
          <a:xfrm>
            <a:off x="3131954" y="1608531"/>
            <a:ext cx="428348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0,17</a:t>
            </a:r>
          </a:p>
        </p:txBody>
      </p:sp>
      <p:grpSp>
        <p:nvGrpSpPr>
          <p:cNvPr id="117" name="Gruppieren 116">
            <a:extLst>
              <a:ext uri="{FF2B5EF4-FFF2-40B4-BE49-F238E27FC236}">
                <a16:creationId xmlns:a16="http://schemas.microsoft.com/office/drawing/2014/main" id="{09646A12-82A2-789F-0A0C-9FB779C00D36}"/>
              </a:ext>
            </a:extLst>
          </p:cNvPr>
          <p:cNvGrpSpPr/>
          <p:nvPr/>
        </p:nvGrpSpPr>
        <p:grpSpPr>
          <a:xfrm>
            <a:off x="391601" y="1997743"/>
            <a:ext cx="221948" cy="236822"/>
            <a:chOff x="391601" y="2554003"/>
            <a:chExt cx="221948" cy="236822"/>
          </a:xfrm>
        </p:grpSpPr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F6EAB6C4-6507-76E4-AB75-573F5B20351C}"/>
                </a:ext>
              </a:extLst>
            </p:cNvPr>
            <p:cNvCxnSpPr>
              <a:cxnSpLocks/>
            </p:cNvCxnSpPr>
            <p:nvPr/>
          </p:nvCxnSpPr>
          <p:spPr>
            <a:xfrm>
              <a:off x="393750" y="2555715"/>
              <a:ext cx="215989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EA842C9A-1061-9B32-6847-AE40F8E9CD6A}"/>
                </a:ext>
              </a:extLst>
            </p:cNvPr>
            <p:cNvCxnSpPr>
              <a:cxnSpLocks/>
            </p:cNvCxnSpPr>
            <p:nvPr/>
          </p:nvCxnSpPr>
          <p:spPr>
            <a:xfrm>
              <a:off x="393750" y="2556091"/>
              <a:ext cx="0" cy="232829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57C049E5-C45B-B2D3-3816-3D69D87E7569}"/>
                </a:ext>
              </a:extLst>
            </p:cNvPr>
            <p:cNvCxnSpPr>
              <a:cxnSpLocks/>
            </p:cNvCxnSpPr>
            <p:nvPr/>
          </p:nvCxnSpPr>
          <p:spPr>
            <a:xfrm>
              <a:off x="565200" y="2742959"/>
              <a:ext cx="0" cy="45961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Gerader Verbinder 107">
              <a:extLst>
                <a:ext uri="{FF2B5EF4-FFF2-40B4-BE49-F238E27FC236}">
                  <a16:creationId xmlns:a16="http://schemas.microsoft.com/office/drawing/2014/main" id="{166D1ACF-1D0C-6B20-14B2-C2BAA4541B4B}"/>
                </a:ext>
              </a:extLst>
            </p:cNvPr>
            <p:cNvCxnSpPr>
              <a:cxnSpLocks/>
            </p:cNvCxnSpPr>
            <p:nvPr/>
          </p:nvCxnSpPr>
          <p:spPr>
            <a:xfrm>
              <a:off x="565200" y="2742959"/>
              <a:ext cx="44539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29F0FED6-6E73-BA40-39EB-77726BA7E848}"/>
                </a:ext>
              </a:extLst>
            </p:cNvPr>
            <p:cNvCxnSpPr>
              <a:cxnSpLocks/>
            </p:cNvCxnSpPr>
            <p:nvPr/>
          </p:nvCxnSpPr>
          <p:spPr>
            <a:xfrm>
              <a:off x="613549" y="2554003"/>
              <a:ext cx="0" cy="188956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Gerader Verbinder 113">
              <a:extLst>
                <a:ext uri="{FF2B5EF4-FFF2-40B4-BE49-F238E27FC236}">
                  <a16:creationId xmlns:a16="http://schemas.microsoft.com/office/drawing/2014/main" id="{CD07FE0B-66EC-6FC1-182B-3AB79E10F44D}"/>
                </a:ext>
              </a:extLst>
            </p:cNvPr>
            <p:cNvCxnSpPr>
              <a:cxnSpLocks/>
            </p:cNvCxnSpPr>
            <p:nvPr/>
          </p:nvCxnSpPr>
          <p:spPr>
            <a:xfrm>
              <a:off x="391601" y="2790825"/>
              <a:ext cx="173599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38161E4C-0DF6-4926-1A76-327635800B5D}"/>
              </a:ext>
            </a:extLst>
          </p:cNvPr>
          <p:cNvGrpSpPr/>
          <p:nvPr/>
        </p:nvGrpSpPr>
        <p:grpSpPr>
          <a:xfrm>
            <a:off x="679967" y="1997743"/>
            <a:ext cx="343989" cy="341546"/>
            <a:chOff x="679967" y="2554003"/>
            <a:chExt cx="343989" cy="341546"/>
          </a:xfrm>
        </p:grpSpPr>
        <p:grpSp>
          <p:nvGrpSpPr>
            <p:cNvPr id="129" name="Gruppieren 128">
              <a:extLst>
                <a:ext uri="{FF2B5EF4-FFF2-40B4-BE49-F238E27FC236}">
                  <a16:creationId xmlns:a16="http://schemas.microsoft.com/office/drawing/2014/main" id="{055EF707-B532-480B-9618-6030F5097721}"/>
                </a:ext>
              </a:extLst>
            </p:cNvPr>
            <p:cNvGrpSpPr/>
            <p:nvPr/>
          </p:nvGrpSpPr>
          <p:grpSpPr>
            <a:xfrm>
              <a:off x="679967" y="2554003"/>
              <a:ext cx="221948" cy="235690"/>
              <a:chOff x="679967" y="2554003"/>
              <a:chExt cx="221948" cy="235690"/>
            </a:xfrm>
          </p:grpSpPr>
          <p:cxnSp>
            <p:nvCxnSpPr>
              <p:cNvPr id="119" name="Gerader Verbinder 118">
                <a:extLst>
                  <a:ext uri="{FF2B5EF4-FFF2-40B4-BE49-F238E27FC236}">
                    <a16:creationId xmlns:a16="http://schemas.microsoft.com/office/drawing/2014/main" id="{0E764861-D324-A42F-571A-01BCD5E6E3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3566" y="2554583"/>
                <a:ext cx="44539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137CF43F-06DA-A5F2-0D11-CC28EBE95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116" y="2724776"/>
                <a:ext cx="0" cy="63012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Gerader Verbinder 120">
                <a:extLst>
                  <a:ext uri="{FF2B5EF4-FFF2-40B4-BE49-F238E27FC236}">
                    <a16:creationId xmlns:a16="http://schemas.microsoft.com/office/drawing/2014/main" id="{15ACE89B-8000-2AD8-1E32-48903160E2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3566" y="2741827"/>
                <a:ext cx="0" cy="45961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Gerader Verbinder 121">
                <a:extLst>
                  <a:ext uri="{FF2B5EF4-FFF2-40B4-BE49-F238E27FC236}">
                    <a16:creationId xmlns:a16="http://schemas.microsoft.com/office/drawing/2014/main" id="{C9D85F4E-DAE5-9398-A0AB-8E1C465CC7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3566" y="2741827"/>
                <a:ext cx="44539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Gerader Verbinder 122">
                <a:extLst>
                  <a:ext uri="{FF2B5EF4-FFF2-40B4-BE49-F238E27FC236}">
                    <a16:creationId xmlns:a16="http://schemas.microsoft.com/office/drawing/2014/main" id="{AC5C74E9-A078-903F-02E0-25BCD1D47D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915" y="2554003"/>
                <a:ext cx="0" cy="187824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1B026DB2-87C7-89BD-63E6-DDB4748687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9967" y="2789693"/>
                <a:ext cx="173599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Bogen 126">
              <a:extLst>
                <a:ext uri="{FF2B5EF4-FFF2-40B4-BE49-F238E27FC236}">
                  <a16:creationId xmlns:a16="http://schemas.microsoft.com/office/drawing/2014/main" id="{D2F88E46-7BE1-10B3-4103-90BA2BFA17D1}"/>
                </a:ext>
              </a:extLst>
            </p:cNvPr>
            <p:cNvSpPr/>
            <p:nvPr/>
          </p:nvSpPr>
          <p:spPr>
            <a:xfrm rot="16200000">
              <a:off x="682410" y="2554003"/>
              <a:ext cx="341546" cy="34154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6C9B3F29-A4D8-62FF-B923-6462C0552EED}"/>
              </a:ext>
            </a:extLst>
          </p:cNvPr>
          <p:cNvGrpSpPr/>
          <p:nvPr/>
        </p:nvGrpSpPr>
        <p:grpSpPr>
          <a:xfrm>
            <a:off x="965945" y="1997743"/>
            <a:ext cx="258158" cy="266297"/>
            <a:chOff x="965945" y="2554003"/>
            <a:chExt cx="258158" cy="266297"/>
          </a:xfrm>
        </p:grpSpPr>
        <p:grpSp>
          <p:nvGrpSpPr>
            <p:cNvPr id="130" name="Gruppieren 129">
              <a:extLst>
                <a:ext uri="{FF2B5EF4-FFF2-40B4-BE49-F238E27FC236}">
                  <a16:creationId xmlns:a16="http://schemas.microsoft.com/office/drawing/2014/main" id="{62EB96D0-47B1-2C40-E987-532456764965}"/>
                </a:ext>
              </a:extLst>
            </p:cNvPr>
            <p:cNvGrpSpPr/>
            <p:nvPr/>
          </p:nvGrpSpPr>
          <p:grpSpPr>
            <a:xfrm>
              <a:off x="965945" y="2554003"/>
              <a:ext cx="220043" cy="235690"/>
              <a:chOff x="391601" y="2555135"/>
              <a:chExt cx="220043" cy="235690"/>
            </a:xfrm>
          </p:grpSpPr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54E94F0-1B91-F52E-DB04-B1AFCF1673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750" y="2555715"/>
                <a:ext cx="215989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Gerader Verbinder 131">
                <a:extLst>
                  <a:ext uri="{FF2B5EF4-FFF2-40B4-BE49-F238E27FC236}">
                    <a16:creationId xmlns:a16="http://schemas.microsoft.com/office/drawing/2014/main" id="{C3254AA0-74B5-9159-F999-964CFAC80B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750" y="2556091"/>
                <a:ext cx="0" cy="232829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E2B42202-BA3B-C132-3751-B377F50F6B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5200" y="2742959"/>
                <a:ext cx="0" cy="45961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Gerader Verbinder 133">
                <a:extLst>
                  <a:ext uri="{FF2B5EF4-FFF2-40B4-BE49-F238E27FC236}">
                    <a16:creationId xmlns:a16="http://schemas.microsoft.com/office/drawing/2014/main" id="{38E41F9C-A578-2A65-F6E7-464B728A80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5200" y="2742959"/>
                <a:ext cx="44539" cy="0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E56FF4A9-F881-CF6F-1EDF-B9C53CE65A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1644" y="2555135"/>
                <a:ext cx="0" cy="187824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Gerader Verbinder 135">
                <a:extLst>
                  <a:ext uri="{FF2B5EF4-FFF2-40B4-BE49-F238E27FC236}">
                    <a16:creationId xmlns:a16="http://schemas.microsoft.com/office/drawing/2014/main" id="{664C755A-0570-25DB-4EAD-6AB0B55DD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1601" y="2790825"/>
                <a:ext cx="173599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8" name="Bogen 137">
              <a:extLst>
                <a:ext uri="{FF2B5EF4-FFF2-40B4-BE49-F238E27FC236}">
                  <a16:creationId xmlns:a16="http://schemas.microsoft.com/office/drawing/2014/main" id="{589E5DE0-4781-2EC0-FD3E-BC15E9A015CD}"/>
                </a:ext>
              </a:extLst>
            </p:cNvPr>
            <p:cNvSpPr/>
            <p:nvPr/>
          </p:nvSpPr>
          <p:spPr>
            <a:xfrm rot="16200000">
              <a:off x="1033055" y="2629252"/>
              <a:ext cx="191048" cy="191048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7" name="Gruppieren 156">
            <a:extLst>
              <a:ext uri="{FF2B5EF4-FFF2-40B4-BE49-F238E27FC236}">
                <a16:creationId xmlns:a16="http://schemas.microsoft.com/office/drawing/2014/main" id="{567CDD31-36BB-11AA-BD7B-81386723CE5D}"/>
              </a:ext>
            </a:extLst>
          </p:cNvPr>
          <p:cNvGrpSpPr/>
          <p:nvPr/>
        </p:nvGrpSpPr>
        <p:grpSpPr>
          <a:xfrm>
            <a:off x="1251211" y="2006136"/>
            <a:ext cx="415526" cy="415889"/>
            <a:chOff x="1251211" y="2562396"/>
            <a:chExt cx="415526" cy="415889"/>
          </a:xfrm>
        </p:grpSpPr>
        <p:grpSp>
          <p:nvGrpSpPr>
            <p:cNvPr id="153" name="Gruppieren 152">
              <a:extLst>
                <a:ext uri="{FF2B5EF4-FFF2-40B4-BE49-F238E27FC236}">
                  <a16:creationId xmlns:a16="http://schemas.microsoft.com/office/drawing/2014/main" id="{FC094C18-F682-B682-248E-6B8A47A2D981}"/>
                </a:ext>
              </a:extLst>
            </p:cNvPr>
            <p:cNvGrpSpPr/>
            <p:nvPr/>
          </p:nvGrpSpPr>
          <p:grpSpPr>
            <a:xfrm>
              <a:off x="1251211" y="2562396"/>
              <a:ext cx="415526" cy="415889"/>
              <a:chOff x="1249306" y="2552871"/>
              <a:chExt cx="415526" cy="415889"/>
            </a:xfrm>
          </p:grpSpPr>
          <p:sp>
            <p:nvSpPr>
              <p:cNvPr id="141" name="Bogen 140">
                <a:extLst>
                  <a:ext uri="{FF2B5EF4-FFF2-40B4-BE49-F238E27FC236}">
                    <a16:creationId xmlns:a16="http://schemas.microsoft.com/office/drawing/2014/main" id="{C21DCEE0-C925-1B72-AE43-6B250A8B2781}"/>
                  </a:ext>
                </a:extLst>
              </p:cNvPr>
              <p:cNvSpPr/>
              <p:nvPr/>
            </p:nvSpPr>
            <p:spPr>
              <a:xfrm rot="16200000">
                <a:off x="1249306" y="2553234"/>
                <a:ext cx="415526" cy="415526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3" name="Bogen 142">
                <a:extLst>
                  <a:ext uri="{FF2B5EF4-FFF2-40B4-BE49-F238E27FC236}">
                    <a16:creationId xmlns:a16="http://schemas.microsoft.com/office/drawing/2014/main" id="{14145595-7147-F177-8B1D-8ACA7899BDB4}"/>
                  </a:ext>
                </a:extLst>
              </p:cNvPr>
              <p:cNvSpPr/>
              <p:nvPr/>
            </p:nvSpPr>
            <p:spPr>
              <a:xfrm rot="16200000">
                <a:off x="1416523" y="2719570"/>
                <a:ext cx="80582" cy="80582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C9F89BB9-0FD5-9CE3-23BA-0409BA5230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1274" y="2552871"/>
                <a:ext cx="0" cy="168603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83405627-67D3-B76F-7C82-3A30111E3D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49862" y="2764806"/>
                <a:ext cx="163863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6" name="Bogen 155">
              <a:extLst>
                <a:ext uri="{FF2B5EF4-FFF2-40B4-BE49-F238E27FC236}">
                  <a16:creationId xmlns:a16="http://schemas.microsoft.com/office/drawing/2014/main" id="{05B3C0FD-E70E-4F3A-F2B0-F42C3162A2F7}"/>
                </a:ext>
              </a:extLst>
            </p:cNvPr>
            <p:cNvSpPr/>
            <p:nvPr/>
          </p:nvSpPr>
          <p:spPr>
            <a:xfrm rot="16200000">
              <a:off x="1336843" y="2646045"/>
              <a:ext cx="252028" cy="252028"/>
            </a:xfrm>
            <a:prstGeom prst="arc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925FE67C-7E44-525B-0F73-EDDE7A4C75DC}"/>
              </a:ext>
            </a:extLst>
          </p:cNvPr>
          <p:cNvGrpSpPr/>
          <p:nvPr/>
        </p:nvGrpSpPr>
        <p:grpSpPr>
          <a:xfrm>
            <a:off x="2001965" y="2006136"/>
            <a:ext cx="416875" cy="417794"/>
            <a:chOff x="1251767" y="2562396"/>
            <a:chExt cx="416875" cy="417794"/>
          </a:xfrm>
        </p:grpSpPr>
        <p:grpSp>
          <p:nvGrpSpPr>
            <p:cNvPr id="159" name="Gruppieren 158">
              <a:extLst>
                <a:ext uri="{FF2B5EF4-FFF2-40B4-BE49-F238E27FC236}">
                  <a16:creationId xmlns:a16="http://schemas.microsoft.com/office/drawing/2014/main" id="{5684A1AF-426A-87D7-FA29-088F9DC3CAAC}"/>
                </a:ext>
              </a:extLst>
            </p:cNvPr>
            <p:cNvGrpSpPr/>
            <p:nvPr/>
          </p:nvGrpSpPr>
          <p:grpSpPr>
            <a:xfrm>
              <a:off x="1251767" y="2562396"/>
              <a:ext cx="416875" cy="417794"/>
              <a:chOff x="1249862" y="2552871"/>
              <a:chExt cx="416875" cy="417794"/>
            </a:xfrm>
          </p:grpSpPr>
          <p:sp>
            <p:nvSpPr>
              <p:cNvPr id="161" name="Bogen 160">
                <a:extLst>
                  <a:ext uri="{FF2B5EF4-FFF2-40B4-BE49-F238E27FC236}">
                    <a16:creationId xmlns:a16="http://schemas.microsoft.com/office/drawing/2014/main" id="{5F0F7503-7234-3391-BDFD-B29EB161D38A}"/>
                  </a:ext>
                </a:extLst>
              </p:cNvPr>
              <p:cNvSpPr/>
              <p:nvPr/>
            </p:nvSpPr>
            <p:spPr>
              <a:xfrm rot="16200000">
                <a:off x="1251211" y="2555139"/>
                <a:ext cx="415526" cy="415526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2" name="Bogen 161">
                <a:extLst>
                  <a:ext uri="{FF2B5EF4-FFF2-40B4-BE49-F238E27FC236}">
                    <a16:creationId xmlns:a16="http://schemas.microsoft.com/office/drawing/2014/main" id="{D5702577-E971-BF5A-143D-C865B1A53801}"/>
                  </a:ext>
                </a:extLst>
              </p:cNvPr>
              <p:cNvSpPr/>
              <p:nvPr/>
            </p:nvSpPr>
            <p:spPr>
              <a:xfrm rot="16200000">
                <a:off x="1418428" y="2721475"/>
                <a:ext cx="80582" cy="80582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2A15769D-B266-FD35-6870-BF6962114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3179" y="2552871"/>
                <a:ext cx="0" cy="168603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3D30A9DC-05E9-2888-E599-39F8F386CF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49862" y="2766711"/>
                <a:ext cx="163863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0" name="Bogen 159">
              <a:extLst>
                <a:ext uri="{FF2B5EF4-FFF2-40B4-BE49-F238E27FC236}">
                  <a16:creationId xmlns:a16="http://schemas.microsoft.com/office/drawing/2014/main" id="{8483359F-602E-4CF7-5492-1C5A8C1F5B54}"/>
                </a:ext>
              </a:extLst>
            </p:cNvPr>
            <p:cNvSpPr/>
            <p:nvPr/>
          </p:nvSpPr>
          <p:spPr>
            <a:xfrm rot="16200000">
              <a:off x="1334938" y="2646045"/>
              <a:ext cx="252028" cy="252028"/>
            </a:xfrm>
            <a:prstGeom prst="arc">
              <a:avLst/>
            </a:prstGeom>
            <a:ln w="12700" cap="rnd">
              <a:solidFill>
                <a:schemeClr val="tx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11" name="Gruppieren 210">
            <a:extLst>
              <a:ext uri="{FF2B5EF4-FFF2-40B4-BE49-F238E27FC236}">
                <a16:creationId xmlns:a16="http://schemas.microsoft.com/office/drawing/2014/main" id="{664E18C7-B824-84D0-B5CC-4802D6F3AD22}"/>
              </a:ext>
            </a:extLst>
          </p:cNvPr>
          <p:cNvGrpSpPr/>
          <p:nvPr/>
        </p:nvGrpSpPr>
        <p:grpSpPr>
          <a:xfrm>
            <a:off x="2295447" y="2001734"/>
            <a:ext cx="415526" cy="415889"/>
            <a:chOff x="2295447" y="2557994"/>
            <a:chExt cx="415526" cy="415889"/>
          </a:xfrm>
        </p:grpSpPr>
        <p:grpSp>
          <p:nvGrpSpPr>
            <p:cNvPr id="165" name="Gruppieren 164">
              <a:extLst>
                <a:ext uri="{FF2B5EF4-FFF2-40B4-BE49-F238E27FC236}">
                  <a16:creationId xmlns:a16="http://schemas.microsoft.com/office/drawing/2014/main" id="{2BDA6B12-7284-4917-0B6B-5C0F8C9AC6B0}"/>
                </a:ext>
              </a:extLst>
            </p:cNvPr>
            <p:cNvGrpSpPr/>
            <p:nvPr/>
          </p:nvGrpSpPr>
          <p:grpSpPr>
            <a:xfrm>
              <a:off x="2295447" y="2557994"/>
              <a:ext cx="415526" cy="415889"/>
              <a:chOff x="1251211" y="2562396"/>
              <a:chExt cx="415526" cy="415889"/>
            </a:xfrm>
          </p:grpSpPr>
          <p:grpSp>
            <p:nvGrpSpPr>
              <p:cNvPr id="166" name="Gruppieren 165">
                <a:extLst>
                  <a:ext uri="{FF2B5EF4-FFF2-40B4-BE49-F238E27FC236}">
                    <a16:creationId xmlns:a16="http://schemas.microsoft.com/office/drawing/2014/main" id="{72EDE00B-15CE-FCA3-7451-BFD2E38113F4}"/>
                  </a:ext>
                </a:extLst>
              </p:cNvPr>
              <p:cNvGrpSpPr/>
              <p:nvPr/>
            </p:nvGrpSpPr>
            <p:grpSpPr>
              <a:xfrm>
                <a:off x="1251211" y="2562396"/>
                <a:ext cx="415526" cy="415889"/>
                <a:chOff x="1249306" y="2552871"/>
                <a:chExt cx="415526" cy="415889"/>
              </a:xfrm>
            </p:grpSpPr>
            <p:sp>
              <p:nvSpPr>
                <p:cNvPr id="168" name="Bogen 167">
                  <a:extLst>
                    <a:ext uri="{FF2B5EF4-FFF2-40B4-BE49-F238E27FC236}">
                      <a16:creationId xmlns:a16="http://schemas.microsoft.com/office/drawing/2014/main" id="{6182B792-5096-9F72-98D5-DB90A5A12626}"/>
                    </a:ext>
                  </a:extLst>
                </p:cNvPr>
                <p:cNvSpPr/>
                <p:nvPr/>
              </p:nvSpPr>
              <p:spPr>
                <a:xfrm rot="16200000">
                  <a:off x="1249306" y="2553234"/>
                  <a:ext cx="415526" cy="415526"/>
                </a:xfrm>
                <a:prstGeom prst="arc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69" name="Bogen 168">
                  <a:extLst>
                    <a:ext uri="{FF2B5EF4-FFF2-40B4-BE49-F238E27FC236}">
                      <a16:creationId xmlns:a16="http://schemas.microsoft.com/office/drawing/2014/main" id="{9BD83C16-E37C-3709-4044-AEF07002E92E}"/>
                    </a:ext>
                  </a:extLst>
                </p:cNvPr>
                <p:cNvSpPr/>
                <p:nvPr/>
              </p:nvSpPr>
              <p:spPr>
                <a:xfrm rot="16200000">
                  <a:off x="1416523" y="2719570"/>
                  <a:ext cx="80582" cy="80582"/>
                </a:xfrm>
                <a:prstGeom prst="arc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70" name="Gerader Verbinder 169">
                  <a:extLst>
                    <a:ext uri="{FF2B5EF4-FFF2-40B4-BE49-F238E27FC236}">
                      <a16:creationId xmlns:a16="http://schemas.microsoft.com/office/drawing/2014/main" id="{DD745921-0FE9-9E3E-6D0D-14624C30B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61274" y="2552871"/>
                  <a:ext cx="0" cy="168603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Gerader Verbinder 170">
                  <a:extLst>
                    <a:ext uri="{FF2B5EF4-FFF2-40B4-BE49-F238E27FC236}">
                      <a16:creationId xmlns:a16="http://schemas.microsoft.com/office/drawing/2014/main" id="{BB560412-E21B-4BF2-601C-9E13C5C86C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49862" y="2764806"/>
                  <a:ext cx="163863" cy="0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7" name="Bogen 166">
                <a:extLst>
                  <a:ext uri="{FF2B5EF4-FFF2-40B4-BE49-F238E27FC236}">
                    <a16:creationId xmlns:a16="http://schemas.microsoft.com/office/drawing/2014/main" id="{84D33C88-E5B5-EE7C-53F8-DD3767C1EEFE}"/>
                  </a:ext>
                </a:extLst>
              </p:cNvPr>
              <p:cNvSpPr/>
              <p:nvPr/>
            </p:nvSpPr>
            <p:spPr>
              <a:xfrm rot="16200000">
                <a:off x="1336843" y="2646045"/>
                <a:ext cx="252028" cy="252028"/>
              </a:xfrm>
              <a:prstGeom prst="arc">
                <a:avLst/>
              </a:prstGeom>
              <a:ln w="6350" cap="rnd">
                <a:solidFill>
                  <a:schemeClr val="tx1"/>
                </a:solidFill>
                <a:prstDash val="lgDash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73" name="Bogen 172">
              <a:extLst>
                <a:ext uri="{FF2B5EF4-FFF2-40B4-BE49-F238E27FC236}">
                  <a16:creationId xmlns:a16="http://schemas.microsoft.com/office/drawing/2014/main" id="{4062141F-322C-A61F-1091-234E61B04B0A}"/>
                </a:ext>
              </a:extLst>
            </p:cNvPr>
            <p:cNvSpPr/>
            <p:nvPr/>
          </p:nvSpPr>
          <p:spPr>
            <a:xfrm rot="16200000">
              <a:off x="2415540" y="2676067"/>
              <a:ext cx="179348" cy="179348"/>
            </a:xfrm>
            <a:prstGeom prst="arc">
              <a:avLst/>
            </a:prstGeom>
            <a:ln w="12700" cap="rnd">
              <a:solidFill>
                <a:schemeClr val="tx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6039B4D2-6B67-6FD5-A6F4-DBDD028C7A56}"/>
              </a:ext>
            </a:extLst>
          </p:cNvPr>
          <p:cNvGrpSpPr/>
          <p:nvPr/>
        </p:nvGrpSpPr>
        <p:grpSpPr>
          <a:xfrm>
            <a:off x="2574159" y="1997743"/>
            <a:ext cx="221948" cy="237595"/>
            <a:chOff x="2574159" y="2554003"/>
            <a:chExt cx="221948" cy="237595"/>
          </a:xfrm>
        </p:grpSpPr>
        <p:grpSp>
          <p:nvGrpSpPr>
            <p:cNvPr id="174" name="Gruppieren 173">
              <a:extLst>
                <a:ext uri="{FF2B5EF4-FFF2-40B4-BE49-F238E27FC236}">
                  <a16:creationId xmlns:a16="http://schemas.microsoft.com/office/drawing/2014/main" id="{D4B3646E-D5BE-3050-96A8-3703EBFC9673}"/>
                </a:ext>
              </a:extLst>
            </p:cNvPr>
            <p:cNvGrpSpPr/>
            <p:nvPr/>
          </p:nvGrpSpPr>
          <p:grpSpPr>
            <a:xfrm>
              <a:off x="2574159" y="2554003"/>
              <a:ext cx="221948" cy="237595"/>
              <a:chOff x="965945" y="2554003"/>
              <a:chExt cx="221948" cy="237595"/>
            </a:xfrm>
          </p:grpSpPr>
          <p:grpSp>
            <p:nvGrpSpPr>
              <p:cNvPr id="175" name="Gruppieren 174">
                <a:extLst>
                  <a:ext uri="{FF2B5EF4-FFF2-40B4-BE49-F238E27FC236}">
                    <a16:creationId xmlns:a16="http://schemas.microsoft.com/office/drawing/2014/main" id="{BC45BA1A-E637-6128-21B8-2A9AF05DE3C0}"/>
                  </a:ext>
                </a:extLst>
              </p:cNvPr>
              <p:cNvGrpSpPr/>
              <p:nvPr/>
            </p:nvGrpSpPr>
            <p:grpSpPr>
              <a:xfrm>
                <a:off x="965945" y="2554003"/>
                <a:ext cx="221948" cy="237595"/>
                <a:chOff x="391601" y="2555135"/>
                <a:chExt cx="221948" cy="237595"/>
              </a:xfrm>
            </p:grpSpPr>
            <p:cxnSp>
              <p:nvCxnSpPr>
                <p:cNvPr id="177" name="Gerader Verbinder 176">
                  <a:extLst>
                    <a:ext uri="{FF2B5EF4-FFF2-40B4-BE49-F238E27FC236}">
                      <a16:creationId xmlns:a16="http://schemas.microsoft.com/office/drawing/2014/main" id="{55DC6987-9E48-99A3-632B-0520FF133E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6817" y="2555715"/>
                  <a:ext cx="172922" cy="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Gerader Verbinder 177">
                  <a:extLst>
                    <a:ext uri="{FF2B5EF4-FFF2-40B4-BE49-F238E27FC236}">
                      <a16:creationId xmlns:a16="http://schemas.microsoft.com/office/drawing/2014/main" id="{6D23DBF3-A187-348E-D47C-6CE4791BC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3750" y="2601457"/>
                  <a:ext cx="0" cy="1874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Gerader Verbinder 178">
                  <a:extLst>
                    <a:ext uri="{FF2B5EF4-FFF2-40B4-BE49-F238E27FC236}">
                      <a16:creationId xmlns:a16="http://schemas.microsoft.com/office/drawing/2014/main" id="{F04A30E9-6947-204C-4E63-062791A6FB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5200" y="2742959"/>
                  <a:ext cx="0" cy="4596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Gerader Verbinder 179">
                  <a:extLst>
                    <a:ext uri="{FF2B5EF4-FFF2-40B4-BE49-F238E27FC236}">
                      <a16:creationId xmlns:a16="http://schemas.microsoft.com/office/drawing/2014/main" id="{2691C39C-F996-6D48-0EA4-E4BA5EA55B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5200" y="2742959"/>
                  <a:ext cx="44539" cy="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Gerader Verbinder 180">
                  <a:extLst>
                    <a:ext uri="{FF2B5EF4-FFF2-40B4-BE49-F238E27FC236}">
                      <a16:creationId xmlns:a16="http://schemas.microsoft.com/office/drawing/2014/main" id="{470B208E-3929-EB74-BC49-8E2CC95D3F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3549" y="2555135"/>
                  <a:ext cx="0" cy="187824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Gerader Verbinder 181">
                  <a:extLst>
                    <a:ext uri="{FF2B5EF4-FFF2-40B4-BE49-F238E27FC236}">
                      <a16:creationId xmlns:a16="http://schemas.microsoft.com/office/drawing/2014/main" id="{3CA47916-705A-4A95-F375-342584DDE8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1601" y="2792730"/>
                  <a:ext cx="173599" cy="0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6" name="Bogen 175">
                <a:extLst>
                  <a:ext uri="{FF2B5EF4-FFF2-40B4-BE49-F238E27FC236}">
                    <a16:creationId xmlns:a16="http://schemas.microsoft.com/office/drawing/2014/main" id="{712E39EE-32F3-E63B-A582-BF021D641B39}"/>
                  </a:ext>
                </a:extLst>
              </p:cNvPr>
              <p:cNvSpPr/>
              <p:nvPr/>
            </p:nvSpPr>
            <p:spPr>
              <a:xfrm rot="16200000">
                <a:off x="1095071" y="2690453"/>
                <a:ext cx="82436" cy="82436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86" name="Bogen 185">
              <a:extLst>
                <a:ext uri="{FF2B5EF4-FFF2-40B4-BE49-F238E27FC236}">
                  <a16:creationId xmlns:a16="http://schemas.microsoft.com/office/drawing/2014/main" id="{E2065A6F-2F7A-6A39-97C6-7107745A1A3B}"/>
                </a:ext>
              </a:extLst>
            </p:cNvPr>
            <p:cNvSpPr/>
            <p:nvPr/>
          </p:nvSpPr>
          <p:spPr>
            <a:xfrm rot="16200000">
              <a:off x="2576190" y="2555130"/>
              <a:ext cx="82436" cy="8243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8" name="Bogen 187">
              <a:extLst>
                <a:ext uri="{FF2B5EF4-FFF2-40B4-BE49-F238E27FC236}">
                  <a16:creationId xmlns:a16="http://schemas.microsoft.com/office/drawing/2014/main" id="{5AD12E0D-F849-FBDD-973E-F35A39580B0A}"/>
                </a:ext>
              </a:extLst>
            </p:cNvPr>
            <p:cNvSpPr/>
            <p:nvPr/>
          </p:nvSpPr>
          <p:spPr>
            <a:xfrm rot="16200000">
              <a:off x="2612993" y="2595140"/>
              <a:ext cx="82436" cy="8243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0" name="Bogen 189">
              <a:extLst>
                <a:ext uri="{FF2B5EF4-FFF2-40B4-BE49-F238E27FC236}">
                  <a16:creationId xmlns:a16="http://schemas.microsoft.com/office/drawing/2014/main" id="{4F133F82-B1D5-6433-FA71-E766F29FCDB3}"/>
                </a:ext>
              </a:extLst>
            </p:cNvPr>
            <p:cNvSpPr/>
            <p:nvPr/>
          </p:nvSpPr>
          <p:spPr>
            <a:xfrm rot="16200000">
              <a:off x="2641328" y="2626036"/>
              <a:ext cx="82436" cy="8243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2" name="Bogen 191">
              <a:extLst>
                <a:ext uri="{FF2B5EF4-FFF2-40B4-BE49-F238E27FC236}">
                  <a16:creationId xmlns:a16="http://schemas.microsoft.com/office/drawing/2014/main" id="{101C8718-53DC-08A5-E3CF-5F3DBF7EDB92}"/>
                </a:ext>
              </a:extLst>
            </p:cNvPr>
            <p:cNvSpPr/>
            <p:nvPr/>
          </p:nvSpPr>
          <p:spPr>
            <a:xfrm rot="16200000">
              <a:off x="2672730" y="2659489"/>
              <a:ext cx="82436" cy="8243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2152633E-DB28-9167-DE98-F878BDD52D5F}"/>
              </a:ext>
            </a:extLst>
          </p:cNvPr>
          <p:cNvGrpSpPr/>
          <p:nvPr/>
        </p:nvGrpSpPr>
        <p:grpSpPr>
          <a:xfrm>
            <a:off x="2866813" y="1959847"/>
            <a:ext cx="585244" cy="583347"/>
            <a:chOff x="1251767" y="2563855"/>
            <a:chExt cx="416875" cy="415526"/>
          </a:xfrm>
        </p:grpSpPr>
        <p:grpSp>
          <p:nvGrpSpPr>
            <p:cNvPr id="195" name="Gruppieren 194">
              <a:extLst>
                <a:ext uri="{FF2B5EF4-FFF2-40B4-BE49-F238E27FC236}">
                  <a16:creationId xmlns:a16="http://schemas.microsoft.com/office/drawing/2014/main" id="{3A635F06-7222-9DC5-3FF3-28F085B67DA8}"/>
                </a:ext>
              </a:extLst>
            </p:cNvPr>
            <p:cNvGrpSpPr/>
            <p:nvPr/>
          </p:nvGrpSpPr>
          <p:grpSpPr>
            <a:xfrm>
              <a:off x="1251767" y="2563855"/>
              <a:ext cx="416875" cy="415526"/>
              <a:chOff x="1249862" y="2554330"/>
              <a:chExt cx="416875" cy="415526"/>
            </a:xfrm>
          </p:grpSpPr>
          <p:sp>
            <p:nvSpPr>
              <p:cNvPr id="197" name="Bogen 196">
                <a:extLst>
                  <a:ext uri="{FF2B5EF4-FFF2-40B4-BE49-F238E27FC236}">
                    <a16:creationId xmlns:a16="http://schemas.microsoft.com/office/drawing/2014/main" id="{F25BCF82-EC3D-C6E7-A986-215849764E56}"/>
                  </a:ext>
                </a:extLst>
              </p:cNvPr>
              <p:cNvSpPr/>
              <p:nvPr/>
            </p:nvSpPr>
            <p:spPr>
              <a:xfrm rot="16200000">
                <a:off x="1251211" y="2554330"/>
                <a:ext cx="415526" cy="415526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8" name="Bogen 197">
                <a:extLst>
                  <a:ext uri="{FF2B5EF4-FFF2-40B4-BE49-F238E27FC236}">
                    <a16:creationId xmlns:a16="http://schemas.microsoft.com/office/drawing/2014/main" id="{E125532D-C790-9A26-5D32-BF60E9BED352}"/>
                  </a:ext>
                </a:extLst>
              </p:cNvPr>
              <p:cNvSpPr/>
              <p:nvPr/>
            </p:nvSpPr>
            <p:spPr>
              <a:xfrm rot="16200000">
                <a:off x="1382843" y="2685891"/>
                <a:ext cx="151751" cy="151751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99" name="Gerader Verbinder 198">
                <a:extLst>
                  <a:ext uri="{FF2B5EF4-FFF2-40B4-BE49-F238E27FC236}">
                    <a16:creationId xmlns:a16="http://schemas.microsoft.com/office/drawing/2014/main" id="{018051C5-EDF4-D86C-8DE0-D6C24769F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1274" y="2556787"/>
                <a:ext cx="0" cy="128536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Gerader Verbinder 199">
                <a:extLst>
                  <a:ext uri="{FF2B5EF4-FFF2-40B4-BE49-F238E27FC236}">
                    <a16:creationId xmlns:a16="http://schemas.microsoft.com/office/drawing/2014/main" id="{6E7AE1EF-3AF2-DA08-29DA-DD4928292F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49862" y="2764806"/>
                <a:ext cx="134098" cy="0"/>
              </a:xfrm>
              <a:prstGeom prst="line">
                <a:avLst/>
              </a:prstGeom>
              <a:ln w="635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6" name="Bogen 195">
              <a:extLst>
                <a:ext uri="{FF2B5EF4-FFF2-40B4-BE49-F238E27FC236}">
                  <a16:creationId xmlns:a16="http://schemas.microsoft.com/office/drawing/2014/main" id="{01708364-AB8B-6F1D-A986-F804CF1FDF2E}"/>
                </a:ext>
              </a:extLst>
            </p:cNvPr>
            <p:cNvSpPr/>
            <p:nvPr/>
          </p:nvSpPr>
          <p:spPr>
            <a:xfrm rot="16200000">
              <a:off x="1319921" y="2629122"/>
              <a:ext cx="285874" cy="285873"/>
            </a:xfrm>
            <a:prstGeom prst="arc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12" name="Gruppieren 211">
            <a:extLst>
              <a:ext uri="{FF2B5EF4-FFF2-40B4-BE49-F238E27FC236}">
                <a16:creationId xmlns:a16="http://schemas.microsoft.com/office/drawing/2014/main" id="{0928E199-6768-555F-7052-BD3A7BCEFD7D}"/>
              </a:ext>
            </a:extLst>
          </p:cNvPr>
          <p:cNvGrpSpPr/>
          <p:nvPr/>
        </p:nvGrpSpPr>
        <p:grpSpPr>
          <a:xfrm>
            <a:off x="3240484" y="1997743"/>
            <a:ext cx="415526" cy="415889"/>
            <a:chOff x="2295447" y="2557994"/>
            <a:chExt cx="415526" cy="415889"/>
          </a:xfrm>
        </p:grpSpPr>
        <p:grpSp>
          <p:nvGrpSpPr>
            <p:cNvPr id="213" name="Gruppieren 212">
              <a:extLst>
                <a:ext uri="{FF2B5EF4-FFF2-40B4-BE49-F238E27FC236}">
                  <a16:creationId xmlns:a16="http://schemas.microsoft.com/office/drawing/2014/main" id="{47D74FE5-508F-F9A7-4F57-5F61341E2EF2}"/>
                </a:ext>
              </a:extLst>
            </p:cNvPr>
            <p:cNvGrpSpPr/>
            <p:nvPr/>
          </p:nvGrpSpPr>
          <p:grpSpPr>
            <a:xfrm>
              <a:off x="2295447" y="2557994"/>
              <a:ext cx="415526" cy="415889"/>
              <a:chOff x="1251211" y="2562396"/>
              <a:chExt cx="415526" cy="415889"/>
            </a:xfrm>
          </p:grpSpPr>
          <p:grpSp>
            <p:nvGrpSpPr>
              <p:cNvPr id="215" name="Gruppieren 214">
                <a:extLst>
                  <a:ext uri="{FF2B5EF4-FFF2-40B4-BE49-F238E27FC236}">
                    <a16:creationId xmlns:a16="http://schemas.microsoft.com/office/drawing/2014/main" id="{7EFDEE4E-7DD3-C2C1-F6E6-4E36555BD6A5}"/>
                  </a:ext>
                </a:extLst>
              </p:cNvPr>
              <p:cNvGrpSpPr/>
              <p:nvPr/>
            </p:nvGrpSpPr>
            <p:grpSpPr>
              <a:xfrm>
                <a:off x="1251211" y="2562396"/>
                <a:ext cx="415526" cy="415889"/>
                <a:chOff x="1249306" y="2552871"/>
                <a:chExt cx="415526" cy="415889"/>
              </a:xfrm>
            </p:grpSpPr>
            <p:sp>
              <p:nvSpPr>
                <p:cNvPr id="217" name="Bogen 216">
                  <a:extLst>
                    <a:ext uri="{FF2B5EF4-FFF2-40B4-BE49-F238E27FC236}">
                      <a16:creationId xmlns:a16="http://schemas.microsoft.com/office/drawing/2014/main" id="{FF11834E-9E5D-F84C-A875-8FAB11757A13}"/>
                    </a:ext>
                  </a:extLst>
                </p:cNvPr>
                <p:cNvSpPr/>
                <p:nvPr/>
              </p:nvSpPr>
              <p:spPr>
                <a:xfrm rot="16200000">
                  <a:off x="1249306" y="2553234"/>
                  <a:ext cx="415526" cy="415526"/>
                </a:xfrm>
                <a:prstGeom prst="arc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8" name="Bogen 217">
                  <a:extLst>
                    <a:ext uri="{FF2B5EF4-FFF2-40B4-BE49-F238E27FC236}">
                      <a16:creationId xmlns:a16="http://schemas.microsoft.com/office/drawing/2014/main" id="{6B9C3CA0-1F42-7874-152D-3D8A7ADE1623}"/>
                    </a:ext>
                  </a:extLst>
                </p:cNvPr>
                <p:cNvSpPr/>
                <p:nvPr/>
              </p:nvSpPr>
              <p:spPr>
                <a:xfrm rot="16200000">
                  <a:off x="1416523" y="2719570"/>
                  <a:ext cx="80582" cy="80582"/>
                </a:xfrm>
                <a:prstGeom prst="arc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219" name="Gerader Verbinder 218">
                  <a:extLst>
                    <a:ext uri="{FF2B5EF4-FFF2-40B4-BE49-F238E27FC236}">
                      <a16:creationId xmlns:a16="http://schemas.microsoft.com/office/drawing/2014/main" id="{FB824CC4-7A3C-A565-066E-7A9EE2A3D2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61274" y="2552871"/>
                  <a:ext cx="0" cy="168603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Gerader Verbinder 219">
                  <a:extLst>
                    <a:ext uri="{FF2B5EF4-FFF2-40B4-BE49-F238E27FC236}">
                      <a16:creationId xmlns:a16="http://schemas.microsoft.com/office/drawing/2014/main" id="{240EDD3D-7E94-3FE4-AE32-60EB882AF5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249862" y="2764806"/>
                  <a:ext cx="163863" cy="0"/>
                </a:xfrm>
                <a:prstGeom prst="line">
                  <a:avLst/>
                </a:prstGeom>
                <a:ln w="635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16" name="Bogen 215">
                <a:extLst>
                  <a:ext uri="{FF2B5EF4-FFF2-40B4-BE49-F238E27FC236}">
                    <a16:creationId xmlns:a16="http://schemas.microsoft.com/office/drawing/2014/main" id="{6C895FB2-4515-6202-0AC1-8C9DF253A921}"/>
                  </a:ext>
                </a:extLst>
              </p:cNvPr>
              <p:cNvSpPr/>
              <p:nvPr/>
            </p:nvSpPr>
            <p:spPr>
              <a:xfrm rot="16200000">
                <a:off x="1325226" y="2634428"/>
                <a:ext cx="275262" cy="275262"/>
              </a:xfrm>
              <a:prstGeom prst="arc">
                <a:avLst/>
              </a:prstGeom>
              <a:ln w="1270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sp>
          <p:nvSpPr>
            <p:cNvPr id="214" name="Bogen 213">
              <a:extLst>
                <a:ext uri="{FF2B5EF4-FFF2-40B4-BE49-F238E27FC236}">
                  <a16:creationId xmlns:a16="http://schemas.microsoft.com/office/drawing/2014/main" id="{BECD41A4-516B-D8FB-522E-678F525FB7F7}"/>
                </a:ext>
              </a:extLst>
            </p:cNvPr>
            <p:cNvSpPr/>
            <p:nvPr/>
          </p:nvSpPr>
          <p:spPr>
            <a:xfrm rot="16200000">
              <a:off x="2424908" y="2685435"/>
              <a:ext cx="160612" cy="160612"/>
            </a:xfrm>
            <a:prstGeom prst="arc">
              <a:avLst/>
            </a:prstGeom>
            <a:ln w="12700" cap="rnd">
              <a:solidFill>
                <a:schemeClr val="tx1"/>
              </a:solidFill>
              <a:prstDash val="solid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22" name="Gruppieren 221">
            <a:extLst>
              <a:ext uri="{FF2B5EF4-FFF2-40B4-BE49-F238E27FC236}">
                <a16:creationId xmlns:a16="http://schemas.microsoft.com/office/drawing/2014/main" id="{3F3D6A96-A088-478E-BBA2-4F9B75A0A204}"/>
              </a:ext>
            </a:extLst>
          </p:cNvPr>
          <p:cNvGrpSpPr/>
          <p:nvPr/>
        </p:nvGrpSpPr>
        <p:grpSpPr>
          <a:xfrm>
            <a:off x="1543503" y="2004791"/>
            <a:ext cx="415526" cy="415526"/>
            <a:chOff x="1249306" y="2553234"/>
            <a:chExt cx="415526" cy="415526"/>
          </a:xfrm>
        </p:grpSpPr>
        <p:sp>
          <p:nvSpPr>
            <p:cNvPr id="224" name="Bogen 223">
              <a:extLst>
                <a:ext uri="{FF2B5EF4-FFF2-40B4-BE49-F238E27FC236}">
                  <a16:creationId xmlns:a16="http://schemas.microsoft.com/office/drawing/2014/main" id="{B6A2D643-C814-0B63-8F07-E053EE296176}"/>
                </a:ext>
              </a:extLst>
            </p:cNvPr>
            <p:cNvSpPr/>
            <p:nvPr/>
          </p:nvSpPr>
          <p:spPr>
            <a:xfrm rot="16200000">
              <a:off x="1249306" y="2553234"/>
              <a:ext cx="415526" cy="415526"/>
            </a:xfrm>
            <a:prstGeom prst="arc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5" name="Bogen 224">
              <a:extLst>
                <a:ext uri="{FF2B5EF4-FFF2-40B4-BE49-F238E27FC236}">
                  <a16:creationId xmlns:a16="http://schemas.microsoft.com/office/drawing/2014/main" id="{013F5967-66E3-FEDA-7F16-201A2B329D21}"/>
                </a:ext>
              </a:extLst>
            </p:cNvPr>
            <p:cNvSpPr/>
            <p:nvPr/>
          </p:nvSpPr>
          <p:spPr>
            <a:xfrm rot="16200000">
              <a:off x="1393896" y="2696943"/>
              <a:ext cx="125836" cy="125836"/>
            </a:xfrm>
            <a:prstGeom prst="arc">
              <a:avLst>
                <a:gd name="adj1" fmla="val 16200000"/>
                <a:gd name="adj2" fmla="val 1105035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6" name="Gerader Verbinder 225">
              <a:extLst>
                <a:ext uri="{FF2B5EF4-FFF2-40B4-BE49-F238E27FC236}">
                  <a16:creationId xmlns:a16="http://schemas.microsoft.com/office/drawing/2014/main" id="{4BBA7E93-AAC4-9933-747B-8BF6590626C5}"/>
                </a:ext>
              </a:extLst>
            </p:cNvPr>
            <p:cNvCxnSpPr>
              <a:cxnSpLocks/>
            </p:cNvCxnSpPr>
            <p:nvPr/>
          </p:nvCxnSpPr>
          <p:spPr>
            <a:xfrm>
              <a:off x="1638439" y="2554408"/>
              <a:ext cx="0" cy="199524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939F2B72-E416-23E0-5BA2-E41993EE9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49862" y="2764806"/>
              <a:ext cx="139961" cy="0"/>
            </a:xfrm>
            <a:prstGeom prst="line">
              <a:avLst/>
            </a:prstGeom>
            <a:ln w="635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44723F78-0509-5A55-C8A8-E30B13786681}"/>
              </a:ext>
            </a:extLst>
          </p:cNvPr>
          <p:cNvCxnSpPr>
            <a:cxnSpLocks/>
          </p:cNvCxnSpPr>
          <p:nvPr/>
        </p:nvCxnSpPr>
        <p:spPr>
          <a:xfrm flipH="1" flipV="1">
            <a:off x="1773555" y="2152650"/>
            <a:ext cx="157176" cy="5178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75DB6B2A-7708-BE87-BAC2-55712CF984C1}"/>
              </a:ext>
            </a:extLst>
          </p:cNvPr>
          <p:cNvCxnSpPr>
            <a:cxnSpLocks/>
            <a:endCxn id="224" idx="2"/>
          </p:cNvCxnSpPr>
          <p:nvPr/>
        </p:nvCxnSpPr>
        <p:spPr>
          <a:xfrm flipH="1">
            <a:off x="1751266" y="2004791"/>
            <a:ext cx="180404" cy="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2254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CE425-2000-2606-D900-979843FDD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AAB76B3-5589-F0F6-EBE8-22430B9B3AD5}"/>
              </a:ext>
            </a:extLst>
          </p:cNvPr>
          <p:cNvGrpSpPr/>
          <p:nvPr/>
        </p:nvGrpSpPr>
        <p:grpSpPr>
          <a:xfrm flipV="1">
            <a:off x="1091726" y="1944049"/>
            <a:ext cx="1416997" cy="220930"/>
            <a:chOff x="1183021" y="1516808"/>
            <a:chExt cx="1239816" cy="22093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D33FA17A-91C2-6BD5-CACA-FF18EC42F396}"/>
                </a:ext>
              </a:extLst>
            </p:cNvPr>
            <p:cNvSpPr/>
            <p:nvPr/>
          </p:nvSpPr>
          <p:spPr>
            <a:xfrm>
              <a:off x="2142182" y="1535808"/>
              <a:ext cx="280655" cy="20193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DE1610AE-6949-14C1-C95D-B1D4048A68AB}"/>
                </a:ext>
              </a:extLst>
            </p:cNvPr>
            <p:cNvSpPr/>
            <p:nvPr/>
          </p:nvSpPr>
          <p:spPr>
            <a:xfrm>
              <a:off x="1183021" y="1516808"/>
              <a:ext cx="1239816" cy="66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30" name="Rechteck 4">
              <a:extLst>
                <a:ext uri="{FF2B5EF4-FFF2-40B4-BE49-F238E27FC236}">
                  <a16:creationId xmlns:a16="http://schemas.microsoft.com/office/drawing/2014/main" id="{26691DA9-466C-E16A-5EA2-F0D3A8C1CC8F}"/>
                </a:ext>
              </a:extLst>
            </p:cNvPr>
            <p:cNvSpPr/>
            <p:nvPr/>
          </p:nvSpPr>
          <p:spPr>
            <a:xfrm rot="16200000" flipH="1">
              <a:off x="1681457" y="1275106"/>
              <a:ext cx="173734" cy="747721"/>
            </a:xfrm>
            <a:custGeom>
              <a:avLst/>
              <a:gdLst>
                <a:gd name="csX0" fmla="*/ 0 w 110490"/>
                <a:gd name="csY0" fmla="*/ 0 h 199317"/>
                <a:gd name="csX1" fmla="*/ 110490 w 110490"/>
                <a:gd name="csY1" fmla="*/ 199317 h 199317"/>
                <a:gd name="csX2" fmla="*/ 0 w 110490"/>
                <a:gd name="csY2" fmla="*/ 199317 h 199317"/>
                <a:gd name="csX3" fmla="*/ 0 w 110490"/>
                <a:gd name="csY3" fmla="*/ 0 h 199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0490" h="199317">
                  <a:moveTo>
                    <a:pt x="0" y="0"/>
                  </a:moveTo>
                  <a:lnTo>
                    <a:pt x="110490" y="199317"/>
                  </a:lnTo>
                  <a:lnTo>
                    <a:pt x="0" y="1993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F4BCBA88-11D0-79E0-9E2E-58C00E4F6E1F}"/>
              </a:ext>
            </a:extLst>
          </p:cNvPr>
          <p:cNvGrpSpPr/>
          <p:nvPr/>
        </p:nvGrpSpPr>
        <p:grpSpPr>
          <a:xfrm>
            <a:off x="1091726" y="1497758"/>
            <a:ext cx="1416997" cy="220930"/>
            <a:chOff x="1183021" y="1516808"/>
            <a:chExt cx="1239816" cy="22093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6C45F439-46F2-6625-E1CF-A1F8A70C5AB8}"/>
                </a:ext>
              </a:extLst>
            </p:cNvPr>
            <p:cNvSpPr/>
            <p:nvPr/>
          </p:nvSpPr>
          <p:spPr>
            <a:xfrm>
              <a:off x="2142182" y="1535808"/>
              <a:ext cx="280655" cy="20193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14351B98-363C-0788-71E9-CE1AE07D0E74}"/>
                </a:ext>
              </a:extLst>
            </p:cNvPr>
            <p:cNvSpPr/>
            <p:nvPr/>
          </p:nvSpPr>
          <p:spPr>
            <a:xfrm>
              <a:off x="1183021" y="1516808"/>
              <a:ext cx="1239816" cy="6671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7A15D09-D187-FA4F-DC99-0A92CC038585}"/>
                </a:ext>
              </a:extLst>
            </p:cNvPr>
            <p:cNvSpPr/>
            <p:nvPr/>
          </p:nvSpPr>
          <p:spPr>
            <a:xfrm rot="16200000" flipH="1">
              <a:off x="1681457" y="1275106"/>
              <a:ext cx="173734" cy="747721"/>
            </a:xfrm>
            <a:custGeom>
              <a:avLst/>
              <a:gdLst>
                <a:gd name="csX0" fmla="*/ 0 w 110490"/>
                <a:gd name="csY0" fmla="*/ 0 h 199317"/>
                <a:gd name="csX1" fmla="*/ 110490 w 110490"/>
                <a:gd name="csY1" fmla="*/ 199317 h 199317"/>
                <a:gd name="csX2" fmla="*/ 0 w 110490"/>
                <a:gd name="csY2" fmla="*/ 199317 h 199317"/>
                <a:gd name="csX3" fmla="*/ 0 w 110490"/>
                <a:gd name="csY3" fmla="*/ 0 h 199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10490" h="199317">
                  <a:moveTo>
                    <a:pt x="0" y="0"/>
                  </a:moveTo>
                  <a:lnTo>
                    <a:pt x="110490" y="199317"/>
                  </a:lnTo>
                  <a:lnTo>
                    <a:pt x="0" y="1993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2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8F3141C-13FC-9C7E-9C0F-64817012DE36}"/>
              </a:ext>
            </a:extLst>
          </p:cNvPr>
          <p:cNvCxnSpPr>
            <a:cxnSpLocks/>
          </p:cNvCxnSpPr>
          <p:nvPr/>
        </p:nvCxnSpPr>
        <p:spPr>
          <a:xfrm flipH="1">
            <a:off x="998381" y="1834756"/>
            <a:ext cx="1568852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1E87CCE-28DE-9D2A-F981-EF1337C85310}"/>
              </a:ext>
            </a:extLst>
          </p:cNvPr>
          <p:cNvCxnSpPr>
            <a:cxnSpLocks/>
          </p:cNvCxnSpPr>
          <p:nvPr/>
        </p:nvCxnSpPr>
        <p:spPr>
          <a:xfrm>
            <a:off x="1614977" y="1834756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0BD745A3-62DD-401B-040C-FB669FB52DF1}"/>
              </a:ext>
            </a:extLst>
          </p:cNvPr>
          <p:cNvGrpSpPr/>
          <p:nvPr/>
        </p:nvGrpSpPr>
        <p:grpSpPr>
          <a:xfrm>
            <a:off x="1392247" y="1781175"/>
            <a:ext cx="358140" cy="306467"/>
            <a:chOff x="1844040" y="1040959"/>
            <a:chExt cx="358140" cy="306467"/>
          </a:xfrm>
        </p:grpSpPr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5DCFC579-F062-26C3-97CF-0BEA114EE42C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84DE2781-6760-1CDE-CF68-CB6B4F3FD962}"/>
                </a:ext>
              </a:extLst>
            </p:cNvPr>
            <p:cNvCxnSpPr>
              <a:cxnSpLocks/>
            </p:cNvCxnSpPr>
            <p:nvPr/>
          </p:nvCxnSpPr>
          <p:spPr>
            <a:xfrm>
              <a:off x="1971006" y="1147049"/>
              <a:ext cx="68580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B658C8A-78D2-DB33-116B-A1805D0D338E}"/>
              </a:ext>
            </a:extLst>
          </p:cNvPr>
          <p:cNvGrpSpPr/>
          <p:nvPr/>
        </p:nvGrpSpPr>
        <p:grpSpPr>
          <a:xfrm flipH="1">
            <a:off x="1099346" y="1565117"/>
            <a:ext cx="1401145" cy="532502"/>
            <a:chOff x="1193159" y="1584167"/>
            <a:chExt cx="1221446" cy="532502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A455213-C341-E1E7-7F8E-6838A2FAB1F8}"/>
                </a:ext>
              </a:extLst>
            </p:cNvPr>
            <p:cNvCxnSpPr>
              <a:cxnSpLocks/>
            </p:cNvCxnSpPr>
            <p:nvPr/>
          </p:nvCxnSpPr>
          <p:spPr>
            <a:xfrm>
              <a:off x="1193159" y="1963099"/>
              <a:ext cx="272421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A1B03E3-E009-27A9-01D8-382CEF1A523C}"/>
                </a:ext>
              </a:extLst>
            </p:cNvPr>
            <p:cNvCxnSpPr>
              <a:cxnSpLocks/>
            </p:cNvCxnSpPr>
            <p:nvPr/>
          </p:nvCxnSpPr>
          <p:spPr>
            <a:xfrm>
              <a:off x="1193159" y="1739262"/>
              <a:ext cx="272421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4106F676-4276-3EB4-E1A8-D5CE20B2E6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25980" y="1585038"/>
              <a:ext cx="288625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28A4A7E3-BC46-D431-E6A8-4F06A5B0B993}"/>
                </a:ext>
              </a:extLst>
            </p:cNvPr>
            <p:cNvCxnSpPr>
              <a:cxnSpLocks/>
            </p:cNvCxnSpPr>
            <p:nvPr/>
          </p:nvCxnSpPr>
          <p:spPr>
            <a:xfrm>
              <a:off x="2125980" y="2116053"/>
              <a:ext cx="288625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3FABD136-F1B8-DEDB-CBFF-6A7705C0B157}"/>
                </a:ext>
              </a:extLst>
            </p:cNvPr>
            <p:cNvCxnSpPr>
              <a:cxnSpLocks/>
            </p:cNvCxnSpPr>
            <p:nvPr/>
          </p:nvCxnSpPr>
          <p:spPr>
            <a:xfrm>
              <a:off x="1465579" y="1963099"/>
              <a:ext cx="660401" cy="1535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00C6FC8-2CEA-6D4B-7DFC-FFD31935A1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5579" y="1584167"/>
              <a:ext cx="660401" cy="1535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4395F756-4890-75ED-8202-9B00EA43ED97}"/>
              </a:ext>
            </a:extLst>
          </p:cNvPr>
          <p:cNvCxnSpPr>
            <a:cxnSpLocks/>
          </p:cNvCxnSpPr>
          <p:nvPr/>
        </p:nvCxnSpPr>
        <p:spPr>
          <a:xfrm flipV="1">
            <a:off x="1258742" y="1573530"/>
            <a:ext cx="0" cy="520065"/>
          </a:xfrm>
          <a:prstGeom prst="straightConnector1">
            <a:avLst/>
          </a:prstGeom>
          <a:ln w="19050" cap="rnd">
            <a:solidFill>
              <a:schemeClr val="accent2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A62E69C8-00F9-755F-EAE8-02203C5EC512}"/>
              </a:ext>
            </a:extLst>
          </p:cNvPr>
          <p:cNvCxnSpPr>
            <a:cxnSpLocks/>
          </p:cNvCxnSpPr>
          <p:nvPr/>
        </p:nvCxnSpPr>
        <p:spPr>
          <a:xfrm flipV="1">
            <a:off x="2354117" y="1944049"/>
            <a:ext cx="0" cy="147641"/>
          </a:xfrm>
          <a:prstGeom prst="straightConnector1">
            <a:avLst/>
          </a:prstGeom>
          <a:ln w="19050" cap="rnd">
            <a:solidFill>
              <a:schemeClr val="accent2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46F4ED33-D2EA-03A1-E4FE-A0E3AD7B9F33}"/>
              </a:ext>
            </a:extLst>
          </p:cNvPr>
          <p:cNvCxnSpPr>
            <a:cxnSpLocks/>
          </p:cNvCxnSpPr>
          <p:nvPr/>
        </p:nvCxnSpPr>
        <p:spPr>
          <a:xfrm>
            <a:off x="2354117" y="1575435"/>
            <a:ext cx="0" cy="148590"/>
          </a:xfrm>
          <a:prstGeom prst="straightConnector1">
            <a:avLst/>
          </a:prstGeom>
          <a:ln w="19050" cap="rnd">
            <a:solidFill>
              <a:schemeClr val="accent2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32D9725-038E-799C-D313-5CD52B51B08C}"/>
              </a:ext>
            </a:extLst>
          </p:cNvPr>
          <p:cNvCxnSpPr>
            <a:cxnSpLocks/>
          </p:cNvCxnSpPr>
          <p:nvPr/>
        </p:nvCxnSpPr>
        <p:spPr>
          <a:xfrm>
            <a:off x="2354117" y="1683067"/>
            <a:ext cx="0" cy="311468"/>
          </a:xfrm>
          <a:prstGeom prst="straightConnector1">
            <a:avLst/>
          </a:prstGeom>
          <a:ln w="19050" cap="rnd">
            <a:solidFill>
              <a:schemeClr val="accent2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3D37CDF2-F519-7906-B297-0AE8EC4A0E7B}"/>
              </a:ext>
            </a:extLst>
          </p:cNvPr>
          <p:cNvSpPr txBox="1"/>
          <p:nvPr/>
        </p:nvSpPr>
        <p:spPr>
          <a:xfrm>
            <a:off x="1054617" y="2153390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BADDF520-7967-CB59-5BD3-D16BD2C6F6F8}"/>
              </a:ext>
            </a:extLst>
          </p:cNvPr>
          <p:cNvSpPr txBox="1"/>
          <p:nvPr/>
        </p:nvSpPr>
        <p:spPr>
          <a:xfrm>
            <a:off x="2149992" y="2151485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554868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34741-586D-6CA5-4276-2FD75F56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>
            <a:extLst>
              <a:ext uri="{FF2B5EF4-FFF2-40B4-BE49-F238E27FC236}">
                <a16:creationId xmlns:a16="http://schemas.microsoft.com/office/drawing/2014/main" id="{6701EA83-1692-F505-8305-BBB3587B60AC}"/>
              </a:ext>
            </a:extLst>
          </p:cNvPr>
          <p:cNvSpPr/>
          <p:nvPr/>
        </p:nvSpPr>
        <p:spPr>
          <a:xfrm flipV="1">
            <a:off x="1964056" y="1985251"/>
            <a:ext cx="544667" cy="1607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131FE45-A5AF-D48F-4D04-A28870B7641B}"/>
              </a:ext>
            </a:extLst>
          </p:cNvPr>
          <p:cNvSpPr/>
          <p:nvPr/>
        </p:nvSpPr>
        <p:spPr>
          <a:xfrm flipV="1">
            <a:off x="1091726" y="2098262"/>
            <a:ext cx="1416997" cy="667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6EBA14-116B-421E-867D-D35BDA28D0EF}"/>
              </a:ext>
            </a:extLst>
          </p:cNvPr>
          <p:cNvSpPr/>
          <p:nvPr/>
        </p:nvSpPr>
        <p:spPr>
          <a:xfrm>
            <a:off x="1962150" y="1516758"/>
            <a:ext cx="546573" cy="16188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89295CB-3CF9-F64B-93BD-465696D9F31C}"/>
              </a:ext>
            </a:extLst>
          </p:cNvPr>
          <p:cNvSpPr/>
          <p:nvPr/>
        </p:nvSpPr>
        <p:spPr>
          <a:xfrm>
            <a:off x="1091726" y="1497758"/>
            <a:ext cx="1416997" cy="667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C7E9137F-7851-33FC-7D1A-2630E708542C}"/>
              </a:ext>
            </a:extLst>
          </p:cNvPr>
          <p:cNvCxnSpPr>
            <a:cxnSpLocks/>
          </p:cNvCxnSpPr>
          <p:nvPr/>
        </p:nvCxnSpPr>
        <p:spPr>
          <a:xfrm flipH="1">
            <a:off x="998381" y="1834756"/>
            <a:ext cx="1568852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913A0A2A-5F87-4A4C-A21E-6784BB17761C}"/>
              </a:ext>
            </a:extLst>
          </p:cNvPr>
          <p:cNvCxnSpPr>
            <a:cxnSpLocks/>
          </p:cNvCxnSpPr>
          <p:nvPr/>
        </p:nvCxnSpPr>
        <p:spPr>
          <a:xfrm>
            <a:off x="1462866" y="1834756"/>
            <a:ext cx="280982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B26E4B10-16C1-6B4E-C2E7-615047C820EF}"/>
              </a:ext>
            </a:extLst>
          </p:cNvPr>
          <p:cNvGrpSpPr/>
          <p:nvPr/>
        </p:nvGrpSpPr>
        <p:grpSpPr>
          <a:xfrm>
            <a:off x="1312237" y="1800225"/>
            <a:ext cx="358140" cy="306467"/>
            <a:chOff x="1844040" y="1040959"/>
            <a:chExt cx="358140" cy="306467"/>
          </a:xfrm>
        </p:grpSpPr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8A1955A0-75A5-E5E4-DFE1-EE829399471A}"/>
                </a:ext>
              </a:extLst>
            </p:cNvPr>
            <p:cNvSpPr txBox="1"/>
            <p:nvPr/>
          </p:nvSpPr>
          <p:spPr>
            <a:xfrm>
              <a:off x="1844040" y="1040959"/>
              <a:ext cx="358140" cy="306467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2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2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2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32D56C9C-14E9-55F0-3DEC-5260F4E28421}"/>
                </a:ext>
              </a:extLst>
            </p:cNvPr>
            <p:cNvCxnSpPr>
              <a:cxnSpLocks/>
            </p:cNvCxnSpPr>
            <p:nvPr/>
          </p:nvCxnSpPr>
          <p:spPr>
            <a:xfrm>
              <a:off x="1971006" y="1147049"/>
              <a:ext cx="68580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E162F31-34E2-9C52-FF44-2BD3FFE36055}"/>
              </a:ext>
            </a:extLst>
          </p:cNvPr>
          <p:cNvCxnSpPr>
            <a:cxnSpLocks/>
          </p:cNvCxnSpPr>
          <p:nvPr/>
        </p:nvCxnSpPr>
        <p:spPr>
          <a:xfrm flipH="1">
            <a:off x="1962150" y="1991674"/>
            <a:ext cx="538341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CFB63E1-0435-42DE-049B-6B2E59B23469}"/>
              </a:ext>
            </a:extLst>
          </p:cNvPr>
          <p:cNvCxnSpPr>
            <a:cxnSpLocks/>
          </p:cNvCxnSpPr>
          <p:nvPr/>
        </p:nvCxnSpPr>
        <p:spPr>
          <a:xfrm flipH="1">
            <a:off x="1962150" y="1676397"/>
            <a:ext cx="538341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F4DE2542-074B-B5F8-61D4-BD32BD2C8604}"/>
              </a:ext>
            </a:extLst>
          </p:cNvPr>
          <p:cNvCxnSpPr>
            <a:cxnSpLocks/>
          </p:cNvCxnSpPr>
          <p:nvPr/>
        </p:nvCxnSpPr>
        <p:spPr>
          <a:xfrm>
            <a:off x="1099346" y="1565988"/>
            <a:ext cx="86280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0770FB5-2076-5841-F2D3-C4E1BB48464C}"/>
              </a:ext>
            </a:extLst>
          </p:cNvPr>
          <p:cNvCxnSpPr>
            <a:cxnSpLocks/>
          </p:cNvCxnSpPr>
          <p:nvPr/>
        </p:nvCxnSpPr>
        <p:spPr>
          <a:xfrm flipH="1">
            <a:off x="1099346" y="2097003"/>
            <a:ext cx="86280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FB99BEC2-0338-788D-C47A-F40EEA8F2077}"/>
              </a:ext>
            </a:extLst>
          </p:cNvPr>
          <p:cNvCxnSpPr>
            <a:cxnSpLocks/>
          </p:cNvCxnSpPr>
          <p:nvPr/>
        </p:nvCxnSpPr>
        <p:spPr>
          <a:xfrm flipV="1">
            <a:off x="1962150" y="1565910"/>
            <a:ext cx="0" cy="11049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53640E9-0602-56E1-DCCE-AA88CD572A70}"/>
              </a:ext>
            </a:extLst>
          </p:cNvPr>
          <p:cNvCxnSpPr>
            <a:cxnSpLocks/>
          </p:cNvCxnSpPr>
          <p:nvPr/>
        </p:nvCxnSpPr>
        <p:spPr>
          <a:xfrm flipV="1">
            <a:off x="1258742" y="1573530"/>
            <a:ext cx="0" cy="520065"/>
          </a:xfrm>
          <a:prstGeom prst="straightConnector1">
            <a:avLst/>
          </a:prstGeom>
          <a:ln w="19050" cap="rnd">
            <a:solidFill>
              <a:schemeClr val="accent2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090420D-986C-830F-4662-D8835DE6ED6B}"/>
              </a:ext>
            </a:extLst>
          </p:cNvPr>
          <p:cNvCxnSpPr>
            <a:cxnSpLocks/>
          </p:cNvCxnSpPr>
          <p:nvPr/>
        </p:nvCxnSpPr>
        <p:spPr>
          <a:xfrm flipV="1">
            <a:off x="2354117" y="1683064"/>
            <a:ext cx="0" cy="303851"/>
          </a:xfrm>
          <a:prstGeom prst="straightConnector1">
            <a:avLst/>
          </a:prstGeom>
          <a:ln w="19050" cap="rnd">
            <a:solidFill>
              <a:schemeClr val="accent2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36C516D6-14FE-FB30-8DFF-4C502D646950}"/>
              </a:ext>
            </a:extLst>
          </p:cNvPr>
          <p:cNvSpPr txBox="1"/>
          <p:nvPr/>
        </p:nvSpPr>
        <p:spPr>
          <a:xfrm>
            <a:off x="1054617" y="2153390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B70A99F5-5BA2-0A10-1F84-AB872F8A76A6}"/>
              </a:ext>
            </a:extLst>
          </p:cNvPr>
          <p:cNvSpPr txBox="1"/>
          <p:nvPr/>
        </p:nvSpPr>
        <p:spPr>
          <a:xfrm>
            <a:off x="2149992" y="2151485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E2A90D0-B527-56E2-1FA2-7BCD11AED546}"/>
              </a:ext>
            </a:extLst>
          </p:cNvPr>
          <p:cNvCxnSpPr>
            <a:cxnSpLocks/>
          </p:cNvCxnSpPr>
          <p:nvPr/>
        </p:nvCxnSpPr>
        <p:spPr>
          <a:xfrm flipV="1">
            <a:off x="1962150" y="1990725"/>
            <a:ext cx="0" cy="106278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Bogen 35">
            <a:extLst>
              <a:ext uri="{FF2B5EF4-FFF2-40B4-BE49-F238E27FC236}">
                <a16:creationId xmlns:a16="http://schemas.microsoft.com/office/drawing/2014/main" id="{F31DB28A-75F7-8A62-CB0D-112FEBF6FE8E}"/>
              </a:ext>
            </a:extLst>
          </p:cNvPr>
          <p:cNvSpPr/>
          <p:nvPr/>
        </p:nvSpPr>
        <p:spPr>
          <a:xfrm>
            <a:off x="1943416" y="1564475"/>
            <a:ext cx="143940" cy="143940"/>
          </a:xfrm>
          <a:prstGeom prst="arc">
            <a:avLst>
              <a:gd name="adj1" fmla="val 2213058"/>
              <a:gd name="adj2" fmla="val 8588266"/>
            </a:avLst>
          </a:prstGeom>
          <a:ln w="9525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Bogen 37">
            <a:extLst>
              <a:ext uri="{FF2B5EF4-FFF2-40B4-BE49-F238E27FC236}">
                <a16:creationId xmlns:a16="http://schemas.microsoft.com/office/drawing/2014/main" id="{7B72C437-3BCD-B55C-0B49-B23D43999C58}"/>
              </a:ext>
            </a:extLst>
          </p:cNvPr>
          <p:cNvSpPr/>
          <p:nvPr/>
        </p:nvSpPr>
        <p:spPr>
          <a:xfrm rot="10800000">
            <a:off x="1943869" y="1957547"/>
            <a:ext cx="143940" cy="143940"/>
          </a:xfrm>
          <a:prstGeom prst="arc">
            <a:avLst>
              <a:gd name="adj1" fmla="val 2213058"/>
              <a:gd name="adj2" fmla="val 8588266"/>
            </a:avLst>
          </a:prstGeom>
          <a:ln w="9525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F1C7A8B0-6723-EAD8-664D-19308A94A9E1}"/>
              </a:ext>
            </a:extLst>
          </p:cNvPr>
          <p:cNvCxnSpPr>
            <a:cxnSpLocks/>
          </p:cNvCxnSpPr>
          <p:nvPr/>
        </p:nvCxnSpPr>
        <p:spPr>
          <a:xfrm flipV="1">
            <a:off x="2015386" y="1712595"/>
            <a:ext cx="0" cy="245745"/>
          </a:xfrm>
          <a:prstGeom prst="straightConnector1">
            <a:avLst/>
          </a:prstGeom>
          <a:ln w="19050" cap="rnd">
            <a:solidFill>
              <a:schemeClr val="accent2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35632379-83CE-16F3-DC61-A9D0B10384D5}"/>
              </a:ext>
            </a:extLst>
          </p:cNvPr>
          <p:cNvSpPr txBox="1"/>
          <p:nvPr/>
        </p:nvSpPr>
        <p:spPr>
          <a:xfrm>
            <a:off x="1811261" y="2151485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baseline="30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  <a:r>
              <a:rPr lang="de-DE" sz="12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32223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B615C-EF51-E093-8E97-9A8812037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C41A3038-FE6F-D565-19D8-0916CB9F2E32}"/>
              </a:ext>
            </a:extLst>
          </p:cNvPr>
          <p:cNvGrpSpPr/>
          <p:nvPr/>
        </p:nvGrpSpPr>
        <p:grpSpPr>
          <a:xfrm>
            <a:off x="826716" y="1234628"/>
            <a:ext cx="2110638" cy="1131193"/>
            <a:chOff x="836110" y="1186123"/>
            <a:chExt cx="1966589" cy="838918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8405934D-3D7C-0296-A1DF-DA567A1D0591}"/>
                </a:ext>
              </a:extLst>
            </p:cNvPr>
            <p:cNvCxnSpPr>
              <a:cxnSpLocks/>
            </p:cNvCxnSpPr>
            <p:nvPr/>
          </p:nvCxnSpPr>
          <p:spPr>
            <a:xfrm>
              <a:off x="836112" y="1186841"/>
              <a:ext cx="1966587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58F14984-A322-3B20-98D2-B445885A1F64}"/>
                </a:ext>
              </a:extLst>
            </p:cNvPr>
            <p:cNvCxnSpPr>
              <a:cxnSpLocks/>
            </p:cNvCxnSpPr>
            <p:nvPr/>
          </p:nvCxnSpPr>
          <p:spPr>
            <a:xfrm>
              <a:off x="836112" y="1354481"/>
              <a:ext cx="1966587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2A9C91DD-21BB-34CC-3754-04E72A0EB841}"/>
                </a:ext>
              </a:extLst>
            </p:cNvPr>
            <p:cNvCxnSpPr>
              <a:cxnSpLocks/>
            </p:cNvCxnSpPr>
            <p:nvPr/>
          </p:nvCxnSpPr>
          <p:spPr>
            <a:xfrm>
              <a:off x="836112" y="1857401"/>
              <a:ext cx="1966587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76091700-2A02-447D-AA6C-88CB1A2473F8}"/>
                </a:ext>
              </a:extLst>
            </p:cNvPr>
            <p:cNvCxnSpPr>
              <a:cxnSpLocks/>
            </p:cNvCxnSpPr>
            <p:nvPr/>
          </p:nvCxnSpPr>
          <p:spPr>
            <a:xfrm>
              <a:off x="836112" y="1522121"/>
              <a:ext cx="1966587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6914B854-8B87-13E9-E619-29BC39ACCB1B}"/>
                </a:ext>
              </a:extLst>
            </p:cNvPr>
            <p:cNvCxnSpPr>
              <a:cxnSpLocks/>
            </p:cNvCxnSpPr>
            <p:nvPr/>
          </p:nvCxnSpPr>
          <p:spPr>
            <a:xfrm>
              <a:off x="836112" y="1689761"/>
              <a:ext cx="1966587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D71FEEE-60C5-8E27-9C23-F062B9C1E198}"/>
                </a:ext>
              </a:extLst>
            </p:cNvPr>
            <p:cNvCxnSpPr>
              <a:cxnSpLocks/>
            </p:cNvCxnSpPr>
            <p:nvPr/>
          </p:nvCxnSpPr>
          <p:spPr>
            <a:xfrm>
              <a:off x="836112" y="2025041"/>
              <a:ext cx="1966587" cy="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D2BDF5DF-F22E-2C3A-0EF9-BF5B93C7FD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6110" y="1186123"/>
              <a:ext cx="0" cy="83820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5DAAAA64-5046-A6B8-D6F6-07CECB1AD6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2699" y="1186123"/>
              <a:ext cx="0" cy="83820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D6CC9B97-49F0-065E-AAAA-A4951E7CC6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9428" y="1186123"/>
              <a:ext cx="0" cy="83820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3D81695C-5BA2-5DD3-C015-E36932D94E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2746" y="1186123"/>
              <a:ext cx="0" cy="83820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F80EFB4C-F4A5-0487-96AD-A61DA4CEF0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16064" y="1186123"/>
              <a:ext cx="0" cy="83820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963177E-B28F-2D14-5EED-0C6766A9A1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9382" y="1186123"/>
              <a:ext cx="0" cy="838200"/>
            </a:xfrm>
            <a:prstGeom prst="line">
              <a:avLst/>
            </a:prstGeom>
            <a:ln w="12700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Freihandform: Form 36">
            <a:extLst>
              <a:ext uri="{FF2B5EF4-FFF2-40B4-BE49-F238E27FC236}">
                <a16:creationId xmlns:a16="http://schemas.microsoft.com/office/drawing/2014/main" id="{030CF32A-8EA5-6A9C-6AF9-089EE601A819}"/>
              </a:ext>
            </a:extLst>
          </p:cNvPr>
          <p:cNvSpPr/>
          <p:nvPr/>
        </p:nvSpPr>
        <p:spPr>
          <a:xfrm>
            <a:off x="826717" y="1234628"/>
            <a:ext cx="2110168" cy="1128349"/>
          </a:xfrm>
          <a:custGeom>
            <a:avLst/>
            <a:gdLst>
              <a:gd name="csX0" fmla="*/ 0 w 2113767"/>
              <a:gd name="csY0" fmla="*/ 0 h 1130474"/>
              <a:gd name="csX1" fmla="*/ 1087599 w 2113767"/>
              <a:gd name="csY1" fmla="*/ 478443 h 1130474"/>
              <a:gd name="csX2" fmla="*/ 2113767 w 2113767"/>
              <a:gd name="csY2" fmla="*/ 1130474 h 113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13767" h="1130474">
                <a:moveTo>
                  <a:pt x="0" y="0"/>
                </a:moveTo>
                <a:cubicBezTo>
                  <a:pt x="294101" y="94702"/>
                  <a:pt x="739398" y="282570"/>
                  <a:pt x="1087599" y="478443"/>
                </a:cubicBezTo>
                <a:cubicBezTo>
                  <a:pt x="1405604" y="657330"/>
                  <a:pt x="1809098" y="903988"/>
                  <a:pt x="2113767" y="1130474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BC88780E-DC7B-942B-7149-D3BFC6295A3F}"/>
              </a:ext>
            </a:extLst>
          </p:cNvPr>
          <p:cNvSpPr txBox="1"/>
          <p:nvPr/>
        </p:nvSpPr>
        <p:spPr>
          <a:xfrm>
            <a:off x="156521" y="1669829"/>
            <a:ext cx="587350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ζ</a:t>
            </a:r>
            <a:r>
              <a:rPr lang="de-DE" sz="12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2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89F0D58-A37E-538B-3E1E-D541580B6506}"/>
              </a:ext>
            </a:extLst>
          </p:cNvPr>
          <p:cNvSpPr txBox="1"/>
          <p:nvPr/>
        </p:nvSpPr>
        <p:spPr>
          <a:xfrm>
            <a:off x="523910" y="202958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0,1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B0E47F7F-E64D-B0C3-DD76-F0CCFB339A4F}"/>
              </a:ext>
            </a:extLst>
          </p:cNvPr>
          <p:cNvSpPr txBox="1"/>
          <p:nvPr/>
        </p:nvSpPr>
        <p:spPr>
          <a:xfrm>
            <a:off x="523910" y="1803542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89955DFB-B4D0-9CDC-CB28-EA4ED2E56AAF}"/>
              </a:ext>
            </a:extLst>
          </p:cNvPr>
          <p:cNvSpPr txBox="1"/>
          <p:nvPr/>
        </p:nvSpPr>
        <p:spPr>
          <a:xfrm>
            <a:off x="523910" y="112540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160C2E45-A1E2-5F81-81BE-980AAB0D5AFD}"/>
              </a:ext>
            </a:extLst>
          </p:cNvPr>
          <p:cNvSpPr txBox="1"/>
          <p:nvPr/>
        </p:nvSpPr>
        <p:spPr>
          <a:xfrm>
            <a:off x="1077624" y="236582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0,2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C429E882-ED88-B022-6E6F-816CD4EBBDDD}"/>
              </a:ext>
            </a:extLst>
          </p:cNvPr>
          <p:cNvSpPr txBox="1"/>
          <p:nvPr/>
        </p:nvSpPr>
        <p:spPr>
          <a:xfrm>
            <a:off x="2759740" y="236582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EA930472-A30C-F832-4401-CB8671C53906}"/>
              </a:ext>
            </a:extLst>
          </p:cNvPr>
          <p:cNvSpPr txBox="1"/>
          <p:nvPr/>
        </p:nvSpPr>
        <p:spPr>
          <a:xfrm>
            <a:off x="1498153" y="236582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C1C6D9FB-9467-AA13-25D1-AA8177500C45}"/>
              </a:ext>
            </a:extLst>
          </p:cNvPr>
          <p:cNvSpPr txBox="1"/>
          <p:nvPr/>
        </p:nvSpPr>
        <p:spPr>
          <a:xfrm>
            <a:off x="523910" y="1351452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9BD061DF-7A4D-59C3-6D3F-AAEB5F0E8B8C}"/>
              </a:ext>
            </a:extLst>
          </p:cNvPr>
          <p:cNvSpPr txBox="1"/>
          <p:nvPr/>
        </p:nvSpPr>
        <p:spPr>
          <a:xfrm>
            <a:off x="523910" y="1577497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0,3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59A319B-F2C5-B792-0031-E9FF6338CAD9}"/>
              </a:ext>
            </a:extLst>
          </p:cNvPr>
          <p:cNvSpPr txBox="1"/>
          <p:nvPr/>
        </p:nvSpPr>
        <p:spPr>
          <a:xfrm>
            <a:off x="1918682" y="236582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0,6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9EC63BB5-702C-D819-E07F-19E96C61697C}"/>
              </a:ext>
            </a:extLst>
          </p:cNvPr>
          <p:cNvSpPr txBox="1"/>
          <p:nvPr/>
        </p:nvSpPr>
        <p:spPr>
          <a:xfrm>
            <a:off x="2339211" y="2365821"/>
            <a:ext cx="342441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0,8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9E8D7844-12B3-582B-B212-C89257BF9A04}"/>
              </a:ext>
            </a:extLst>
          </p:cNvPr>
          <p:cNvSpPr txBox="1"/>
          <p:nvPr/>
        </p:nvSpPr>
        <p:spPr>
          <a:xfrm>
            <a:off x="2093100" y="2675536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610912F3-C3FD-4552-83C4-9A0812229ACD}"/>
              </a:ext>
            </a:extLst>
          </p:cNvPr>
          <p:cNvSpPr txBox="1"/>
          <p:nvPr/>
        </p:nvSpPr>
        <p:spPr>
          <a:xfrm>
            <a:off x="2093099" y="2475042"/>
            <a:ext cx="40824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2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0E9121F9-5E1E-AC38-E5F3-C7329F0171B6}"/>
              </a:ext>
            </a:extLst>
          </p:cNvPr>
          <p:cNvCxnSpPr>
            <a:cxnSpLocks/>
          </p:cNvCxnSpPr>
          <p:nvPr/>
        </p:nvCxnSpPr>
        <p:spPr>
          <a:xfrm>
            <a:off x="2192543" y="2714177"/>
            <a:ext cx="207131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headEnd type="none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116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8E666-E29B-6FD1-5ECB-E85892FB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62558614-A94C-11AC-FE02-6A54099781BD}"/>
              </a:ext>
            </a:extLst>
          </p:cNvPr>
          <p:cNvCxnSpPr>
            <a:cxnSpLocks/>
          </p:cNvCxnSpPr>
          <p:nvPr/>
        </p:nvCxnSpPr>
        <p:spPr>
          <a:xfrm>
            <a:off x="1119905" y="1533400"/>
            <a:ext cx="142303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FAC744B7-90D3-2C08-2CC6-004EF0B7D8F0}"/>
              </a:ext>
            </a:extLst>
          </p:cNvPr>
          <p:cNvSpPr/>
          <p:nvPr/>
        </p:nvSpPr>
        <p:spPr>
          <a:xfrm>
            <a:off x="1672177" y="1469465"/>
            <a:ext cx="199886" cy="139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Bogen 31">
            <a:extLst>
              <a:ext uri="{FF2B5EF4-FFF2-40B4-BE49-F238E27FC236}">
                <a16:creationId xmlns:a16="http://schemas.microsoft.com/office/drawing/2014/main" id="{3C0B592E-4298-238D-7047-5D6FDAE79C4C}"/>
              </a:ext>
            </a:extLst>
          </p:cNvPr>
          <p:cNvSpPr/>
          <p:nvPr/>
        </p:nvSpPr>
        <p:spPr>
          <a:xfrm>
            <a:off x="138831" y="772021"/>
            <a:ext cx="1842135" cy="1526353"/>
          </a:xfrm>
          <a:prstGeom prst="arc">
            <a:avLst>
              <a:gd name="adj1" fmla="val 21001690"/>
              <a:gd name="adj2" fmla="val 598440"/>
            </a:avLst>
          </a:prstGeom>
          <a:ln w="15875">
            <a:solidFill>
              <a:schemeClr val="accent5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D0A67B9-3414-A898-6E17-515631386EA4}"/>
              </a:ext>
            </a:extLst>
          </p:cNvPr>
          <p:cNvSpPr/>
          <p:nvPr/>
        </p:nvSpPr>
        <p:spPr>
          <a:xfrm rot="10800000" flipV="1">
            <a:off x="1119521" y="1297751"/>
            <a:ext cx="320763" cy="1528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BD700A8-A009-0499-3F98-DF9F27419D85}"/>
              </a:ext>
            </a:extLst>
          </p:cNvPr>
          <p:cNvSpPr/>
          <p:nvPr/>
        </p:nvSpPr>
        <p:spPr>
          <a:xfrm rot="10800000" flipV="1">
            <a:off x="1119521" y="1283365"/>
            <a:ext cx="1416997" cy="5051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CA9AD32-6659-DF11-9D0E-8AAD9EE8DBEF}"/>
              </a:ext>
            </a:extLst>
          </p:cNvPr>
          <p:cNvSpPr/>
          <p:nvPr/>
        </p:nvSpPr>
        <p:spPr>
          <a:xfrm rot="16200000" flipH="1" flipV="1">
            <a:off x="1801797" y="956143"/>
            <a:ext cx="131546" cy="854577"/>
          </a:xfrm>
          <a:custGeom>
            <a:avLst/>
            <a:gdLst>
              <a:gd name="csX0" fmla="*/ 0 w 110490"/>
              <a:gd name="csY0" fmla="*/ 0 h 199317"/>
              <a:gd name="csX1" fmla="*/ 110490 w 110490"/>
              <a:gd name="csY1" fmla="*/ 199317 h 199317"/>
              <a:gd name="csX2" fmla="*/ 0 w 110490"/>
              <a:gd name="csY2" fmla="*/ 199317 h 199317"/>
              <a:gd name="csX3" fmla="*/ 0 w 110490"/>
              <a:gd name="csY3" fmla="*/ 0 h 199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490" h="199317">
                <a:moveTo>
                  <a:pt x="0" y="0"/>
                </a:moveTo>
                <a:lnTo>
                  <a:pt x="110490" y="199317"/>
                </a:lnTo>
                <a:lnTo>
                  <a:pt x="0" y="199317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FCDCAFA-F46B-B29E-C936-C6656EB19871}"/>
              </a:ext>
            </a:extLst>
          </p:cNvPr>
          <p:cNvSpPr/>
          <p:nvPr/>
        </p:nvSpPr>
        <p:spPr>
          <a:xfrm rot="10800000">
            <a:off x="1119521" y="1621283"/>
            <a:ext cx="320763" cy="1528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D7C5476-6858-FD54-767D-4E84C5EDF6EE}"/>
              </a:ext>
            </a:extLst>
          </p:cNvPr>
          <p:cNvSpPr/>
          <p:nvPr/>
        </p:nvSpPr>
        <p:spPr>
          <a:xfrm rot="10800000">
            <a:off x="1119521" y="1738049"/>
            <a:ext cx="1416997" cy="5051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" name="Rechteck 4">
            <a:extLst>
              <a:ext uri="{FF2B5EF4-FFF2-40B4-BE49-F238E27FC236}">
                <a16:creationId xmlns:a16="http://schemas.microsoft.com/office/drawing/2014/main" id="{FDF7C733-DB4A-59EF-A06C-5B6165A00956}"/>
              </a:ext>
            </a:extLst>
          </p:cNvPr>
          <p:cNvSpPr/>
          <p:nvPr/>
        </p:nvSpPr>
        <p:spPr>
          <a:xfrm rot="5400000" flipH="1">
            <a:off x="1801797" y="1261210"/>
            <a:ext cx="131546" cy="854577"/>
          </a:xfrm>
          <a:custGeom>
            <a:avLst/>
            <a:gdLst>
              <a:gd name="csX0" fmla="*/ 0 w 110490"/>
              <a:gd name="csY0" fmla="*/ 0 h 199317"/>
              <a:gd name="csX1" fmla="*/ 110490 w 110490"/>
              <a:gd name="csY1" fmla="*/ 199317 h 199317"/>
              <a:gd name="csX2" fmla="*/ 0 w 110490"/>
              <a:gd name="csY2" fmla="*/ 199317 h 199317"/>
              <a:gd name="csX3" fmla="*/ 0 w 110490"/>
              <a:gd name="csY3" fmla="*/ 0 h 199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490" h="199317">
                <a:moveTo>
                  <a:pt x="0" y="0"/>
                </a:moveTo>
                <a:lnTo>
                  <a:pt x="110490" y="199317"/>
                </a:lnTo>
                <a:lnTo>
                  <a:pt x="0" y="199317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8569415-C8DB-EEA8-767F-B9FDF5CE8467}"/>
              </a:ext>
            </a:extLst>
          </p:cNvPr>
          <p:cNvCxnSpPr>
            <a:cxnSpLocks/>
          </p:cNvCxnSpPr>
          <p:nvPr/>
        </p:nvCxnSpPr>
        <p:spPr>
          <a:xfrm>
            <a:off x="1445345" y="1534044"/>
            <a:ext cx="255353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7623EEDB-DB22-0FD7-7F47-C743FA3301D7}"/>
              </a:ext>
            </a:extLst>
          </p:cNvPr>
          <p:cNvCxnSpPr>
            <a:cxnSpLocks/>
          </p:cNvCxnSpPr>
          <p:nvPr/>
        </p:nvCxnSpPr>
        <p:spPr>
          <a:xfrm rot="10800000" flipH="1">
            <a:off x="1127753" y="1450647"/>
            <a:ext cx="31250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48A617CF-DCBD-6E13-EA28-4B65AC344B18}"/>
              </a:ext>
            </a:extLst>
          </p:cNvPr>
          <p:cNvCxnSpPr>
            <a:cxnSpLocks/>
          </p:cNvCxnSpPr>
          <p:nvPr/>
        </p:nvCxnSpPr>
        <p:spPr>
          <a:xfrm rot="10800000" flipH="1">
            <a:off x="1127753" y="1620129"/>
            <a:ext cx="31250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B9192A5-6DF0-356E-4350-EC21C4A2A497}"/>
              </a:ext>
            </a:extLst>
          </p:cNvPr>
          <p:cNvCxnSpPr>
            <a:cxnSpLocks/>
          </p:cNvCxnSpPr>
          <p:nvPr/>
        </p:nvCxnSpPr>
        <p:spPr>
          <a:xfrm rot="10800000">
            <a:off x="2197811" y="1736903"/>
            <a:ext cx="331087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DB0D4B55-54ED-CD35-1479-AA5B227C2AC8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97811" y="1334834"/>
            <a:ext cx="331087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DBF4562E-6E3A-5BE8-E315-2183C60CA171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40252" y="1334368"/>
            <a:ext cx="757559" cy="116279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F7BCDF6-C651-9E01-B63E-0584116D119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40252" y="1621284"/>
            <a:ext cx="757559" cy="116279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233F87E-9A15-F78E-D58C-F1D9C4FA499B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49512" y="1337415"/>
            <a:ext cx="0" cy="393778"/>
          </a:xfrm>
          <a:prstGeom prst="straightConnector1">
            <a:avLst/>
          </a:prstGeom>
          <a:ln w="15875" cap="rnd">
            <a:solidFill>
              <a:schemeClr val="accent2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12DEB7C-F739-85DA-037B-C62B6E7DA90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4127" y="1338857"/>
            <a:ext cx="0" cy="111789"/>
          </a:xfrm>
          <a:prstGeom prst="straightConnector1">
            <a:avLst/>
          </a:prstGeom>
          <a:ln w="15875" cap="rnd">
            <a:solidFill>
              <a:schemeClr val="accent2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D546868-AE43-387B-BFE9-A505490E7D34}"/>
              </a:ext>
            </a:extLst>
          </p:cNvPr>
          <p:cNvCxnSpPr>
            <a:cxnSpLocks/>
          </p:cNvCxnSpPr>
          <p:nvPr/>
        </p:nvCxnSpPr>
        <p:spPr>
          <a:xfrm rot="10800000">
            <a:off x="1274127" y="1617242"/>
            <a:ext cx="0" cy="112508"/>
          </a:xfrm>
          <a:prstGeom prst="straightConnector1">
            <a:avLst/>
          </a:prstGeom>
          <a:ln w="15875" cap="rnd">
            <a:solidFill>
              <a:schemeClr val="accent2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543A811-6F30-22A5-876C-6B93A1019363}"/>
              </a:ext>
            </a:extLst>
          </p:cNvPr>
          <p:cNvCxnSpPr>
            <a:cxnSpLocks/>
          </p:cNvCxnSpPr>
          <p:nvPr/>
        </p:nvCxnSpPr>
        <p:spPr>
          <a:xfrm rot="10800000">
            <a:off x="1274127" y="1412420"/>
            <a:ext cx="0" cy="235834"/>
          </a:xfrm>
          <a:prstGeom prst="straightConnector1">
            <a:avLst/>
          </a:prstGeom>
          <a:ln w="15875" cap="rnd">
            <a:solidFill>
              <a:schemeClr val="accent2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17642EB1-25F7-1F34-2F04-53EE1FF1C533}"/>
              </a:ext>
            </a:extLst>
          </p:cNvPr>
          <p:cNvSpPr txBox="1"/>
          <p:nvPr/>
        </p:nvSpPr>
        <p:spPr>
          <a:xfrm>
            <a:off x="771503" y="1441449"/>
            <a:ext cx="408249" cy="1864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0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57BFC26-148B-A834-F9F5-7300DD40692C}"/>
              </a:ext>
            </a:extLst>
          </p:cNvPr>
          <p:cNvSpPr txBox="1"/>
          <p:nvPr/>
        </p:nvSpPr>
        <p:spPr>
          <a:xfrm>
            <a:off x="2450793" y="1442081"/>
            <a:ext cx="408249" cy="1864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0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DB6E085B-B4BB-64C3-EA40-700C2F316AA1}"/>
              </a:ext>
            </a:extLst>
          </p:cNvPr>
          <p:cNvSpPr txBox="1"/>
          <p:nvPr/>
        </p:nvSpPr>
        <p:spPr>
          <a:xfrm>
            <a:off x="1946321" y="1527540"/>
            <a:ext cx="542767" cy="174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9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r>
              <a:rPr lang="de-DE" sz="9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&lt; 8°</a:t>
            </a:r>
          </a:p>
        </p:txBody>
      </p: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505BC5C3-EF8F-9043-1E89-16F25B24069F}"/>
              </a:ext>
            </a:extLst>
          </p:cNvPr>
          <p:cNvGrpSpPr/>
          <p:nvPr/>
        </p:nvGrpSpPr>
        <p:grpSpPr>
          <a:xfrm>
            <a:off x="1821731" y="2062982"/>
            <a:ext cx="358140" cy="213477"/>
            <a:chOff x="1844040" y="1053222"/>
            <a:chExt cx="358140" cy="281940"/>
          </a:xfrm>
        </p:grpSpPr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EB7B1FBC-1E2E-2B5B-E621-493733894682}"/>
                </a:ext>
              </a:extLst>
            </p:cNvPr>
            <p:cNvSpPr txBox="1"/>
            <p:nvPr/>
          </p:nvSpPr>
          <p:spPr>
            <a:xfrm>
              <a:off x="1844040" y="1053222"/>
              <a:ext cx="358140" cy="281940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0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0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8E5B2B72-841B-265C-2EC5-164983D4F752}"/>
                </a:ext>
              </a:extLst>
            </p:cNvPr>
            <p:cNvCxnSpPr>
              <a:cxnSpLocks/>
            </p:cNvCxnSpPr>
            <p:nvPr/>
          </p:nvCxnSpPr>
          <p:spPr>
            <a:xfrm>
              <a:off x="1971006" y="1147049"/>
              <a:ext cx="68580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Textfeld 50">
            <a:extLst>
              <a:ext uri="{FF2B5EF4-FFF2-40B4-BE49-F238E27FC236}">
                <a16:creationId xmlns:a16="http://schemas.microsoft.com/office/drawing/2014/main" id="{2D6F4A2B-F4F9-9AD1-84EA-A8BB2B63326F}"/>
              </a:ext>
            </a:extLst>
          </p:cNvPr>
          <p:cNvSpPr txBox="1"/>
          <p:nvPr/>
        </p:nvSpPr>
        <p:spPr>
          <a:xfrm>
            <a:off x="771537" y="1974645"/>
            <a:ext cx="408249" cy="1864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0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366AEAB-2673-0291-F49F-E50796DC7616}"/>
              </a:ext>
            </a:extLst>
          </p:cNvPr>
          <p:cNvSpPr txBox="1"/>
          <p:nvPr/>
        </p:nvSpPr>
        <p:spPr>
          <a:xfrm>
            <a:off x="2449511" y="1977304"/>
            <a:ext cx="408249" cy="1864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000" baseline="-25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0078F7C-C4A3-76F3-7F0B-4A6E1CA02D02}"/>
              </a:ext>
            </a:extLst>
          </p:cNvPr>
          <p:cNvSpPr/>
          <p:nvPr/>
        </p:nvSpPr>
        <p:spPr>
          <a:xfrm rot="10800000" flipV="1">
            <a:off x="1120551" y="1832818"/>
            <a:ext cx="544667" cy="12169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3374FCF-7A5D-CEC0-2C70-AFBAF60B70F7}"/>
              </a:ext>
            </a:extLst>
          </p:cNvPr>
          <p:cNvSpPr/>
          <p:nvPr/>
        </p:nvSpPr>
        <p:spPr>
          <a:xfrm rot="10800000" flipV="1">
            <a:off x="1120551" y="1818432"/>
            <a:ext cx="1416997" cy="5051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E40DB7-DF0A-7D39-3154-16CB3EDE674D}"/>
              </a:ext>
            </a:extLst>
          </p:cNvPr>
          <p:cNvSpPr/>
          <p:nvPr/>
        </p:nvSpPr>
        <p:spPr>
          <a:xfrm rot="10800000">
            <a:off x="1120551" y="2186674"/>
            <a:ext cx="546573" cy="12257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95A9EAA5-3424-C4F9-CB93-E94E0B13C92C}"/>
              </a:ext>
            </a:extLst>
          </p:cNvPr>
          <p:cNvSpPr/>
          <p:nvPr/>
        </p:nvSpPr>
        <p:spPr>
          <a:xfrm rot="10800000">
            <a:off x="1120551" y="2273116"/>
            <a:ext cx="1416997" cy="5051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8BE3F28F-54CA-7FD3-1157-2D95248DE4A2}"/>
              </a:ext>
            </a:extLst>
          </p:cNvPr>
          <p:cNvCxnSpPr>
            <a:cxnSpLocks/>
          </p:cNvCxnSpPr>
          <p:nvPr/>
        </p:nvCxnSpPr>
        <p:spPr>
          <a:xfrm>
            <a:off x="1121810" y="2068467"/>
            <a:ext cx="1411605" cy="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AB4020F-91E3-3352-2A34-DAAEC8A49527}"/>
              </a:ext>
            </a:extLst>
          </p:cNvPr>
          <p:cNvCxnSpPr>
            <a:cxnSpLocks/>
          </p:cNvCxnSpPr>
          <p:nvPr/>
        </p:nvCxnSpPr>
        <p:spPr>
          <a:xfrm>
            <a:off x="1673877" y="2067860"/>
            <a:ext cx="270221" cy="0"/>
          </a:xfrm>
          <a:prstGeom prst="straightConnector1">
            <a:avLst/>
          </a:prstGeom>
          <a:ln w="19050" cap="rnd">
            <a:solidFill>
              <a:srgbClr val="0070C0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39AFC4B-FD19-1447-79DF-8196A49A2390}"/>
              </a:ext>
            </a:extLst>
          </p:cNvPr>
          <p:cNvCxnSpPr>
            <a:cxnSpLocks/>
          </p:cNvCxnSpPr>
          <p:nvPr/>
        </p:nvCxnSpPr>
        <p:spPr>
          <a:xfrm>
            <a:off x="1128782" y="1949654"/>
            <a:ext cx="538342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97F3DB27-8571-0A57-EA01-DEB4108D7D51}"/>
              </a:ext>
            </a:extLst>
          </p:cNvPr>
          <p:cNvCxnSpPr>
            <a:cxnSpLocks/>
          </p:cNvCxnSpPr>
          <p:nvPr/>
        </p:nvCxnSpPr>
        <p:spPr>
          <a:xfrm>
            <a:off x="1128782" y="2188372"/>
            <a:ext cx="538342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353067B-7446-4F21-1D4E-26B94C3421D6}"/>
              </a:ext>
            </a:extLst>
          </p:cNvPr>
          <p:cNvCxnSpPr>
            <a:cxnSpLocks/>
          </p:cNvCxnSpPr>
          <p:nvPr/>
        </p:nvCxnSpPr>
        <p:spPr>
          <a:xfrm flipH="1">
            <a:off x="1667124" y="2271970"/>
            <a:ext cx="86280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6B6F5B1-7D4E-34CB-E108-BC91E216FE89}"/>
              </a:ext>
            </a:extLst>
          </p:cNvPr>
          <p:cNvCxnSpPr>
            <a:cxnSpLocks/>
          </p:cNvCxnSpPr>
          <p:nvPr/>
        </p:nvCxnSpPr>
        <p:spPr>
          <a:xfrm>
            <a:off x="1667124" y="1869902"/>
            <a:ext cx="86280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2096027F-2B26-D6BC-3591-0B52B5CA5455}"/>
              </a:ext>
            </a:extLst>
          </p:cNvPr>
          <p:cNvCxnSpPr>
            <a:cxnSpLocks/>
          </p:cNvCxnSpPr>
          <p:nvPr/>
        </p:nvCxnSpPr>
        <p:spPr>
          <a:xfrm>
            <a:off x="1667124" y="2188370"/>
            <a:ext cx="0" cy="8366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F19002A4-5E1D-FA90-D873-9E7A049C9DFD}"/>
              </a:ext>
            </a:extLst>
          </p:cNvPr>
          <p:cNvCxnSpPr>
            <a:cxnSpLocks/>
          </p:cNvCxnSpPr>
          <p:nvPr/>
        </p:nvCxnSpPr>
        <p:spPr>
          <a:xfrm>
            <a:off x="2370532" y="1872481"/>
            <a:ext cx="0" cy="393778"/>
          </a:xfrm>
          <a:prstGeom prst="straightConnector1">
            <a:avLst/>
          </a:prstGeom>
          <a:ln w="19050" cap="rnd">
            <a:solidFill>
              <a:schemeClr val="accent2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506EA1A9-E705-1DD8-42A5-81F1C8E5B2A9}"/>
              </a:ext>
            </a:extLst>
          </p:cNvPr>
          <p:cNvCxnSpPr>
            <a:cxnSpLocks/>
          </p:cNvCxnSpPr>
          <p:nvPr/>
        </p:nvCxnSpPr>
        <p:spPr>
          <a:xfrm>
            <a:off x="1667124" y="1869902"/>
            <a:ext cx="0" cy="80471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4E5D816D-AD2C-02D9-45F4-11C687DECFB8}"/>
              </a:ext>
            </a:extLst>
          </p:cNvPr>
          <p:cNvGrpSpPr/>
          <p:nvPr/>
        </p:nvGrpSpPr>
        <p:grpSpPr>
          <a:xfrm>
            <a:off x="1614602" y="1421027"/>
            <a:ext cx="358140" cy="213477"/>
            <a:chOff x="1844040" y="1053222"/>
            <a:chExt cx="358140" cy="281940"/>
          </a:xfrm>
        </p:grpSpPr>
        <p:sp>
          <p:nvSpPr>
            <p:cNvPr id="84" name="Textfeld 83">
              <a:extLst>
                <a:ext uri="{FF2B5EF4-FFF2-40B4-BE49-F238E27FC236}">
                  <a16:creationId xmlns:a16="http://schemas.microsoft.com/office/drawing/2014/main" id="{FCA4B692-CC06-CBB4-F8B8-06DDAB4F635A}"/>
                </a:ext>
              </a:extLst>
            </p:cNvPr>
            <p:cNvSpPr txBox="1"/>
            <p:nvPr/>
          </p:nvSpPr>
          <p:spPr>
            <a:xfrm>
              <a:off x="1844040" y="1053222"/>
              <a:ext cx="358140" cy="281940"/>
            </a:xfrm>
            <a:prstGeom prst="roundRect">
              <a:avLst>
                <a:gd name="adj" fmla="val 22469"/>
              </a:avLst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 err="1">
                  <a:solidFill>
                    <a:srgbClr val="0070C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000" i="1" baseline="-25000" dirty="0" err="1">
                  <a:solidFill>
                    <a:srgbClr val="0070C0"/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ν</a:t>
              </a:r>
              <a:endParaRPr lang="de-DE" sz="1000" i="1" baseline="-25000" dirty="0">
                <a:solidFill>
                  <a:srgbClr val="0070C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F565AC19-F501-1B09-0066-457833C43922}"/>
                </a:ext>
              </a:extLst>
            </p:cNvPr>
            <p:cNvCxnSpPr>
              <a:cxnSpLocks/>
            </p:cNvCxnSpPr>
            <p:nvPr/>
          </p:nvCxnSpPr>
          <p:spPr>
            <a:xfrm>
              <a:off x="1971006" y="1147049"/>
              <a:ext cx="68580" cy="0"/>
            </a:xfrm>
            <a:prstGeom prst="straightConnector1">
              <a:avLst/>
            </a:prstGeom>
            <a:ln w="3175" cap="rnd">
              <a:solidFill>
                <a:srgbClr val="0070C0"/>
              </a:solidFill>
              <a:round/>
              <a:headEnd type="none"/>
              <a:tailEnd type="non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058425B0-730F-567F-1DB1-EA41B389006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4125" y="1842927"/>
            <a:ext cx="0" cy="111789"/>
          </a:xfrm>
          <a:prstGeom prst="straightConnector1">
            <a:avLst/>
          </a:prstGeom>
          <a:ln w="15875" cap="rnd">
            <a:solidFill>
              <a:schemeClr val="accent2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B4637E3B-6D09-5F60-7DEC-5E55653976AE}"/>
              </a:ext>
            </a:extLst>
          </p:cNvPr>
          <p:cNvCxnSpPr>
            <a:cxnSpLocks/>
          </p:cNvCxnSpPr>
          <p:nvPr/>
        </p:nvCxnSpPr>
        <p:spPr>
          <a:xfrm rot="10800000">
            <a:off x="1274125" y="2184177"/>
            <a:ext cx="0" cy="112508"/>
          </a:xfrm>
          <a:prstGeom prst="straightConnector1">
            <a:avLst/>
          </a:prstGeom>
          <a:ln w="15875" cap="rnd">
            <a:solidFill>
              <a:schemeClr val="accent2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F6784D06-993D-E98F-EAEC-023FC311E94C}"/>
              </a:ext>
            </a:extLst>
          </p:cNvPr>
          <p:cNvCxnSpPr>
            <a:cxnSpLocks/>
          </p:cNvCxnSpPr>
          <p:nvPr/>
        </p:nvCxnSpPr>
        <p:spPr>
          <a:xfrm flipV="1">
            <a:off x="1274125" y="1893667"/>
            <a:ext cx="0" cy="339460"/>
          </a:xfrm>
          <a:prstGeom prst="straightConnector1">
            <a:avLst/>
          </a:prstGeom>
          <a:ln w="15875" cap="rnd">
            <a:solidFill>
              <a:schemeClr val="accent2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0092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256</Words>
  <Application>Microsoft Office PowerPoint</Application>
  <PresentationFormat>Benutzerdefiniert</PresentationFormat>
  <Paragraphs>193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97</cp:revision>
  <dcterms:created xsi:type="dcterms:W3CDTF">2026-09-04T15:35:46Z</dcterms:created>
  <dcterms:modified xsi:type="dcterms:W3CDTF">2026-09-26T10:50:52Z</dcterms:modified>
</cp:coreProperties>
</file>