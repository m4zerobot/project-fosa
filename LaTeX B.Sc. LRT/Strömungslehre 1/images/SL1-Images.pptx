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57" r:id="rId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57" autoAdjust="0"/>
    <p:restoredTop sz="94660"/>
  </p:normalViewPr>
  <p:slideViewPr>
    <p:cSldViewPr snapToGrid="0">
      <p:cViewPr varScale="1">
        <p:scale>
          <a:sx n="244" d="100"/>
          <a:sy n="244" d="100"/>
        </p:scale>
        <p:origin x="4680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54A5F3C-007C-7BD1-7474-0FA70C51129D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6E2A4E2-345D-CEA5-FD08-2EDE4C3AA05A}"/>
              </a:ext>
            </a:extLst>
          </p:cNvPr>
          <p:cNvCxnSpPr>
            <a:cxnSpLocks/>
          </p:cNvCxnSpPr>
          <p:nvPr/>
        </p:nvCxnSpPr>
        <p:spPr>
          <a:xfrm flipV="1">
            <a:off x="724257" y="2078831"/>
            <a:ext cx="464341" cy="464341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EC09B48-A578-036B-C1A1-DE6D8FF0895F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8F8F09-5177-556C-A8E8-D130B5153684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Würfel 3">
            <a:extLst>
              <a:ext uri="{FF2B5EF4-FFF2-40B4-BE49-F238E27FC236}">
                <a16:creationId xmlns:a16="http://schemas.microsoft.com/office/drawing/2014/main" id="{D4A4DD23-7775-A799-E4EC-3E26028CE300}"/>
              </a:ext>
            </a:extLst>
          </p:cNvPr>
          <p:cNvSpPr/>
          <p:nvPr/>
        </p:nvSpPr>
        <p:spPr>
          <a:xfrm>
            <a:off x="716053" y="1112247"/>
            <a:ext cx="2098073" cy="1430925"/>
          </a:xfrm>
          <a:prstGeom prst="cube">
            <a:avLst>
              <a:gd name="adj" fmla="val 32738"/>
            </a:avLst>
          </a:prstGeom>
          <a:solidFill>
            <a:schemeClr val="tx2">
              <a:lumMod val="75000"/>
              <a:lumOff val="25000"/>
              <a:alpha val="10000"/>
            </a:schemeClr>
          </a:solidFill>
          <a:ln cap="rnd">
            <a:solidFill>
              <a:schemeClr val="tx2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D8C63072-DB31-1284-EDC7-AC9D3E201421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8D5AE31-C6FC-83DD-56CE-13A1E6DDE37C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0D63D03-D623-6DBA-EBD5-E3B9933331A4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97A355A0-801A-D506-DB58-971828EFA1F1}"/>
              </a:ext>
            </a:extLst>
          </p:cNvPr>
          <p:cNvCxnSpPr>
            <a:cxnSpLocks/>
          </p:cNvCxnSpPr>
          <p:nvPr/>
        </p:nvCxnSpPr>
        <p:spPr>
          <a:xfrm flipV="1">
            <a:off x="959405" y="2079068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B24F79BA-69C2-4DDE-1D44-8324F7DD871F}"/>
              </a:ext>
            </a:extLst>
          </p:cNvPr>
          <p:cNvCxnSpPr>
            <a:cxnSpLocks/>
          </p:cNvCxnSpPr>
          <p:nvPr/>
        </p:nvCxnSpPr>
        <p:spPr>
          <a:xfrm rot="-2700000" flipV="1">
            <a:off x="1072513" y="180646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44357C7B-3943-3494-026A-093042ABCBF7}"/>
              </a:ext>
            </a:extLst>
          </p:cNvPr>
          <p:cNvCxnSpPr>
            <a:cxnSpLocks/>
          </p:cNvCxnSpPr>
          <p:nvPr/>
        </p:nvCxnSpPr>
        <p:spPr>
          <a:xfrm rot="2700000" flipV="1">
            <a:off x="1230440" y="1965959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CBC41C1-1DA5-FE65-6487-DED87E9367F2}"/>
              </a:ext>
            </a:extLst>
          </p:cNvPr>
          <p:cNvSpPr txBox="1"/>
          <p:nvPr/>
        </p:nvSpPr>
        <p:spPr>
          <a:xfrm>
            <a:off x="914110" y="2138153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C34CE7D9-644D-6FD6-9F28-E835A1833042}"/>
              </a:ext>
            </a:extLst>
          </p:cNvPr>
          <p:cNvSpPr txBox="1"/>
          <p:nvPr/>
        </p:nvSpPr>
        <p:spPr>
          <a:xfrm>
            <a:off x="1322592" y="2003701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89ABE585-3C3C-ECD1-77FC-3580418F3FCD}"/>
              </a:ext>
            </a:extLst>
          </p:cNvPr>
          <p:cNvSpPr txBox="1"/>
          <p:nvPr/>
        </p:nvSpPr>
        <p:spPr>
          <a:xfrm>
            <a:off x="1107497" y="1517152"/>
            <a:ext cx="41610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  <a:r>
              <a:rPr lang="de-DE" i="1" baseline="-25000" dirty="0" err="1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7CCB71FF-3130-2C9D-DFF0-7B77D0607D5D}"/>
              </a:ext>
            </a:extLst>
          </p:cNvPr>
          <p:cNvCxnSpPr>
            <a:cxnSpLocks/>
          </p:cNvCxnSpPr>
          <p:nvPr/>
        </p:nvCxnSpPr>
        <p:spPr>
          <a:xfrm>
            <a:off x="1062989" y="2403511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00C276D1-4216-E7E9-58DB-23440A8120F0}"/>
              </a:ext>
            </a:extLst>
          </p:cNvPr>
          <p:cNvCxnSpPr>
            <a:cxnSpLocks/>
          </p:cNvCxnSpPr>
          <p:nvPr/>
        </p:nvCxnSpPr>
        <p:spPr>
          <a:xfrm>
            <a:off x="1471125" y="2272066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279C544-F824-F3FE-73E1-D9246E7F6FE2}"/>
              </a:ext>
            </a:extLst>
          </p:cNvPr>
          <p:cNvCxnSpPr>
            <a:cxnSpLocks/>
          </p:cNvCxnSpPr>
          <p:nvPr/>
        </p:nvCxnSpPr>
        <p:spPr>
          <a:xfrm>
            <a:off x="1258060" y="1783538"/>
            <a:ext cx="64532" cy="0"/>
          </a:xfrm>
          <a:prstGeom prst="straightConnector1">
            <a:avLst/>
          </a:prstGeom>
          <a:ln w="6350" cap="rnd">
            <a:solidFill>
              <a:schemeClr val="accent2">
                <a:lumMod val="75000"/>
              </a:schemeClr>
            </a:solidFill>
            <a:round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4042B82-54EF-1C48-3C7C-6244FF2FC247}"/>
              </a:ext>
            </a:extLst>
          </p:cNvPr>
          <p:cNvCxnSpPr>
            <a:cxnSpLocks/>
          </p:cNvCxnSpPr>
          <p:nvPr/>
        </p:nvCxnSpPr>
        <p:spPr>
          <a:xfrm>
            <a:off x="724257" y="2543172"/>
            <a:ext cx="1630323" cy="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71DE624-DD83-A71A-05D6-7CA04C233E1E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8B47572-AF5C-89B5-8FBE-73488BCB35C1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D31812E4-198E-4456-E20F-CF82467B279A}"/>
              </a:ext>
            </a:extLst>
          </p:cNvPr>
          <p:cNvSpPr txBox="1"/>
          <p:nvPr/>
        </p:nvSpPr>
        <p:spPr>
          <a:xfrm>
            <a:off x="2117335" y="124260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9CE05-2D76-C0E2-F59D-97B5BEB1D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7125028-A672-8195-345B-DE95AD9BBD06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7FA81D2-27B7-BCFA-F958-CDA7162FCF4D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91FAB22-9AFF-0861-541E-B2292877DD30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50C2DEA0-D114-A1C2-7E61-710BD10C2870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6056F5A-FADC-8A3F-59F6-509B60616016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8E48622-2C7C-2DEE-78E6-B4E9D81F8A13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A67D595-68B8-B07C-9D78-906554936823}"/>
              </a:ext>
            </a:extLst>
          </p:cNvPr>
          <p:cNvCxnSpPr>
            <a:cxnSpLocks/>
          </p:cNvCxnSpPr>
          <p:nvPr/>
        </p:nvCxnSpPr>
        <p:spPr>
          <a:xfrm flipH="1" flipV="1">
            <a:off x="2344289" y="1579338"/>
            <a:ext cx="286516" cy="119922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2E3895B-A278-3871-06F9-CE28D285E7C6}"/>
              </a:ext>
            </a:extLst>
          </p:cNvPr>
          <p:cNvCxnSpPr>
            <a:cxnSpLocks/>
          </p:cNvCxnSpPr>
          <p:nvPr/>
        </p:nvCxnSpPr>
        <p:spPr>
          <a:xfrm rot="18900000" flipV="1">
            <a:off x="2231179" y="1306732"/>
            <a:ext cx="226218" cy="22621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FB29789E-112C-983A-88AB-D8CE1E73BF05}"/>
              </a:ext>
            </a:extLst>
          </p:cNvPr>
          <p:cNvCxnSpPr>
            <a:cxnSpLocks/>
          </p:cNvCxnSpPr>
          <p:nvPr/>
        </p:nvCxnSpPr>
        <p:spPr>
          <a:xfrm flipV="1">
            <a:off x="2342255" y="1390650"/>
            <a:ext cx="274598" cy="18868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9DC932-C15C-8F2C-3E63-AA91B47C879C}"/>
              </a:ext>
            </a:extLst>
          </p:cNvPr>
          <p:cNvGrpSpPr/>
          <p:nvPr/>
        </p:nvGrpSpPr>
        <p:grpSpPr>
          <a:xfrm>
            <a:off x="2558950" y="1556813"/>
            <a:ext cx="416102" cy="369332"/>
            <a:chOff x="2557858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764DDA0E-D565-30C5-2EA3-4E1FBC76C9FB}"/>
                </a:ext>
              </a:extLst>
            </p:cNvPr>
            <p:cNvSpPr txBox="1"/>
            <p:nvPr/>
          </p:nvSpPr>
          <p:spPr>
            <a:xfrm>
              <a:off x="2557858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6B3DCD9-76BF-44DB-9344-AF18ED5901DD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7C57D1-F9B2-2A46-F47F-49000E09F98A}"/>
              </a:ext>
            </a:extLst>
          </p:cNvPr>
          <p:cNvGrpSpPr/>
          <p:nvPr/>
        </p:nvGrpSpPr>
        <p:grpSpPr>
          <a:xfrm>
            <a:off x="2566544" y="1123585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8B858ED6-2DBB-3A9C-790A-4D558B7186C9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53AA06B3-8D36-49B9-45B7-D24881FEA458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E5295FA1-601F-BB1B-D2CC-B82803FD3A8F}"/>
              </a:ext>
            </a:extLst>
          </p:cNvPr>
          <p:cNvGrpSpPr/>
          <p:nvPr/>
        </p:nvGrpSpPr>
        <p:grpSpPr>
          <a:xfrm>
            <a:off x="2134204" y="91132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E142B692-749E-0C38-6471-CCEA527D94CD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z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7A65D8D0-DD17-2A45-DEB3-DBEFE2623444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9E4BBF2B-5B12-D2D1-E5EC-1BD5BE4886D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170940" cy="473710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0BED058C-53D1-1F9B-A070-4F96535A517B}"/>
              </a:ext>
            </a:extLst>
          </p:cNvPr>
          <p:cNvCxnSpPr>
            <a:cxnSpLocks/>
          </p:cNvCxnSpPr>
          <p:nvPr/>
        </p:nvCxnSpPr>
        <p:spPr>
          <a:xfrm flipV="1">
            <a:off x="2345055" y="1609725"/>
            <a:ext cx="0" cy="929637"/>
          </a:xfrm>
          <a:prstGeom prst="straightConnector1">
            <a:avLst/>
          </a:prstGeom>
          <a:ln cap="rnd">
            <a:solidFill>
              <a:schemeClr val="accent5">
                <a:lumMod val="75000"/>
              </a:schemeClr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4824D4FB-C639-5AC0-E333-7233EDC82869}"/>
              </a:ext>
            </a:extLst>
          </p:cNvPr>
          <p:cNvSpPr/>
          <p:nvPr/>
        </p:nvSpPr>
        <p:spPr>
          <a:xfrm>
            <a:off x="2304204" y="1542214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C3CB345-69B1-12D6-082D-4EADC74E22DE}"/>
              </a:ext>
            </a:extLst>
          </p:cNvPr>
          <p:cNvSpPr txBox="1"/>
          <p:nvPr/>
        </p:nvSpPr>
        <p:spPr>
          <a:xfrm>
            <a:off x="2004325" y="154192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1590F742-10BB-E20C-4E0C-56C064DC06CA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CA23E4-5747-9A95-CD74-7094376B54E4}"/>
              </a:ext>
            </a:extLst>
          </p:cNvPr>
          <p:cNvSpPr txBox="1"/>
          <p:nvPr/>
        </p:nvSpPr>
        <p:spPr>
          <a:xfrm>
            <a:off x="2234194" y="2066037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F24F3D-4FCA-D94C-6721-58405D0F3736}"/>
              </a:ext>
            </a:extLst>
          </p:cNvPr>
          <p:cNvSpPr txBox="1"/>
          <p:nvPr/>
        </p:nvSpPr>
        <p:spPr>
          <a:xfrm>
            <a:off x="1710020" y="2343445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0019A17E-C9D2-9D7D-8200-5A30CE02C597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24C3A91-0C3D-A06C-9E31-2FF7188270D8}"/>
              </a:ext>
            </a:extLst>
          </p:cNvPr>
          <p:cNvCxnSpPr>
            <a:cxnSpLocks/>
          </p:cNvCxnSpPr>
          <p:nvPr/>
        </p:nvCxnSpPr>
        <p:spPr>
          <a:xfrm>
            <a:off x="1183004" y="1111249"/>
            <a:ext cx="1170940" cy="473710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74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24FC0-CB0D-C88E-04DD-C2B32DBA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EA23F6E-7E2E-3CA1-0085-00D838C541A8}"/>
              </a:ext>
            </a:extLst>
          </p:cNvPr>
          <p:cNvCxnSpPr>
            <a:cxnSpLocks/>
          </p:cNvCxnSpPr>
          <p:nvPr/>
        </p:nvCxnSpPr>
        <p:spPr>
          <a:xfrm flipV="1">
            <a:off x="426720" y="2078831"/>
            <a:ext cx="757236" cy="757236"/>
          </a:xfrm>
          <a:prstGeom prst="straightConnector1">
            <a:avLst/>
          </a:prstGeom>
          <a:ln cap="rnd">
            <a:solidFill>
              <a:schemeClr val="tx1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E68E3DD-AEA8-1C07-A0DE-F120671C1191}"/>
              </a:ext>
            </a:extLst>
          </p:cNvPr>
          <p:cNvCxnSpPr>
            <a:cxnSpLocks/>
          </p:cNvCxnSpPr>
          <p:nvPr/>
        </p:nvCxnSpPr>
        <p:spPr>
          <a:xfrm flipV="1">
            <a:off x="1183958" y="639366"/>
            <a:ext cx="0" cy="143946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E2ADA72-F865-DA3D-DB9C-4D3CB86FD0C9}"/>
              </a:ext>
            </a:extLst>
          </p:cNvPr>
          <p:cNvCxnSpPr>
            <a:cxnSpLocks/>
          </p:cNvCxnSpPr>
          <p:nvPr/>
        </p:nvCxnSpPr>
        <p:spPr>
          <a:xfrm>
            <a:off x="1183958" y="2078831"/>
            <a:ext cx="203954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B873F0DD-9F2C-546D-5066-B3AAF8CF0669}"/>
              </a:ext>
            </a:extLst>
          </p:cNvPr>
          <p:cNvSpPr txBox="1"/>
          <p:nvPr/>
        </p:nvSpPr>
        <p:spPr>
          <a:xfrm>
            <a:off x="1183956" y="454699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C681AAFA-C14E-42C9-F77F-D84C705B0CB9}"/>
              </a:ext>
            </a:extLst>
          </p:cNvPr>
          <p:cNvSpPr txBox="1"/>
          <p:nvPr/>
        </p:nvSpPr>
        <p:spPr>
          <a:xfrm>
            <a:off x="3064554" y="2055196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8326461-DC68-BECF-7EE3-389D5350FADC}"/>
              </a:ext>
            </a:extLst>
          </p:cNvPr>
          <p:cNvSpPr txBox="1"/>
          <p:nvPr/>
        </p:nvSpPr>
        <p:spPr>
          <a:xfrm>
            <a:off x="502690" y="2635367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ED5E1C09-638A-CC66-7044-2BC961B45626}"/>
              </a:ext>
            </a:extLst>
          </p:cNvPr>
          <p:cNvCxnSpPr>
            <a:cxnSpLocks/>
          </p:cNvCxnSpPr>
          <p:nvPr/>
        </p:nvCxnSpPr>
        <p:spPr>
          <a:xfrm flipH="1" flipV="1">
            <a:off x="2265465" y="1198842"/>
            <a:ext cx="201510" cy="226098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950D463-9AE2-168F-ECA5-D300F672987C}"/>
              </a:ext>
            </a:extLst>
          </p:cNvPr>
          <p:cNvCxnSpPr>
            <a:cxnSpLocks/>
          </p:cNvCxnSpPr>
          <p:nvPr/>
        </p:nvCxnSpPr>
        <p:spPr>
          <a:xfrm flipV="1">
            <a:off x="2264891" y="997302"/>
            <a:ext cx="242910" cy="195724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3298D35F-8AAF-C399-18CB-AE054DA81E3E}"/>
              </a:ext>
            </a:extLst>
          </p:cNvPr>
          <p:cNvCxnSpPr>
            <a:cxnSpLocks/>
          </p:cNvCxnSpPr>
          <p:nvPr/>
        </p:nvCxnSpPr>
        <p:spPr>
          <a:xfrm flipV="1">
            <a:off x="2263431" y="1091565"/>
            <a:ext cx="296889" cy="107277"/>
          </a:xfrm>
          <a:prstGeom prst="straightConnector1">
            <a:avLst/>
          </a:prstGeom>
          <a:ln w="25400" cap="rnd">
            <a:solidFill>
              <a:schemeClr val="accent2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4205919-06CC-08C5-B918-90C3E64B05F5}"/>
              </a:ext>
            </a:extLst>
          </p:cNvPr>
          <p:cNvGrpSpPr/>
          <p:nvPr/>
        </p:nvGrpSpPr>
        <p:grpSpPr>
          <a:xfrm>
            <a:off x="2336186" y="1322539"/>
            <a:ext cx="416102" cy="369332"/>
            <a:chOff x="2564122" y="765199"/>
            <a:chExt cx="416102" cy="369332"/>
          </a:xfrm>
        </p:grpSpPr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554DA27-5727-17A4-EA61-F54462A4DF2C}"/>
                </a:ext>
              </a:extLst>
            </p:cNvPr>
            <p:cNvSpPr txBox="1"/>
            <p:nvPr/>
          </p:nvSpPr>
          <p:spPr>
            <a:xfrm>
              <a:off x="2564122" y="765199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el-GR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ϑ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FCEC689C-5DCE-DDF5-D3D3-77025F6AE4C2}"/>
                </a:ext>
              </a:extLst>
            </p:cNvPr>
            <p:cNvCxnSpPr>
              <a:cxnSpLocks/>
            </p:cNvCxnSpPr>
            <p:nvPr/>
          </p:nvCxnSpPr>
          <p:spPr>
            <a:xfrm>
              <a:off x="2706737" y="1030557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90686A09-3635-EA48-4750-737DFF7D6463}"/>
              </a:ext>
            </a:extLst>
          </p:cNvPr>
          <p:cNvGrpSpPr/>
          <p:nvPr/>
        </p:nvGrpSpPr>
        <p:grpSpPr>
          <a:xfrm>
            <a:off x="2490255" y="901220"/>
            <a:ext cx="416102" cy="369332"/>
            <a:chOff x="2981580" y="636462"/>
            <a:chExt cx="416102" cy="369332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2861BDFE-D3C3-02CD-CC2F-4A4F5A268973}"/>
                </a:ext>
              </a:extLst>
            </p:cNvPr>
            <p:cNvSpPr txBox="1"/>
            <p:nvPr/>
          </p:nvSpPr>
          <p:spPr>
            <a:xfrm>
              <a:off x="2981580" y="636462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 err="1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 err="1">
                  <a:solidFill>
                    <a:schemeClr val="accent2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φ</a:t>
              </a:r>
              <a:endParaRPr lang="de-DE" i="1" baseline="-25000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endParaRPr>
            </a:p>
          </p:txBody>
        </p:sp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02E17160-797B-5AAE-4CAE-D25AE13BE813}"/>
                </a:ext>
              </a:extLst>
            </p:cNvPr>
            <p:cNvCxnSpPr>
              <a:cxnSpLocks/>
            </p:cNvCxnSpPr>
            <p:nvPr/>
          </p:nvCxnSpPr>
          <p:spPr>
            <a:xfrm>
              <a:off x="3114873" y="899112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F6D8AD88-68D3-DD29-EFAC-B8641D0CA1FE}"/>
              </a:ext>
            </a:extLst>
          </p:cNvPr>
          <p:cNvGrpSpPr/>
          <p:nvPr/>
        </p:nvGrpSpPr>
        <p:grpSpPr>
          <a:xfrm>
            <a:off x="2323030" y="664567"/>
            <a:ext cx="416102" cy="369332"/>
            <a:chOff x="2751245" y="144198"/>
            <a:chExt cx="416102" cy="369332"/>
          </a:xfrm>
        </p:grpSpPr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294715F-BCFD-7F09-3F30-EB19EE651165}"/>
                </a:ext>
              </a:extLst>
            </p:cNvPr>
            <p:cNvSpPr txBox="1"/>
            <p:nvPr/>
          </p:nvSpPr>
          <p:spPr>
            <a:xfrm>
              <a:off x="2751245" y="144198"/>
              <a:ext cx="4161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i="1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  <a:r>
                <a:rPr lang="de-DE" i="1" baseline="-250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</a:p>
          </p:txBody>
        </p: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CC8DAE07-DCF8-7CAC-DA8B-4E134D9737C9}"/>
                </a:ext>
              </a:extLst>
            </p:cNvPr>
            <p:cNvCxnSpPr>
              <a:cxnSpLocks/>
            </p:cNvCxnSpPr>
            <p:nvPr/>
          </p:nvCxnSpPr>
          <p:spPr>
            <a:xfrm>
              <a:off x="2901808" y="410584"/>
              <a:ext cx="64532" cy="0"/>
            </a:xfrm>
            <a:prstGeom prst="straightConnector1">
              <a:avLst/>
            </a:prstGeom>
            <a:ln w="6350" cap="rnd">
              <a:solidFill>
                <a:schemeClr val="accent2">
                  <a:lumMod val="75000"/>
                </a:schemeClr>
              </a:solidFill>
              <a:round/>
              <a:headEnd type="non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1A64220E-8D30-BAF7-BB5B-C936BF4AEC35}"/>
              </a:ext>
            </a:extLst>
          </p:cNvPr>
          <p:cNvCxnSpPr>
            <a:cxnSpLocks/>
          </p:cNvCxnSpPr>
          <p:nvPr/>
        </p:nvCxnSpPr>
        <p:spPr>
          <a:xfrm>
            <a:off x="1183640" y="2075180"/>
            <a:ext cx="1078438" cy="436288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A5E373E-F674-6F99-BF71-649ECD375B52}"/>
              </a:ext>
            </a:extLst>
          </p:cNvPr>
          <p:cNvCxnSpPr>
            <a:cxnSpLocks/>
          </p:cNvCxnSpPr>
          <p:nvPr/>
        </p:nvCxnSpPr>
        <p:spPr>
          <a:xfrm flipV="1">
            <a:off x="2265546" y="1239610"/>
            <a:ext cx="0" cy="1268727"/>
          </a:xfrm>
          <a:prstGeom prst="straightConnector1">
            <a:avLst/>
          </a:prstGeom>
          <a:ln w="12700" cap="rnd">
            <a:solidFill>
              <a:schemeClr val="accent5">
                <a:lumMod val="75000"/>
              </a:schemeClr>
            </a:solidFill>
            <a:prstDash val="sysDash"/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Ellipse 47">
            <a:extLst>
              <a:ext uri="{FF2B5EF4-FFF2-40B4-BE49-F238E27FC236}">
                <a16:creationId xmlns:a16="http://schemas.microsoft.com/office/drawing/2014/main" id="{641AF1FD-3363-6C19-3348-1B8C6ACEE2B4}"/>
              </a:ext>
            </a:extLst>
          </p:cNvPr>
          <p:cNvSpPr/>
          <p:nvPr/>
        </p:nvSpPr>
        <p:spPr>
          <a:xfrm>
            <a:off x="2225380" y="1161718"/>
            <a:ext cx="77892" cy="77892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17BEE9C-7BEE-5C69-884C-06AC02FF9584}"/>
              </a:ext>
            </a:extLst>
          </p:cNvPr>
          <p:cNvSpPr txBox="1"/>
          <p:nvPr/>
        </p:nvSpPr>
        <p:spPr>
          <a:xfrm>
            <a:off x="1944526" y="903814"/>
            <a:ext cx="31788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8" name="Bogen 7">
            <a:extLst>
              <a:ext uri="{FF2B5EF4-FFF2-40B4-BE49-F238E27FC236}">
                <a16:creationId xmlns:a16="http://schemas.microsoft.com/office/drawing/2014/main" id="{E30B2FDC-E866-C811-1716-7336B17E350C}"/>
              </a:ext>
            </a:extLst>
          </p:cNvPr>
          <p:cNvSpPr/>
          <p:nvPr/>
        </p:nvSpPr>
        <p:spPr>
          <a:xfrm>
            <a:off x="567056" y="1761486"/>
            <a:ext cx="1233168" cy="626114"/>
          </a:xfrm>
          <a:prstGeom prst="arc">
            <a:avLst>
              <a:gd name="adj1" fmla="val 1332851"/>
              <a:gd name="adj2" fmla="val 8117967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47186EE-1194-2EC4-160E-660BA9B3ABB8}"/>
              </a:ext>
            </a:extLst>
          </p:cNvPr>
          <p:cNvSpPr txBox="1"/>
          <p:nvPr/>
        </p:nvSpPr>
        <p:spPr>
          <a:xfrm>
            <a:off x="1609073" y="1494526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5A3DA0F-B6A6-B717-BABC-F29B32A70F63}"/>
              </a:ext>
            </a:extLst>
          </p:cNvPr>
          <p:cNvSpPr txBox="1"/>
          <p:nvPr/>
        </p:nvSpPr>
        <p:spPr>
          <a:xfrm>
            <a:off x="1015488" y="2357318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i="1" baseline="-25000" dirty="0" err="1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endParaRPr lang="de-DE" i="1" baseline="-25000" dirty="0">
              <a:solidFill>
                <a:schemeClr val="accent5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47BD4782-8C9C-714E-4909-56319848B585}"/>
              </a:ext>
            </a:extLst>
          </p:cNvPr>
          <p:cNvCxnSpPr>
            <a:cxnSpLocks/>
          </p:cNvCxnSpPr>
          <p:nvPr/>
        </p:nvCxnSpPr>
        <p:spPr>
          <a:xfrm flipV="1">
            <a:off x="1183640" y="1219200"/>
            <a:ext cx="1058545" cy="855980"/>
          </a:xfrm>
          <a:prstGeom prst="straightConnector1">
            <a:avLst/>
          </a:prstGeom>
          <a:ln w="19050" cap="rnd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Bogen 12">
            <a:extLst>
              <a:ext uri="{FF2B5EF4-FFF2-40B4-BE49-F238E27FC236}">
                <a16:creationId xmlns:a16="http://schemas.microsoft.com/office/drawing/2014/main" id="{71CC4B2C-0478-F131-48EC-B8BD7EB2799F}"/>
              </a:ext>
            </a:extLst>
          </p:cNvPr>
          <p:cNvSpPr/>
          <p:nvPr/>
        </p:nvSpPr>
        <p:spPr>
          <a:xfrm rot="5400000">
            <a:off x="660366" y="1710389"/>
            <a:ext cx="1045542" cy="732458"/>
          </a:xfrm>
          <a:prstGeom prst="arc">
            <a:avLst>
              <a:gd name="adj1" fmla="val 10775411"/>
              <a:gd name="adj2" fmla="val 13856626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13336BC-A5B6-97A7-9E39-1244BCFCB9D7}"/>
              </a:ext>
            </a:extLst>
          </p:cNvPr>
          <p:cNvSpPr txBox="1"/>
          <p:nvPr/>
        </p:nvSpPr>
        <p:spPr>
          <a:xfrm>
            <a:off x="1145915" y="1331353"/>
            <a:ext cx="55865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i="1" dirty="0">
                <a:solidFill>
                  <a:schemeClr val="accent5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r>
              <a:rPr lang="de-DE" i="1" baseline="-25000" dirty="0">
                <a:solidFill>
                  <a:schemeClr val="accent5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2287680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70EE9-4709-94EF-4152-6F3BA2BF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4739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29</Words>
  <Application>Microsoft Office PowerPoint</Application>
  <PresentationFormat>Benutzerdefiniert</PresentationFormat>
  <Paragraphs>27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</cp:revision>
  <dcterms:created xsi:type="dcterms:W3CDTF">2026-09-04T15:35:46Z</dcterms:created>
  <dcterms:modified xsi:type="dcterms:W3CDTF">2026-09-06T19:47:13Z</dcterms:modified>
</cp:coreProperties>
</file>