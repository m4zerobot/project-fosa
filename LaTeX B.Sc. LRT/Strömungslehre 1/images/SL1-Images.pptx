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25.09.2026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67515" y="246982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74733" y="229933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60412" y="246728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A7E4D0CC-14EF-141C-2E0E-9A3A9C446AE3}"/>
              </a:ext>
            </a:extLst>
          </p:cNvPr>
          <p:cNvGrpSpPr/>
          <p:nvPr/>
        </p:nvGrpSpPr>
        <p:grpSpPr>
          <a:xfrm>
            <a:off x="192945" y="3081916"/>
            <a:ext cx="3214560" cy="161348"/>
            <a:chOff x="200025" y="3078343"/>
            <a:chExt cx="3214560" cy="288131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ED325394-EB5B-3EB4-543C-5248C845F76B}"/>
                </a:ext>
              </a:extLst>
            </p:cNvPr>
            <p:cNvCxnSpPr/>
            <p:nvPr/>
          </p:nvCxnSpPr>
          <p:spPr>
            <a:xfrm>
              <a:off x="203535" y="3078343"/>
              <a:ext cx="3207544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1F26EB1-6C58-5831-DC4C-62FF6E4FD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46380" cy="4776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E0AE1EFA-0890-7BC7-C8A9-B2D789D52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80" y="3078343"/>
              <a:ext cx="105598" cy="10874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193FAB72-FC89-8BC4-5FE0-0C518E24A9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164871" cy="16978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4CCC4A14-42F3-A6FA-CFA3-77CE29BD2A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025" y="3078343"/>
              <a:ext cx="224089" cy="230763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0D24920B-C453-A3A8-095D-A496120884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53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A4A3579-436F-0AA0-119D-2A7A6974ED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5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4B1D7CA-C1AB-68E0-CB1B-1A9516243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97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74FEAB6-226F-1DC4-F54F-EED1900EFF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18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3FC44814-45D7-6D89-88A5-9CA122B75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040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02898B0D-E4AE-3031-8F96-E526869EE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962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BA95E0E9-736C-C38A-5FC8-CB9AC236BB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84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F6DE49D-CCAD-3ADC-9934-78D579FF69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06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D86BEA0-1FBF-BD2C-6A94-E794702267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27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6EF89F7-0719-A809-77DC-AABF1AE28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49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4DC2C3D7-1ACC-EC09-F64F-BE5A079AA6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571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961137A-AE00-C90A-1341-34DA2A9DD5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89CE05A4-A99E-147F-6AA7-2427D1A7DA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15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5060C9DD-8825-142A-2CB0-F1B8233AA8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336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4F7BB29-FC9E-9DE5-6E24-FAF1895D30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3258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15498A22-82DC-5212-1DE8-6751980C2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80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1F919DC2-4568-483F-2B77-582F51AF54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5102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97D4AFD5-29A3-C101-F2D7-F4D71FE638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024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9394CDA-9F67-A12C-D16A-98EDBC8A7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945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C16F009-6AD1-5B20-43DC-5EE93560D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867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0D9148A0-1A3F-A8E3-94B3-BD24B3D6E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789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B52C613-75A4-7F4B-1815-92D00C0EB9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711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8D9D66D-0816-96A7-5934-C76026221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633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7C93805-CA98-1C74-17D9-BC7183CCC5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54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62E27B45-6ED9-A28D-9EBC-7A8FE7D094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476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869F82C6-EE41-E5AF-BDBD-A26E1D513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398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A62ED578-D42E-6A3B-D03D-0C93EB2A42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20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2D0BDE82-1CFB-1170-C0C5-43BE3A4AF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42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744F0838-A355-9F02-BB33-95D8F066D5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6163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5238980B-D517-3424-C72F-C6A23F7B5D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085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44CAA-B979-2D88-2CB2-7B8C0EAD9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007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DDA341E3-8383-53BB-FB2C-6004D3C99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3929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1AC7694-1D84-FD84-9852-89C874A5D8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851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82A95D08-70CE-FF17-982E-D3A3752E59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772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A7C7880-FB06-BB02-FDED-8884973255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694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207671F-D3FB-5F12-24E5-6F3B9DFCF0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616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0011BAB9-F110-9174-8E70-D613328B8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538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9E620586-7AEA-2A68-D268-D5D2C7E021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460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1504E7AE-FAE2-54A6-6942-4588E764C7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381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AA9F8B5E-ABC9-E9A0-2FD0-7477F062C5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303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ED33AC1D-52D5-AA9F-632C-C92DBAD4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225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5BB7488-4EED-D076-0C85-33E6AF0C05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47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EFBFA90E-049E-DEA6-75C8-0CEDF986B8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069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1BCBB256-8182-9838-A1F7-96CCE19C6F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990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2">
              <a:extLst>
                <a:ext uri="{FF2B5EF4-FFF2-40B4-BE49-F238E27FC236}">
                  <a16:creationId xmlns:a16="http://schemas.microsoft.com/office/drawing/2014/main" id="{E269EC31-C261-67E2-EE32-979F6687B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912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53">
              <a:extLst>
                <a:ext uri="{FF2B5EF4-FFF2-40B4-BE49-F238E27FC236}">
                  <a16:creationId xmlns:a16="http://schemas.microsoft.com/office/drawing/2014/main" id="{800351AD-0858-3996-799E-86571852BB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345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24E27F7B-8E50-2137-CA21-18307F17FC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563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A593CBF3-85E0-75AA-51AA-104AFAA8FD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6781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56">
              <a:extLst>
                <a:ext uri="{FF2B5EF4-FFF2-40B4-BE49-F238E27FC236}">
                  <a16:creationId xmlns:a16="http://schemas.microsoft.com/office/drawing/2014/main" id="{DDF74455-CC0B-4ABF-3BCA-75C85D9955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5999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C4B1D117-4603-F02E-900E-264C26ABD1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5217" y="3078343"/>
              <a:ext cx="279797" cy="288131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236E6C5B-9A1B-2D53-2065-4C464E96E2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4435" y="3108960"/>
              <a:ext cx="250066" cy="25751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03D0193C-4F93-AA44-B402-ED22E4984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3653" y="3169920"/>
              <a:ext cx="190869" cy="19655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A4A011F6-5C23-F9F6-A429-8A5E8E0B33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2871" y="3230880"/>
              <a:ext cx="131672" cy="13559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C314FBC0-A8DF-A6C7-F8D8-0D85CC3270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089" y="3291840"/>
              <a:ext cx="72475" cy="7463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83F5049D-0C68-F041-C776-ADF298F5E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1307" y="3352800"/>
              <a:ext cx="13278" cy="13674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57903" y="188522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73685" y="188618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05470" y="195168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09068" y="186946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73081" y="240886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47311" y="234218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26643" y="250601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34977" y="260109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40973" y="241436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22270" y="241108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40973" y="230841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15565" y="210215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54674" y="269045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0042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30906" y="239262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14799" y="246728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26132" y="264031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092BD284-703D-C949-9341-2A821A7DC3DB}"/>
              </a:ext>
            </a:extLst>
          </p:cNvPr>
          <p:cNvSpPr/>
          <p:nvPr/>
        </p:nvSpPr>
        <p:spPr>
          <a:xfrm>
            <a:off x="650080" y="650081"/>
            <a:ext cx="2300290" cy="2300288"/>
          </a:xfrm>
          <a:prstGeom prst="ellipse">
            <a:avLst/>
          </a:prstGeom>
          <a:solidFill>
            <a:schemeClr val="tx2">
              <a:lumMod val="75000"/>
              <a:lumOff val="25000"/>
              <a:alpha val="3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E6B04C0-3255-B23E-A6CF-F9CA9A275473}"/>
              </a:ext>
            </a:extLst>
          </p:cNvPr>
          <p:cNvSpPr/>
          <p:nvPr/>
        </p:nvSpPr>
        <p:spPr>
          <a:xfrm>
            <a:off x="1028699" y="1028700"/>
            <a:ext cx="1543052" cy="1543050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548968-C1B2-50B7-EA78-511C2D39DA8C}"/>
              </a:ext>
            </a:extLst>
          </p:cNvPr>
          <p:cNvSpPr/>
          <p:nvPr/>
        </p:nvSpPr>
        <p:spPr>
          <a:xfrm>
            <a:off x="1762124" y="1762126"/>
            <a:ext cx="76202" cy="7619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CE74CBC-975A-586A-A8CD-113158C28F67}"/>
              </a:ext>
            </a:extLst>
          </p:cNvPr>
          <p:cNvCxnSpPr>
            <a:cxnSpLocks/>
          </p:cNvCxnSpPr>
          <p:nvPr/>
        </p:nvCxnSpPr>
        <p:spPr>
          <a:xfrm flipH="1">
            <a:off x="1030605" y="1800225"/>
            <a:ext cx="769620" cy="0"/>
          </a:xfrm>
          <a:prstGeom prst="straightConnector1">
            <a:avLst/>
          </a:prstGeom>
          <a:ln w="15875" cap="rnd">
            <a:round/>
            <a:headEnd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6760A96-D8C7-39FB-B84E-2C699AB7E234}"/>
              </a:ext>
            </a:extLst>
          </p:cNvPr>
          <p:cNvCxnSpPr>
            <a:cxnSpLocks/>
          </p:cNvCxnSpPr>
          <p:nvPr/>
        </p:nvCxnSpPr>
        <p:spPr>
          <a:xfrm flipH="1">
            <a:off x="649605" y="1800225"/>
            <a:ext cx="379094" cy="0"/>
          </a:xfrm>
          <a:prstGeom prst="straightConnector1">
            <a:avLst/>
          </a:prstGeom>
          <a:ln w="15875" cap="rnd">
            <a:round/>
            <a:headEnd type="triangl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E7D57EE9-C696-E831-9CEB-A2DFBC784AFA}"/>
              </a:ext>
            </a:extLst>
          </p:cNvPr>
          <p:cNvSpPr txBox="1"/>
          <p:nvPr/>
        </p:nvSpPr>
        <p:spPr>
          <a:xfrm>
            <a:off x="702575" y="1541980"/>
            <a:ext cx="28802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238B7B2-AD94-33DC-128C-BEB7198A4FA7}"/>
              </a:ext>
            </a:extLst>
          </p:cNvPr>
          <p:cNvSpPr txBox="1"/>
          <p:nvPr/>
        </p:nvSpPr>
        <p:spPr>
          <a:xfrm>
            <a:off x="1284791" y="1541979"/>
            <a:ext cx="3433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30B60BF-6856-6D1B-DEFF-95BBFDEA8DC2}"/>
              </a:ext>
            </a:extLst>
          </p:cNvPr>
          <p:cNvSpPr txBox="1"/>
          <p:nvPr/>
        </p:nvSpPr>
        <p:spPr>
          <a:xfrm>
            <a:off x="2625436" y="749638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B23BFAC8-960D-CC7F-A549-67BBE4F74A3A}"/>
              </a:ext>
            </a:extLst>
          </p:cNvPr>
          <p:cNvSpPr/>
          <p:nvPr/>
        </p:nvSpPr>
        <p:spPr>
          <a:xfrm>
            <a:off x="544830" y="544830"/>
            <a:ext cx="2510790" cy="2510790"/>
          </a:xfrm>
          <a:prstGeom prst="arc">
            <a:avLst>
              <a:gd name="adj1" fmla="val 18319024"/>
              <a:gd name="adj2" fmla="val 1999890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25C8DA70-0C54-BA24-7479-EE409F6DCAB2}"/>
              </a:ext>
            </a:extLst>
          </p:cNvPr>
          <p:cNvSpPr/>
          <p:nvPr/>
        </p:nvSpPr>
        <p:spPr>
          <a:xfrm>
            <a:off x="958850" y="958850"/>
            <a:ext cx="1682750" cy="1682750"/>
          </a:xfrm>
          <a:prstGeom prst="arc">
            <a:avLst>
              <a:gd name="adj1" fmla="val 1303464"/>
              <a:gd name="adj2" fmla="val 3460986"/>
            </a:avLst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6F1A1CA-E306-330D-3D60-F1C1570A35A6}"/>
              </a:ext>
            </a:extLst>
          </p:cNvPr>
          <p:cNvSpPr txBox="1"/>
          <p:nvPr/>
        </p:nvSpPr>
        <p:spPr>
          <a:xfrm>
            <a:off x="2372921" y="2263973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r>
              <a:rPr lang="de-DE" sz="1400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9119DA7-D656-4799-4985-D6E437AD6669}"/>
              </a:ext>
            </a:extLst>
          </p:cNvPr>
          <p:cNvCxnSpPr>
            <a:cxnSpLocks/>
            <a:stCxn id="2" idx="0"/>
            <a:endCxn id="4" idx="0"/>
          </p:cNvCxnSpPr>
          <p:nvPr/>
        </p:nvCxnSpPr>
        <p:spPr>
          <a:xfrm flipV="1">
            <a:off x="1800225" y="650081"/>
            <a:ext cx="0" cy="378619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C8E6AEF-BF7C-1B79-573B-30D0A9B8CB8E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1800225" y="653415"/>
            <a:ext cx="375285" cy="375285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B9631579-6B20-E5C1-E588-9BFF3A9C3F4B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1800225" y="650081"/>
            <a:ext cx="38290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B2B24CB7-B560-1DB8-9173-4C7DE769F3C5}"/>
              </a:ext>
            </a:extLst>
          </p:cNvPr>
          <p:cNvCxnSpPr>
            <a:cxnSpLocks/>
          </p:cNvCxnSpPr>
          <p:nvPr/>
        </p:nvCxnSpPr>
        <p:spPr>
          <a:xfrm flipH="1">
            <a:off x="1800225" y="751046"/>
            <a:ext cx="27813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43B868-D4F8-C53F-C13D-ABF0EAF4B517}"/>
              </a:ext>
            </a:extLst>
          </p:cNvPr>
          <p:cNvCxnSpPr>
            <a:cxnSpLocks/>
          </p:cNvCxnSpPr>
          <p:nvPr/>
        </p:nvCxnSpPr>
        <p:spPr>
          <a:xfrm flipH="1">
            <a:off x="1800225" y="848201"/>
            <a:ext cx="18097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D712309-264B-8517-3761-24F4E65B2318}"/>
              </a:ext>
            </a:extLst>
          </p:cNvPr>
          <p:cNvCxnSpPr>
            <a:cxnSpLocks/>
          </p:cNvCxnSpPr>
          <p:nvPr/>
        </p:nvCxnSpPr>
        <p:spPr>
          <a:xfrm flipH="1">
            <a:off x="1800225" y="943451"/>
            <a:ext cx="9144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A69406BC-FB00-740E-92CC-EC6CD3CAE18F}"/>
              </a:ext>
            </a:extLst>
          </p:cNvPr>
          <p:cNvSpPr txBox="1"/>
          <p:nvPr/>
        </p:nvSpPr>
        <p:spPr>
          <a:xfrm>
            <a:off x="1743075" y="344924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baseline="-25000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200" baseline="-25000" dirty="0">
              <a:solidFill>
                <a:schemeClr val="accent1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3FF2AE-28DF-567E-FADE-6A292EA82A18}"/>
              </a:ext>
            </a:extLst>
          </p:cNvPr>
          <p:cNvSpPr txBox="1"/>
          <p:nvPr/>
        </p:nvSpPr>
        <p:spPr>
          <a:xfrm>
            <a:off x="1666241" y="1485423"/>
            <a:ext cx="4210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7FE-FA90-5ACE-877D-86AD85AD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CF7CDAD7-DC03-A202-FA27-1BBA075FF1E2}"/>
              </a:ext>
            </a:extLst>
          </p:cNvPr>
          <p:cNvSpPr/>
          <p:nvPr/>
        </p:nvSpPr>
        <p:spPr>
          <a:xfrm rot="16200000">
            <a:off x="1382613" y="920748"/>
            <a:ext cx="923316" cy="2464619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6DF08A2-F728-5E20-D9C6-F7882D5D3E4C}"/>
              </a:ext>
            </a:extLst>
          </p:cNvPr>
          <p:cNvCxnSpPr>
            <a:cxnSpLocks/>
          </p:cNvCxnSpPr>
          <p:nvPr/>
        </p:nvCxnSpPr>
        <p:spPr>
          <a:xfrm flipH="1">
            <a:off x="611961" y="1691401"/>
            <a:ext cx="2456044" cy="460773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8205F05-0B8B-B389-D228-C3AC13B41E34}"/>
              </a:ext>
            </a:extLst>
          </p:cNvPr>
          <p:cNvCxnSpPr>
            <a:cxnSpLocks/>
          </p:cNvCxnSpPr>
          <p:nvPr/>
        </p:nvCxnSpPr>
        <p:spPr>
          <a:xfrm flipH="1" flipV="1">
            <a:off x="611961" y="2152174"/>
            <a:ext cx="2456996" cy="461486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5FEBBCF-5459-5A08-179C-D4142BD548DC}"/>
              </a:ext>
            </a:extLst>
          </p:cNvPr>
          <p:cNvSpPr/>
          <p:nvPr/>
        </p:nvSpPr>
        <p:spPr>
          <a:xfrm>
            <a:off x="611507" y="1321435"/>
            <a:ext cx="2457450" cy="828675"/>
          </a:xfrm>
          <a:custGeom>
            <a:avLst/>
            <a:gdLst>
              <a:gd name="csX0" fmla="*/ 0 w 2457450"/>
              <a:gd name="csY0" fmla="*/ 828675 h 828675"/>
              <a:gd name="csX1" fmla="*/ 826770 w 2457450"/>
              <a:gd name="csY1" fmla="*/ 415290 h 828675"/>
              <a:gd name="csX2" fmla="*/ 2457450 w 2457450"/>
              <a:gd name="csY2" fmla="*/ 0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57450" h="828675">
                <a:moveTo>
                  <a:pt x="0" y="828675"/>
                </a:moveTo>
                <a:cubicBezTo>
                  <a:pt x="154305" y="704373"/>
                  <a:pt x="417195" y="553402"/>
                  <a:pt x="826770" y="415290"/>
                </a:cubicBezTo>
                <a:cubicBezTo>
                  <a:pt x="1236345" y="277177"/>
                  <a:pt x="2094230" y="74295"/>
                  <a:pt x="245745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A5A3969-E0EB-3662-0A48-4418EEA49AA0}"/>
              </a:ext>
            </a:extLst>
          </p:cNvPr>
          <p:cNvCxnSpPr>
            <a:cxnSpLocks/>
          </p:cNvCxnSpPr>
          <p:nvPr/>
        </p:nvCxnSpPr>
        <p:spPr>
          <a:xfrm flipV="1">
            <a:off x="2219768" y="1707464"/>
            <a:ext cx="287214" cy="54104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ECE35229-8E43-BBBF-CCA4-EBCB77A7D9F2}"/>
              </a:ext>
            </a:extLst>
          </p:cNvPr>
          <p:cNvSpPr/>
          <p:nvPr/>
        </p:nvSpPr>
        <p:spPr>
          <a:xfrm rot="20959920">
            <a:off x="2200564" y="1469915"/>
            <a:ext cx="384395" cy="34424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1769634-BAC8-FCE2-B059-3695186CCBC1}"/>
              </a:ext>
            </a:extLst>
          </p:cNvPr>
          <p:cNvCxnSpPr>
            <a:cxnSpLocks/>
          </p:cNvCxnSpPr>
          <p:nvPr/>
        </p:nvCxnSpPr>
        <p:spPr>
          <a:xfrm flipH="1" flipV="1">
            <a:off x="2173192" y="1528392"/>
            <a:ext cx="59517" cy="315952"/>
          </a:xfrm>
          <a:prstGeom prst="line">
            <a:avLst/>
          </a:prstGeom>
          <a:ln w="1270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0A70FC3-D205-7E20-E74C-FBCB91582100}"/>
              </a:ext>
            </a:extLst>
          </p:cNvPr>
          <p:cNvCxnSpPr>
            <a:cxnSpLocks/>
          </p:cNvCxnSpPr>
          <p:nvPr/>
        </p:nvCxnSpPr>
        <p:spPr>
          <a:xfrm flipV="1">
            <a:off x="2210769" y="1625476"/>
            <a:ext cx="344473" cy="64891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B0C6A01-622F-A848-BECD-299C88ECEBE4}"/>
              </a:ext>
            </a:extLst>
          </p:cNvPr>
          <p:cNvCxnSpPr>
            <a:cxnSpLocks/>
          </p:cNvCxnSpPr>
          <p:nvPr/>
        </p:nvCxnSpPr>
        <p:spPr>
          <a:xfrm flipV="1">
            <a:off x="2195646" y="1553856"/>
            <a:ext cx="374717" cy="70588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D2132-240C-DA4F-FDBD-789AA0966E3C}"/>
              </a:ext>
            </a:extLst>
          </p:cNvPr>
          <p:cNvCxnSpPr>
            <a:cxnSpLocks/>
          </p:cNvCxnSpPr>
          <p:nvPr/>
        </p:nvCxnSpPr>
        <p:spPr>
          <a:xfrm flipV="1">
            <a:off x="2182183" y="1486671"/>
            <a:ext cx="378139" cy="71233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BE9AF52-ED30-F851-2644-8580232B8CE6}"/>
              </a:ext>
            </a:extLst>
          </p:cNvPr>
          <p:cNvSpPr txBox="1"/>
          <p:nvPr/>
        </p:nvSpPr>
        <p:spPr>
          <a:xfrm>
            <a:off x="2094135" y="1099670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i="1" baseline="-25000" dirty="0" err="1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1200" i="1" baseline="-25000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FC3FA97-2FB5-4EDD-E475-0CAD3A8279EB}"/>
              </a:ext>
            </a:extLst>
          </p:cNvPr>
          <p:cNvCxnSpPr>
            <a:cxnSpLocks/>
          </p:cNvCxnSpPr>
          <p:nvPr/>
        </p:nvCxnSpPr>
        <p:spPr>
          <a:xfrm flipH="1" flipV="1">
            <a:off x="2128094" y="1282482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E5A67DD-0777-8FD8-86B7-21887354157A}"/>
              </a:ext>
            </a:extLst>
          </p:cNvPr>
          <p:cNvCxnSpPr>
            <a:cxnSpLocks/>
          </p:cNvCxnSpPr>
          <p:nvPr/>
        </p:nvCxnSpPr>
        <p:spPr>
          <a:xfrm flipH="1" flipV="1">
            <a:off x="2504065" y="1199220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01048B0A-DFF1-A53E-5217-2A9CA13C0367}"/>
              </a:ext>
            </a:extLst>
          </p:cNvPr>
          <p:cNvGrpSpPr/>
          <p:nvPr/>
        </p:nvGrpSpPr>
        <p:grpSpPr>
          <a:xfrm rot="20966550">
            <a:off x="475374" y="1419231"/>
            <a:ext cx="1097593" cy="722307"/>
            <a:chOff x="1172591" y="1273167"/>
            <a:chExt cx="1097593" cy="722307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A9478570-3591-B7C9-1E60-B9B404566070}"/>
                </a:ext>
              </a:extLst>
            </p:cNvPr>
            <p:cNvCxnSpPr>
              <a:cxnSpLocks/>
            </p:cNvCxnSpPr>
            <p:nvPr/>
          </p:nvCxnSpPr>
          <p:spPr>
            <a:xfrm rot="633450" flipH="1" flipV="1">
              <a:off x="1190595" y="1341608"/>
              <a:ext cx="107011" cy="574164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6C0B6DC-A6F2-7F36-A756-01D09AAF4771}"/>
                </a:ext>
              </a:extLst>
            </p:cNvPr>
            <p:cNvCxnSpPr>
              <a:cxnSpLocks/>
            </p:cNvCxnSpPr>
            <p:nvPr/>
          </p:nvCxnSpPr>
          <p:spPr>
            <a:xfrm rot="633450" flipV="1">
              <a:off x="1251008" y="1845957"/>
              <a:ext cx="802226" cy="149517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43E5C66-1BEB-E77B-F33C-9F124415F49E}"/>
                </a:ext>
              </a:extLst>
            </p:cNvPr>
            <p:cNvSpPr txBox="1"/>
            <p:nvPr/>
          </p:nvSpPr>
          <p:spPr>
            <a:xfrm rot="633450">
              <a:off x="1861935" y="1654012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EF961584-3EE6-F092-2ECD-498845C55186}"/>
                </a:ext>
              </a:extLst>
            </p:cNvPr>
            <p:cNvSpPr txBox="1"/>
            <p:nvPr/>
          </p:nvSpPr>
          <p:spPr>
            <a:xfrm rot="633450">
              <a:off x="1172591" y="1273167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C8468587-0A19-E294-B76D-7D3D0C57961A}"/>
                </a:ext>
              </a:extLst>
            </p:cNvPr>
            <p:cNvSpPr/>
            <p:nvPr/>
          </p:nvSpPr>
          <p:spPr>
            <a:xfrm flipH="1" flipV="1">
              <a:off x="1213946" y="1889154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48" name="Bogen 47">
            <a:extLst>
              <a:ext uri="{FF2B5EF4-FFF2-40B4-BE49-F238E27FC236}">
                <a16:creationId xmlns:a16="http://schemas.microsoft.com/office/drawing/2014/main" id="{EED48409-DC30-EC54-AB00-0F84A4CC8AD7}"/>
              </a:ext>
            </a:extLst>
          </p:cNvPr>
          <p:cNvSpPr/>
          <p:nvPr/>
        </p:nvSpPr>
        <p:spPr>
          <a:xfrm>
            <a:off x="-456313" y="1090874"/>
            <a:ext cx="2128950" cy="2128950"/>
          </a:xfrm>
          <a:prstGeom prst="arc">
            <a:avLst>
              <a:gd name="adj1" fmla="val 20975646"/>
              <a:gd name="adj2" fmla="val 624477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39370EAD-45B1-AA2D-FA41-E358D257B7F3}"/>
              </a:ext>
            </a:extLst>
          </p:cNvPr>
          <p:cNvSpPr txBox="1"/>
          <p:nvPr/>
        </p:nvSpPr>
        <p:spPr>
          <a:xfrm>
            <a:off x="1473798" y="2054092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θ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94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6EA2-E150-255D-7E35-C4A1D2EA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32BD507-B10B-2D65-19DD-893BFD47EA0C}"/>
              </a:ext>
            </a:extLst>
          </p:cNvPr>
          <p:cNvGrpSpPr/>
          <p:nvPr/>
        </p:nvGrpSpPr>
        <p:grpSpPr>
          <a:xfrm>
            <a:off x="543560" y="1081683"/>
            <a:ext cx="2735421" cy="1357788"/>
            <a:chOff x="569119" y="1081683"/>
            <a:chExt cx="2709862" cy="1357788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584D681-A61A-2C2A-9F5D-A08D940F3C62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081683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EDBE5621-3B2A-163B-AE56-FCEC03472587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35324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F5A0578-0706-B5D3-EF77-A44D88BEC31E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624799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CF8EFA-F0A0-6766-202A-95903F37C096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896357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D66ECB39-1598-17F4-63B8-24837535828F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167915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9963BE96-21F3-C4B8-89C7-ECC8636FF1AD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43947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CD99CED-5096-80E0-3838-2F9C3F8D6FF9}"/>
              </a:ext>
            </a:extLst>
          </p:cNvPr>
          <p:cNvGrpSpPr/>
          <p:nvPr/>
        </p:nvGrpSpPr>
        <p:grpSpPr>
          <a:xfrm>
            <a:off x="571500" y="1081682"/>
            <a:ext cx="2709862" cy="1407518"/>
            <a:chOff x="450056" y="1078111"/>
            <a:chExt cx="2709862" cy="1496616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7184ECB7-D6BF-047B-F183-2B854CAFD6F0}"/>
                </a:ext>
              </a:extLst>
            </p:cNvPr>
            <p:cNvCxnSpPr>
              <a:cxnSpLocks/>
            </p:cNvCxnSpPr>
            <p:nvPr/>
          </p:nvCxnSpPr>
          <p:spPr>
            <a:xfrm>
              <a:off x="45005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75366F4-F3D0-09F0-C1CC-8FA9E69A5A9E}"/>
                </a:ext>
              </a:extLst>
            </p:cNvPr>
            <p:cNvCxnSpPr>
              <a:cxnSpLocks/>
            </p:cNvCxnSpPr>
            <p:nvPr/>
          </p:nvCxnSpPr>
          <p:spPr>
            <a:xfrm>
              <a:off x="72104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B9195551-BC90-22E2-C850-431D7688BA6D}"/>
                </a:ext>
              </a:extLst>
            </p:cNvPr>
            <p:cNvCxnSpPr>
              <a:cxnSpLocks/>
            </p:cNvCxnSpPr>
            <p:nvPr/>
          </p:nvCxnSpPr>
          <p:spPr>
            <a:xfrm>
              <a:off x="99202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63F70C2-A0E3-7726-705F-FCC786008CA3}"/>
                </a:ext>
              </a:extLst>
            </p:cNvPr>
            <p:cNvCxnSpPr>
              <a:cxnSpLocks/>
            </p:cNvCxnSpPr>
            <p:nvPr/>
          </p:nvCxnSpPr>
          <p:spPr>
            <a:xfrm>
              <a:off x="126301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7F542CB-EE79-7E52-AA17-8C17883D8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00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863D6AB-5FAB-8284-6D24-0432D49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180498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60A520C-40CC-B12A-989E-C2D83BCA54A5}"/>
                </a:ext>
              </a:extLst>
            </p:cNvPr>
            <p:cNvCxnSpPr>
              <a:cxnSpLocks/>
            </p:cNvCxnSpPr>
            <p:nvPr/>
          </p:nvCxnSpPr>
          <p:spPr>
            <a:xfrm>
              <a:off x="207597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E6AC259-DD70-7F35-48FF-F3308BDB41DE}"/>
                </a:ext>
              </a:extLst>
            </p:cNvPr>
            <p:cNvCxnSpPr>
              <a:cxnSpLocks/>
            </p:cNvCxnSpPr>
            <p:nvPr/>
          </p:nvCxnSpPr>
          <p:spPr>
            <a:xfrm>
              <a:off x="234695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2817942-06E3-90CF-940A-01B346BFCD63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4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739F27C-2718-43F6-ED7D-EACD8A6886F0}"/>
                </a:ext>
              </a:extLst>
            </p:cNvPr>
            <p:cNvCxnSpPr>
              <a:cxnSpLocks/>
            </p:cNvCxnSpPr>
            <p:nvPr/>
          </p:nvCxnSpPr>
          <p:spPr>
            <a:xfrm>
              <a:off x="288893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42743C88-5E0C-0CFC-976A-809A2BAE2FB0}"/>
                </a:ext>
              </a:extLst>
            </p:cNvPr>
            <p:cNvCxnSpPr>
              <a:cxnSpLocks/>
            </p:cNvCxnSpPr>
            <p:nvPr/>
          </p:nvCxnSpPr>
          <p:spPr>
            <a:xfrm>
              <a:off x="315991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3C6A73C5-70DB-6408-7202-5D801F1D1DD2}"/>
              </a:ext>
            </a:extLst>
          </p:cNvPr>
          <p:cNvSpPr/>
          <p:nvPr/>
        </p:nvSpPr>
        <p:spPr>
          <a:xfrm>
            <a:off x="571500" y="1076324"/>
            <a:ext cx="928209" cy="1365885"/>
          </a:xfrm>
          <a:custGeom>
            <a:avLst/>
            <a:gdLst>
              <a:gd name="csX0" fmla="*/ 0 w 938580"/>
              <a:gd name="csY0" fmla="*/ 1365885 h 1365885"/>
              <a:gd name="csX1" fmla="*/ 43815 w 938580"/>
              <a:gd name="csY1" fmla="*/ 1089660 h 1365885"/>
              <a:gd name="csX2" fmla="*/ 122154 w 938580"/>
              <a:gd name="csY2" fmla="*/ 750570 h 1365885"/>
              <a:gd name="csX3" fmla="*/ 238827 w 938580"/>
              <a:gd name="csY3" fmla="*/ 390525 h 1365885"/>
              <a:gd name="csX4" fmla="*/ 464799 w 938580"/>
              <a:gd name="csY4" fmla="*/ 87630 h 1365885"/>
              <a:gd name="csX5" fmla="*/ 938580 w 938580"/>
              <a:gd name="csY5" fmla="*/ 0 h 1365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38580" h="1365885">
                <a:moveTo>
                  <a:pt x="0" y="1365885"/>
                </a:moveTo>
                <a:cubicBezTo>
                  <a:pt x="13494" y="1273492"/>
                  <a:pt x="23456" y="1192212"/>
                  <a:pt x="43815" y="1089660"/>
                </a:cubicBezTo>
                <a:cubicBezTo>
                  <a:pt x="64174" y="987108"/>
                  <a:pt x="89652" y="867092"/>
                  <a:pt x="122154" y="750570"/>
                </a:cubicBezTo>
                <a:cubicBezTo>
                  <a:pt x="154656" y="634048"/>
                  <a:pt x="188950" y="504461"/>
                  <a:pt x="238827" y="390525"/>
                </a:cubicBezTo>
                <a:cubicBezTo>
                  <a:pt x="280524" y="295275"/>
                  <a:pt x="348174" y="152718"/>
                  <a:pt x="464799" y="87630"/>
                </a:cubicBezTo>
                <a:cubicBezTo>
                  <a:pt x="581425" y="22543"/>
                  <a:pt x="718038" y="4763"/>
                  <a:pt x="938580" y="0"/>
                </a:cubicBezTo>
              </a:path>
            </a:pathLst>
          </a:custGeom>
          <a:noFill/>
          <a:ln w="12700" cap="rnd">
            <a:solidFill>
              <a:schemeClr val="accent6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E4316D02-8771-CD79-17FA-9C8EA8BE114D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60170 h 1360170"/>
              <a:gd name="csX1" fmla="*/ 329565 w 2714625"/>
              <a:gd name="csY1" fmla="*/ 815340 h 1360170"/>
              <a:gd name="csX2" fmla="*/ 716280 w 2714625"/>
              <a:gd name="csY2" fmla="*/ 304800 h 1360170"/>
              <a:gd name="csX3" fmla="*/ 1053465 w 2714625"/>
              <a:gd name="csY3" fmla="*/ 76200 h 1360170"/>
              <a:gd name="csX4" fmla="*/ 1504950 w 2714625"/>
              <a:gd name="csY4" fmla="*/ 9525 h 1360170"/>
              <a:gd name="csX5" fmla="*/ 2714625 w 2714625"/>
              <a:gd name="csY5" fmla="*/ 0 h 1360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14625" h="1360170">
                <a:moveTo>
                  <a:pt x="0" y="1360170"/>
                </a:moveTo>
                <a:cubicBezTo>
                  <a:pt x="105092" y="1175702"/>
                  <a:pt x="210185" y="991235"/>
                  <a:pt x="329565" y="815340"/>
                </a:cubicBezTo>
                <a:cubicBezTo>
                  <a:pt x="448945" y="639445"/>
                  <a:pt x="595630" y="427990"/>
                  <a:pt x="716280" y="304800"/>
                </a:cubicBezTo>
                <a:cubicBezTo>
                  <a:pt x="836930" y="181610"/>
                  <a:pt x="944880" y="121602"/>
                  <a:pt x="1053465" y="76200"/>
                </a:cubicBezTo>
                <a:cubicBezTo>
                  <a:pt x="1162050" y="30798"/>
                  <a:pt x="1238250" y="18415"/>
                  <a:pt x="1504950" y="9525"/>
                </a:cubicBezTo>
                <a:cubicBezTo>
                  <a:pt x="1771650" y="635"/>
                  <a:pt x="2478088" y="3492"/>
                  <a:pt x="2714625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44F2C840-E4F6-56DE-3D7E-9183FBBE3E71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58265 h 1358265"/>
              <a:gd name="csX1" fmla="*/ 226695 w 2714625"/>
              <a:gd name="csY1" fmla="*/ 1312545 h 1358265"/>
              <a:gd name="csX2" fmla="*/ 468630 w 2714625"/>
              <a:gd name="csY2" fmla="*/ 1169670 h 1358265"/>
              <a:gd name="csX3" fmla="*/ 781050 w 2714625"/>
              <a:gd name="csY3" fmla="*/ 866775 h 1358265"/>
              <a:gd name="csX4" fmla="*/ 1127760 w 2714625"/>
              <a:gd name="csY4" fmla="*/ 453390 h 1358265"/>
              <a:gd name="csX5" fmla="*/ 1445895 w 2714625"/>
              <a:gd name="csY5" fmla="*/ 169545 h 1358265"/>
              <a:gd name="csX6" fmla="*/ 1744980 w 2714625"/>
              <a:gd name="csY6" fmla="*/ 45720 h 1358265"/>
              <a:gd name="csX7" fmla="*/ 2072640 w 2714625"/>
              <a:gd name="csY7" fmla="*/ 11430 h 1358265"/>
              <a:gd name="csX8" fmla="*/ 2714625 w 2714625"/>
              <a:gd name="csY8" fmla="*/ 0 h 1358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14625" h="1358265">
                <a:moveTo>
                  <a:pt x="0" y="1358265"/>
                </a:moveTo>
                <a:cubicBezTo>
                  <a:pt x="69532" y="1355883"/>
                  <a:pt x="148590" y="1343977"/>
                  <a:pt x="226695" y="1312545"/>
                </a:cubicBezTo>
                <a:cubicBezTo>
                  <a:pt x="304800" y="1281113"/>
                  <a:pt x="376238" y="1243965"/>
                  <a:pt x="468630" y="1169670"/>
                </a:cubicBezTo>
                <a:cubicBezTo>
                  <a:pt x="561022" y="1095375"/>
                  <a:pt x="671195" y="986155"/>
                  <a:pt x="781050" y="866775"/>
                </a:cubicBezTo>
                <a:cubicBezTo>
                  <a:pt x="890905" y="747395"/>
                  <a:pt x="1024572" y="567690"/>
                  <a:pt x="1127760" y="453390"/>
                </a:cubicBezTo>
                <a:cubicBezTo>
                  <a:pt x="1230948" y="339090"/>
                  <a:pt x="1343025" y="237490"/>
                  <a:pt x="1445895" y="169545"/>
                </a:cubicBezTo>
                <a:cubicBezTo>
                  <a:pt x="1548765" y="101600"/>
                  <a:pt x="1640523" y="72072"/>
                  <a:pt x="1744980" y="45720"/>
                </a:cubicBezTo>
                <a:cubicBezTo>
                  <a:pt x="1849437" y="19368"/>
                  <a:pt x="1911033" y="19050"/>
                  <a:pt x="2072640" y="11430"/>
                </a:cubicBezTo>
                <a:cubicBezTo>
                  <a:pt x="2234247" y="3810"/>
                  <a:pt x="2714625" y="0"/>
                  <a:pt x="2714625" y="0"/>
                </a:cubicBezTo>
              </a:path>
            </a:pathLst>
          </a:custGeom>
          <a:noFill/>
          <a:ln w="12700"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8D92422-4168-58F2-E04B-1E78BA0822DA}"/>
              </a:ext>
            </a:extLst>
          </p:cNvPr>
          <p:cNvSpPr txBox="1"/>
          <p:nvPr/>
        </p:nvSpPr>
        <p:spPr>
          <a:xfrm>
            <a:off x="474422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866A6A2-EAF9-6155-0922-E02D7056B306}"/>
              </a:ext>
            </a:extLst>
          </p:cNvPr>
          <p:cNvSpPr txBox="1"/>
          <p:nvPr/>
        </p:nvSpPr>
        <p:spPr>
          <a:xfrm>
            <a:off x="745143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A82D66-C555-71B2-0749-41639C5AB21A}"/>
              </a:ext>
            </a:extLst>
          </p:cNvPr>
          <p:cNvSpPr txBox="1"/>
          <p:nvPr/>
        </p:nvSpPr>
        <p:spPr>
          <a:xfrm>
            <a:off x="1015864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D11E029-C448-1EB3-8EBA-9D1FAF0C9400}"/>
              </a:ext>
            </a:extLst>
          </p:cNvPr>
          <p:cNvSpPr txBox="1"/>
          <p:nvPr/>
        </p:nvSpPr>
        <p:spPr>
          <a:xfrm>
            <a:off x="128658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7E1E7FB-21D9-66F1-C251-ACE506A92FB9}"/>
              </a:ext>
            </a:extLst>
          </p:cNvPr>
          <p:cNvSpPr txBox="1"/>
          <p:nvPr/>
        </p:nvSpPr>
        <p:spPr>
          <a:xfrm>
            <a:off x="1557306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2ED6285-333C-AD05-C04E-22DAD949D5BC}"/>
              </a:ext>
            </a:extLst>
          </p:cNvPr>
          <p:cNvSpPr txBox="1"/>
          <p:nvPr/>
        </p:nvSpPr>
        <p:spPr>
          <a:xfrm>
            <a:off x="1828027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D4AD6ED-95F9-E637-F33F-C31550FF6DA5}"/>
              </a:ext>
            </a:extLst>
          </p:cNvPr>
          <p:cNvSpPr txBox="1"/>
          <p:nvPr/>
        </p:nvSpPr>
        <p:spPr>
          <a:xfrm>
            <a:off x="2098748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6449B5-5D04-3D88-DD03-A1E3210E58AD}"/>
              </a:ext>
            </a:extLst>
          </p:cNvPr>
          <p:cNvSpPr txBox="1"/>
          <p:nvPr/>
        </p:nvSpPr>
        <p:spPr>
          <a:xfrm>
            <a:off x="2369469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7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61A7DE-10ED-2A94-1FE6-FEBEAD7A652A}"/>
              </a:ext>
            </a:extLst>
          </p:cNvPr>
          <p:cNvSpPr txBox="1"/>
          <p:nvPr/>
        </p:nvSpPr>
        <p:spPr>
          <a:xfrm>
            <a:off x="2640190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6D97202-C9CD-C61E-F955-7CDB9824CC47}"/>
              </a:ext>
            </a:extLst>
          </p:cNvPr>
          <p:cNvSpPr txBox="1"/>
          <p:nvPr/>
        </p:nvSpPr>
        <p:spPr>
          <a:xfrm>
            <a:off x="291091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9317CB6-711F-D2F2-6DA5-BCAFAD7743D5}"/>
              </a:ext>
            </a:extLst>
          </p:cNvPr>
          <p:cNvSpPr txBox="1"/>
          <p:nvPr/>
        </p:nvSpPr>
        <p:spPr>
          <a:xfrm>
            <a:off x="3141444" y="2495305"/>
            <a:ext cx="290079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1251DE49-D710-11C4-5C0A-D5B0941F5722}"/>
              </a:ext>
            </a:extLst>
          </p:cNvPr>
          <p:cNvSpPr txBox="1"/>
          <p:nvPr/>
        </p:nvSpPr>
        <p:spPr>
          <a:xfrm>
            <a:off x="253541" y="206207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54AEF-9C57-802E-01F3-7E7B8036E3C5}"/>
              </a:ext>
            </a:extLst>
          </p:cNvPr>
          <p:cNvSpPr txBox="1"/>
          <p:nvPr/>
        </p:nvSpPr>
        <p:spPr>
          <a:xfrm>
            <a:off x="253541" y="2333360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44A4E3EA-47FB-2F44-FBF1-1B3881CFB69B}"/>
              </a:ext>
            </a:extLst>
          </p:cNvPr>
          <p:cNvSpPr txBox="1"/>
          <p:nvPr/>
        </p:nvSpPr>
        <p:spPr>
          <a:xfrm>
            <a:off x="253541" y="179079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F4CF93-097E-42B6-2819-4890E9C6D4C7}"/>
              </a:ext>
            </a:extLst>
          </p:cNvPr>
          <p:cNvSpPr txBox="1"/>
          <p:nvPr/>
        </p:nvSpPr>
        <p:spPr>
          <a:xfrm>
            <a:off x="253541" y="151951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CF4F59E-0B90-CF07-2564-A840D2349611}"/>
              </a:ext>
            </a:extLst>
          </p:cNvPr>
          <p:cNvSpPr txBox="1"/>
          <p:nvPr/>
        </p:nvSpPr>
        <p:spPr>
          <a:xfrm>
            <a:off x="253541" y="124823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9A12EC-9951-DD56-1F08-F968110AD18F}"/>
              </a:ext>
            </a:extLst>
          </p:cNvPr>
          <p:cNvSpPr txBox="1"/>
          <p:nvPr/>
        </p:nvSpPr>
        <p:spPr>
          <a:xfrm>
            <a:off x="253541" y="97695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D506C9FF-56E4-897B-79F0-1E3FB865F5A2}"/>
              </a:ext>
            </a:extLst>
          </p:cNvPr>
          <p:cNvSpPr/>
          <p:nvPr/>
        </p:nvSpPr>
        <p:spPr>
          <a:xfrm>
            <a:off x="1233882" y="1035299"/>
            <a:ext cx="28460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F6C8F34-A2E4-5F5C-3322-86C6EAE33105}"/>
              </a:ext>
            </a:extLst>
          </p:cNvPr>
          <p:cNvSpPr txBox="1"/>
          <p:nvPr/>
        </p:nvSpPr>
        <p:spPr>
          <a:xfrm>
            <a:off x="2958028" y="2618091"/>
            <a:ext cx="366832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η</a:t>
            </a:r>
            <a:endParaRPr lang="de-DE" sz="12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9DC532A-24CF-23F1-78AD-07E10E1454E4}"/>
              </a:ext>
            </a:extLst>
          </p:cNvPr>
          <p:cNvSpPr txBox="1"/>
          <p:nvPr/>
        </p:nvSpPr>
        <p:spPr>
          <a:xfrm>
            <a:off x="70982" y="1071750"/>
            <a:ext cx="3355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6B5A1AC9-1F75-08E4-0363-661ACAB85EFE}"/>
              </a:ext>
            </a:extLst>
          </p:cNvPr>
          <p:cNvSpPr txBox="1"/>
          <p:nvPr/>
        </p:nvSpPr>
        <p:spPr>
          <a:xfrm>
            <a:off x="190452" y="1063049"/>
            <a:ext cx="222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A2E079F0-644F-6436-5A87-5303378615FB}"/>
              </a:ext>
            </a:extLst>
          </p:cNvPr>
          <p:cNvSpPr/>
          <p:nvPr/>
        </p:nvSpPr>
        <p:spPr>
          <a:xfrm>
            <a:off x="2289810" y="1835517"/>
            <a:ext cx="918469" cy="542561"/>
          </a:xfrm>
          <a:prstGeom prst="rect">
            <a:avLst/>
          </a:prstGeom>
          <a:solidFill>
            <a:schemeClr val="bg1"/>
          </a:solidFill>
          <a:ln w="6350" cap="rnd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CDB3A42B-9DC8-703A-D8DA-F0844A9C1624}"/>
              </a:ext>
            </a:extLst>
          </p:cNvPr>
          <p:cNvGrpSpPr/>
          <p:nvPr/>
        </p:nvGrpSpPr>
        <p:grpSpPr>
          <a:xfrm>
            <a:off x="2366455" y="1852315"/>
            <a:ext cx="1106134" cy="184666"/>
            <a:chOff x="2366455" y="1852315"/>
            <a:chExt cx="1106134" cy="184666"/>
          </a:xfrm>
        </p:grpSpPr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A6531210-249B-FF5C-9751-905BE3B4D7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1944648"/>
              <a:ext cx="240030" cy="0"/>
            </a:xfrm>
            <a:prstGeom prst="line">
              <a:avLst/>
            </a:prstGeom>
            <a:ln w="12700" cap="rnd">
              <a:solidFill>
                <a:schemeClr val="accent6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8D122B7F-A9FC-7B9A-5055-D0F8208502B8}"/>
                </a:ext>
              </a:extLst>
            </p:cNvPr>
            <p:cNvSpPr txBox="1"/>
            <p:nvPr/>
          </p:nvSpPr>
          <p:spPr>
            <a:xfrm>
              <a:off x="2585378" y="1852315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D51D016-CDF9-B0F9-A74D-1595976BC315}"/>
              </a:ext>
            </a:extLst>
          </p:cNvPr>
          <p:cNvGrpSpPr/>
          <p:nvPr/>
        </p:nvGrpSpPr>
        <p:grpSpPr>
          <a:xfrm>
            <a:off x="2367318" y="2011166"/>
            <a:ext cx="1104408" cy="184666"/>
            <a:chOff x="2366455" y="2011166"/>
            <a:chExt cx="1104408" cy="184666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27E28EB7-307C-89A8-4DE3-499F4A7FB76D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103499"/>
              <a:ext cx="240030" cy="0"/>
            </a:xfrm>
            <a:prstGeom prst="line">
              <a:avLst/>
            </a:prstGeom>
            <a:ln w="12700" cap="rnd">
              <a:solidFill>
                <a:srgbClr val="0070C0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03B963E-4E57-3788-2E92-A245D56C4D42}"/>
                </a:ext>
              </a:extLst>
            </p:cNvPr>
            <p:cNvSpPr txBox="1"/>
            <p:nvPr/>
          </p:nvSpPr>
          <p:spPr>
            <a:xfrm>
              <a:off x="2583652" y="2011166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6F9FDA71-8C28-C1A5-38A0-FB7753E419B6}"/>
              </a:ext>
            </a:extLst>
          </p:cNvPr>
          <p:cNvGrpSpPr/>
          <p:nvPr/>
        </p:nvGrpSpPr>
        <p:grpSpPr>
          <a:xfrm>
            <a:off x="2366887" y="2170017"/>
            <a:ext cx="1105271" cy="184666"/>
            <a:chOff x="2366455" y="2170017"/>
            <a:chExt cx="1105271" cy="184666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3391416C-3883-E7CB-843F-A7CED1720726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262350"/>
              <a:ext cx="240030" cy="0"/>
            </a:xfrm>
            <a:prstGeom prst="line">
              <a:avLst/>
            </a:prstGeom>
            <a:ln w="12700" cap="rnd">
              <a:solidFill>
                <a:schemeClr val="accent2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E604C0EB-197B-4915-0FF6-93AF12670B37}"/>
                </a:ext>
              </a:extLst>
            </p:cNvPr>
            <p:cNvSpPr txBox="1"/>
            <p:nvPr/>
          </p:nvSpPr>
          <p:spPr>
            <a:xfrm>
              <a:off x="2584515" y="2170017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−0,0904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9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4F82-9956-145F-D4CD-512DF78C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332C9B4B-57BF-2421-94CE-71EE88D7DB5E}"/>
              </a:ext>
            </a:extLst>
          </p:cNvPr>
          <p:cNvCxnSpPr>
            <a:cxnSpLocks/>
          </p:cNvCxnSpPr>
          <p:nvPr/>
        </p:nvCxnSpPr>
        <p:spPr>
          <a:xfrm flipH="1">
            <a:off x="654317" y="1289547"/>
            <a:ext cx="236955" cy="806132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A82C945E-4880-AEAC-B5C8-6028B884E736}"/>
              </a:ext>
            </a:extLst>
          </p:cNvPr>
          <p:cNvSpPr/>
          <p:nvPr/>
        </p:nvSpPr>
        <p:spPr>
          <a:xfrm>
            <a:off x="546021" y="1002903"/>
            <a:ext cx="2366645" cy="1470263"/>
          </a:xfrm>
          <a:custGeom>
            <a:avLst/>
            <a:gdLst>
              <a:gd name="csX0" fmla="*/ 0 w 2366645"/>
              <a:gd name="csY0" fmla="*/ 1576208 h 1576208"/>
              <a:gd name="csX1" fmla="*/ 182165 w 2366645"/>
              <a:gd name="csY1" fmla="*/ 908268 h 1576208"/>
              <a:gd name="csX2" fmla="*/ 271462 w 2366645"/>
              <a:gd name="csY2" fmla="*/ 651093 h 1576208"/>
              <a:gd name="csX3" fmla="*/ 417909 w 2366645"/>
              <a:gd name="csY3" fmla="*/ 393918 h 1576208"/>
              <a:gd name="csX4" fmla="*/ 710803 w 2366645"/>
              <a:gd name="csY4" fmla="*/ 165318 h 1576208"/>
              <a:gd name="csX5" fmla="*/ 1235868 w 2366645"/>
              <a:gd name="csY5" fmla="*/ 36730 h 1576208"/>
              <a:gd name="csX6" fmla="*/ 2366645 w 2366645"/>
              <a:gd name="csY6" fmla="*/ 0 h 15762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66645" h="1576208">
                <a:moveTo>
                  <a:pt x="0" y="1576208"/>
                </a:moveTo>
                <a:cubicBezTo>
                  <a:pt x="68460" y="1319331"/>
                  <a:pt x="135016" y="1071979"/>
                  <a:pt x="182165" y="908268"/>
                </a:cubicBezTo>
                <a:cubicBezTo>
                  <a:pt x="229314" y="744557"/>
                  <a:pt x="249316" y="702528"/>
                  <a:pt x="271462" y="651093"/>
                </a:cubicBezTo>
                <a:cubicBezTo>
                  <a:pt x="293608" y="599658"/>
                  <a:pt x="361831" y="461545"/>
                  <a:pt x="417909" y="393918"/>
                </a:cubicBezTo>
                <a:cubicBezTo>
                  <a:pt x="473987" y="326291"/>
                  <a:pt x="543997" y="249614"/>
                  <a:pt x="710803" y="165318"/>
                </a:cubicBezTo>
                <a:cubicBezTo>
                  <a:pt x="877609" y="81022"/>
                  <a:pt x="959048" y="62924"/>
                  <a:pt x="1235868" y="36730"/>
                </a:cubicBezTo>
                <a:cubicBezTo>
                  <a:pt x="1512688" y="10536"/>
                  <a:pt x="1919346" y="6627"/>
                  <a:pt x="2366645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E88D3AFF-D5E5-A6E5-660F-33E5907587C3}"/>
              </a:ext>
            </a:extLst>
          </p:cNvPr>
          <p:cNvCxnSpPr>
            <a:cxnSpLocks/>
          </p:cNvCxnSpPr>
          <p:nvPr/>
        </p:nvCxnSpPr>
        <p:spPr>
          <a:xfrm flipV="1">
            <a:off x="546497" y="828437"/>
            <a:ext cx="0" cy="16430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BBB79F7-D579-F451-F105-5A244D60BD80}"/>
              </a:ext>
            </a:extLst>
          </p:cNvPr>
          <p:cNvCxnSpPr>
            <a:cxnSpLocks/>
          </p:cNvCxnSpPr>
          <p:nvPr/>
        </p:nvCxnSpPr>
        <p:spPr>
          <a:xfrm>
            <a:off x="546497" y="2473404"/>
            <a:ext cx="2503884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373CE5-DDC4-718C-B4A7-228C9EA6ACFF}"/>
              </a:ext>
            </a:extLst>
          </p:cNvPr>
          <p:cNvGrpSpPr/>
          <p:nvPr/>
        </p:nvGrpSpPr>
        <p:grpSpPr>
          <a:xfrm>
            <a:off x="177541" y="794308"/>
            <a:ext cx="368956" cy="378695"/>
            <a:chOff x="148966" y="769305"/>
            <a:chExt cx="368956" cy="378695"/>
          </a:xfrm>
        </p:grpSpPr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D2848951-20C3-D7B1-7440-C8DDE6743179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F9915151-38A8-AA01-AE60-502F6E49F857}"/>
                </a:ext>
              </a:extLst>
            </p:cNvPr>
            <p:cNvSpPr txBox="1"/>
            <p:nvPr/>
          </p:nvSpPr>
          <p:spPr>
            <a:xfrm>
              <a:off x="148966" y="901779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  <a:endParaRPr lang="de-DE" sz="10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8813EB2-13A2-E47D-8CCE-C233E301B653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5250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F57A2D2-3018-8F12-079B-F273CF736615}"/>
              </a:ext>
            </a:extLst>
          </p:cNvPr>
          <p:cNvGrpSpPr/>
          <p:nvPr/>
        </p:nvGrpSpPr>
        <p:grpSpPr>
          <a:xfrm>
            <a:off x="2991940" y="2278341"/>
            <a:ext cx="370861" cy="433940"/>
            <a:chOff x="147061" y="769305"/>
            <a:chExt cx="370861" cy="43394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0CC66DD-620B-6090-7B0E-B3F4F9CE052A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21ED73A7-3424-6607-B0C1-8E683002177F}"/>
                </a:ext>
              </a:extLst>
            </p:cNvPr>
            <p:cNvSpPr txBox="1"/>
            <p:nvPr/>
          </p:nvSpPr>
          <p:spPr>
            <a:xfrm>
              <a:off x="147061" y="957024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9E2A966-C5F7-287D-1133-C71C32D00E12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6393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43F1EA5-84F2-97AC-802B-CD843D46A4F8}"/>
              </a:ext>
            </a:extLst>
          </p:cNvPr>
          <p:cNvCxnSpPr>
            <a:cxnSpLocks/>
          </p:cNvCxnSpPr>
          <p:nvPr/>
        </p:nvCxnSpPr>
        <p:spPr>
          <a:xfrm>
            <a:off x="549275" y="996917"/>
            <a:ext cx="24511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9958D50-E3C4-8115-5869-49DA30EA816C}"/>
              </a:ext>
            </a:extLst>
          </p:cNvPr>
          <p:cNvCxnSpPr>
            <a:cxnSpLocks/>
          </p:cNvCxnSpPr>
          <p:nvPr/>
        </p:nvCxnSpPr>
        <p:spPr>
          <a:xfrm>
            <a:off x="772795" y="1338183"/>
            <a:ext cx="0" cy="133858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ED8F093-E376-DC65-4600-28E133F73F2A}"/>
              </a:ext>
            </a:extLst>
          </p:cNvPr>
          <p:cNvCxnSpPr>
            <a:cxnSpLocks/>
          </p:cNvCxnSpPr>
          <p:nvPr/>
        </p:nvCxnSpPr>
        <p:spPr>
          <a:xfrm>
            <a:off x="1367155" y="1018325"/>
            <a:ext cx="0" cy="16584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60320FC-6292-AEE1-12B9-9248F6B49E4B}"/>
              </a:ext>
            </a:extLst>
          </p:cNvPr>
          <p:cNvCxnSpPr>
            <a:cxnSpLocks/>
          </p:cNvCxnSpPr>
          <p:nvPr/>
        </p:nvCxnSpPr>
        <p:spPr>
          <a:xfrm>
            <a:off x="2347595" y="908815"/>
            <a:ext cx="0" cy="17679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73C72B0A-9444-27BF-32D8-77A6CF7EEF75}"/>
              </a:ext>
            </a:extLst>
          </p:cNvPr>
          <p:cNvCxnSpPr>
            <a:cxnSpLocks/>
          </p:cNvCxnSpPr>
          <p:nvPr/>
        </p:nvCxnSpPr>
        <p:spPr>
          <a:xfrm>
            <a:off x="772795" y="2618184"/>
            <a:ext cx="59436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22C6BB2-34FA-415A-AD80-90CA1E595A5A}"/>
              </a:ext>
            </a:extLst>
          </p:cNvPr>
          <p:cNvCxnSpPr>
            <a:cxnSpLocks/>
          </p:cNvCxnSpPr>
          <p:nvPr/>
        </p:nvCxnSpPr>
        <p:spPr>
          <a:xfrm>
            <a:off x="1367155" y="2618184"/>
            <a:ext cx="9804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16EE5A6A-0566-5F8B-5F0A-13E0E89B85D0}"/>
              </a:ext>
            </a:extLst>
          </p:cNvPr>
          <p:cNvCxnSpPr>
            <a:cxnSpLocks/>
          </p:cNvCxnSpPr>
          <p:nvPr/>
        </p:nvCxnSpPr>
        <p:spPr>
          <a:xfrm>
            <a:off x="546021" y="2313543"/>
            <a:ext cx="0" cy="36322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D455E2D-64C8-1EB3-3312-EB5E093D4927}"/>
              </a:ext>
            </a:extLst>
          </p:cNvPr>
          <p:cNvCxnSpPr>
            <a:cxnSpLocks/>
          </p:cNvCxnSpPr>
          <p:nvPr/>
        </p:nvCxnSpPr>
        <p:spPr>
          <a:xfrm>
            <a:off x="546021" y="2618184"/>
            <a:ext cx="22677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F20FE673-2488-041A-75B6-1FA16F009D30}"/>
              </a:ext>
            </a:extLst>
          </p:cNvPr>
          <p:cNvSpPr txBox="1"/>
          <p:nvPr/>
        </p:nvSpPr>
        <p:spPr>
          <a:xfrm>
            <a:off x="463123" y="2604099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5FAB5A20-E690-4B0F-2E54-068BFBA445AD}"/>
              </a:ext>
            </a:extLst>
          </p:cNvPr>
          <p:cNvSpPr txBox="1"/>
          <p:nvPr/>
        </p:nvSpPr>
        <p:spPr>
          <a:xfrm>
            <a:off x="883532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24CBAC8F-A8EA-2AEA-13E6-58E19141EE03}"/>
              </a:ext>
            </a:extLst>
          </p:cNvPr>
          <p:cNvSpPr txBox="1"/>
          <p:nvPr/>
        </p:nvSpPr>
        <p:spPr>
          <a:xfrm>
            <a:off x="1672897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44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A32C-BDB9-136E-1F2B-252FA81A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0C467AB4-19CC-23E0-E97F-EAAEF879B37C}"/>
              </a:ext>
            </a:extLst>
          </p:cNvPr>
          <p:cNvSpPr/>
          <p:nvPr/>
        </p:nvSpPr>
        <p:spPr>
          <a:xfrm>
            <a:off x="1506856" y="1506856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971F827-281C-BB71-276D-E4CFCCB76EE3}"/>
              </a:ext>
            </a:extLst>
          </p:cNvPr>
          <p:cNvSpPr/>
          <p:nvPr/>
        </p:nvSpPr>
        <p:spPr>
          <a:xfrm>
            <a:off x="1507160" y="14318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F3F189-7935-1B03-30D0-B8DF49E7263A}"/>
              </a:ext>
            </a:extLst>
          </p:cNvPr>
          <p:cNvSpPr/>
          <p:nvPr/>
        </p:nvSpPr>
        <p:spPr>
          <a:xfrm>
            <a:off x="1506856" y="933686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941A233-6ADB-9F19-56DA-14162D399051}"/>
              </a:ext>
            </a:extLst>
          </p:cNvPr>
          <p:cNvSpPr/>
          <p:nvPr/>
        </p:nvSpPr>
        <p:spPr>
          <a:xfrm>
            <a:off x="1506855" y="1095376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1085E54-A76B-DE47-9A00-BD29CC84FE6C}"/>
              </a:ext>
            </a:extLst>
          </p:cNvPr>
          <p:cNvCxnSpPr>
            <a:cxnSpLocks/>
          </p:cNvCxnSpPr>
          <p:nvPr/>
        </p:nvCxnSpPr>
        <p:spPr>
          <a:xfrm flipH="1">
            <a:off x="1507467" y="1208011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60FEE65-C4EC-3868-65F2-E6C0E67E3F91}"/>
              </a:ext>
            </a:extLst>
          </p:cNvPr>
          <p:cNvCxnSpPr>
            <a:cxnSpLocks/>
          </p:cNvCxnSpPr>
          <p:nvPr/>
        </p:nvCxnSpPr>
        <p:spPr>
          <a:xfrm flipH="1">
            <a:off x="1507467" y="1431848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AE09A201-DC15-4F0D-904E-6F4C54237FD6}"/>
              </a:ext>
            </a:extLst>
          </p:cNvPr>
          <p:cNvCxnSpPr>
            <a:cxnSpLocks/>
          </p:cNvCxnSpPr>
          <p:nvPr/>
        </p:nvCxnSpPr>
        <p:spPr>
          <a:xfrm flipV="1">
            <a:off x="1507467" y="143184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6B32410-EC54-C50D-7489-71D208EC3893}"/>
              </a:ext>
            </a:extLst>
          </p:cNvPr>
          <p:cNvCxnSpPr>
            <a:cxnSpLocks/>
          </p:cNvCxnSpPr>
          <p:nvPr/>
        </p:nvCxnSpPr>
        <p:spPr>
          <a:xfrm flipV="1">
            <a:off x="1507467" y="942027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4003ACE-89C9-4454-A87E-5B1D483F75AD}"/>
              </a:ext>
            </a:extLst>
          </p:cNvPr>
          <p:cNvCxnSpPr>
            <a:cxnSpLocks/>
          </p:cNvCxnSpPr>
          <p:nvPr/>
        </p:nvCxnSpPr>
        <p:spPr>
          <a:xfrm flipH="1">
            <a:off x="1425654" y="1325168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0CE71C5-A8E2-9305-6446-7E9861BBE785}"/>
              </a:ext>
            </a:extLst>
          </p:cNvPr>
          <p:cNvCxnSpPr>
            <a:cxnSpLocks/>
          </p:cNvCxnSpPr>
          <p:nvPr/>
        </p:nvCxnSpPr>
        <p:spPr>
          <a:xfrm>
            <a:off x="1848808" y="1325168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EFA459E-9844-EF55-93CD-CBDBDD322760}"/>
              </a:ext>
            </a:extLst>
          </p:cNvPr>
          <p:cNvGrpSpPr/>
          <p:nvPr/>
        </p:nvGrpSpPr>
        <p:grpSpPr>
          <a:xfrm>
            <a:off x="1683229" y="1517950"/>
            <a:ext cx="358140" cy="306467"/>
            <a:chOff x="1844040" y="1040959"/>
            <a:chExt cx="358140" cy="306467"/>
          </a:xfrm>
        </p:grpSpPr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AD63A089-924F-8779-1A5B-626DC8D1220D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E4758D03-4B80-E811-7473-64E0982C5565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4D89790C-906B-846B-59EE-09C24754E2E2}"/>
              </a:ext>
            </a:extLst>
          </p:cNvPr>
          <p:cNvSpPr/>
          <p:nvPr/>
        </p:nvSpPr>
        <p:spPr>
          <a:xfrm>
            <a:off x="1506856" y="2454527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358A122-876A-A83C-AB22-4D11FCC414A2}"/>
              </a:ext>
            </a:extLst>
          </p:cNvPr>
          <p:cNvSpPr/>
          <p:nvPr/>
        </p:nvSpPr>
        <p:spPr>
          <a:xfrm>
            <a:off x="1507160" y="2379518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3E1572A-AEDA-4803-49AC-CA6BE2EE1911}"/>
              </a:ext>
            </a:extLst>
          </p:cNvPr>
          <p:cNvSpPr/>
          <p:nvPr/>
        </p:nvSpPr>
        <p:spPr>
          <a:xfrm>
            <a:off x="1506856" y="1881357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A7E7B11-8F34-FAF1-9B44-FAEC0ABF186B}"/>
              </a:ext>
            </a:extLst>
          </p:cNvPr>
          <p:cNvSpPr/>
          <p:nvPr/>
        </p:nvSpPr>
        <p:spPr>
          <a:xfrm>
            <a:off x="1506855" y="20430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7FC7EDF0-A1E3-4BCE-FB98-AA91F7385287}"/>
              </a:ext>
            </a:extLst>
          </p:cNvPr>
          <p:cNvCxnSpPr>
            <a:cxnSpLocks/>
          </p:cNvCxnSpPr>
          <p:nvPr/>
        </p:nvCxnSpPr>
        <p:spPr>
          <a:xfrm flipH="1">
            <a:off x="1286589" y="2155682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6A6C30D-C7DA-9241-B08B-BD947E75A222}"/>
              </a:ext>
            </a:extLst>
          </p:cNvPr>
          <p:cNvCxnSpPr>
            <a:cxnSpLocks/>
          </p:cNvCxnSpPr>
          <p:nvPr/>
        </p:nvCxnSpPr>
        <p:spPr>
          <a:xfrm flipH="1">
            <a:off x="1286589" y="2379519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E642497-5455-940D-B11D-1C56A13A3F98}"/>
              </a:ext>
            </a:extLst>
          </p:cNvPr>
          <p:cNvCxnSpPr>
            <a:cxnSpLocks/>
          </p:cNvCxnSpPr>
          <p:nvPr/>
        </p:nvCxnSpPr>
        <p:spPr>
          <a:xfrm flipV="1">
            <a:off x="1507467" y="2379519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EBBACC5-D9EF-56B9-D615-DA2088076256}"/>
              </a:ext>
            </a:extLst>
          </p:cNvPr>
          <p:cNvCxnSpPr>
            <a:cxnSpLocks/>
          </p:cNvCxnSpPr>
          <p:nvPr/>
        </p:nvCxnSpPr>
        <p:spPr>
          <a:xfrm flipV="1">
            <a:off x="1507467" y="188969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8848973A-E868-DA30-B509-89E771CA5F7A}"/>
              </a:ext>
            </a:extLst>
          </p:cNvPr>
          <p:cNvCxnSpPr>
            <a:cxnSpLocks/>
          </p:cNvCxnSpPr>
          <p:nvPr/>
        </p:nvCxnSpPr>
        <p:spPr>
          <a:xfrm flipH="1">
            <a:off x="1225629" y="2272839"/>
            <a:ext cx="157924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37E1BA3B-2E2C-C9C7-0C39-0D85E6715FD4}"/>
              </a:ext>
            </a:extLst>
          </p:cNvPr>
          <p:cNvCxnSpPr>
            <a:cxnSpLocks/>
          </p:cNvCxnSpPr>
          <p:nvPr/>
        </p:nvCxnSpPr>
        <p:spPr>
          <a:xfrm>
            <a:off x="1848808" y="2272839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9C6C32A-04F6-E23C-077F-A8A2EAB0049D}"/>
              </a:ext>
            </a:extLst>
          </p:cNvPr>
          <p:cNvGrpSpPr/>
          <p:nvPr/>
        </p:nvGrpSpPr>
        <p:grpSpPr>
          <a:xfrm>
            <a:off x="1683229" y="2462049"/>
            <a:ext cx="358140" cy="306467"/>
            <a:chOff x="1844040" y="1040959"/>
            <a:chExt cx="358140" cy="306467"/>
          </a:xfrm>
        </p:grpSpPr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A65D745B-7FD3-994E-1178-EC7C7D324AD5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DF94ADCE-0F80-DF8B-57B9-6C38DEBBE18E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47CF3BDA-28DA-D25F-27E7-4BFEE47602C5}"/>
              </a:ext>
            </a:extLst>
          </p:cNvPr>
          <p:cNvSpPr txBox="1"/>
          <p:nvPr/>
        </p:nvSpPr>
        <p:spPr>
          <a:xfrm>
            <a:off x="818293" y="1166576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4D799618-EFF8-0A68-E989-84344A92B8E7}"/>
              </a:ext>
            </a:extLst>
          </p:cNvPr>
          <p:cNvSpPr txBox="1"/>
          <p:nvPr/>
        </p:nvSpPr>
        <p:spPr>
          <a:xfrm>
            <a:off x="818293" y="2119149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9AD5BF6-3470-4027-837C-3A739180A6A1}"/>
              </a:ext>
            </a:extLst>
          </p:cNvPr>
          <p:cNvCxnSpPr>
            <a:cxnSpLocks/>
          </p:cNvCxnSpPr>
          <p:nvPr/>
        </p:nvCxnSpPr>
        <p:spPr>
          <a:xfrm flipV="1">
            <a:off x="1911429" y="2272839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F1423DC1-2C7C-8F6F-5AA6-363466AA3FD1}"/>
              </a:ext>
            </a:extLst>
          </p:cNvPr>
          <p:cNvCxnSpPr>
            <a:cxnSpLocks/>
          </p:cNvCxnSpPr>
          <p:nvPr/>
        </p:nvCxnSpPr>
        <p:spPr>
          <a:xfrm flipV="1">
            <a:off x="1913414" y="1325506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843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08520DE-AF35-D13A-CDBB-0BE7470DE7B9}"/>
              </a:ext>
            </a:extLst>
          </p:cNvPr>
          <p:cNvGrpSpPr/>
          <p:nvPr/>
        </p:nvGrpSpPr>
        <p:grpSpPr>
          <a:xfrm rot="10800000">
            <a:off x="1185233" y="1462324"/>
            <a:ext cx="1229984" cy="775100"/>
            <a:chOff x="1506855" y="933686"/>
            <a:chExt cx="1229984" cy="7751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3ED69FF-47A9-30EA-A82F-C193C9ED7AD5}"/>
                </a:ext>
              </a:extLst>
            </p:cNvPr>
            <p:cNvSpPr/>
            <p:nvPr/>
          </p:nvSpPr>
          <p:spPr>
            <a:xfrm>
              <a:off x="1506856" y="1506856"/>
              <a:ext cx="110490" cy="2019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146B535C-1B6D-3B9E-CF66-1B41C5D2A14E}"/>
                </a:ext>
              </a:extLst>
            </p:cNvPr>
            <p:cNvSpPr/>
            <p:nvPr/>
          </p:nvSpPr>
          <p:spPr>
            <a:xfrm>
              <a:off x="1507160" y="1431847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00005C7F-7185-6C29-E015-322ABB472284}"/>
                </a:ext>
              </a:extLst>
            </p:cNvPr>
            <p:cNvSpPr/>
            <p:nvPr/>
          </p:nvSpPr>
          <p:spPr>
            <a:xfrm>
              <a:off x="1506856" y="933686"/>
              <a:ext cx="110490" cy="1993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F4C3646-2B81-2868-CCCB-51E15D5C68F7}"/>
                </a:ext>
              </a:extLst>
            </p:cNvPr>
            <p:cNvSpPr/>
            <p:nvPr/>
          </p:nvSpPr>
          <p:spPr>
            <a:xfrm>
              <a:off x="1506855" y="1095376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1C96D87-321B-6F0A-5512-77984F2462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208011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A752523C-8D5D-3831-74CB-ECDE237DD8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431848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7285617-9CE9-CC59-E1A1-D869A0D91E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1431848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822A7A8-D520-82FC-73F6-03FF5476B9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942027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D5C2685-D437-D195-9766-8DE781FA1A95}"/>
              </a:ext>
            </a:extLst>
          </p:cNvPr>
          <p:cNvCxnSpPr>
            <a:cxnSpLocks/>
          </p:cNvCxnSpPr>
          <p:nvPr/>
        </p:nvCxnSpPr>
        <p:spPr>
          <a:xfrm flipH="1">
            <a:off x="1104032" y="1853806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E67608E-EE8F-BADB-8991-8B8B166229DD}"/>
              </a:ext>
            </a:extLst>
          </p:cNvPr>
          <p:cNvCxnSpPr>
            <a:cxnSpLocks/>
          </p:cNvCxnSpPr>
          <p:nvPr/>
        </p:nvCxnSpPr>
        <p:spPr>
          <a:xfrm>
            <a:off x="1527186" y="185380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586576-0C78-6C78-340C-B4C2B6191697}"/>
              </a:ext>
            </a:extLst>
          </p:cNvPr>
          <p:cNvGrpSpPr/>
          <p:nvPr/>
        </p:nvGrpSpPr>
        <p:grpSpPr>
          <a:xfrm>
            <a:off x="1361607" y="2046588"/>
            <a:ext cx="358140" cy="306467"/>
            <a:chOff x="1844040" y="1040959"/>
            <a:chExt cx="358140" cy="306467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19863AC7-B846-7C58-15EB-5AA72A9B9709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A57D2B5-9CE0-448C-383B-ECE2F76F4BFC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4773D11-6518-9203-BCD5-8E82218822CA}"/>
              </a:ext>
            </a:extLst>
          </p:cNvPr>
          <p:cNvCxnSpPr>
            <a:cxnSpLocks/>
          </p:cNvCxnSpPr>
          <p:nvPr/>
        </p:nvCxnSpPr>
        <p:spPr>
          <a:xfrm flipV="1">
            <a:off x="1591792" y="1854144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3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162</Words>
  <Application>Microsoft Office PowerPoint</Application>
  <PresentationFormat>Benutzerdefiniert</PresentationFormat>
  <Paragraphs>111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39</cp:revision>
  <dcterms:created xsi:type="dcterms:W3CDTF">2026-09-04T15:35:46Z</dcterms:created>
  <dcterms:modified xsi:type="dcterms:W3CDTF">2026-09-25T09:21:54Z</dcterms:modified>
</cp:coreProperties>
</file>