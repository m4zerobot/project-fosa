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7" autoAdjust="0"/>
    <p:restoredTop sz="94660"/>
  </p:normalViewPr>
  <p:slideViewPr>
    <p:cSldViewPr snapToGrid="0">
      <p:cViewPr varScale="1">
        <p:scale>
          <a:sx n="214" d="100"/>
          <a:sy n="214" d="100"/>
        </p:scale>
        <p:origin x="4325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63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43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10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0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07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09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52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00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05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60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76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4D7A0-D8C8-4B74-9611-9A000801FA36}" type="datetimeFigureOut">
              <a:rPr lang="de-DE" smtClean="0"/>
              <a:t>18.09.2026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3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54A5F3C-007C-7BD1-7474-0FA70C51129D}"/>
              </a:ext>
            </a:extLst>
          </p:cNvPr>
          <p:cNvCxnSpPr>
            <a:cxnSpLocks/>
          </p:cNvCxnSpPr>
          <p:nvPr/>
        </p:nvCxnSpPr>
        <p:spPr>
          <a:xfrm flipV="1">
            <a:off x="426720" y="2078831"/>
            <a:ext cx="757236" cy="757236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6E2A4E2-345D-CEA5-FD08-2EDE4C3AA05A}"/>
              </a:ext>
            </a:extLst>
          </p:cNvPr>
          <p:cNvCxnSpPr>
            <a:cxnSpLocks/>
          </p:cNvCxnSpPr>
          <p:nvPr/>
        </p:nvCxnSpPr>
        <p:spPr>
          <a:xfrm flipV="1">
            <a:off x="724257" y="2078831"/>
            <a:ext cx="464341" cy="464341"/>
          </a:xfrm>
          <a:prstGeom prst="straightConnector1">
            <a:avLst/>
          </a:prstGeom>
          <a:ln cap="rnd">
            <a:solidFill>
              <a:schemeClr val="accent5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EC09B48-A578-036B-C1A1-DE6D8FF0895F}"/>
              </a:ext>
            </a:extLst>
          </p:cNvPr>
          <p:cNvCxnSpPr>
            <a:cxnSpLocks/>
          </p:cNvCxnSpPr>
          <p:nvPr/>
        </p:nvCxnSpPr>
        <p:spPr>
          <a:xfrm flipV="1">
            <a:off x="1183958" y="639366"/>
            <a:ext cx="0" cy="1439465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8F8F09-5177-556C-A8E8-D130B5153684}"/>
              </a:ext>
            </a:extLst>
          </p:cNvPr>
          <p:cNvCxnSpPr>
            <a:cxnSpLocks/>
          </p:cNvCxnSpPr>
          <p:nvPr/>
        </p:nvCxnSpPr>
        <p:spPr>
          <a:xfrm>
            <a:off x="1183958" y="2078831"/>
            <a:ext cx="203954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Würfel 3">
            <a:extLst>
              <a:ext uri="{FF2B5EF4-FFF2-40B4-BE49-F238E27FC236}">
                <a16:creationId xmlns:a16="http://schemas.microsoft.com/office/drawing/2014/main" id="{D4A4DD23-7775-A799-E4EC-3E26028CE300}"/>
              </a:ext>
            </a:extLst>
          </p:cNvPr>
          <p:cNvSpPr/>
          <p:nvPr/>
        </p:nvSpPr>
        <p:spPr>
          <a:xfrm>
            <a:off x="716053" y="1112247"/>
            <a:ext cx="2098073" cy="1430925"/>
          </a:xfrm>
          <a:prstGeom prst="cube">
            <a:avLst>
              <a:gd name="adj" fmla="val 32738"/>
            </a:avLst>
          </a:prstGeom>
          <a:solidFill>
            <a:schemeClr val="tx2">
              <a:lumMod val="75000"/>
              <a:lumOff val="25000"/>
              <a:alpha val="10000"/>
            </a:schemeClr>
          </a:solidFill>
          <a:ln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C63072-DB31-1284-EDC7-AC9D3E201421}"/>
              </a:ext>
            </a:extLst>
          </p:cNvPr>
          <p:cNvSpPr txBox="1"/>
          <p:nvPr/>
        </p:nvSpPr>
        <p:spPr>
          <a:xfrm>
            <a:off x="1183956" y="454699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8D5AE31-C6FC-83DD-56CE-13A1E6DDE37C}"/>
              </a:ext>
            </a:extLst>
          </p:cNvPr>
          <p:cNvSpPr txBox="1"/>
          <p:nvPr/>
        </p:nvSpPr>
        <p:spPr>
          <a:xfrm>
            <a:off x="3064554" y="2055196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0D63D03-D623-6DBA-EBD5-E3B9933331A4}"/>
              </a:ext>
            </a:extLst>
          </p:cNvPr>
          <p:cNvSpPr txBox="1"/>
          <p:nvPr/>
        </p:nvSpPr>
        <p:spPr>
          <a:xfrm>
            <a:off x="502690" y="2635367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7A355A0-801A-D506-DB58-971828EFA1F1}"/>
              </a:ext>
            </a:extLst>
          </p:cNvPr>
          <p:cNvCxnSpPr>
            <a:cxnSpLocks/>
          </p:cNvCxnSpPr>
          <p:nvPr/>
        </p:nvCxnSpPr>
        <p:spPr>
          <a:xfrm flipV="1">
            <a:off x="959405" y="2079068"/>
            <a:ext cx="226218" cy="22621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24F79BA-69C2-4DDE-1D44-8324F7DD871F}"/>
              </a:ext>
            </a:extLst>
          </p:cNvPr>
          <p:cNvCxnSpPr>
            <a:cxnSpLocks/>
          </p:cNvCxnSpPr>
          <p:nvPr/>
        </p:nvCxnSpPr>
        <p:spPr>
          <a:xfrm rot="-2700000" flipV="1">
            <a:off x="1072513" y="1806462"/>
            <a:ext cx="226218" cy="22621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44357C7B-3943-3494-026A-093042ABCBF7}"/>
              </a:ext>
            </a:extLst>
          </p:cNvPr>
          <p:cNvCxnSpPr>
            <a:cxnSpLocks/>
          </p:cNvCxnSpPr>
          <p:nvPr/>
        </p:nvCxnSpPr>
        <p:spPr>
          <a:xfrm rot="2700000" flipV="1">
            <a:off x="1230440" y="1965959"/>
            <a:ext cx="226218" cy="22621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5CBC41C1-1DA5-FE65-6487-DED87E9367F2}"/>
              </a:ext>
            </a:extLst>
          </p:cNvPr>
          <p:cNvSpPr txBox="1"/>
          <p:nvPr/>
        </p:nvSpPr>
        <p:spPr>
          <a:xfrm>
            <a:off x="914110" y="2138153"/>
            <a:ext cx="4161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de-DE" i="1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C34CE7D9-644D-6FD6-9F28-E835A1833042}"/>
              </a:ext>
            </a:extLst>
          </p:cNvPr>
          <p:cNvSpPr txBox="1"/>
          <p:nvPr/>
        </p:nvSpPr>
        <p:spPr>
          <a:xfrm>
            <a:off x="1322592" y="2003701"/>
            <a:ext cx="4161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de-DE" i="1" baseline="-25000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endParaRPr lang="de-DE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89ABE585-3C3C-ECD1-77FC-3580418F3FCD}"/>
              </a:ext>
            </a:extLst>
          </p:cNvPr>
          <p:cNvSpPr txBox="1"/>
          <p:nvPr/>
        </p:nvSpPr>
        <p:spPr>
          <a:xfrm>
            <a:off x="1107497" y="1517152"/>
            <a:ext cx="4161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  <a:r>
              <a:rPr lang="de-DE" i="1" baseline="-25000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  <a:endParaRPr lang="de-DE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CCB71FF-3130-2C9D-DFF0-7B77D0607D5D}"/>
              </a:ext>
            </a:extLst>
          </p:cNvPr>
          <p:cNvCxnSpPr>
            <a:cxnSpLocks/>
          </p:cNvCxnSpPr>
          <p:nvPr/>
        </p:nvCxnSpPr>
        <p:spPr>
          <a:xfrm>
            <a:off x="1062989" y="2403511"/>
            <a:ext cx="64532" cy="0"/>
          </a:xfrm>
          <a:prstGeom prst="straightConnector1">
            <a:avLst/>
          </a:prstGeom>
          <a:ln w="6350" cap="rnd">
            <a:solidFill>
              <a:schemeClr val="accent2">
                <a:lumMod val="75000"/>
              </a:schemeClr>
            </a:solidFill>
            <a:round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00C276D1-4216-E7E9-58DB-23440A8120F0}"/>
              </a:ext>
            </a:extLst>
          </p:cNvPr>
          <p:cNvCxnSpPr>
            <a:cxnSpLocks/>
          </p:cNvCxnSpPr>
          <p:nvPr/>
        </p:nvCxnSpPr>
        <p:spPr>
          <a:xfrm>
            <a:off x="1471125" y="2272066"/>
            <a:ext cx="64532" cy="0"/>
          </a:xfrm>
          <a:prstGeom prst="straightConnector1">
            <a:avLst/>
          </a:prstGeom>
          <a:ln w="6350" cap="rnd">
            <a:solidFill>
              <a:schemeClr val="accent2">
                <a:lumMod val="75000"/>
              </a:schemeClr>
            </a:solidFill>
            <a:round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279C544-F824-F3FE-73E1-D9246E7F6FE2}"/>
              </a:ext>
            </a:extLst>
          </p:cNvPr>
          <p:cNvCxnSpPr>
            <a:cxnSpLocks/>
          </p:cNvCxnSpPr>
          <p:nvPr/>
        </p:nvCxnSpPr>
        <p:spPr>
          <a:xfrm>
            <a:off x="1258060" y="1783538"/>
            <a:ext cx="64532" cy="0"/>
          </a:xfrm>
          <a:prstGeom prst="straightConnector1">
            <a:avLst/>
          </a:prstGeom>
          <a:ln w="6350" cap="rnd">
            <a:solidFill>
              <a:schemeClr val="accent2">
                <a:lumMod val="75000"/>
              </a:schemeClr>
            </a:solidFill>
            <a:round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4042B82-54EF-1C48-3C7C-6244FF2FC247}"/>
              </a:ext>
            </a:extLst>
          </p:cNvPr>
          <p:cNvCxnSpPr>
            <a:cxnSpLocks/>
          </p:cNvCxnSpPr>
          <p:nvPr/>
        </p:nvCxnSpPr>
        <p:spPr>
          <a:xfrm>
            <a:off x="724257" y="2543172"/>
            <a:ext cx="1630323" cy="0"/>
          </a:xfrm>
          <a:prstGeom prst="straightConnector1">
            <a:avLst/>
          </a:prstGeom>
          <a:ln cap="rnd">
            <a:solidFill>
              <a:schemeClr val="accent5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571DE624-DD83-A71A-05D6-7CA04C233E1E}"/>
              </a:ext>
            </a:extLst>
          </p:cNvPr>
          <p:cNvCxnSpPr>
            <a:cxnSpLocks/>
          </p:cNvCxnSpPr>
          <p:nvPr/>
        </p:nvCxnSpPr>
        <p:spPr>
          <a:xfrm flipV="1">
            <a:off x="2345055" y="1609725"/>
            <a:ext cx="0" cy="929637"/>
          </a:xfrm>
          <a:prstGeom prst="straightConnector1">
            <a:avLst/>
          </a:prstGeom>
          <a:ln cap="rnd">
            <a:solidFill>
              <a:schemeClr val="accent5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llipse 47">
            <a:extLst>
              <a:ext uri="{FF2B5EF4-FFF2-40B4-BE49-F238E27FC236}">
                <a16:creationId xmlns:a16="http://schemas.microsoft.com/office/drawing/2014/main" id="{68B47572-AF5C-89B5-8FBE-73488BCB35C1}"/>
              </a:ext>
            </a:extLst>
          </p:cNvPr>
          <p:cNvSpPr/>
          <p:nvPr/>
        </p:nvSpPr>
        <p:spPr>
          <a:xfrm>
            <a:off x="2304204" y="1542214"/>
            <a:ext cx="77892" cy="7789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31812E4-198E-4456-E20F-CF82467B279A}"/>
              </a:ext>
            </a:extLst>
          </p:cNvPr>
          <p:cNvSpPr txBox="1"/>
          <p:nvPr/>
        </p:nvSpPr>
        <p:spPr>
          <a:xfrm>
            <a:off x="2117335" y="1242606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04645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CE05-2D76-C0E2-F59D-97B5BEB1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7125028-A672-8195-345B-DE95AD9BBD06}"/>
              </a:ext>
            </a:extLst>
          </p:cNvPr>
          <p:cNvCxnSpPr>
            <a:cxnSpLocks/>
          </p:cNvCxnSpPr>
          <p:nvPr/>
        </p:nvCxnSpPr>
        <p:spPr>
          <a:xfrm flipV="1">
            <a:off x="426720" y="2078831"/>
            <a:ext cx="757236" cy="757236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7FA81D2-27B7-BCFA-F958-CDA7162FCF4D}"/>
              </a:ext>
            </a:extLst>
          </p:cNvPr>
          <p:cNvCxnSpPr>
            <a:cxnSpLocks/>
          </p:cNvCxnSpPr>
          <p:nvPr/>
        </p:nvCxnSpPr>
        <p:spPr>
          <a:xfrm flipV="1">
            <a:off x="1183958" y="639366"/>
            <a:ext cx="0" cy="1439465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91FAB22-9AFF-0861-541E-B2292877DD30}"/>
              </a:ext>
            </a:extLst>
          </p:cNvPr>
          <p:cNvCxnSpPr>
            <a:cxnSpLocks/>
          </p:cNvCxnSpPr>
          <p:nvPr/>
        </p:nvCxnSpPr>
        <p:spPr>
          <a:xfrm>
            <a:off x="1183958" y="2078831"/>
            <a:ext cx="203954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50C2DEA0-D114-A1C2-7E61-710BD10C2870}"/>
              </a:ext>
            </a:extLst>
          </p:cNvPr>
          <p:cNvSpPr txBox="1"/>
          <p:nvPr/>
        </p:nvSpPr>
        <p:spPr>
          <a:xfrm>
            <a:off x="1183956" y="454699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6056F5A-FADC-8A3F-59F6-509B60616016}"/>
              </a:ext>
            </a:extLst>
          </p:cNvPr>
          <p:cNvSpPr txBox="1"/>
          <p:nvPr/>
        </p:nvSpPr>
        <p:spPr>
          <a:xfrm>
            <a:off x="3064554" y="2055196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8E48622-2C7C-2DEE-78E6-B4E9D81F8A13}"/>
              </a:ext>
            </a:extLst>
          </p:cNvPr>
          <p:cNvSpPr txBox="1"/>
          <p:nvPr/>
        </p:nvSpPr>
        <p:spPr>
          <a:xfrm>
            <a:off x="502690" y="2635367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A67D595-68B8-B07C-9D78-906554936823}"/>
              </a:ext>
            </a:extLst>
          </p:cNvPr>
          <p:cNvCxnSpPr>
            <a:cxnSpLocks/>
          </p:cNvCxnSpPr>
          <p:nvPr/>
        </p:nvCxnSpPr>
        <p:spPr>
          <a:xfrm flipH="1" flipV="1">
            <a:off x="2344289" y="1579338"/>
            <a:ext cx="286516" cy="119922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2E3895B-A278-3871-06F9-CE28D285E7C6}"/>
              </a:ext>
            </a:extLst>
          </p:cNvPr>
          <p:cNvCxnSpPr>
            <a:cxnSpLocks/>
          </p:cNvCxnSpPr>
          <p:nvPr/>
        </p:nvCxnSpPr>
        <p:spPr>
          <a:xfrm rot="18900000" flipV="1">
            <a:off x="2231179" y="1306732"/>
            <a:ext cx="226218" cy="22621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B29789E-112C-983A-88AB-D8CE1E73BF05}"/>
              </a:ext>
            </a:extLst>
          </p:cNvPr>
          <p:cNvCxnSpPr>
            <a:cxnSpLocks/>
          </p:cNvCxnSpPr>
          <p:nvPr/>
        </p:nvCxnSpPr>
        <p:spPr>
          <a:xfrm flipV="1">
            <a:off x="2342255" y="1390650"/>
            <a:ext cx="274598" cy="18868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9DC932-C15C-8F2C-3E63-AA91B47C879C}"/>
              </a:ext>
            </a:extLst>
          </p:cNvPr>
          <p:cNvGrpSpPr/>
          <p:nvPr/>
        </p:nvGrpSpPr>
        <p:grpSpPr>
          <a:xfrm>
            <a:off x="2558950" y="1556813"/>
            <a:ext cx="416102" cy="369332"/>
            <a:chOff x="2557858" y="765199"/>
            <a:chExt cx="416102" cy="369332"/>
          </a:xfrm>
        </p:grpSpPr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764DDA0E-D565-30C5-2EA3-4E1FBC76C9FB}"/>
                </a:ext>
              </a:extLst>
            </p:cNvPr>
            <p:cNvSpPr txBox="1"/>
            <p:nvPr/>
          </p:nvSpPr>
          <p:spPr>
            <a:xfrm>
              <a:off x="2557858" y="765199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de-DE" i="1" baseline="-250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</a:p>
          </p:txBody>
        </p: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76B3DCD9-76BF-44DB-9344-AF18ED5901DD}"/>
                </a:ext>
              </a:extLst>
            </p:cNvPr>
            <p:cNvCxnSpPr>
              <a:cxnSpLocks/>
            </p:cNvCxnSpPr>
            <p:nvPr/>
          </p:nvCxnSpPr>
          <p:spPr>
            <a:xfrm>
              <a:off x="2706737" y="1030557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77C57D1-F9B2-2A46-F47F-49000E09F98A}"/>
              </a:ext>
            </a:extLst>
          </p:cNvPr>
          <p:cNvGrpSpPr/>
          <p:nvPr/>
        </p:nvGrpSpPr>
        <p:grpSpPr>
          <a:xfrm>
            <a:off x="2566544" y="1123585"/>
            <a:ext cx="416102" cy="369332"/>
            <a:chOff x="2981580" y="636462"/>
            <a:chExt cx="416102" cy="369332"/>
          </a:xfrm>
        </p:grpSpPr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8B858ED6-2DBB-3A9C-790A-4D558B7186C9}"/>
                </a:ext>
              </a:extLst>
            </p:cNvPr>
            <p:cNvSpPr txBox="1"/>
            <p:nvPr/>
          </p:nvSpPr>
          <p:spPr>
            <a:xfrm>
              <a:off x="2981580" y="636462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 err="1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de-DE" i="1" baseline="-25000" dirty="0" err="1">
                  <a:solidFill>
                    <a:schemeClr val="accent2">
                      <a:lumMod val="7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φ</a:t>
              </a:r>
              <a:endParaRPr lang="de-DE" i="1" baseline="-25000" dirty="0">
                <a:solidFill>
                  <a:schemeClr val="accent2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53AA06B3-8D36-49B9-45B7-D24881FEA458}"/>
                </a:ext>
              </a:extLst>
            </p:cNvPr>
            <p:cNvCxnSpPr>
              <a:cxnSpLocks/>
            </p:cNvCxnSpPr>
            <p:nvPr/>
          </p:nvCxnSpPr>
          <p:spPr>
            <a:xfrm>
              <a:off x="3114873" y="899112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5295FA1-601F-BB1B-D2CC-B82803FD3A8F}"/>
              </a:ext>
            </a:extLst>
          </p:cNvPr>
          <p:cNvGrpSpPr/>
          <p:nvPr/>
        </p:nvGrpSpPr>
        <p:grpSpPr>
          <a:xfrm>
            <a:off x="2134204" y="911327"/>
            <a:ext cx="416102" cy="369332"/>
            <a:chOff x="2751245" y="144198"/>
            <a:chExt cx="416102" cy="369332"/>
          </a:xfrm>
        </p:grpSpPr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E142B692-749E-0C38-6471-CCEA527D94CD}"/>
                </a:ext>
              </a:extLst>
            </p:cNvPr>
            <p:cNvSpPr txBox="1"/>
            <p:nvPr/>
          </p:nvSpPr>
          <p:spPr>
            <a:xfrm>
              <a:off x="2751245" y="144198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 err="1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de-DE" i="1" baseline="-25000" dirty="0" err="1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</a:t>
              </a:r>
              <a:endParaRPr lang="de-DE" i="1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7A65D8D0-DD17-2A45-DEB3-DBEFE2623444}"/>
                </a:ext>
              </a:extLst>
            </p:cNvPr>
            <p:cNvCxnSpPr>
              <a:cxnSpLocks/>
            </p:cNvCxnSpPr>
            <p:nvPr/>
          </p:nvCxnSpPr>
          <p:spPr>
            <a:xfrm>
              <a:off x="2901808" y="410584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E4BBF2B-5B12-D2D1-E5EC-1BD5BE4886D5}"/>
              </a:ext>
            </a:extLst>
          </p:cNvPr>
          <p:cNvCxnSpPr>
            <a:cxnSpLocks/>
          </p:cNvCxnSpPr>
          <p:nvPr/>
        </p:nvCxnSpPr>
        <p:spPr>
          <a:xfrm>
            <a:off x="1183640" y="2075180"/>
            <a:ext cx="1170940" cy="473710"/>
          </a:xfrm>
          <a:prstGeom prst="straightConnector1">
            <a:avLst/>
          </a:prstGeom>
          <a:ln cap="rnd">
            <a:solidFill>
              <a:schemeClr val="accent5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BED058C-53D1-1F9B-A070-4F96535A517B}"/>
              </a:ext>
            </a:extLst>
          </p:cNvPr>
          <p:cNvCxnSpPr>
            <a:cxnSpLocks/>
          </p:cNvCxnSpPr>
          <p:nvPr/>
        </p:nvCxnSpPr>
        <p:spPr>
          <a:xfrm flipV="1">
            <a:off x="2345055" y="1609725"/>
            <a:ext cx="0" cy="929637"/>
          </a:xfrm>
          <a:prstGeom prst="straightConnector1">
            <a:avLst/>
          </a:prstGeom>
          <a:ln cap="rnd">
            <a:solidFill>
              <a:schemeClr val="accent5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llipse 47">
            <a:extLst>
              <a:ext uri="{FF2B5EF4-FFF2-40B4-BE49-F238E27FC236}">
                <a16:creationId xmlns:a16="http://schemas.microsoft.com/office/drawing/2014/main" id="{4824D4FB-C639-5AC0-E333-7233EDC82869}"/>
              </a:ext>
            </a:extLst>
          </p:cNvPr>
          <p:cNvSpPr/>
          <p:nvPr/>
        </p:nvSpPr>
        <p:spPr>
          <a:xfrm>
            <a:off x="2304204" y="1542214"/>
            <a:ext cx="77892" cy="7789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C3CB345-69B1-12D6-082D-4EADC74E22DE}"/>
              </a:ext>
            </a:extLst>
          </p:cNvPr>
          <p:cNvSpPr txBox="1"/>
          <p:nvPr/>
        </p:nvSpPr>
        <p:spPr>
          <a:xfrm>
            <a:off x="2004325" y="1541924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  <p:sp>
        <p:nvSpPr>
          <p:cNvPr id="8" name="Bogen 7">
            <a:extLst>
              <a:ext uri="{FF2B5EF4-FFF2-40B4-BE49-F238E27FC236}">
                <a16:creationId xmlns:a16="http://schemas.microsoft.com/office/drawing/2014/main" id="{1590F742-10BB-E20C-4E0C-56C064DC06CA}"/>
              </a:ext>
            </a:extLst>
          </p:cNvPr>
          <p:cNvSpPr/>
          <p:nvPr/>
        </p:nvSpPr>
        <p:spPr>
          <a:xfrm>
            <a:off x="567056" y="1761486"/>
            <a:ext cx="1233168" cy="626114"/>
          </a:xfrm>
          <a:prstGeom prst="arc">
            <a:avLst>
              <a:gd name="adj1" fmla="val 1332851"/>
              <a:gd name="adj2" fmla="val 8117967"/>
            </a:avLst>
          </a:prstGeom>
          <a:ln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5CA23E4-5747-9A95-CD74-7094376B54E4}"/>
              </a:ext>
            </a:extLst>
          </p:cNvPr>
          <p:cNvSpPr txBox="1"/>
          <p:nvPr/>
        </p:nvSpPr>
        <p:spPr>
          <a:xfrm>
            <a:off x="2234194" y="2066037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  <a:r>
              <a:rPr lang="de-DE" i="1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i="1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DF24F3D-4FCA-D94C-6721-58405D0F3736}"/>
              </a:ext>
            </a:extLst>
          </p:cNvPr>
          <p:cNvSpPr txBox="1"/>
          <p:nvPr/>
        </p:nvSpPr>
        <p:spPr>
          <a:xfrm>
            <a:off x="1710020" y="2343445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i="1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i="1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019A17E-C9D2-9D7D-8200-5A30CE02C597}"/>
              </a:ext>
            </a:extLst>
          </p:cNvPr>
          <p:cNvSpPr txBox="1"/>
          <p:nvPr/>
        </p:nvSpPr>
        <p:spPr>
          <a:xfrm>
            <a:off x="1015488" y="2357318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5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i="1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i="1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24C3A91-0C3D-A06C-9E31-2FF7188270D8}"/>
              </a:ext>
            </a:extLst>
          </p:cNvPr>
          <p:cNvCxnSpPr>
            <a:cxnSpLocks/>
          </p:cNvCxnSpPr>
          <p:nvPr/>
        </p:nvCxnSpPr>
        <p:spPr>
          <a:xfrm>
            <a:off x="1183004" y="1111249"/>
            <a:ext cx="1170940" cy="473710"/>
          </a:xfrm>
          <a:prstGeom prst="straightConnector1">
            <a:avLst/>
          </a:prstGeom>
          <a:ln w="12700" cap="rnd">
            <a:solidFill>
              <a:schemeClr val="accent5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746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4FC0-CB0D-C88E-04DD-C2B32DBA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EA23F6E-7E2E-3CA1-0085-00D838C541A8}"/>
              </a:ext>
            </a:extLst>
          </p:cNvPr>
          <p:cNvCxnSpPr>
            <a:cxnSpLocks/>
          </p:cNvCxnSpPr>
          <p:nvPr/>
        </p:nvCxnSpPr>
        <p:spPr>
          <a:xfrm flipV="1">
            <a:off x="426720" y="2078831"/>
            <a:ext cx="757236" cy="757236"/>
          </a:xfrm>
          <a:prstGeom prst="straightConnector1">
            <a:avLst/>
          </a:prstGeom>
          <a:ln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E68E3DD-AEA8-1C07-A0DE-F120671C1191}"/>
              </a:ext>
            </a:extLst>
          </p:cNvPr>
          <p:cNvCxnSpPr>
            <a:cxnSpLocks/>
          </p:cNvCxnSpPr>
          <p:nvPr/>
        </p:nvCxnSpPr>
        <p:spPr>
          <a:xfrm flipV="1">
            <a:off x="1183958" y="639366"/>
            <a:ext cx="0" cy="1439465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E2ADA72-F865-DA3D-DB9C-4D3CB86FD0C9}"/>
              </a:ext>
            </a:extLst>
          </p:cNvPr>
          <p:cNvCxnSpPr>
            <a:cxnSpLocks/>
          </p:cNvCxnSpPr>
          <p:nvPr/>
        </p:nvCxnSpPr>
        <p:spPr>
          <a:xfrm>
            <a:off x="1183958" y="2078831"/>
            <a:ext cx="203954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B873F0DD-9F2C-546D-5066-B3AAF8CF0669}"/>
              </a:ext>
            </a:extLst>
          </p:cNvPr>
          <p:cNvSpPr txBox="1"/>
          <p:nvPr/>
        </p:nvSpPr>
        <p:spPr>
          <a:xfrm>
            <a:off x="1183956" y="454699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681AAFA-C14E-42C9-F77F-D84C705B0CB9}"/>
              </a:ext>
            </a:extLst>
          </p:cNvPr>
          <p:cNvSpPr txBox="1"/>
          <p:nvPr/>
        </p:nvSpPr>
        <p:spPr>
          <a:xfrm>
            <a:off x="3064554" y="2055196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8326461-DC68-BECF-7EE3-389D5350FADC}"/>
              </a:ext>
            </a:extLst>
          </p:cNvPr>
          <p:cNvSpPr txBox="1"/>
          <p:nvPr/>
        </p:nvSpPr>
        <p:spPr>
          <a:xfrm>
            <a:off x="502690" y="2635367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D5E1C09-638A-CC66-7044-2BC961B45626}"/>
              </a:ext>
            </a:extLst>
          </p:cNvPr>
          <p:cNvCxnSpPr>
            <a:cxnSpLocks/>
          </p:cNvCxnSpPr>
          <p:nvPr/>
        </p:nvCxnSpPr>
        <p:spPr>
          <a:xfrm flipH="1" flipV="1">
            <a:off x="2265465" y="1198842"/>
            <a:ext cx="201510" cy="226098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950D463-9AE2-168F-ECA5-D300F672987C}"/>
              </a:ext>
            </a:extLst>
          </p:cNvPr>
          <p:cNvCxnSpPr>
            <a:cxnSpLocks/>
          </p:cNvCxnSpPr>
          <p:nvPr/>
        </p:nvCxnSpPr>
        <p:spPr>
          <a:xfrm flipV="1">
            <a:off x="2264891" y="997302"/>
            <a:ext cx="242910" cy="195724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298D35F-8AAF-C399-18CB-AE054DA81E3E}"/>
              </a:ext>
            </a:extLst>
          </p:cNvPr>
          <p:cNvCxnSpPr>
            <a:cxnSpLocks/>
          </p:cNvCxnSpPr>
          <p:nvPr/>
        </p:nvCxnSpPr>
        <p:spPr>
          <a:xfrm flipV="1">
            <a:off x="2263431" y="1091565"/>
            <a:ext cx="296889" cy="107277"/>
          </a:xfrm>
          <a:prstGeom prst="straightConnector1">
            <a:avLst/>
          </a:prstGeom>
          <a:ln w="25400" cap="rnd">
            <a:solidFill>
              <a:schemeClr val="accent2">
                <a:lumMod val="75000"/>
              </a:schemeClr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4205919-06CC-08C5-B918-90C3E64B05F5}"/>
              </a:ext>
            </a:extLst>
          </p:cNvPr>
          <p:cNvGrpSpPr/>
          <p:nvPr/>
        </p:nvGrpSpPr>
        <p:grpSpPr>
          <a:xfrm>
            <a:off x="2336186" y="1322539"/>
            <a:ext cx="416102" cy="369332"/>
            <a:chOff x="2564122" y="765199"/>
            <a:chExt cx="416102" cy="369332"/>
          </a:xfrm>
        </p:grpSpPr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554DA27-5727-17A4-EA61-F54462A4DF2C}"/>
                </a:ext>
              </a:extLst>
            </p:cNvPr>
            <p:cNvSpPr txBox="1"/>
            <p:nvPr/>
          </p:nvSpPr>
          <p:spPr>
            <a:xfrm>
              <a:off x="2564122" y="765199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el-GR" i="1" baseline="-250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ϑ</a:t>
              </a:r>
              <a:endParaRPr lang="de-DE" i="1" baseline="-250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FCEC689C-5DCE-DDF5-D3D3-77025F6AE4C2}"/>
                </a:ext>
              </a:extLst>
            </p:cNvPr>
            <p:cNvCxnSpPr>
              <a:cxnSpLocks/>
            </p:cNvCxnSpPr>
            <p:nvPr/>
          </p:nvCxnSpPr>
          <p:spPr>
            <a:xfrm>
              <a:off x="2706737" y="1030557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0686A09-3635-EA48-4750-737DFF7D6463}"/>
              </a:ext>
            </a:extLst>
          </p:cNvPr>
          <p:cNvGrpSpPr/>
          <p:nvPr/>
        </p:nvGrpSpPr>
        <p:grpSpPr>
          <a:xfrm>
            <a:off x="2490255" y="901220"/>
            <a:ext cx="416102" cy="369332"/>
            <a:chOff x="2981580" y="636462"/>
            <a:chExt cx="416102" cy="369332"/>
          </a:xfrm>
        </p:grpSpPr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2861BDFE-D3C3-02CD-CC2F-4A4F5A268973}"/>
                </a:ext>
              </a:extLst>
            </p:cNvPr>
            <p:cNvSpPr txBox="1"/>
            <p:nvPr/>
          </p:nvSpPr>
          <p:spPr>
            <a:xfrm>
              <a:off x="2981580" y="636462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 err="1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de-DE" i="1" baseline="-25000" dirty="0" err="1">
                  <a:solidFill>
                    <a:schemeClr val="accent2">
                      <a:lumMod val="7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φ</a:t>
              </a:r>
              <a:endParaRPr lang="de-DE" i="1" baseline="-25000" dirty="0">
                <a:solidFill>
                  <a:schemeClr val="accent2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02E17160-797B-5AAE-4CAE-D25AE13BE813}"/>
                </a:ext>
              </a:extLst>
            </p:cNvPr>
            <p:cNvCxnSpPr>
              <a:cxnSpLocks/>
            </p:cNvCxnSpPr>
            <p:nvPr/>
          </p:nvCxnSpPr>
          <p:spPr>
            <a:xfrm>
              <a:off x="3114873" y="899112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6D8AD88-68D3-DD29-EFAC-B8641D0CA1FE}"/>
              </a:ext>
            </a:extLst>
          </p:cNvPr>
          <p:cNvGrpSpPr/>
          <p:nvPr/>
        </p:nvGrpSpPr>
        <p:grpSpPr>
          <a:xfrm>
            <a:off x="2323030" y="664567"/>
            <a:ext cx="416102" cy="369332"/>
            <a:chOff x="2751245" y="144198"/>
            <a:chExt cx="416102" cy="369332"/>
          </a:xfrm>
        </p:grpSpPr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294715F-BCFD-7F09-3F30-EB19EE651165}"/>
                </a:ext>
              </a:extLst>
            </p:cNvPr>
            <p:cNvSpPr txBox="1"/>
            <p:nvPr/>
          </p:nvSpPr>
          <p:spPr>
            <a:xfrm>
              <a:off x="2751245" y="144198"/>
              <a:ext cx="416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i="1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  <a:r>
                <a:rPr lang="de-DE" i="1" baseline="-250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CC8DAE07-DCF8-7CAC-DA8B-4E134D9737C9}"/>
                </a:ext>
              </a:extLst>
            </p:cNvPr>
            <p:cNvCxnSpPr>
              <a:cxnSpLocks/>
            </p:cNvCxnSpPr>
            <p:nvPr/>
          </p:nvCxnSpPr>
          <p:spPr>
            <a:xfrm>
              <a:off x="2901808" y="410584"/>
              <a:ext cx="64532" cy="0"/>
            </a:xfrm>
            <a:prstGeom prst="straightConnector1">
              <a:avLst/>
            </a:prstGeom>
            <a:ln w="63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A64220E-8D30-BAF7-BB5B-C936BF4AEC35}"/>
              </a:ext>
            </a:extLst>
          </p:cNvPr>
          <p:cNvCxnSpPr>
            <a:cxnSpLocks/>
          </p:cNvCxnSpPr>
          <p:nvPr/>
        </p:nvCxnSpPr>
        <p:spPr>
          <a:xfrm>
            <a:off x="1183640" y="2075180"/>
            <a:ext cx="1078438" cy="436288"/>
          </a:xfrm>
          <a:prstGeom prst="straightConnector1">
            <a:avLst/>
          </a:prstGeom>
          <a:ln w="12700" cap="rnd">
            <a:solidFill>
              <a:schemeClr val="accent5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CA5E373E-F674-6F99-BF71-649ECD375B52}"/>
              </a:ext>
            </a:extLst>
          </p:cNvPr>
          <p:cNvCxnSpPr>
            <a:cxnSpLocks/>
          </p:cNvCxnSpPr>
          <p:nvPr/>
        </p:nvCxnSpPr>
        <p:spPr>
          <a:xfrm flipV="1">
            <a:off x="2265546" y="1239610"/>
            <a:ext cx="0" cy="1268727"/>
          </a:xfrm>
          <a:prstGeom prst="straightConnector1">
            <a:avLst/>
          </a:prstGeom>
          <a:ln w="12700" cap="rnd">
            <a:solidFill>
              <a:schemeClr val="accent5">
                <a:lumMod val="75000"/>
              </a:schemeClr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llipse 47">
            <a:extLst>
              <a:ext uri="{FF2B5EF4-FFF2-40B4-BE49-F238E27FC236}">
                <a16:creationId xmlns:a16="http://schemas.microsoft.com/office/drawing/2014/main" id="{641AF1FD-3363-6C19-3348-1B8C6ACEE2B4}"/>
              </a:ext>
            </a:extLst>
          </p:cNvPr>
          <p:cNvSpPr/>
          <p:nvPr/>
        </p:nvSpPr>
        <p:spPr>
          <a:xfrm>
            <a:off x="2225380" y="1161718"/>
            <a:ext cx="77892" cy="7789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317BEE9C-7BEE-5C69-884C-06AC02FF9584}"/>
              </a:ext>
            </a:extLst>
          </p:cNvPr>
          <p:cNvSpPr txBox="1"/>
          <p:nvPr/>
        </p:nvSpPr>
        <p:spPr>
          <a:xfrm>
            <a:off x="1944526" y="903814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  <p:sp>
        <p:nvSpPr>
          <p:cNvPr id="8" name="Bogen 7">
            <a:extLst>
              <a:ext uri="{FF2B5EF4-FFF2-40B4-BE49-F238E27FC236}">
                <a16:creationId xmlns:a16="http://schemas.microsoft.com/office/drawing/2014/main" id="{E30B2FDC-E866-C811-1716-7336B17E350C}"/>
              </a:ext>
            </a:extLst>
          </p:cNvPr>
          <p:cNvSpPr/>
          <p:nvPr/>
        </p:nvSpPr>
        <p:spPr>
          <a:xfrm>
            <a:off x="567056" y="1761486"/>
            <a:ext cx="1233168" cy="626114"/>
          </a:xfrm>
          <a:prstGeom prst="arc">
            <a:avLst>
              <a:gd name="adj1" fmla="val 1332851"/>
              <a:gd name="adj2" fmla="val 8117967"/>
            </a:avLst>
          </a:prstGeom>
          <a:ln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7186EE-1194-2EC4-160E-660BA9B3ABB8}"/>
              </a:ext>
            </a:extLst>
          </p:cNvPr>
          <p:cNvSpPr txBox="1"/>
          <p:nvPr/>
        </p:nvSpPr>
        <p:spPr>
          <a:xfrm>
            <a:off x="1609073" y="1494526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i="1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i="1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5A3DA0F-B6A6-B717-BABC-F29B32A70F63}"/>
              </a:ext>
            </a:extLst>
          </p:cNvPr>
          <p:cNvSpPr txBox="1"/>
          <p:nvPr/>
        </p:nvSpPr>
        <p:spPr>
          <a:xfrm>
            <a:off x="1015488" y="2357318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solidFill>
                  <a:schemeClr val="accent5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i="1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i="1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7BD4782-8C9C-714E-4909-56319848B585}"/>
              </a:ext>
            </a:extLst>
          </p:cNvPr>
          <p:cNvCxnSpPr>
            <a:cxnSpLocks/>
          </p:cNvCxnSpPr>
          <p:nvPr/>
        </p:nvCxnSpPr>
        <p:spPr>
          <a:xfrm flipV="1">
            <a:off x="1183640" y="1219200"/>
            <a:ext cx="1058545" cy="855980"/>
          </a:xfrm>
          <a:prstGeom prst="straightConnector1">
            <a:avLst/>
          </a:prstGeom>
          <a:ln w="19050" cap="rnd">
            <a:solidFill>
              <a:schemeClr val="accent5">
                <a:lumMod val="75000"/>
              </a:schemeClr>
            </a:solidFill>
            <a:prstDash val="solid"/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ogen 12">
            <a:extLst>
              <a:ext uri="{FF2B5EF4-FFF2-40B4-BE49-F238E27FC236}">
                <a16:creationId xmlns:a16="http://schemas.microsoft.com/office/drawing/2014/main" id="{71CC4B2C-0478-F131-48EC-B8BD7EB2799F}"/>
              </a:ext>
            </a:extLst>
          </p:cNvPr>
          <p:cNvSpPr/>
          <p:nvPr/>
        </p:nvSpPr>
        <p:spPr>
          <a:xfrm rot="5400000">
            <a:off x="660366" y="1710389"/>
            <a:ext cx="1045542" cy="732458"/>
          </a:xfrm>
          <a:prstGeom prst="arc">
            <a:avLst>
              <a:gd name="adj1" fmla="val 10775411"/>
              <a:gd name="adj2" fmla="val 13856626"/>
            </a:avLst>
          </a:prstGeom>
          <a:ln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13336BC-A5B6-97A7-9E39-1244BCFCB9D7}"/>
              </a:ext>
            </a:extLst>
          </p:cNvPr>
          <p:cNvSpPr txBox="1"/>
          <p:nvPr/>
        </p:nvSpPr>
        <p:spPr>
          <a:xfrm>
            <a:off x="1145915" y="1331353"/>
            <a:ext cx="55865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i="1" dirty="0">
                <a:solidFill>
                  <a:schemeClr val="accent5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r>
              <a:rPr lang="de-DE" i="1" baseline="-250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28768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0EE9-4709-94EF-4152-6F3BA2BF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86FB748-6542-5BE0-C45B-50BA2F299F1D}"/>
              </a:ext>
            </a:extLst>
          </p:cNvPr>
          <p:cNvCxnSpPr/>
          <p:nvPr/>
        </p:nvCxnSpPr>
        <p:spPr>
          <a:xfrm flipV="1">
            <a:off x="442913" y="582216"/>
            <a:ext cx="0" cy="2528887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92FBAEA-5AE5-90CD-FE04-79A3BE8CC28F}"/>
              </a:ext>
            </a:extLst>
          </p:cNvPr>
          <p:cNvCxnSpPr>
            <a:cxnSpLocks/>
          </p:cNvCxnSpPr>
          <p:nvPr/>
        </p:nvCxnSpPr>
        <p:spPr>
          <a:xfrm rot="5400000" flipV="1">
            <a:off x="1707358" y="1846660"/>
            <a:ext cx="0" cy="2528887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8B99B377-4578-8ACA-DE19-5DB032388E03}"/>
              </a:ext>
            </a:extLst>
          </p:cNvPr>
          <p:cNvSpPr txBox="1"/>
          <p:nvPr/>
        </p:nvSpPr>
        <p:spPr>
          <a:xfrm>
            <a:off x="91924" y="582216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F8FD64-1C59-A8E8-3CE7-389109263076}"/>
              </a:ext>
            </a:extLst>
          </p:cNvPr>
          <p:cNvSpPr txBox="1"/>
          <p:nvPr/>
        </p:nvSpPr>
        <p:spPr>
          <a:xfrm>
            <a:off x="2998592" y="2926437"/>
            <a:ext cx="31788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044FC24-9D30-02C3-87DD-389238368828}"/>
              </a:ext>
            </a:extLst>
          </p:cNvPr>
          <p:cNvCxnSpPr>
            <a:cxnSpLocks/>
          </p:cNvCxnSpPr>
          <p:nvPr/>
        </p:nvCxnSpPr>
        <p:spPr>
          <a:xfrm flipV="1">
            <a:off x="1678188" y="859213"/>
            <a:ext cx="0" cy="1974889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BEB614E-A4FF-D563-16F0-C209AE4ABDA3}"/>
              </a:ext>
            </a:extLst>
          </p:cNvPr>
          <p:cNvCxnSpPr>
            <a:cxnSpLocks/>
          </p:cNvCxnSpPr>
          <p:nvPr/>
        </p:nvCxnSpPr>
        <p:spPr>
          <a:xfrm>
            <a:off x="597696" y="1846658"/>
            <a:ext cx="2170507" cy="0"/>
          </a:xfrm>
          <a:prstGeom prst="straightConnector1">
            <a:avLst/>
          </a:prstGeom>
          <a:ln w="15875" cap="rnd">
            <a:solidFill>
              <a:srgbClr val="0070C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163E971B-3212-5CC0-95E8-D7EF53388FB6}"/>
              </a:ext>
            </a:extLst>
          </p:cNvPr>
          <p:cNvSpPr/>
          <p:nvPr/>
        </p:nvSpPr>
        <p:spPr>
          <a:xfrm>
            <a:off x="1296591" y="867965"/>
            <a:ext cx="1471612" cy="1568054"/>
          </a:xfrm>
          <a:custGeom>
            <a:avLst/>
            <a:gdLst>
              <a:gd name="csX0" fmla="*/ 0 w 1471612"/>
              <a:gd name="csY0" fmla="*/ 0 h 1568054"/>
              <a:gd name="csX1" fmla="*/ 385762 w 1471612"/>
              <a:gd name="csY1" fmla="*/ 982265 h 1568054"/>
              <a:gd name="csX2" fmla="*/ 1471612 w 1471612"/>
              <a:gd name="csY2" fmla="*/ 1568054 h 1568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71612" h="1568054">
                <a:moveTo>
                  <a:pt x="0" y="0"/>
                </a:moveTo>
                <a:cubicBezTo>
                  <a:pt x="31849" y="254496"/>
                  <a:pt x="138707" y="662582"/>
                  <a:pt x="385762" y="982265"/>
                </a:cubicBezTo>
                <a:cubicBezTo>
                  <a:pt x="632817" y="1301948"/>
                  <a:pt x="1116211" y="1488877"/>
                  <a:pt x="1471612" y="1568054"/>
                </a:cubicBezTo>
              </a:path>
            </a:pathLst>
          </a:custGeom>
          <a:noFill/>
          <a:ln w="15875" cap="rnd">
            <a:solidFill>
              <a:srgbClr val="FFC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1F2DC713-9D3E-8DD1-7D55-A97A6E82F75E}"/>
              </a:ext>
            </a:extLst>
          </p:cNvPr>
          <p:cNvSpPr/>
          <p:nvPr/>
        </p:nvSpPr>
        <p:spPr>
          <a:xfrm>
            <a:off x="1042988" y="871714"/>
            <a:ext cx="1725215" cy="1410890"/>
          </a:xfrm>
          <a:custGeom>
            <a:avLst/>
            <a:gdLst>
              <a:gd name="csX0" fmla="*/ 0 w 1725215"/>
              <a:gd name="csY0" fmla="*/ 0 h 1410890"/>
              <a:gd name="csX1" fmla="*/ 646509 w 1725215"/>
              <a:gd name="csY1" fmla="*/ 985836 h 1410890"/>
              <a:gd name="csX2" fmla="*/ 1725215 w 1725215"/>
              <a:gd name="csY2" fmla="*/ 1410890 h 1410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25215" h="1410890">
                <a:moveTo>
                  <a:pt x="0" y="0"/>
                </a:moveTo>
                <a:cubicBezTo>
                  <a:pt x="103287" y="308074"/>
                  <a:pt x="358973" y="750688"/>
                  <a:pt x="646509" y="985836"/>
                </a:cubicBezTo>
                <a:cubicBezTo>
                  <a:pt x="934045" y="1220984"/>
                  <a:pt x="1409104" y="1371004"/>
                  <a:pt x="1725215" y="1410890"/>
                </a:cubicBezTo>
              </a:path>
            </a:pathLst>
          </a:custGeom>
          <a:noFill/>
          <a:ln w="15875" cap="rnd">
            <a:solidFill>
              <a:schemeClr val="accent6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5C392C91-09C6-61F0-3635-8543ADE3B582}"/>
              </a:ext>
            </a:extLst>
          </p:cNvPr>
          <p:cNvSpPr/>
          <p:nvPr/>
        </p:nvSpPr>
        <p:spPr>
          <a:xfrm>
            <a:off x="596503" y="1067990"/>
            <a:ext cx="2168128" cy="1053703"/>
          </a:xfrm>
          <a:custGeom>
            <a:avLst/>
            <a:gdLst>
              <a:gd name="csX0" fmla="*/ 0 w 2168128"/>
              <a:gd name="csY0" fmla="*/ 0 h 1053703"/>
              <a:gd name="csX1" fmla="*/ 1082278 w 2168128"/>
              <a:gd name="csY1" fmla="*/ 782239 h 1053703"/>
              <a:gd name="csX2" fmla="*/ 2168128 w 2168128"/>
              <a:gd name="csY2" fmla="*/ 1053703 h 105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68128" h="1053703">
                <a:moveTo>
                  <a:pt x="0" y="0"/>
                </a:moveTo>
                <a:cubicBezTo>
                  <a:pt x="185441" y="236637"/>
                  <a:pt x="795932" y="660200"/>
                  <a:pt x="1082278" y="782239"/>
                </a:cubicBezTo>
                <a:cubicBezTo>
                  <a:pt x="1368624" y="904278"/>
                  <a:pt x="1898450" y="1028105"/>
                  <a:pt x="2168128" y="1053703"/>
                </a:cubicBezTo>
              </a:path>
            </a:pathLst>
          </a:custGeom>
          <a:noFill/>
          <a:ln w="15875" cap="rnd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0A911B4-C666-DA2F-9FB0-92973EA0C239}"/>
              </a:ext>
            </a:extLst>
          </p:cNvPr>
          <p:cNvSpPr txBox="1"/>
          <p:nvPr/>
        </p:nvSpPr>
        <p:spPr>
          <a:xfrm>
            <a:off x="2080624" y="683880"/>
            <a:ext cx="71615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Isochor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Isobar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Isotherm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Polytrop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Isentrop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9C8203E-1370-1FA0-F7B6-43500132B434}"/>
              </a:ext>
            </a:extLst>
          </p:cNvPr>
          <p:cNvSpPr txBox="1"/>
          <p:nvPr/>
        </p:nvSpPr>
        <p:spPr>
          <a:xfrm>
            <a:off x="2690820" y="680129"/>
            <a:ext cx="81770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0)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1)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74E54B0-F8AB-7E41-1D83-879CE18805C7}"/>
              </a:ext>
            </a:extLst>
          </p:cNvPr>
          <p:cNvSpPr txBox="1"/>
          <p:nvPr/>
        </p:nvSpPr>
        <p:spPr>
          <a:xfrm>
            <a:off x="2690820" y="697632"/>
            <a:ext cx="18002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05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∞</a:t>
            </a:r>
            <a:r>
              <a:rPr lang="de-DE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BA58E27-D274-5EAE-0097-B21992969242}"/>
              </a:ext>
            </a:extLst>
          </p:cNvPr>
          <p:cNvCxnSpPr>
            <a:cxnSpLocks/>
          </p:cNvCxnSpPr>
          <p:nvPr/>
        </p:nvCxnSpPr>
        <p:spPr>
          <a:xfrm>
            <a:off x="1944599" y="803015"/>
            <a:ext cx="153582" cy="0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CFBD370-3769-0048-3991-BF7714B4FA40}"/>
              </a:ext>
            </a:extLst>
          </p:cNvPr>
          <p:cNvCxnSpPr>
            <a:cxnSpLocks/>
          </p:cNvCxnSpPr>
          <p:nvPr/>
        </p:nvCxnSpPr>
        <p:spPr>
          <a:xfrm>
            <a:off x="1944599" y="962559"/>
            <a:ext cx="153582" cy="0"/>
          </a:xfrm>
          <a:prstGeom prst="straightConnector1">
            <a:avLst/>
          </a:prstGeom>
          <a:ln w="15875" cap="rnd">
            <a:solidFill>
              <a:srgbClr val="0070C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95445D9-485A-1B9B-F463-F9D7B2077F44}"/>
              </a:ext>
            </a:extLst>
          </p:cNvPr>
          <p:cNvCxnSpPr>
            <a:cxnSpLocks/>
          </p:cNvCxnSpPr>
          <p:nvPr/>
        </p:nvCxnSpPr>
        <p:spPr>
          <a:xfrm>
            <a:off x="1944599" y="1122103"/>
            <a:ext cx="153582" cy="0"/>
          </a:xfrm>
          <a:prstGeom prst="straightConnector1">
            <a:avLst/>
          </a:prstGeom>
          <a:ln w="15875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82D7FF2B-E40C-D288-2281-DC7ADA36EE1C}"/>
              </a:ext>
            </a:extLst>
          </p:cNvPr>
          <p:cNvCxnSpPr>
            <a:cxnSpLocks/>
          </p:cNvCxnSpPr>
          <p:nvPr/>
        </p:nvCxnSpPr>
        <p:spPr>
          <a:xfrm>
            <a:off x="1944599" y="1281647"/>
            <a:ext cx="153582" cy="0"/>
          </a:xfrm>
          <a:prstGeom prst="straightConnector1">
            <a:avLst/>
          </a:prstGeom>
          <a:ln w="15875" cap="rnd">
            <a:solidFill>
              <a:schemeClr val="accent6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C7E35D8-B5AF-B3F3-A43A-5E8AD7DC1656}"/>
              </a:ext>
            </a:extLst>
          </p:cNvPr>
          <p:cNvCxnSpPr>
            <a:cxnSpLocks/>
          </p:cNvCxnSpPr>
          <p:nvPr/>
        </p:nvCxnSpPr>
        <p:spPr>
          <a:xfrm>
            <a:off x="1944599" y="1441190"/>
            <a:ext cx="153582" cy="0"/>
          </a:xfrm>
          <a:prstGeom prst="straightConnector1">
            <a:avLst/>
          </a:prstGeom>
          <a:ln w="15875" cap="rnd">
            <a:solidFill>
              <a:srgbClr val="FFC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73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39E8-72CE-F71D-1C2C-6F3187CA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04E32F75-B621-78A6-2B16-EB135CB04642}"/>
              </a:ext>
            </a:extLst>
          </p:cNvPr>
          <p:cNvCxnSpPr>
            <a:cxnSpLocks/>
          </p:cNvCxnSpPr>
          <p:nvPr/>
        </p:nvCxnSpPr>
        <p:spPr>
          <a:xfrm flipH="1">
            <a:off x="1367515" y="2469823"/>
            <a:ext cx="1640004" cy="0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hteck 111">
            <a:extLst>
              <a:ext uri="{FF2B5EF4-FFF2-40B4-BE49-F238E27FC236}">
                <a16:creationId xmlns:a16="http://schemas.microsoft.com/office/drawing/2014/main" id="{1C4AC574-A402-66EE-49B2-BBA841CEACF8}"/>
              </a:ext>
            </a:extLst>
          </p:cNvPr>
          <p:cNvSpPr/>
          <p:nvPr/>
        </p:nvSpPr>
        <p:spPr>
          <a:xfrm>
            <a:off x="2074733" y="2299337"/>
            <a:ext cx="928780" cy="764448"/>
          </a:xfrm>
          <a:custGeom>
            <a:avLst/>
            <a:gdLst>
              <a:gd name="csX0" fmla="*/ 0 w 928780"/>
              <a:gd name="csY0" fmla="*/ 0 h 726041"/>
              <a:gd name="csX1" fmla="*/ 466167 w 928780"/>
              <a:gd name="csY1" fmla="*/ 277493 h 726041"/>
              <a:gd name="csX2" fmla="*/ 928780 w 928780"/>
              <a:gd name="csY2" fmla="*/ 2540 h 726041"/>
              <a:gd name="csX3" fmla="*/ 928780 w 928780"/>
              <a:gd name="csY3" fmla="*/ 726041 h 726041"/>
              <a:gd name="csX4" fmla="*/ 0 w 928780"/>
              <a:gd name="csY4" fmla="*/ 726041 h 726041"/>
              <a:gd name="csX5" fmla="*/ 0 w 928780"/>
              <a:gd name="csY5" fmla="*/ 0 h 726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28780" h="726041">
                <a:moveTo>
                  <a:pt x="0" y="0"/>
                </a:moveTo>
                <a:cubicBezTo>
                  <a:pt x="140149" y="145838"/>
                  <a:pt x="311370" y="277070"/>
                  <a:pt x="466167" y="277493"/>
                </a:cubicBezTo>
                <a:cubicBezTo>
                  <a:pt x="620964" y="277916"/>
                  <a:pt x="797436" y="153458"/>
                  <a:pt x="928780" y="2540"/>
                </a:cubicBezTo>
                <a:lnTo>
                  <a:pt x="928780" y="726041"/>
                </a:lnTo>
                <a:lnTo>
                  <a:pt x="0" y="7260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C4F7DD66-3418-AE3E-1548-BB5D3ECD9744}"/>
              </a:ext>
            </a:extLst>
          </p:cNvPr>
          <p:cNvSpPr/>
          <p:nvPr/>
        </p:nvSpPr>
        <p:spPr>
          <a:xfrm>
            <a:off x="560412" y="2467283"/>
            <a:ext cx="928780" cy="596501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A7E4D0CC-14EF-141C-2E0E-9A3A9C446AE3}"/>
              </a:ext>
            </a:extLst>
          </p:cNvPr>
          <p:cNvGrpSpPr/>
          <p:nvPr/>
        </p:nvGrpSpPr>
        <p:grpSpPr>
          <a:xfrm>
            <a:off x="192945" y="3081916"/>
            <a:ext cx="3214560" cy="161348"/>
            <a:chOff x="200025" y="3078343"/>
            <a:chExt cx="3214560" cy="288131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ED325394-EB5B-3EB4-543C-5248C845F76B}"/>
                </a:ext>
              </a:extLst>
            </p:cNvPr>
            <p:cNvCxnSpPr/>
            <p:nvPr/>
          </p:nvCxnSpPr>
          <p:spPr>
            <a:xfrm>
              <a:off x="203535" y="3078343"/>
              <a:ext cx="3207544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31F26EB1-6C58-5831-DC4C-62FF6E4FD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80" y="3078343"/>
              <a:ext cx="46380" cy="47762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E0AE1EFA-0890-7BC7-C8A9-B2D789D52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80" y="3078343"/>
              <a:ext cx="105598" cy="108743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193FAB72-FC89-8BC4-5FE0-0C518E24A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25" y="3078343"/>
              <a:ext cx="164871" cy="169782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4CCC4A14-42F3-A6FA-CFA3-77CE29BD2A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25" y="3078343"/>
              <a:ext cx="224089" cy="230763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D24920B-C453-A3A8-095D-A49612088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3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8A4A3579-436F-0AA0-119D-2A7A6974E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5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4B1D7CA-C1AB-68E0-CB1B-1A9516243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97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674FEAB6-226F-1DC4-F54F-EED1900EF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18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FC44814-45D7-6D89-88A5-9CA122B75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40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02898B0D-E4AE-3031-8F96-E526869EE2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62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BA95E0E9-736C-C38A-5FC8-CB9AC236B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4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9F6DE49D-CCAD-3ADC-9934-78D579FF6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06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BD86BEA0-1FBF-BD2C-6A94-E79470226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27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EF89F7-0719-A809-77DC-AABF1AE28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49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4DC2C3D7-1ACC-EC09-F64F-BE5A079AA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1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5961137A-AE00-C90A-1341-34DA2A9DD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3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89CE05A4-A99E-147F-6AA7-2427D1A7D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15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5060C9DD-8825-142A-2CB0-F1B8233AA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36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04F7BB29-FC9E-9DE5-6E24-FAF1895D3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58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15498A22-82DC-5212-1DE8-6751980C2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80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F919DC2-4568-483F-2B77-582F51AF54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02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97D4AFD5-29A3-C101-F2D7-F4D71FE63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024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49394CDA-9F67-A12C-D16A-98EDBC8A71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945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EC16F009-6AD1-5B20-43DC-5EE93560D7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867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0D9148A0-1A3F-A8E3-94B3-BD24B3D6E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89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9B52C613-75A4-7F4B-1815-92D00C0EB9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711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68D9D66D-0816-96A7-5934-C76026221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633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97C93805-CA98-1C74-17D9-BC7183CCC5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54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62E27B45-6ED9-A28D-9EBC-7A8FE7D09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476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869F82C6-EE41-E5AF-BDBD-A26E1D513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398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A62ED578-D42E-6A3B-D03D-0C93EB2A4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320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2D0BDE82-1CFB-1170-C0C5-43BE3A4AF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42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744F0838-A355-9F02-BB33-95D8F066D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63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5238980B-D517-3424-C72F-C6A23F7B5D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085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92444CAA-B979-2D88-2CB2-7B8C0EAD9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007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DDA341E3-8383-53BB-FB2C-6004D3C99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29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F1AC7694-1D84-FD84-9852-89C874A5D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51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82A95D08-70CE-FF17-982E-D3A3752E5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772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7A7C7880-FB06-BB02-FDED-888497325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694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0207671F-D3FB-5F12-24E5-6F3B9DFCF0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616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0011BAB9-F110-9174-8E70-D613328B83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538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9E620586-7AEA-2A68-D268-D5D2C7E02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460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1504E7AE-FAE2-54A6-6942-4588E764C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81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AA9F8B5E-ABC9-E9A0-2FD0-7477F062C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303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ED33AC1D-52D5-AA9F-632C-C92DBAD42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225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45BB7488-4EED-D076-0C85-33E6AF0C0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147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EFBFA90E-049E-DEA6-75C8-0CEDF986B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69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1BCBB256-8182-9838-A1F7-96CCE19C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90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E269EC31-C261-67E2-EE32-979F6687B8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912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800351AD-0858-3996-799E-86571852B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5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24E27F7B-8E50-2137-CA21-18307F17FC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7563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A593CBF3-85E0-75AA-51AA-104AFAA8F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6781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DDF74455-CC0B-4ABF-3BCA-75C85D9955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5999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C4B1D117-4603-F02E-900E-264C26ABD1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5217" y="3078343"/>
              <a:ext cx="279797" cy="288131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236E6C5B-9A1B-2D53-2065-4C464E96E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435" y="3108960"/>
              <a:ext cx="250066" cy="257514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03D0193C-4F93-AA44-B402-ED22E4984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3653" y="3169920"/>
              <a:ext cx="190869" cy="196554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A4A011F6-5C23-F9F6-A429-8A5E8E0B3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2871" y="3230880"/>
              <a:ext cx="131672" cy="135594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C314FBC0-A8DF-A6C7-F8D8-0D85CC327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089" y="3291840"/>
              <a:ext cx="72475" cy="74634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83F5049D-0C68-F041-C776-ADF298F5E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1307" y="3352800"/>
              <a:ext cx="13278" cy="13674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E4568278-A03E-3A03-2381-97331090E2DA}"/>
              </a:ext>
            </a:extLst>
          </p:cNvPr>
          <p:cNvGrpSpPr/>
          <p:nvPr/>
        </p:nvGrpSpPr>
        <p:grpSpPr>
          <a:xfrm>
            <a:off x="557903" y="1885224"/>
            <a:ext cx="931195" cy="1178560"/>
            <a:chOff x="433327" y="1869440"/>
            <a:chExt cx="931195" cy="117856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8E524218-625A-9521-A4F7-AC023E406797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22" y="2028825"/>
              <a:ext cx="0" cy="101917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E235A5E4-185C-C741-55D6-29196E69D8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327" y="3048000"/>
              <a:ext cx="93119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A380B5DC-475F-F3FA-C7A5-09D781E838E6}"/>
                </a:ext>
              </a:extLst>
            </p:cNvPr>
            <p:cNvCxnSpPr>
              <a:cxnSpLocks/>
            </p:cNvCxnSpPr>
            <p:nvPr/>
          </p:nvCxnSpPr>
          <p:spPr>
            <a:xfrm>
              <a:off x="435836" y="2028825"/>
              <a:ext cx="0" cy="101917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78D92B05-4028-B00A-CE52-3620746FB027}"/>
                </a:ext>
              </a:extLst>
            </p:cNvPr>
            <p:cNvCxnSpPr>
              <a:cxnSpLocks/>
            </p:cNvCxnSpPr>
            <p:nvPr/>
          </p:nvCxnSpPr>
          <p:spPr>
            <a:xfrm>
              <a:off x="901991" y="1869440"/>
              <a:ext cx="0" cy="117856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B4C423DC-EDBC-C19B-69E4-5AED38F51C59}"/>
              </a:ext>
            </a:extLst>
          </p:cNvPr>
          <p:cNvGrpSpPr/>
          <p:nvPr/>
        </p:nvGrpSpPr>
        <p:grpSpPr>
          <a:xfrm>
            <a:off x="2073685" y="1886188"/>
            <a:ext cx="931195" cy="1178560"/>
            <a:chOff x="433327" y="1869440"/>
            <a:chExt cx="931195" cy="1178560"/>
          </a:xfrm>
        </p:grpSpPr>
        <p:cxnSp>
          <p:nvCxnSpPr>
            <p:cNvPr id="105" name="Gerader Verbinder 104">
              <a:extLst>
                <a:ext uri="{FF2B5EF4-FFF2-40B4-BE49-F238E27FC236}">
                  <a16:creationId xmlns:a16="http://schemas.microsoft.com/office/drawing/2014/main" id="{A1138657-F5D1-FC4C-78CF-4EFC3D0904D4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22" y="2028825"/>
              <a:ext cx="0" cy="101917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F8440698-8B42-56DB-8315-AA94DDA130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327" y="3048000"/>
              <a:ext cx="931195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D4F5106F-2436-A470-4F3A-837BEABF2422}"/>
                </a:ext>
              </a:extLst>
            </p:cNvPr>
            <p:cNvCxnSpPr>
              <a:cxnSpLocks/>
            </p:cNvCxnSpPr>
            <p:nvPr/>
          </p:nvCxnSpPr>
          <p:spPr>
            <a:xfrm>
              <a:off x="435836" y="2028825"/>
              <a:ext cx="0" cy="1019175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3B1ADE00-6D24-164B-DA1A-8D19EECBD0F6}"/>
                </a:ext>
              </a:extLst>
            </p:cNvPr>
            <p:cNvCxnSpPr>
              <a:cxnSpLocks/>
            </p:cNvCxnSpPr>
            <p:nvPr/>
          </p:nvCxnSpPr>
          <p:spPr>
            <a:xfrm>
              <a:off x="901991" y="1869440"/>
              <a:ext cx="0" cy="117856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Bogen 116">
            <a:extLst>
              <a:ext uri="{FF2B5EF4-FFF2-40B4-BE49-F238E27FC236}">
                <a16:creationId xmlns:a16="http://schemas.microsoft.com/office/drawing/2014/main" id="{03E0F43A-0F50-8E7E-FCC0-0C0AD8A4F1B1}"/>
              </a:ext>
            </a:extLst>
          </p:cNvPr>
          <p:cNvSpPr/>
          <p:nvPr/>
        </p:nvSpPr>
        <p:spPr>
          <a:xfrm>
            <a:off x="2405470" y="1951687"/>
            <a:ext cx="279798" cy="93886"/>
          </a:xfrm>
          <a:prstGeom prst="arc">
            <a:avLst>
              <a:gd name="adj1" fmla="val 18242649"/>
              <a:gd name="adj2" fmla="val 13514981"/>
            </a:avLst>
          </a:prstGeom>
          <a:ln w="12700" cap="rnd">
            <a:solidFill>
              <a:schemeClr val="accent6">
                <a:lumMod val="75000"/>
              </a:schemeClr>
            </a:solidFill>
            <a:round/>
            <a:headEnd type="triangle" w="sm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F0AC9D17-3A78-8672-A454-CFBE733F39DF}"/>
              </a:ext>
            </a:extLst>
          </p:cNvPr>
          <p:cNvSpPr txBox="1"/>
          <p:nvPr/>
        </p:nvSpPr>
        <p:spPr>
          <a:xfrm>
            <a:off x="2609068" y="1869461"/>
            <a:ext cx="40824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ω</a:t>
            </a:r>
            <a:endParaRPr lang="de-DE" sz="1400" i="1" baseline="-25000" dirty="0">
              <a:solidFill>
                <a:schemeClr val="accent6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0" name="Gleichschenkliges Dreieck 119">
            <a:extLst>
              <a:ext uri="{FF2B5EF4-FFF2-40B4-BE49-F238E27FC236}">
                <a16:creationId xmlns:a16="http://schemas.microsoft.com/office/drawing/2014/main" id="{C145EF14-29C9-1335-5CA1-E9601C08E134}"/>
              </a:ext>
            </a:extLst>
          </p:cNvPr>
          <p:cNvSpPr/>
          <p:nvPr/>
        </p:nvSpPr>
        <p:spPr>
          <a:xfrm rot="10800000">
            <a:off x="1173081" y="2408862"/>
            <a:ext cx="105204" cy="58420"/>
          </a:xfrm>
          <a:prstGeom prst="triangle">
            <a:avLst/>
          </a:prstGeom>
          <a:noFill/>
          <a:ln w="635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22" name="Gleichschenkliges Dreieck 121">
            <a:extLst>
              <a:ext uri="{FF2B5EF4-FFF2-40B4-BE49-F238E27FC236}">
                <a16:creationId xmlns:a16="http://schemas.microsoft.com/office/drawing/2014/main" id="{33148B46-C6F7-7E8F-C180-06695A6AC682}"/>
              </a:ext>
            </a:extLst>
          </p:cNvPr>
          <p:cNvSpPr/>
          <p:nvPr/>
        </p:nvSpPr>
        <p:spPr>
          <a:xfrm rot="8209377">
            <a:off x="2847311" y="2342188"/>
            <a:ext cx="105204" cy="58420"/>
          </a:xfrm>
          <a:prstGeom prst="triangle">
            <a:avLst/>
          </a:prstGeom>
          <a:noFill/>
          <a:ln w="635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93583D7E-4C67-564E-3A3F-AB32C755A99B}"/>
              </a:ext>
            </a:extLst>
          </p:cNvPr>
          <p:cNvCxnSpPr>
            <a:cxnSpLocks/>
          </p:cNvCxnSpPr>
          <p:nvPr/>
        </p:nvCxnSpPr>
        <p:spPr>
          <a:xfrm>
            <a:off x="1226643" y="2506016"/>
            <a:ext cx="0" cy="497931"/>
          </a:xfrm>
          <a:prstGeom prst="line">
            <a:avLst/>
          </a:prstGeom>
          <a:ln w="15875" cap="rnd">
            <a:solidFill>
              <a:schemeClr val="accent2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feld 126">
            <a:extLst>
              <a:ext uri="{FF2B5EF4-FFF2-40B4-BE49-F238E27FC236}">
                <a16:creationId xmlns:a16="http://schemas.microsoft.com/office/drawing/2014/main" id="{C8118750-0AB9-FD88-84FC-DD68E6677A0C}"/>
              </a:ext>
            </a:extLst>
          </p:cNvPr>
          <p:cNvSpPr txBox="1"/>
          <p:nvPr/>
        </p:nvSpPr>
        <p:spPr>
          <a:xfrm>
            <a:off x="1134977" y="2601092"/>
            <a:ext cx="40824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</a:t>
            </a:r>
            <a:endParaRPr lang="de-DE" sz="14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AE6E8FC2-EE86-EAFC-B688-078FD99DCE33}"/>
              </a:ext>
            </a:extLst>
          </p:cNvPr>
          <p:cNvCxnSpPr>
            <a:cxnSpLocks/>
          </p:cNvCxnSpPr>
          <p:nvPr/>
        </p:nvCxnSpPr>
        <p:spPr>
          <a:xfrm>
            <a:off x="2940973" y="2414361"/>
            <a:ext cx="303294" cy="307884"/>
          </a:xfrm>
          <a:prstGeom prst="line">
            <a:avLst/>
          </a:prstGeom>
          <a:ln w="15875" cap="rnd">
            <a:solidFill>
              <a:schemeClr val="accent2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DF8CA3D9-D542-B75E-D053-2220BBBC1078}"/>
              </a:ext>
            </a:extLst>
          </p:cNvPr>
          <p:cNvCxnSpPr>
            <a:cxnSpLocks/>
          </p:cNvCxnSpPr>
          <p:nvPr/>
        </p:nvCxnSpPr>
        <p:spPr>
          <a:xfrm flipV="1">
            <a:off x="2922270" y="2411088"/>
            <a:ext cx="0" cy="410217"/>
          </a:xfrm>
          <a:prstGeom prst="line">
            <a:avLst/>
          </a:prstGeom>
          <a:ln w="6350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feld 139">
            <a:extLst>
              <a:ext uri="{FF2B5EF4-FFF2-40B4-BE49-F238E27FC236}">
                <a16:creationId xmlns:a16="http://schemas.microsoft.com/office/drawing/2014/main" id="{4854BD3D-6955-5117-C9F8-3A6463C248A0}"/>
              </a:ext>
            </a:extLst>
          </p:cNvPr>
          <p:cNvSpPr txBox="1"/>
          <p:nvPr/>
        </p:nvSpPr>
        <p:spPr>
          <a:xfrm>
            <a:off x="2940973" y="2308419"/>
            <a:ext cx="67589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400" baseline="-25000" dirty="0" err="1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</a:t>
            </a:r>
            <a:endParaRPr lang="de-DE" sz="1400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1" name="Bogen 140">
            <a:extLst>
              <a:ext uri="{FF2B5EF4-FFF2-40B4-BE49-F238E27FC236}">
                <a16:creationId xmlns:a16="http://schemas.microsoft.com/office/drawing/2014/main" id="{C1104F10-289A-6B53-3A34-FBDE6FBBF7F1}"/>
              </a:ext>
            </a:extLst>
          </p:cNvPr>
          <p:cNvSpPr/>
          <p:nvPr/>
        </p:nvSpPr>
        <p:spPr>
          <a:xfrm>
            <a:off x="2615565" y="2102157"/>
            <a:ext cx="613410" cy="613410"/>
          </a:xfrm>
          <a:prstGeom prst="arc">
            <a:avLst>
              <a:gd name="adj1" fmla="val 2614074"/>
              <a:gd name="adj2" fmla="val 5421350"/>
            </a:avLst>
          </a:prstGeom>
          <a:ln w="12700" cap="rnd">
            <a:solidFill>
              <a:schemeClr val="accent5">
                <a:lumMod val="75000"/>
              </a:schemeClr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400"/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ECDC83B6-F772-EF00-53E0-AF68D801F4F0}"/>
              </a:ext>
            </a:extLst>
          </p:cNvPr>
          <p:cNvSpPr txBox="1"/>
          <p:nvPr/>
        </p:nvSpPr>
        <p:spPr>
          <a:xfrm>
            <a:off x="2754674" y="2690455"/>
            <a:ext cx="67589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5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endParaRPr lang="de-DE" sz="1400" baseline="-25000" dirty="0">
              <a:solidFill>
                <a:schemeClr val="accent5">
                  <a:lumMod val="75000"/>
                </a:schemeClr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34C61DBF-A230-68DD-9AEF-E9FD8E8CFC63}"/>
              </a:ext>
            </a:extLst>
          </p:cNvPr>
          <p:cNvSpPr/>
          <p:nvPr/>
        </p:nvSpPr>
        <p:spPr>
          <a:xfrm flipH="1" flipV="1">
            <a:off x="3200426" y="2392623"/>
            <a:ext cx="18000" cy="1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61BABFBF-F9A4-3781-8CCB-168192A3AE89}"/>
              </a:ext>
            </a:extLst>
          </p:cNvPr>
          <p:cNvSpPr/>
          <p:nvPr/>
        </p:nvSpPr>
        <p:spPr>
          <a:xfrm flipH="1" flipV="1">
            <a:off x="3230906" y="2392623"/>
            <a:ext cx="18000" cy="1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A55564DC-9106-F9B2-1726-C6D432AEEAAA}"/>
              </a:ext>
            </a:extLst>
          </p:cNvPr>
          <p:cNvCxnSpPr>
            <a:cxnSpLocks/>
          </p:cNvCxnSpPr>
          <p:nvPr/>
        </p:nvCxnSpPr>
        <p:spPr>
          <a:xfrm>
            <a:off x="1714799" y="2467282"/>
            <a:ext cx="0" cy="615246"/>
          </a:xfrm>
          <a:prstGeom prst="line">
            <a:avLst/>
          </a:prstGeom>
          <a:ln w="15875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feld 150">
            <a:extLst>
              <a:ext uri="{FF2B5EF4-FFF2-40B4-BE49-F238E27FC236}">
                <a16:creationId xmlns:a16="http://schemas.microsoft.com/office/drawing/2014/main" id="{B3284E47-49D9-0AAC-98D3-B6C51AC5E8BA}"/>
              </a:ext>
            </a:extLst>
          </p:cNvPr>
          <p:cNvSpPr txBox="1"/>
          <p:nvPr/>
        </p:nvSpPr>
        <p:spPr>
          <a:xfrm>
            <a:off x="1626132" y="2640310"/>
            <a:ext cx="40824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4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53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13F8F-F448-5365-487C-4213EB44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A7E2CCD-7242-FC34-E7E5-E514C25DB04B}"/>
              </a:ext>
            </a:extLst>
          </p:cNvPr>
          <p:cNvGrpSpPr/>
          <p:nvPr/>
        </p:nvGrpSpPr>
        <p:grpSpPr>
          <a:xfrm>
            <a:off x="1757363" y="1369695"/>
            <a:ext cx="88582" cy="861060"/>
            <a:chOff x="1757363" y="1369695"/>
            <a:chExt cx="88582" cy="86106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9771AF7-84B5-6DF1-EE48-D19E90A7107B}"/>
                </a:ext>
              </a:extLst>
            </p:cNvPr>
            <p:cNvSpPr/>
            <p:nvPr/>
          </p:nvSpPr>
          <p:spPr>
            <a:xfrm>
              <a:off x="1757363" y="1369695"/>
              <a:ext cx="88582" cy="8610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 dirty="0"/>
            </a:p>
          </p:txBody>
        </p:sp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6193A34D-A1BA-8661-02E9-F4B62F22D009}"/>
                </a:ext>
              </a:extLst>
            </p:cNvPr>
            <p:cNvCxnSpPr/>
            <p:nvPr/>
          </p:nvCxnSpPr>
          <p:spPr>
            <a:xfrm>
              <a:off x="1757363" y="1378744"/>
              <a:ext cx="0" cy="842962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79D32D97-A537-1BCD-6AB4-2B551BC70CC5}"/>
                </a:ext>
              </a:extLst>
            </p:cNvPr>
            <p:cNvCxnSpPr/>
            <p:nvPr/>
          </p:nvCxnSpPr>
          <p:spPr>
            <a:xfrm>
              <a:off x="1845469" y="1378744"/>
              <a:ext cx="0" cy="842962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Gleichschenkliges Dreieck 7">
            <a:extLst>
              <a:ext uri="{FF2B5EF4-FFF2-40B4-BE49-F238E27FC236}">
                <a16:creationId xmlns:a16="http://schemas.microsoft.com/office/drawing/2014/main" id="{C33D2155-0093-62C1-BED9-58AB5695CCC7}"/>
              </a:ext>
            </a:extLst>
          </p:cNvPr>
          <p:cNvSpPr/>
          <p:nvPr/>
        </p:nvSpPr>
        <p:spPr>
          <a:xfrm rot="5400000">
            <a:off x="1669361" y="1983333"/>
            <a:ext cx="105204" cy="58420"/>
          </a:xfrm>
          <a:prstGeom prst="triangle">
            <a:avLst/>
          </a:prstGeom>
          <a:noFill/>
          <a:ln w="635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AB4B09-18C1-9B65-59F1-03CC584B1868}"/>
              </a:ext>
            </a:extLst>
          </p:cNvPr>
          <p:cNvSpPr txBox="1"/>
          <p:nvPr/>
        </p:nvSpPr>
        <p:spPr>
          <a:xfrm>
            <a:off x="1305061" y="1874043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12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2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31ED22C-B1A0-E18C-A544-A0D2761B1BA9}"/>
              </a:ext>
            </a:extLst>
          </p:cNvPr>
          <p:cNvGrpSpPr/>
          <p:nvPr/>
        </p:nvGrpSpPr>
        <p:grpSpPr>
          <a:xfrm>
            <a:off x="1882140" y="1407795"/>
            <a:ext cx="308610" cy="816179"/>
            <a:chOff x="1882140" y="1407795"/>
            <a:chExt cx="308610" cy="816179"/>
          </a:xfrm>
        </p:grpSpPr>
        <p:sp>
          <p:nvSpPr>
            <p:cNvPr id="11" name="Gleichschenkliges Dreieck 10">
              <a:extLst>
                <a:ext uri="{FF2B5EF4-FFF2-40B4-BE49-F238E27FC236}">
                  <a16:creationId xmlns:a16="http://schemas.microsoft.com/office/drawing/2014/main" id="{613BBF64-BA07-C63D-7291-3A628EACEB8B}"/>
                </a:ext>
              </a:extLst>
            </p:cNvPr>
            <p:cNvSpPr/>
            <p:nvPr/>
          </p:nvSpPr>
          <p:spPr>
            <a:xfrm rot="5400000">
              <a:off x="1632284" y="1665509"/>
              <a:ext cx="816179" cy="300752"/>
            </a:xfrm>
            <a:prstGeom prst="triangle">
              <a:avLst>
                <a:gd name="adj" fmla="val 100000"/>
              </a:avLst>
            </a:prstGeom>
            <a:noFill/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3C5440EA-91B4-B27D-D5E4-D7D9E3F338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6187" y="2223611"/>
              <a:ext cx="55008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D1A9A3E8-292F-576B-3C8B-4F2C80239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6187" y="2137886"/>
              <a:ext cx="274083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A7F8DDC5-A856-C756-09F9-60F37F2F1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4282" y="2050256"/>
              <a:ext cx="241698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954B599-C450-9240-DE4C-F71C4DB99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4282" y="1964531"/>
              <a:ext cx="211218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A70EEB15-C33D-2762-CC48-B4AF29A205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4282" y="1874996"/>
              <a:ext cx="178833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98E75FB3-A317-F573-86E7-85BC74C28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4282" y="1783556"/>
              <a:ext cx="144543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C4B9D60B-B93E-46AF-D241-40DA96931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2377" y="1688306"/>
              <a:ext cx="110253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C3900BA6-7742-84DA-CD8F-C304E49B7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2140" y="1598771"/>
              <a:ext cx="76200" cy="0"/>
            </a:xfrm>
            <a:prstGeom prst="line">
              <a:avLst/>
            </a:prstGeom>
            <a:ln w="12700" cap="rnd">
              <a:solidFill>
                <a:schemeClr val="accent4">
                  <a:lumMod val="75000"/>
                </a:schemeClr>
              </a:solidFill>
              <a:round/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C27272A-9310-9DF3-41D5-03A86F332817}"/>
              </a:ext>
            </a:extLst>
          </p:cNvPr>
          <p:cNvSpPr txBox="1"/>
          <p:nvPr/>
        </p:nvSpPr>
        <p:spPr>
          <a:xfrm>
            <a:off x="1989891" y="1630054"/>
            <a:ext cx="54670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chemeClr val="accent4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1200" dirty="0">
                <a:solidFill>
                  <a:schemeClr val="accent4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200" i="1" dirty="0">
                <a:solidFill>
                  <a:schemeClr val="accent4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200" dirty="0">
                <a:solidFill>
                  <a:schemeClr val="accent4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  <a:endParaRPr lang="de-DE" sz="1200" baseline="-25000" dirty="0">
              <a:solidFill>
                <a:schemeClr val="accent4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F239DE61-B478-DE0F-F01B-B22848F59CC3}"/>
              </a:ext>
            </a:extLst>
          </p:cNvPr>
          <p:cNvGrpSpPr/>
          <p:nvPr/>
        </p:nvGrpSpPr>
        <p:grpSpPr>
          <a:xfrm>
            <a:off x="1187139" y="1365790"/>
            <a:ext cx="619993" cy="437590"/>
            <a:chOff x="1143628" y="1866033"/>
            <a:chExt cx="619993" cy="437590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7D9724DA-6BE9-2BAD-60B4-B17BE816C5F6}"/>
                </a:ext>
              </a:extLst>
            </p:cNvPr>
            <p:cNvCxnSpPr>
              <a:cxnSpLocks/>
            </p:cNvCxnSpPr>
            <p:nvPr/>
          </p:nvCxnSpPr>
          <p:spPr>
            <a:xfrm>
              <a:off x="1244101" y="1920716"/>
              <a:ext cx="0" cy="280035"/>
            </a:xfrm>
            <a:prstGeom prst="line">
              <a:avLst/>
            </a:prstGeom>
            <a:ln w="12700" cap="rnd">
              <a:solidFill>
                <a:schemeClr val="accent5">
                  <a:lumMod val="75000"/>
                </a:schemeClr>
              </a:solidFill>
              <a:round/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7E4C4D8-331D-FCC2-9D53-B9D66999CAEC}"/>
                </a:ext>
              </a:extLst>
            </p:cNvPr>
            <p:cNvCxnSpPr>
              <a:cxnSpLocks/>
            </p:cNvCxnSpPr>
            <p:nvPr/>
          </p:nvCxnSpPr>
          <p:spPr>
            <a:xfrm>
              <a:off x="1244101" y="1920716"/>
              <a:ext cx="285750" cy="0"/>
            </a:xfrm>
            <a:prstGeom prst="line">
              <a:avLst/>
            </a:prstGeom>
            <a:ln w="12700" cap="rnd">
              <a:solidFill>
                <a:schemeClr val="accent5">
                  <a:lumMod val="75000"/>
                </a:schemeClr>
              </a:solidFill>
              <a:round/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9CD5A614-E39C-B22D-A58E-D44B45ED0A49}"/>
                </a:ext>
              </a:extLst>
            </p:cNvPr>
            <p:cNvSpPr txBox="1"/>
            <p:nvPr/>
          </p:nvSpPr>
          <p:spPr>
            <a:xfrm>
              <a:off x="1355372" y="1866033"/>
              <a:ext cx="40824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200" i="1" dirty="0">
                  <a:solidFill>
                    <a:schemeClr val="accent5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  <a:endParaRPr lang="de-DE" sz="1200" baseline="-250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928459DA-6C44-BE88-132A-E311A0DE57D6}"/>
                </a:ext>
              </a:extLst>
            </p:cNvPr>
            <p:cNvSpPr txBox="1"/>
            <p:nvPr/>
          </p:nvSpPr>
          <p:spPr>
            <a:xfrm>
              <a:off x="1143628" y="2026624"/>
              <a:ext cx="40824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200" i="1" dirty="0">
                  <a:solidFill>
                    <a:schemeClr val="accent5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  <a:endParaRPr lang="de-DE" sz="1200" baseline="-250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CB86AAA-27D1-7CAC-8B86-7DF87ADE32A3}"/>
                </a:ext>
              </a:extLst>
            </p:cNvPr>
            <p:cNvSpPr/>
            <p:nvPr/>
          </p:nvSpPr>
          <p:spPr>
            <a:xfrm flipH="1" flipV="1">
              <a:off x="1212073" y="1888805"/>
              <a:ext cx="63820" cy="6382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80365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315B-2371-DF40-E580-1ABEA084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A8331B9-4009-8FFB-E984-388C4C09E5A4}"/>
              </a:ext>
            </a:extLst>
          </p:cNvPr>
          <p:cNvSpPr/>
          <p:nvPr/>
        </p:nvSpPr>
        <p:spPr>
          <a:xfrm>
            <a:off x="204627" y="1199257"/>
            <a:ext cx="1913494" cy="1201935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BFCABCF0-B72C-6950-E305-4ADDE73B9E4C}"/>
              </a:ext>
            </a:extLst>
          </p:cNvPr>
          <p:cNvSpPr/>
          <p:nvPr/>
        </p:nvSpPr>
        <p:spPr>
          <a:xfrm>
            <a:off x="909634" y="1734267"/>
            <a:ext cx="1037989" cy="131913"/>
          </a:xfrm>
          <a:custGeom>
            <a:avLst/>
            <a:gdLst>
              <a:gd name="csX0" fmla="*/ 1037989 w 1037989"/>
              <a:gd name="csY0" fmla="*/ 95074 h 131913"/>
              <a:gd name="csX1" fmla="*/ 317661 w 1037989"/>
              <a:gd name="csY1" fmla="*/ 62 h 131913"/>
              <a:gd name="csX2" fmla="*/ 2 w 1037989"/>
              <a:gd name="csY2" fmla="*/ 83644 h 131913"/>
              <a:gd name="csX3" fmla="*/ 319327 w 1037989"/>
              <a:gd name="csY3" fmla="*/ 131745 h 131913"/>
              <a:gd name="csX4" fmla="*/ 1037989 w 1037989"/>
              <a:gd name="csY4" fmla="*/ 95074 h 131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7989" h="131913">
                <a:moveTo>
                  <a:pt x="1037989" y="95074"/>
                </a:moveTo>
                <a:cubicBezTo>
                  <a:pt x="793554" y="44234"/>
                  <a:pt x="490659" y="1967"/>
                  <a:pt x="317661" y="62"/>
                </a:cubicBezTo>
                <a:cubicBezTo>
                  <a:pt x="144663" y="-1843"/>
                  <a:pt x="-593" y="40424"/>
                  <a:pt x="2" y="83644"/>
                </a:cubicBezTo>
                <a:cubicBezTo>
                  <a:pt x="597" y="126864"/>
                  <a:pt x="146329" y="129840"/>
                  <a:pt x="319327" y="131745"/>
                </a:cubicBezTo>
                <a:cubicBezTo>
                  <a:pt x="492325" y="133650"/>
                  <a:pt x="821414" y="119244"/>
                  <a:pt x="1037989" y="95074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B2998CD-F526-0181-43B1-DFF384443EE1}"/>
              </a:ext>
            </a:extLst>
          </p:cNvPr>
          <p:cNvCxnSpPr>
            <a:cxnSpLocks/>
          </p:cNvCxnSpPr>
          <p:nvPr/>
        </p:nvCxnSpPr>
        <p:spPr>
          <a:xfrm flipV="1">
            <a:off x="1178717" y="1367790"/>
            <a:ext cx="0" cy="878205"/>
          </a:xfrm>
          <a:prstGeom prst="straightConnector1">
            <a:avLst/>
          </a:prstGeom>
          <a:ln cap="rnd">
            <a:solidFill>
              <a:srgbClr val="FF0000"/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286DF4C4-44BB-F2CF-5161-08B954729951}"/>
              </a:ext>
            </a:extLst>
          </p:cNvPr>
          <p:cNvSpPr/>
          <p:nvPr/>
        </p:nvSpPr>
        <p:spPr>
          <a:xfrm>
            <a:off x="1148234" y="1769740"/>
            <a:ext cx="60966" cy="60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0E9BB5-1572-0A53-1DD2-DF0E417C6CA6}"/>
              </a:ext>
            </a:extLst>
          </p:cNvPr>
          <p:cNvSpPr txBox="1"/>
          <p:nvPr/>
        </p:nvSpPr>
        <p:spPr>
          <a:xfrm>
            <a:off x="1178717" y="1373001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F7A848-C81C-9050-3ED9-6BEF272B14CE}"/>
              </a:ext>
            </a:extLst>
          </p:cNvPr>
          <p:cNvSpPr txBox="1"/>
          <p:nvPr/>
        </p:nvSpPr>
        <p:spPr>
          <a:xfrm>
            <a:off x="1178716" y="1950447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B9885B1C-6B51-8E65-CAEE-D3131B8F3B07}"/>
              </a:ext>
            </a:extLst>
          </p:cNvPr>
          <p:cNvCxnSpPr>
            <a:cxnSpLocks/>
          </p:cNvCxnSpPr>
          <p:nvPr/>
        </p:nvCxnSpPr>
        <p:spPr>
          <a:xfrm>
            <a:off x="384967" y="1806892"/>
            <a:ext cx="38481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DBE7CB0-3FF8-13F4-11B7-208E537C6997}"/>
              </a:ext>
            </a:extLst>
          </p:cNvPr>
          <p:cNvSpPr txBox="1"/>
          <p:nvPr/>
        </p:nvSpPr>
        <p:spPr>
          <a:xfrm>
            <a:off x="331737" y="1511500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200" baseline="-25000" dirty="0">
              <a:solidFill>
                <a:srgbClr val="0070C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0763E28-42D2-6170-B2A4-CAC4211FF7C1}"/>
              </a:ext>
            </a:extLst>
          </p:cNvPr>
          <p:cNvSpPr txBox="1"/>
          <p:nvPr/>
        </p:nvSpPr>
        <p:spPr>
          <a:xfrm>
            <a:off x="2208294" y="1090189"/>
            <a:ext cx="1272352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2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|</a:t>
            </a:r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2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| = |</a:t>
            </a:r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  <a:r>
              <a:rPr lang="de-DE" sz="12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|</a:t>
            </a:r>
          </a:p>
          <a:p>
            <a:pPr algn="ctr">
              <a:lnSpc>
                <a:spcPct val="150000"/>
              </a:lnSpc>
            </a:pP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Actio = </a:t>
            </a:r>
            <a:r>
              <a:rPr lang="de-DE" sz="12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Reactio</a:t>
            </a:r>
            <a:endParaRPr lang="de-DE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Fluid </a:t>
            </a:r>
            <a:r>
              <a:rPr lang="de-DE" sz="12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⇔</a:t>
            </a: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Körper</a:t>
            </a: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2132F023-9DD6-EE88-A9B3-AA3AD5D33163}"/>
              </a:ext>
            </a:extLst>
          </p:cNvPr>
          <p:cNvSpPr/>
          <p:nvPr/>
        </p:nvSpPr>
        <p:spPr>
          <a:xfrm>
            <a:off x="2118121" y="2186940"/>
            <a:ext cx="217409" cy="97155"/>
          </a:xfrm>
          <a:custGeom>
            <a:avLst/>
            <a:gdLst>
              <a:gd name="csX0" fmla="*/ 0 w 375285"/>
              <a:gd name="csY0" fmla="*/ 0 h 177297"/>
              <a:gd name="csX1" fmla="*/ 188595 w 375285"/>
              <a:gd name="csY1" fmla="*/ 163830 h 177297"/>
              <a:gd name="csX2" fmla="*/ 375285 w 375285"/>
              <a:gd name="csY2" fmla="*/ 156210 h 1772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5285" h="177297">
                <a:moveTo>
                  <a:pt x="0" y="0"/>
                </a:moveTo>
                <a:cubicBezTo>
                  <a:pt x="63023" y="68897"/>
                  <a:pt x="126047" y="137795"/>
                  <a:pt x="188595" y="163830"/>
                </a:cubicBezTo>
                <a:cubicBezTo>
                  <a:pt x="251143" y="189865"/>
                  <a:pt x="313214" y="173037"/>
                  <a:pt x="375285" y="156210"/>
                </a:cubicBezTo>
              </a:path>
            </a:pathLst>
          </a:custGeom>
          <a:noFill/>
          <a:ln w="952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7A47435-D237-7DE1-ABAF-4BE2E5F86E06}"/>
              </a:ext>
            </a:extLst>
          </p:cNvPr>
          <p:cNvSpPr txBox="1"/>
          <p:nvPr/>
        </p:nvSpPr>
        <p:spPr>
          <a:xfrm>
            <a:off x="2253218" y="2162041"/>
            <a:ext cx="10217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Kontrollvolumen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B43743DD-9ACB-7CB4-D1F1-83D274BB9F47}"/>
              </a:ext>
            </a:extLst>
          </p:cNvPr>
          <p:cNvCxnSpPr>
            <a:cxnSpLocks/>
          </p:cNvCxnSpPr>
          <p:nvPr/>
        </p:nvCxnSpPr>
        <p:spPr>
          <a:xfrm>
            <a:off x="1297907" y="1569720"/>
            <a:ext cx="100363" cy="0"/>
          </a:xfrm>
          <a:prstGeom prst="line">
            <a:avLst/>
          </a:prstGeom>
          <a:ln w="635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BE2C669-1A64-9F14-F9FD-F30FA62ED364}"/>
              </a:ext>
            </a:extLst>
          </p:cNvPr>
          <p:cNvCxnSpPr>
            <a:cxnSpLocks/>
          </p:cNvCxnSpPr>
          <p:nvPr/>
        </p:nvCxnSpPr>
        <p:spPr>
          <a:xfrm>
            <a:off x="1297907" y="2148840"/>
            <a:ext cx="100363" cy="0"/>
          </a:xfrm>
          <a:prstGeom prst="line">
            <a:avLst/>
          </a:prstGeom>
          <a:ln w="635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CCF5329-3422-BEB2-FD67-F55801D233E9}"/>
              </a:ext>
            </a:extLst>
          </p:cNvPr>
          <p:cNvCxnSpPr>
            <a:cxnSpLocks/>
          </p:cNvCxnSpPr>
          <p:nvPr/>
        </p:nvCxnSpPr>
        <p:spPr>
          <a:xfrm>
            <a:off x="2519012" y="1358265"/>
            <a:ext cx="100363" cy="0"/>
          </a:xfrm>
          <a:prstGeom prst="line">
            <a:avLst/>
          </a:prstGeom>
          <a:ln w="635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EA929A1A-89AC-3C09-BBE6-88782F6E9D24}"/>
              </a:ext>
            </a:extLst>
          </p:cNvPr>
          <p:cNvCxnSpPr>
            <a:cxnSpLocks/>
          </p:cNvCxnSpPr>
          <p:nvPr/>
        </p:nvCxnSpPr>
        <p:spPr>
          <a:xfrm>
            <a:off x="3002882" y="1358265"/>
            <a:ext cx="100363" cy="0"/>
          </a:xfrm>
          <a:prstGeom prst="line">
            <a:avLst/>
          </a:prstGeom>
          <a:ln w="635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218D696-6151-2C82-5FC6-489B3254D42D}"/>
              </a:ext>
            </a:extLst>
          </p:cNvPr>
          <p:cNvCxnSpPr>
            <a:cxnSpLocks/>
          </p:cNvCxnSpPr>
          <p:nvPr/>
        </p:nvCxnSpPr>
        <p:spPr>
          <a:xfrm>
            <a:off x="507332" y="1708785"/>
            <a:ext cx="73693" cy="0"/>
          </a:xfrm>
          <a:prstGeom prst="line">
            <a:avLst/>
          </a:prstGeom>
          <a:ln w="6350" cap="rnd">
            <a:solidFill>
              <a:srgbClr val="0070C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58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DB1C-BBDA-2CED-C5ED-23B77482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EEF1FE8-54E3-FAAE-341C-D6CCBC6A3E48}"/>
              </a:ext>
            </a:extLst>
          </p:cNvPr>
          <p:cNvSpPr/>
          <p:nvPr/>
        </p:nvSpPr>
        <p:spPr>
          <a:xfrm>
            <a:off x="806744" y="1320702"/>
            <a:ext cx="1835943" cy="872429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EB2C29E-2EDC-F667-2345-14FAAA7362E1}"/>
              </a:ext>
            </a:extLst>
          </p:cNvPr>
          <p:cNvCxnSpPr>
            <a:cxnSpLocks/>
          </p:cNvCxnSpPr>
          <p:nvPr/>
        </p:nvCxnSpPr>
        <p:spPr>
          <a:xfrm>
            <a:off x="1241799" y="2054621"/>
            <a:ext cx="32258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0E33B43-C083-B5B8-593A-6FDDB7E1F665}"/>
              </a:ext>
            </a:extLst>
          </p:cNvPr>
          <p:cNvCxnSpPr>
            <a:cxnSpLocks/>
          </p:cNvCxnSpPr>
          <p:nvPr/>
        </p:nvCxnSpPr>
        <p:spPr>
          <a:xfrm>
            <a:off x="1241799" y="1900068"/>
            <a:ext cx="44196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ADD4CB1-3F9B-FBA8-2072-D021EC4D49E2}"/>
              </a:ext>
            </a:extLst>
          </p:cNvPr>
          <p:cNvCxnSpPr>
            <a:cxnSpLocks/>
          </p:cNvCxnSpPr>
          <p:nvPr/>
        </p:nvCxnSpPr>
        <p:spPr>
          <a:xfrm>
            <a:off x="1241799" y="1745513"/>
            <a:ext cx="50038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FA6542E-217B-4C1F-6D23-50BDFF3B982D}"/>
              </a:ext>
            </a:extLst>
          </p:cNvPr>
          <p:cNvCxnSpPr>
            <a:cxnSpLocks/>
          </p:cNvCxnSpPr>
          <p:nvPr/>
        </p:nvCxnSpPr>
        <p:spPr>
          <a:xfrm>
            <a:off x="1241799" y="1590958"/>
            <a:ext cx="52832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EF97753-1734-D219-373A-9DBDA573ED12}"/>
              </a:ext>
            </a:extLst>
          </p:cNvPr>
          <p:cNvCxnSpPr>
            <a:cxnSpLocks/>
          </p:cNvCxnSpPr>
          <p:nvPr/>
        </p:nvCxnSpPr>
        <p:spPr>
          <a:xfrm>
            <a:off x="1241799" y="1436403"/>
            <a:ext cx="54356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A9EE248-2314-243D-9B3A-074978F623FC}"/>
              </a:ext>
            </a:extLst>
          </p:cNvPr>
          <p:cNvCxnSpPr>
            <a:cxnSpLocks/>
          </p:cNvCxnSpPr>
          <p:nvPr/>
        </p:nvCxnSpPr>
        <p:spPr>
          <a:xfrm>
            <a:off x="1241799" y="1281848"/>
            <a:ext cx="54864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5FAF9D8E-32A1-CCB4-24E6-EEBCDFC337AE}"/>
              </a:ext>
            </a:extLst>
          </p:cNvPr>
          <p:cNvSpPr/>
          <p:nvPr/>
        </p:nvSpPr>
        <p:spPr>
          <a:xfrm>
            <a:off x="1244339" y="1195308"/>
            <a:ext cx="546100" cy="1000760"/>
          </a:xfrm>
          <a:custGeom>
            <a:avLst/>
            <a:gdLst>
              <a:gd name="csX0" fmla="*/ 0 w 546100"/>
              <a:gd name="csY0" fmla="*/ 1000760 h 1000760"/>
              <a:gd name="csX1" fmla="*/ 340360 w 546100"/>
              <a:gd name="csY1" fmla="*/ 843280 h 1000760"/>
              <a:gd name="csX2" fmla="*/ 508000 w 546100"/>
              <a:gd name="csY2" fmla="*/ 505460 h 1000760"/>
              <a:gd name="csX3" fmla="*/ 546100 w 546100"/>
              <a:gd name="csY3" fmla="*/ 0 h 1000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6100" h="1000760">
                <a:moveTo>
                  <a:pt x="0" y="1000760"/>
                </a:moveTo>
                <a:cubicBezTo>
                  <a:pt x="102235" y="976418"/>
                  <a:pt x="255693" y="925830"/>
                  <a:pt x="340360" y="843280"/>
                </a:cubicBezTo>
                <a:cubicBezTo>
                  <a:pt x="425027" y="760730"/>
                  <a:pt x="479637" y="643890"/>
                  <a:pt x="508000" y="505460"/>
                </a:cubicBezTo>
                <a:cubicBezTo>
                  <a:pt x="536363" y="367030"/>
                  <a:pt x="543771" y="189865"/>
                  <a:pt x="546100" y="0"/>
                </a:cubicBezTo>
              </a:path>
            </a:pathLst>
          </a:custGeom>
          <a:noFill/>
          <a:ln cap="rnd">
            <a:solidFill>
              <a:srgbClr val="0070C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E25042D-7B4C-80BE-E2BC-0E88EB000337}"/>
              </a:ext>
            </a:extLst>
          </p:cNvPr>
          <p:cNvCxnSpPr>
            <a:cxnSpLocks/>
          </p:cNvCxnSpPr>
          <p:nvPr/>
        </p:nvCxnSpPr>
        <p:spPr>
          <a:xfrm flipV="1">
            <a:off x="1241799" y="1200388"/>
            <a:ext cx="0" cy="992743"/>
          </a:xfrm>
          <a:prstGeom prst="line">
            <a:avLst/>
          </a:prstGeom>
          <a:ln cap="rnd">
            <a:solidFill>
              <a:srgbClr val="0070C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D959A433-CFDC-E748-9D3C-DEE89E321806}"/>
              </a:ext>
            </a:extLst>
          </p:cNvPr>
          <p:cNvSpPr/>
          <p:nvPr/>
        </p:nvSpPr>
        <p:spPr>
          <a:xfrm>
            <a:off x="338829" y="2193133"/>
            <a:ext cx="2771775" cy="2743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C17D54C-95F2-D764-231F-FD2390E7B3EE}"/>
              </a:ext>
            </a:extLst>
          </p:cNvPr>
          <p:cNvCxnSpPr>
            <a:cxnSpLocks/>
          </p:cNvCxnSpPr>
          <p:nvPr/>
        </p:nvCxnSpPr>
        <p:spPr>
          <a:xfrm flipH="1">
            <a:off x="347878" y="2193132"/>
            <a:ext cx="2753915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4EA27D7-981C-FBC1-352B-60D2DA994899}"/>
              </a:ext>
            </a:extLst>
          </p:cNvPr>
          <p:cNvCxnSpPr>
            <a:cxnSpLocks/>
          </p:cNvCxnSpPr>
          <p:nvPr/>
        </p:nvCxnSpPr>
        <p:spPr>
          <a:xfrm>
            <a:off x="222066" y="1767601"/>
            <a:ext cx="384810" cy="0"/>
          </a:xfrm>
          <a:prstGeom prst="straightConnector1">
            <a:avLst/>
          </a:prstGeom>
          <a:ln cap="rnd">
            <a:solidFill>
              <a:srgbClr val="0070C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A3CD8FB0-2D10-7876-68D4-F6F46204BB2A}"/>
              </a:ext>
            </a:extLst>
          </p:cNvPr>
          <p:cNvSpPr txBox="1"/>
          <p:nvPr/>
        </p:nvSpPr>
        <p:spPr>
          <a:xfrm>
            <a:off x="168836" y="1472209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200" baseline="-25000" dirty="0">
              <a:solidFill>
                <a:srgbClr val="0070C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3096510-EB3A-921A-E183-57DC4954D69D}"/>
              </a:ext>
            </a:extLst>
          </p:cNvPr>
          <p:cNvCxnSpPr>
            <a:cxnSpLocks/>
          </p:cNvCxnSpPr>
          <p:nvPr/>
        </p:nvCxnSpPr>
        <p:spPr>
          <a:xfrm>
            <a:off x="344431" y="1669494"/>
            <a:ext cx="73693" cy="0"/>
          </a:xfrm>
          <a:prstGeom prst="line">
            <a:avLst/>
          </a:prstGeom>
          <a:ln w="6350" cap="rnd">
            <a:solidFill>
              <a:srgbClr val="0070C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892FFB6-5F8C-EC69-26AD-40E4265D5319}"/>
              </a:ext>
            </a:extLst>
          </p:cNvPr>
          <p:cNvSpPr txBox="1"/>
          <p:nvPr/>
        </p:nvSpPr>
        <p:spPr>
          <a:xfrm>
            <a:off x="1292494" y="1039641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200" baseline="-25000" dirty="0">
              <a:solidFill>
                <a:srgbClr val="0070C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C5A879F-CB0C-C8BF-232B-BCF82E4F4D30}"/>
              </a:ext>
            </a:extLst>
          </p:cNvPr>
          <p:cNvCxnSpPr>
            <a:cxnSpLocks/>
          </p:cNvCxnSpPr>
          <p:nvPr/>
        </p:nvCxnSpPr>
        <p:spPr>
          <a:xfrm>
            <a:off x="1468089" y="1236926"/>
            <a:ext cx="73693" cy="0"/>
          </a:xfrm>
          <a:prstGeom prst="line">
            <a:avLst/>
          </a:prstGeom>
          <a:ln w="6350" cap="rnd">
            <a:solidFill>
              <a:srgbClr val="0070C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774666BB-A26E-A7B3-2CD7-A23FD36D939B}"/>
              </a:ext>
            </a:extLst>
          </p:cNvPr>
          <p:cNvSpPr txBox="1"/>
          <p:nvPr/>
        </p:nvSpPr>
        <p:spPr>
          <a:xfrm>
            <a:off x="2045072" y="1101322"/>
            <a:ext cx="10217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Kontrollvolumen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A481870B-10F4-C95E-309E-A3EE795BCDD3}"/>
              </a:ext>
            </a:extLst>
          </p:cNvPr>
          <p:cNvSpPr/>
          <p:nvPr/>
        </p:nvSpPr>
        <p:spPr>
          <a:xfrm>
            <a:off x="1990464" y="1204198"/>
            <a:ext cx="152400" cy="110490"/>
          </a:xfrm>
          <a:custGeom>
            <a:avLst/>
            <a:gdLst>
              <a:gd name="csX0" fmla="*/ 0 w 152400"/>
              <a:gd name="csY0" fmla="*/ 110490 h 110490"/>
              <a:gd name="csX1" fmla="*/ 66675 w 152400"/>
              <a:gd name="csY1" fmla="*/ 24765 h 110490"/>
              <a:gd name="csX2" fmla="*/ 152400 w 152400"/>
              <a:gd name="csY2" fmla="*/ 0 h 110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110490">
                <a:moveTo>
                  <a:pt x="0" y="110490"/>
                </a:moveTo>
                <a:cubicBezTo>
                  <a:pt x="20637" y="76835"/>
                  <a:pt x="41275" y="43180"/>
                  <a:pt x="66675" y="24765"/>
                </a:cubicBezTo>
                <a:cubicBezTo>
                  <a:pt x="92075" y="6350"/>
                  <a:pt x="122237" y="3175"/>
                  <a:pt x="152400" y="0"/>
                </a:cubicBezTo>
              </a:path>
            </a:pathLst>
          </a:custGeom>
          <a:noFill/>
          <a:ln w="952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4B9B3B3D-B791-EC16-3BF7-BA6B4E39FE1C}"/>
              </a:ext>
            </a:extLst>
          </p:cNvPr>
          <p:cNvCxnSpPr>
            <a:cxnSpLocks/>
          </p:cNvCxnSpPr>
          <p:nvPr/>
        </p:nvCxnSpPr>
        <p:spPr>
          <a:xfrm flipH="1">
            <a:off x="1863688" y="2148601"/>
            <a:ext cx="401320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9C1AF063-5E2E-B08C-C340-247974604256}"/>
              </a:ext>
            </a:extLst>
          </p:cNvPr>
          <p:cNvSpPr txBox="1"/>
          <p:nvPr/>
        </p:nvSpPr>
        <p:spPr>
          <a:xfrm>
            <a:off x="1896909" y="1874142"/>
            <a:ext cx="4082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1E36F9E-6C3D-D63D-DF16-139E78EE8A74}"/>
              </a:ext>
            </a:extLst>
          </p:cNvPr>
          <p:cNvCxnSpPr>
            <a:cxnSpLocks/>
          </p:cNvCxnSpPr>
          <p:nvPr/>
        </p:nvCxnSpPr>
        <p:spPr>
          <a:xfrm>
            <a:off x="2016099" y="2070861"/>
            <a:ext cx="100363" cy="0"/>
          </a:xfrm>
          <a:prstGeom prst="line">
            <a:avLst/>
          </a:prstGeom>
          <a:ln w="635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6B092FF6-0E4B-CE93-D326-054DA825D96C}"/>
              </a:ext>
            </a:extLst>
          </p:cNvPr>
          <p:cNvSpPr txBox="1"/>
          <p:nvPr/>
        </p:nvSpPr>
        <p:spPr>
          <a:xfrm>
            <a:off x="936144" y="2203153"/>
            <a:ext cx="71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Wand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D9C918C7-88A2-038F-48A9-F6E3BE6827F2}"/>
              </a:ext>
            </a:extLst>
          </p:cNvPr>
          <p:cNvCxnSpPr>
            <a:cxnSpLocks/>
          </p:cNvCxnSpPr>
          <p:nvPr/>
        </p:nvCxnSpPr>
        <p:spPr>
          <a:xfrm flipH="1">
            <a:off x="1983068" y="2242581"/>
            <a:ext cx="401320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541F987B-E43A-F82C-62F5-6391CEC10110}"/>
              </a:ext>
            </a:extLst>
          </p:cNvPr>
          <p:cNvSpPr txBox="1"/>
          <p:nvPr/>
        </p:nvSpPr>
        <p:spPr>
          <a:xfrm>
            <a:off x="2529976" y="1429047"/>
            <a:ext cx="102171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Schubkraft</a:t>
            </a:r>
          </a:p>
          <a:p>
            <a:pPr algn="ctr"/>
            <a:r>
              <a:rPr lang="de-DE" sz="8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auf das Fluid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5B49D90A-BBD9-2B96-3603-43F5B9050704}"/>
              </a:ext>
            </a:extLst>
          </p:cNvPr>
          <p:cNvSpPr/>
          <p:nvPr/>
        </p:nvSpPr>
        <p:spPr>
          <a:xfrm>
            <a:off x="2170486" y="1536701"/>
            <a:ext cx="566658" cy="386079"/>
          </a:xfrm>
          <a:custGeom>
            <a:avLst/>
            <a:gdLst>
              <a:gd name="csX0" fmla="*/ 0 w 533400"/>
              <a:gd name="csY0" fmla="*/ 236220 h 236220"/>
              <a:gd name="csX1" fmla="*/ 223520 w 533400"/>
              <a:gd name="csY1" fmla="*/ 63500 h 236220"/>
              <a:gd name="csX2" fmla="*/ 533400 w 533400"/>
              <a:gd name="csY2" fmla="*/ 0 h 236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3400" h="236220">
                <a:moveTo>
                  <a:pt x="0" y="236220"/>
                </a:moveTo>
                <a:cubicBezTo>
                  <a:pt x="67310" y="169545"/>
                  <a:pt x="134620" y="102870"/>
                  <a:pt x="223520" y="63500"/>
                </a:cubicBezTo>
                <a:cubicBezTo>
                  <a:pt x="312420" y="24130"/>
                  <a:pt x="422910" y="12065"/>
                  <a:pt x="533400" y="0"/>
                </a:cubicBezTo>
              </a:path>
            </a:pathLst>
          </a:custGeom>
          <a:noFill/>
          <a:ln w="9525" cap="rnd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7C569DF0-AB53-26E0-15DA-5BCBAAB80B60}"/>
              </a:ext>
            </a:extLst>
          </p:cNvPr>
          <p:cNvSpPr txBox="1"/>
          <p:nvPr/>
        </p:nvSpPr>
        <p:spPr>
          <a:xfrm>
            <a:off x="319730" y="2394049"/>
            <a:ext cx="277772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Actio = </a:t>
            </a:r>
            <a:r>
              <a:rPr lang="de-DE" sz="12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Reactio</a:t>
            </a: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Fluid </a:t>
            </a:r>
            <a:r>
              <a:rPr lang="de-DE" sz="12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⇔</a:t>
            </a:r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Wand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FF01B52-DFCB-6DCB-BD2B-7CAFBC0B6595}"/>
              </a:ext>
            </a:extLst>
          </p:cNvPr>
          <p:cNvSpPr txBox="1"/>
          <p:nvPr/>
        </p:nvSpPr>
        <p:spPr>
          <a:xfrm>
            <a:off x="2578735" y="1814323"/>
            <a:ext cx="102171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8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Schubkraft</a:t>
            </a:r>
          </a:p>
          <a:p>
            <a:pPr algn="ctr"/>
            <a:r>
              <a:rPr lang="de-DE" sz="8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auf Wand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54009DD3-70B4-9D94-F781-36588EF7B1D0}"/>
              </a:ext>
            </a:extLst>
          </p:cNvPr>
          <p:cNvSpPr/>
          <p:nvPr/>
        </p:nvSpPr>
        <p:spPr>
          <a:xfrm>
            <a:off x="2386385" y="1972228"/>
            <a:ext cx="401319" cy="245192"/>
          </a:xfrm>
          <a:custGeom>
            <a:avLst/>
            <a:gdLst>
              <a:gd name="csX0" fmla="*/ 0 w 533400"/>
              <a:gd name="csY0" fmla="*/ 236220 h 236220"/>
              <a:gd name="csX1" fmla="*/ 223520 w 533400"/>
              <a:gd name="csY1" fmla="*/ 63500 h 236220"/>
              <a:gd name="csX2" fmla="*/ 533400 w 533400"/>
              <a:gd name="csY2" fmla="*/ 0 h 236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3400" h="236220">
                <a:moveTo>
                  <a:pt x="0" y="236220"/>
                </a:moveTo>
                <a:cubicBezTo>
                  <a:pt x="67310" y="169545"/>
                  <a:pt x="134620" y="102870"/>
                  <a:pt x="223520" y="63500"/>
                </a:cubicBezTo>
                <a:cubicBezTo>
                  <a:pt x="312420" y="24130"/>
                  <a:pt x="422910" y="12065"/>
                  <a:pt x="533400" y="0"/>
                </a:cubicBezTo>
              </a:path>
            </a:pathLst>
          </a:custGeom>
          <a:noFill/>
          <a:ln w="9525" cap="rnd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60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7C9B2-6F40-2487-74BB-BFB9D5B8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92BD284-703D-C949-9341-2A821A7DC3DB}"/>
              </a:ext>
            </a:extLst>
          </p:cNvPr>
          <p:cNvSpPr/>
          <p:nvPr/>
        </p:nvSpPr>
        <p:spPr>
          <a:xfrm>
            <a:off x="650080" y="650081"/>
            <a:ext cx="2300290" cy="2300288"/>
          </a:xfrm>
          <a:prstGeom prst="ellipse">
            <a:avLst/>
          </a:prstGeom>
          <a:solidFill>
            <a:schemeClr val="tx2">
              <a:lumMod val="75000"/>
              <a:lumOff val="25000"/>
              <a:alpha val="3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1E6B04C0-3255-B23E-A6CF-F9CA9A275473}"/>
              </a:ext>
            </a:extLst>
          </p:cNvPr>
          <p:cNvSpPr/>
          <p:nvPr/>
        </p:nvSpPr>
        <p:spPr>
          <a:xfrm>
            <a:off x="1028699" y="1028700"/>
            <a:ext cx="1543052" cy="154305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4548968-C1B2-50B7-EA78-511C2D39DA8C}"/>
              </a:ext>
            </a:extLst>
          </p:cNvPr>
          <p:cNvSpPr/>
          <p:nvPr/>
        </p:nvSpPr>
        <p:spPr>
          <a:xfrm>
            <a:off x="1762124" y="1762126"/>
            <a:ext cx="76202" cy="761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CE74CBC-975A-586A-A8CD-113158C28F67}"/>
              </a:ext>
            </a:extLst>
          </p:cNvPr>
          <p:cNvCxnSpPr>
            <a:cxnSpLocks/>
          </p:cNvCxnSpPr>
          <p:nvPr/>
        </p:nvCxnSpPr>
        <p:spPr>
          <a:xfrm flipH="1">
            <a:off x="1030605" y="1800225"/>
            <a:ext cx="769620" cy="0"/>
          </a:xfrm>
          <a:prstGeom prst="straightConnector1">
            <a:avLst/>
          </a:prstGeom>
          <a:ln w="15875" cap="rnd">
            <a:round/>
            <a:headEnd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6760A96-D8C7-39FB-B84E-2C699AB7E234}"/>
              </a:ext>
            </a:extLst>
          </p:cNvPr>
          <p:cNvCxnSpPr>
            <a:cxnSpLocks/>
          </p:cNvCxnSpPr>
          <p:nvPr/>
        </p:nvCxnSpPr>
        <p:spPr>
          <a:xfrm flipH="1">
            <a:off x="649605" y="1800225"/>
            <a:ext cx="379094" cy="0"/>
          </a:xfrm>
          <a:prstGeom prst="straightConnector1">
            <a:avLst/>
          </a:prstGeom>
          <a:ln w="15875" cap="rnd">
            <a:round/>
            <a:headEnd type="triangl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E7D57EE9-C696-E831-9CEB-A2DFBC784AFA}"/>
              </a:ext>
            </a:extLst>
          </p:cNvPr>
          <p:cNvSpPr txBox="1"/>
          <p:nvPr/>
        </p:nvSpPr>
        <p:spPr>
          <a:xfrm>
            <a:off x="702575" y="1541980"/>
            <a:ext cx="28802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2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238B7B2-AD94-33DC-128C-BEB7198A4FA7}"/>
              </a:ext>
            </a:extLst>
          </p:cNvPr>
          <p:cNvSpPr txBox="1"/>
          <p:nvPr/>
        </p:nvSpPr>
        <p:spPr>
          <a:xfrm>
            <a:off x="1284791" y="1541979"/>
            <a:ext cx="34334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2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30B60BF-6856-6D1B-DEFF-95BBFDEA8DC2}"/>
              </a:ext>
            </a:extLst>
          </p:cNvPr>
          <p:cNvSpPr txBox="1"/>
          <p:nvPr/>
        </p:nvSpPr>
        <p:spPr>
          <a:xfrm>
            <a:off x="2625436" y="749638"/>
            <a:ext cx="40824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>
                <a:solidFill>
                  <a:schemeClr val="accent6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ω</a:t>
            </a:r>
            <a:endParaRPr lang="de-DE" sz="1400" i="1" baseline="-25000" dirty="0">
              <a:solidFill>
                <a:schemeClr val="accent6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1" name="Bogen 20">
            <a:extLst>
              <a:ext uri="{FF2B5EF4-FFF2-40B4-BE49-F238E27FC236}">
                <a16:creationId xmlns:a16="http://schemas.microsoft.com/office/drawing/2014/main" id="{B23BFAC8-960D-CC7F-A549-67BBE4F74A3A}"/>
              </a:ext>
            </a:extLst>
          </p:cNvPr>
          <p:cNvSpPr/>
          <p:nvPr/>
        </p:nvSpPr>
        <p:spPr>
          <a:xfrm>
            <a:off x="544830" y="544830"/>
            <a:ext cx="2510790" cy="2510790"/>
          </a:xfrm>
          <a:prstGeom prst="arc">
            <a:avLst>
              <a:gd name="adj1" fmla="val 18319024"/>
              <a:gd name="adj2" fmla="val 19998905"/>
            </a:avLst>
          </a:prstGeom>
          <a:ln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Bogen 22">
            <a:extLst>
              <a:ext uri="{FF2B5EF4-FFF2-40B4-BE49-F238E27FC236}">
                <a16:creationId xmlns:a16="http://schemas.microsoft.com/office/drawing/2014/main" id="{25C8DA70-0C54-BA24-7479-EE409F6DCAB2}"/>
              </a:ext>
            </a:extLst>
          </p:cNvPr>
          <p:cNvSpPr/>
          <p:nvPr/>
        </p:nvSpPr>
        <p:spPr>
          <a:xfrm>
            <a:off x="958850" y="958850"/>
            <a:ext cx="1682750" cy="1682750"/>
          </a:xfrm>
          <a:prstGeom prst="arc">
            <a:avLst>
              <a:gd name="adj1" fmla="val 1303464"/>
              <a:gd name="adj2" fmla="val 3460986"/>
            </a:avLst>
          </a:prstGeom>
          <a:ln cap="rnd">
            <a:solidFill>
              <a:schemeClr val="accent5">
                <a:lumMod val="75000"/>
              </a:schemeClr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6F1A1CA-E306-330D-3D60-F1C1570A35A6}"/>
              </a:ext>
            </a:extLst>
          </p:cNvPr>
          <p:cNvSpPr txBox="1"/>
          <p:nvPr/>
        </p:nvSpPr>
        <p:spPr>
          <a:xfrm>
            <a:off x="2372921" y="2263973"/>
            <a:ext cx="40824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i="1" dirty="0" err="1">
                <a:solidFill>
                  <a:schemeClr val="accent5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τ</a:t>
            </a:r>
            <a:r>
              <a:rPr lang="de-DE" sz="1400" baseline="-25000" dirty="0" err="1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de-DE" sz="1400" baseline="-25000" dirty="0">
              <a:solidFill>
                <a:schemeClr val="accent5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9119DA7-D656-4799-4985-D6E437AD6669}"/>
              </a:ext>
            </a:extLst>
          </p:cNvPr>
          <p:cNvCxnSpPr>
            <a:cxnSpLocks/>
            <a:stCxn id="2" idx="0"/>
            <a:endCxn id="4" idx="0"/>
          </p:cNvCxnSpPr>
          <p:nvPr/>
        </p:nvCxnSpPr>
        <p:spPr>
          <a:xfrm flipV="1">
            <a:off x="1800225" y="650081"/>
            <a:ext cx="0" cy="378619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C8E6AEF-BF7C-1B79-573B-30D0A9B8CB8E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1800225" y="653415"/>
            <a:ext cx="375285" cy="375285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9631579-6B20-E5C1-E588-9BFF3A9C3F4B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1800225" y="650081"/>
            <a:ext cx="382905" cy="0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B2B24CB7-B560-1DB8-9173-4C7DE769F3C5}"/>
              </a:ext>
            </a:extLst>
          </p:cNvPr>
          <p:cNvCxnSpPr>
            <a:cxnSpLocks/>
          </p:cNvCxnSpPr>
          <p:nvPr/>
        </p:nvCxnSpPr>
        <p:spPr>
          <a:xfrm flipH="1">
            <a:off x="1800225" y="751046"/>
            <a:ext cx="278130" cy="0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43B868-D4F8-C53F-C13D-ABF0EAF4B517}"/>
              </a:ext>
            </a:extLst>
          </p:cNvPr>
          <p:cNvCxnSpPr>
            <a:cxnSpLocks/>
          </p:cNvCxnSpPr>
          <p:nvPr/>
        </p:nvCxnSpPr>
        <p:spPr>
          <a:xfrm flipH="1">
            <a:off x="1800225" y="848201"/>
            <a:ext cx="180975" cy="0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D712309-264B-8517-3761-24F4E65B2318}"/>
              </a:ext>
            </a:extLst>
          </p:cNvPr>
          <p:cNvCxnSpPr>
            <a:cxnSpLocks/>
          </p:cNvCxnSpPr>
          <p:nvPr/>
        </p:nvCxnSpPr>
        <p:spPr>
          <a:xfrm flipH="1">
            <a:off x="1800225" y="943451"/>
            <a:ext cx="91440" cy="0"/>
          </a:xfrm>
          <a:prstGeom prst="line">
            <a:avLst/>
          </a:prstGeom>
          <a:ln w="15875" cap="rnd">
            <a:solidFill>
              <a:schemeClr val="accent1">
                <a:lumMod val="75000"/>
              </a:schemeClr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A69406BC-FB00-740E-92CC-EC6CD3CAE18F}"/>
              </a:ext>
            </a:extLst>
          </p:cNvPr>
          <p:cNvSpPr txBox="1"/>
          <p:nvPr/>
        </p:nvSpPr>
        <p:spPr>
          <a:xfrm>
            <a:off x="1743075" y="344924"/>
            <a:ext cx="44005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 err="1">
                <a:solidFill>
                  <a:schemeClr val="accent1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200" baseline="-25000" dirty="0" err="1">
                <a:solidFill>
                  <a:schemeClr val="accent1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de-DE" sz="1200" baseline="-25000" dirty="0">
              <a:solidFill>
                <a:schemeClr val="accent1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F3FF2AE-28DF-567E-FADE-6A292EA82A18}"/>
              </a:ext>
            </a:extLst>
          </p:cNvPr>
          <p:cNvSpPr txBox="1"/>
          <p:nvPr/>
        </p:nvSpPr>
        <p:spPr>
          <a:xfrm>
            <a:off x="1666241" y="1485423"/>
            <a:ext cx="4210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2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2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60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57FE-FA90-5ACE-877D-86AD85AD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941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114</Words>
  <Application>Microsoft Office PowerPoint</Application>
  <PresentationFormat>Benutzerdefiniert</PresentationFormat>
  <Paragraphs>72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25</cp:revision>
  <dcterms:created xsi:type="dcterms:W3CDTF">2026-09-04T15:35:46Z</dcterms:created>
  <dcterms:modified xsi:type="dcterms:W3CDTF">2026-09-18T06:41:22Z</dcterms:modified>
</cp:coreProperties>
</file>