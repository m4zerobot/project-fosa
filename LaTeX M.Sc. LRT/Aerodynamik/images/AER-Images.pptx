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FB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>
        <p:scale>
          <a:sx n="300" d="100"/>
          <a:sy n="300" d="100"/>
        </p:scale>
        <p:origin x="1080" y="-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12.06.2026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1EBCECE-EA98-8F05-0559-6E64B5C31AB9}"/>
              </a:ext>
            </a:extLst>
          </p:cNvPr>
          <p:cNvCxnSpPr>
            <a:cxnSpLocks/>
          </p:cNvCxnSpPr>
          <p:nvPr/>
        </p:nvCxnSpPr>
        <p:spPr>
          <a:xfrm>
            <a:off x="890588" y="1673034"/>
            <a:ext cx="2224087" cy="307809"/>
          </a:xfrm>
          <a:prstGeom prst="line">
            <a:avLst/>
          </a:prstGeom>
          <a:ln w="12700" cap="rnd">
            <a:solidFill>
              <a:schemeClr val="accent6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F34A9D5-D685-3566-7E74-19F4EDB439AC}"/>
              </a:ext>
            </a:extLst>
          </p:cNvPr>
          <p:cNvCxnSpPr>
            <a:cxnSpLocks/>
          </p:cNvCxnSpPr>
          <p:nvPr/>
        </p:nvCxnSpPr>
        <p:spPr>
          <a:xfrm>
            <a:off x="1216819" y="1480379"/>
            <a:ext cx="1897856" cy="500464"/>
          </a:xfrm>
          <a:prstGeom prst="line">
            <a:avLst/>
          </a:prstGeom>
          <a:ln w="12700" cap="rnd">
            <a:solidFill>
              <a:schemeClr val="accent5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2BD24CD-A4EE-48B4-83E4-05003ABA2DAF}"/>
              </a:ext>
            </a:extLst>
          </p:cNvPr>
          <p:cNvCxnSpPr>
            <a:cxnSpLocks/>
          </p:cNvCxnSpPr>
          <p:nvPr/>
        </p:nvCxnSpPr>
        <p:spPr>
          <a:xfrm>
            <a:off x="762000" y="933226"/>
            <a:ext cx="2352675" cy="1047617"/>
          </a:xfrm>
          <a:prstGeom prst="line">
            <a:avLst/>
          </a:prstGeom>
          <a:ln w="12700" cap="rnd">
            <a:solidFill>
              <a:schemeClr val="accent2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gen 20">
            <a:extLst>
              <a:ext uri="{FF2B5EF4-FFF2-40B4-BE49-F238E27FC236}">
                <a16:creationId xmlns:a16="http://schemas.microsoft.com/office/drawing/2014/main" id="{EE80967A-C581-E299-2987-2EA75AC1FF2C}"/>
              </a:ext>
            </a:extLst>
          </p:cNvPr>
          <p:cNvSpPr/>
          <p:nvPr/>
        </p:nvSpPr>
        <p:spPr>
          <a:xfrm>
            <a:off x="933450" y="-198391"/>
            <a:ext cx="4358468" cy="4358468"/>
          </a:xfrm>
          <a:prstGeom prst="arc">
            <a:avLst>
              <a:gd name="adj1" fmla="val 10807368"/>
              <a:gd name="adj2" fmla="val 11278212"/>
            </a:avLst>
          </a:prstGeom>
          <a:ln w="12700" cap="rnd">
            <a:solidFill>
              <a:schemeClr val="accent5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31" name="Bogen 30">
            <a:extLst>
              <a:ext uri="{FF2B5EF4-FFF2-40B4-BE49-F238E27FC236}">
                <a16:creationId xmlns:a16="http://schemas.microsoft.com/office/drawing/2014/main" id="{A2CD3D48-BCE0-8D3E-55A2-8FB0A69FAAF9}"/>
              </a:ext>
            </a:extLst>
          </p:cNvPr>
          <p:cNvSpPr/>
          <p:nvPr/>
        </p:nvSpPr>
        <p:spPr>
          <a:xfrm>
            <a:off x="654050" y="-477791"/>
            <a:ext cx="4917268" cy="4917268"/>
          </a:xfrm>
          <a:prstGeom prst="arc">
            <a:avLst>
              <a:gd name="adj1" fmla="val 10806806"/>
              <a:gd name="adj2" fmla="val 12236475"/>
            </a:avLst>
          </a:prstGeom>
          <a:ln w="12700" cap="rnd">
            <a:solidFill>
              <a:schemeClr val="accent5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36" name="Bogen 35">
            <a:extLst>
              <a:ext uri="{FF2B5EF4-FFF2-40B4-BE49-F238E27FC236}">
                <a16:creationId xmlns:a16="http://schemas.microsoft.com/office/drawing/2014/main" id="{A5605D81-2D68-D7DB-19FB-A6E0A9AEF949}"/>
              </a:ext>
            </a:extLst>
          </p:cNvPr>
          <p:cNvSpPr/>
          <p:nvPr/>
        </p:nvSpPr>
        <p:spPr>
          <a:xfrm>
            <a:off x="933450" y="-198391"/>
            <a:ext cx="4358468" cy="4358468"/>
          </a:xfrm>
          <a:prstGeom prst="arc">
            <a:avLst>
              <a:gd name="adj1" fmla="val 11277978"/>
              <a:gd name="adj2" fmla="val 12243559"/>
            </a:avLst>
          </a:prstGeom>
          <a:ln w="12700" cap="rnd">
            <a:solidFill>
              <a:schemeClr val="accent5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8E58FA40-3057-612C-34EC-22D2A1823A10}"/>
              </a:ext>
            </a:extLst>
          </p:cNvPr>
          <p:cNvSpPr/>
          <p:nvPr/>
        </p:nvSpPr>
        <p:spPr>
          <a:xfrm flipV="1">
            <a:off x="924400" y="1654178"/>
            <a:ext cx="59058" cy="590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>
              <a:solidFill>
                <a:schemeClr val="accent5"/>
              </a:solidFill>
            </a:endParaRPr>
          </a:p>
        </p:txBody>
      </p:sp>
      <p:sp>
        <p:nvSpPr>
          <p:cNvPr id="41" name="Bogen 40">
            <a:extLst>
              <a:ext uri="{FF2B5EF4-FFF2-40B4-BE49-F238E27FC236}">
                <a16:creationId xmlns:a16="http://schemas.microsoft.com/office/drawing/2014/main" id="{9AA87E28-FACA-3095-D2E6-35CE44E4B0D7}"/>
              </a:ext>
            </a:extLst>
          </p:cNvPr>
          <p:cNvSpPr/>
          <p:nvPr/>
        </p:nvSpPr>
        <p:spPr>
          <a:xfrm>
            <a:off x="1281771" y="149930"/>
            <a:ext cx="3661826" cy="3661826"/>
          </a:xfrm>
          <a:prstGeom prst="arc">
            <a:avLst>
              <a:gd name="adj1" fmla="val 11691102"/>
              <a:gd name="adj2" fmla="val 12243559"/>
            </a:avLst>
          </a:prstGeom>
          <a:ln w="12700" cap="rnd">
            <a:solidFill>
              <a:schemeClr val="accent5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0DA17A62-256C-D55F-FC65-B955E0053177}"/>
              </a:ext>
            </a:extLst>
          </p:cNvPr>
          <p:cNvSpPr/>
          <p:nvPr/>
        </p:nvSpPr>
        <p:spPr>
          <a:xfrm rot="391201">
            <a:off x="1179651" y="1706921"/>
            <a:ext cx="105292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4" name="Bogen 43">
            <a:extLst>
              <a:ext uri="{FF2B5EF4-FFF2-40B4-BE49-F238E27FC236}">
                <a16:creationId xmlns:a16="http://schemas.microsoft.com/office/drawing/2014/main" id="{181A38BA-4A64-1310-A4D7-0163D40F42C7}"/>
              </a:ext>
            </a:extLst>
          </p:cNvPr>
          <p:cNvSpPr/>
          <p:nvPr/>
        </p:nvSpPr>
        <p:spPr>
          <a:xfrm>
            <a:off x="1214391" y="82550"/>
            <a:ext cx="3796586" cy="3796586"/>
          </a:xfrm>
          <a:prstGeom prst="arc">
            <a:avLst>
              <a:gd name="adj1" fmla="val 10798243"/>
              <a:gd name="adj2" fmla="val 11700586"/>
            </a:avLst>
          </a:prstGeom>
          <a:ln w="12700" cap="rnd">
            <a:solidFill>
              <a:schemeClr val="accent5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2DFF6CB-A72D-0E3E-E385-ED8D9D9696C0}"/>
              </a:ext>
            </a:extLst>
          </p:cNvPr>
          <p:cNvCxnSpPr>
            <a:cxnSpLocks/>
          </p:cNvCxnSpPr>
          <p:nvPr/>
        </p:nvCxnSpPr>
        <p:spPr>
          <a:xfrm>
            <a:off x="533400" y="1981203"/>
            <a:ext cx="2581275" cy="0"/>
          </a:xfrm>
          <a:prstGeom prst="line">
            <a:avLst/>
          </a:prstGeom>
          <a:ln w="15875" cap="rnd">
            <a:solidFill>
              <a:srgbClr val="086FB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EAC858C-8D80-3E2F-F28B-C4B9CAAFDC34}"/>
              </a:ext>
            </a:extLst>
          </p:cNvPr>
          <p:cNvGrpSpPr/>
          <p:nvPr/>
        </p:nvGrpSpPr>
        <p:grpSpPr>
          <a:xfrm rot="21139162">
            <a:off x="1504088" y="1369867"/>
            <a:ext cx="1567130" cy="719864"/>
            <a:chOff x="1283226" y="985114"/>
            <a:chExt cx="1567130" cy="719864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C1DAC558-2041-5420-CD35-5EF1CF774D78}"/>
                </a:ext>
              </a:extLst>
            </p:cNvPr>
            <p:cNvSpPr/>
            <p:nvPr/>
          </p:nvSpPr>
          <p:spPr>
            <a:xfrm>
              <a:off x="1283493" y="985114"/>
              <a:ext cx="1566863" cy="719864"/>
            </a:xfrm>
            <a:custGeom>
              <a:avLst/>
              <a:gdLst>
                <a:gd name="csX0" fmla="*/ 1562100 w 1562100"/>
                <a:gd name="csY0" fmla="*/ 708250 h 708250"/>
                <a:gd name="csX1" fmla="*/ 828675 w 1562100"/>
                <a:gd name="csY1" fmla="*/ 174850 h 708250"/>
                <a:gd name="csX2" fmla="*/ 200025 w 1562100"/>
                <a:gd name="csY2" fmla="*/ 3400 h 708250"/>
                <a:gd name="csX3" fmla="*/ 0 w 1562100"/>
                <a:gd name="csY3" fmla="*/ 70075 h 708250"/>
                <a:gd name="csX0" fmla="*/ 1562100 w 1562100"/>
                <a:gd name="csY0" fmla="*/ 705305 h 705305"/>
                <a:gd name="csX1" fmla="*/ 828675 w 1562100"/>
                <a:gd name="csY1" fmla="*/ 171905 h 705305"/>
                <a:gd name="csX2" fmla="*/ 200025 w 1562100"/>
                <a:gd name="csY2" fmla="*/ 455 h 705305"/>
                <a:gd name="csX3" fmla="*/ 0 w 1562100"/>
                <a:gd name="csY3" fmla="*/ 67130 h 705305"/>
                <a:gd name="csX0" fmla="*/ 1562100 w 1562100"/>
                <a:gd name="csY0" fmla="*/ 714782 h 714782"/>
                <a:gd name="csX1" fmla="*/ 828675 w 1562100"/>
                <a:gd name="csY1" fmla="*/ 181382 h 714782"/>
                <a:gd name="csX2" fmla="*/ 271462 w 1562100"/>
                <a:gd name="csY2" fmla="*/ 407 h 714782"/>
                <a:gd name="csX3" fmla="*/ 0 w 1562100"/>
                <a:gd name="csY3" fmla="*/ 76607 h 714782"/>
                <a:gd name="csX0" fmla="*/ 1562100 w 1562100"/>
                <a:gd name="csY0" fmla="*/ 715619 h 715619"/>
                <a:gd name="csX1" fmla="*/ 828675 w 1562100"/>
                <a:gd name="csY1" fmla="*/ 182219 h 715619"/>
                <a:gd name="csX2" fmla="*/ 271462 w 1562100"/>
                <a:gd name="csY2" fmla="*/ 1244 h 715619"/>
                <a:gd name="csX3" fmla="*/ 0 w 1562100"/>
                <a:gd name="csY3" fmla="*/ 77444 h 715619"/>
                <a:gd name="csX0" fmla="*/ 1562100 w 1562100"/>
                <a:gd name="csY0" fmla="*/ 715619 h 715619"/>
                <a:gd name="csX1" fmla="*/ 828675 w 1562100"/>
                <a:gd name="csY1" fmla="*/ 182219 h 715619"/>
                <a:gd name="csX2" fmla="*/ 271462 w 1562100"/>
                <a:gd name="csY2" fmla="*/ 1244 h 715619"/>
                <a:gd name="csX3" fmla="*/ 0 w 1562100"/>
                <a:gd name="csY3" fmla="*/ 77444 h 715619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6863 w 1566863"/>
                <a:gd name="csY0" fmla="*/ 718299 h 718299"/>
                <a:gd name="csX1" fmla="*/ 881063 w 1566863"/>
                <a:gd name="csY1" fmla="*/ 218237 h 718299"/>
                <a:gd name="csX2" fmla="*/ 276225 w 1566863"/>
                <a:gd name="csY2" fmla="*/ 3924 h 718299"/>
                <a:gd name="csX3" fmla="*/ 0 w 1566863"/>
                <a:gd name="csY3" fmla="*/ 87268 h 718299"/>
                <a:gd name="csX0" fmla="*/ 1566863 w 1566863"/>
                <a:gd name="csY0" fmla="*/ 719694 h 719694"/>
                <a:gd name="csX1" fmla="*/ 881063 w 1566863"/>
                <a:gd name="csY1" fmla="*/ 219632 h 719694"/>
                <a:gd name="csX2" fmla="*/ 276225 w 1566863"/>
                <a:gd name="csY2" fmla="*/ 5319 h 719694"/>
                <a:gd name="csX3" fmla="*/ 0 w 1566863"/>
                <a:gd name="csY3" fmla="*/ 88663 h 719694"/>
                <a:gd name="csX0" fmla="*/ 1566863 w 1566863"/>
                <a:gd name="csY0" fmla="*/ 719864 h 719864"/>
                <a:gd name="csX1" fmla="*/ 881063 w 1566863"/>
                <a:gd name="csY1" fmla="*/ 219802 h 719864"/>
                <a:gd name="csX2" fmla="*/ 276225 w 1566863"/>
                <a:gd name="csY2" fmla="*/ 5489 h 719864"/>
                <a:gd name="csX3" fmla="*/ 0 w 1566863"/>
                <a:gd name="csY3" fmla="*/ 88833 h 719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6863" h="719864">
                  <a:moveTo>
                    <a:pt x="1566863" y="719864"/>
                  </a:moveTo>
                  <a:cubicBezTo>
                    <a:pt x="1313656" y="511901"/>
                    <a:pt x="1129507" y="348389"/>
                    <a:pt x="881063" y="219802"/>
                  </a:cubicBezTo>
                  <a:cubicBezTo>
                    <a:pt x="632619" y="91215"/>
                    <a:pt x="423069" y="27317"/>
                    <a:pt x="276225" y="5489"/>
                  </a:cubicBezTo>
                  <a:cubicBezTo>
                    <a:pt x="129381" y="-16339"/>
                    <a:pt x="11907" y="30095"/>
                    <a:pt x="0" y="88833"/>
                  </a:cubicBezTo>
                </a:path>
              </a:pathLst>
            </a:custGeom>
            <a:noFill/>
            <a:ln w="1905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dirty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6508E8EA-8657-EB5E-AEC2-3FFCC71B1D6D}"/>
                </a:ext>
              </a:extLst>
            </p:cNvPr>
            <p:cNvSpPr/>
            <p:nvPr/>
          </p:nvSpPr>
          <p:spPr>
            <a:xfrm>
              <a:off x="1283226" y="1071565"/>
              <a:ext cx="1565121" cy="633413"/>
            </a:xfrm>
            <a:custGeom>
              <a:avLst/>
              <a:gdLst>
                <a:gd name="csX0" fmla="*/ 1562100 w 1562100"/>
                <a:gd name="csY0" fmla="*/ 708250 h 708250"/>
                <a:gd name="csX1" fmla="*/ 828675 w 1562100"/>
                <a:gd name="csY1" fmla="*/ 174850 h 708250"/>
                <a:gd name="csX2" fmla="*/ 200025 w 1562100"/>
                <a:gd name="csY2" fmla="*/ 3400 h 708250"/>
                <a:gd name="csX3" fmla="*/ 0 w 1562100"/>
                <a:gd name="csY3" fmla="*/ 70075 h 708250"/>
                <a:gd name="csX0" fmla="*/ 1562100 w 1562100"/>
                <a:gd name="csY0" fmla="*/ 705305 h 705305"/>
                <a:gd name="csX1" fmla="*/ 828675 w 1562100"/>
                <a:gd name="csY1" fmla="*/ 171905 h 705305"/>
                <a:gd name="csX2" fmla="*/ 200025 w 1562100"/>
                <a:gd name="csY2" fmla="*/ 455 h 705305"/>
                <a:gd name="csX3" fmla="*/ 0 w 1562100"/>
                <a:gd name="csY3" fmla="*/ 67130 h 705305"/>
                <a:gd name="csX0" fmla="*/ 1562100 w 1562100"/>
                <a:gd name="csY0" fmla="*/ 714782 h 714782"/>
                <a:gd name="csX1" fmla="*/ 828675 w 1562100"/>
                <a:gd name="csY1" fmla="*/ 181382 h 714782"/>
                <a:gd name="csX2" fmla="*/ 271462 w 1562100"/>
                <a:gd name="csY2" fmla="*/ 407 h 714782"/>
                <a:gd name="csX3" fmla="*/ 0 w 1562100"/>
                <a:gd name="csY3" fmla="*/ 76607 h 714782"/>
                <a:gd name="csX0" fmla="*/ 1562100 w 1562100"/>
                <a:gd name="csY0" fmla="*/ 715619 h 715619"/>
                <a:gd name="csX1" fmla="*/ 828675 w 1562100"/>
                <a:gd name="csY1" fmla="*/ 182219 h 715619"/>
                <a:gd name="csX2" fmla="*/ 271462 w 1562100"/>
                <a:gd name="csY2" fmla="*/ 1244 h 715619"/>
                <a:gd name="csX3" fmla="*/ 0 w 1562100"/>
                <a:gd name="csY3" fmla="*/ 77444 h 715619"/>
                <a:gd name="csX0" fmla="*/ 1562100 w 1562100"/>
                <a:gd name="csY0" fmla="*/ 715619 h 715619"/>
                <a:gd name="csX1" fmla="*/ 828675 w 1562100"/>
                <a:gd name="csY1" fmla="*/ 182219 h 715619"/>
                <a:gd name="csX2" fmla="*/ 271462 w 1562100"/>
                <a:gd name="csY2" fmla="*/ 1244 h 715619"/>
                <a:gd name="csX3" fmla="*/ 0 w 1562100"/>
                <a:gd name="csY3" fmla="*/ 77444 h 715619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562100 w 1562100"/>
                <a:gd name="csY0" fmla="*/ 718988 h 718988"/>
                <a:gd name="csX1" fmla="*/ 876300 w 1562100"/>
                <a:gd name="csY1" fmla="*/ 218926 h 718988"/>
                <a:gd name="csX2" fmla="*/ 271462 w 1562100"/>
                <a:gd name="csY2" fmla="*/ 4613 h 718988"/>
                <a:gd name="csX3" fmla="*/ 0 w 1562100"/>
                <a:gd name="csY3" fmla="*/ 80813 h 718988"/>
                <a:gd name="csX0" fmla="*/ 1353141 w 1353141"/>
                <a:gd name="csY0" fmla="*/ 833458 h 833458"/>
                <a:gd name="csX1" fmla="*/ 667341 w 1353141"/>
                <a:gd name="csY1" fmla="*/ 333396 h 833458"/>
                <a:gd name="csX2" fmla="*/ 62503 w 1353141"/>
                <a:gd name="csY2" fmla="*/ 119083 h 833458"/>
                <a:gd name="csX3" fmla="*/ 57741 w 1353141"/>
                <a:gd name="csY3" fmla="*/ 4783 h 833458"/>
                <a:gd name="csX0" fmla="*/ 1295400 w 1295400"/>
                <a:gd name="csY0" fmla="*/ 832899 h 832899"/>
                <a:gd name="csX1" fmla="*/ 609600 w 1295400"/>
                <a:gd name="csY1" fmla="*/ 332837 h 832899"/>
                <a:gd name="csX2" fmla="*/ 116680 w 1295400"/>
                <a:gd name="csY2" fmla="*/ 137574 h 832899"/>
                <a:gd name="csX3" fmla="*/ 0 w 1295400"/>
                <a:gd name="csY3" fmla="*/ 4224 h 832899"/>
                <a:gd name="csX0" fmla="*/ 1295400 w 1295400"/>
                <a:gd name="csY0" fmla="*/ 832899 h 832899"/>
                <a:gd name="csX1" fmla="*/ 733425 w 1295400"/>
                <a:gd name="csY1" fmla="*/ 335218 h 832899"/>
                <a:gd name="csX2" fmla="*/ 116680 w 1295400"/>
                <a:gd name="csY2" fmla="*/ 137574 h 832899"/>
                <a:gd name="csX3" fmla="*/ 0 w 1295400"/>
                <a:gd name="csY3" fmla="*/ 4224 h 832899"/>
                <a:gd name="csX0" fmla="*/ 1564481 w 1564481"/>
                <a:gd name="csY0" fmla="*/ 637637 h 637637"/>
                <a:gd name="csX1" fmla="*/ 733425 w 1564481"/>
                <a:gd name="csY1" fmla="*/ 335218 h 637637"/>
                <a:gd name="csX2" fmla="*/ 116680 w 1564481"/>
                <a:gd name="csY2" fmla="*/ 137574 h 637637"/>
                <a:gd name="csX3" fmla="*/ 0 w 1564481"/>
                <a:gd name="csY3" fmla="*/ 4224 h 637637"/>
                <a:gd name="csX0" fmla="*/ 1564481 w 1564481"/>
                <a:gd name="csY0" fmla="*/ 637637 h 637637"/>
                <a:gd name="csX1" fmla="*/ 733425 w 1564481"/>
                <a:gd name="csY1" fmla="*/ 335218 h 637637"/>
                <a:gd name="csX2" fmla="*/ 116680 w 1564481"/>
                <a:gd name="csY2" fmla="*/ 137574 h 637637"/>
                <a:gd name="csX3" fmla="*/ 0 w 1564481"/>
                <a:gd name="csY3" fmla="*/ 4224 h 637637"/>
                <a:gd name="csX0" fmla="*/ 1564481 w 1564481"/>
                <a:gd name="csY0" fmla="*/ 637637 h 637637"/>
                <a:gd name="csX1" fmla="*/ 685800 w 1564481"/>
                <a:gd name="csY1" fmla="*/ 268543 h 637637"/>
                <a:gd name="csX2" fmla="*/ 116680 w 1564481"/>
                <a:gd name="csY2" fmla="*/ 137574 h 637637"/>
                <a:gd name="csX3" fmla="*/ 0 w 1564481"/>
                <a:gd name="csY3" fmla="*/ 4224 h 637637"/>
                <a:gd name="csX0" fmla="*/ 1568986 w 1568986"/>
                <a:gd name="csY0" fmla="*/ 633413 h 633413"/>
                <a:gd name="csX1" fmla="*/ 690305 w 1568986"/>
                <a:gd name="csY1" fmla="*/ 264319 h 633413"/>
                <a:gd name="csX2" fmla="*/ 121185 w 1568986"/>
                <a:gd name="csY2" fmla="*/ 133350 h 633413"/>
                <a:gd name="csX3" fmla="*/ 4505 w 1568986"/>
                <a:gd name="csY3" fmla="*/ 0 h 633413"/>
                <a:gd name="csX0" fmla="*/ 1564855 w 1564855"/>
                <a:gd name="csY0" fmla="*/ 633413 h 633413"/>
                <a:gd name="csX1" fmla="*/ 686174 w 1564855"/>
                <a:gd name="csY1" fmla="*/ 264319 h 633413"/>
                <a:gd name="csX2" fmla="*/ 181348 w 1564855"/>
                <a:gd name="csY2" fmla="*/ 128587 h 633413"/>
                <a:gd name="csX3" fmla="*/ 374 w 1564855"/>
                <a:gd name="csY3" fmla="*/ 0 h 633413"/>
                <a:gd name="csX0" fmla="*/ 1564855 w 1564855"/>
                <a:gd name="csY0" fmla="*/ 633413 h 633413"/>
                <a:gd name="csX1" fmla="*/ 736181 w 1564855"/>
                <a:gd name="csY1" fmla="*/ 259556 h 633413"/>
                <a:gd name="csX2" fmla="*/ 181348 w 1564855"/>
                <a:gd name="csY2" fmla="*/ 128587 h 633413"/>
                <a:gd name="csX3" fmla="*/ 374 w 1564855"/>
                <a:gd name="csY3" fmla="*/ 0 h 633413"/>
                <a:gd name="csX0" fmla="*/ 1564855 w 1564855"/>
                <a:gd name="csY0" fmla="*/ 633413 h 633413"/>
                <a:gd name="csX1" fmla="*/ 736181 w 1564855"/>
                <a:gd name="csY1" fmla="*/ 292894 h 633413"/>
                <a:gd name="csX2" fmla="*/ 181348 w 1564855"/>
                <a:gd name="csY2" fmla="*/ 128587 h 633413"/>
                <a:gd name="csX3" fmla="*/ 374 w 1564855"/>
                <a:gd name="csY3" fmla="*/ 0 h 633413"/>
                <a:gd name="csX0" fmla="*/ 1564855 w 1564855"/>
                <a:gd name="csY0" fmla="*/ 633413 h 633413"/>
                <a:gd name="csX1" fmla="*/ 736181 w 1564855"/>
                <a:gd name="csY1" fmla="*/ 292894 h 633413"/>
                <a:gd name="csX2" fmla="*/ 181348 w 1564855"/>
                <a:gd name="csY2" fmla="*/ 128587 h 633413"/>
                <a:gd name="csX3" fmla="*/ 374 w 1564855"/>
                <a:gd name="csY3" fmla="*/ 0 h 633413"/>
                <a:gd name="csX0" fmla="*/ 1566357 w 1566357"/>
                <a:gd name="csY0" fmla="*/ 633413 h 633413"/>
                <a:gd name="csX1" fmla="*/ 737683 w 1566357"/>
                <a:gd name="csY1" fmla="*/ 292894 h 633413"/>
                <a:gd name="csX2" fmla="*/ 182850 w 1566357"/>
                <a:gd name="csY2" fmla="*/ 128587 h 633413"/>
                <a:gd name="csX3" fmla="*/ 1876 w 1566357"/>
                <a:gd name="csY3" fmla="*/ 0 h 633413"/>
                <a:gd name="csX0" fmla="*/ 1564723 w 1564723"/>
                <a:gd name="csY0" fmla="*/ 633413 h 633413"/>
                <a:gd name="csX1" fmla="*/ 720174 w 1564723"/>
                <a:gd name="csY1" fmla="*/ 305594 h 633413"/>
                <a:gd name="csX2" fmla="*/ 181216 w 1564723"/>
                <a:gd name="csY2" fmla="*/ 128587 h 633413"/>
                <a:gd name="csX3" fmla="*/ 242 w 1564723"/>
                <a:gd name="csY3" fmla="*/ 0 h 633413"/>
                <a:gd name="csX0" fmla="*/ 1564874 w 1564874"/>
                <a:gd name="csY0" fmla="*/ 633413 h 633413"/>
                <a:gd name="csX1" fmla="*/ 720325 w 1564874"/>
                <a:gd name="csY1" fmla="*/ 305594 h 633413"/>
                <a:gd name="csX2" fmla="*/ 181367 w 1564874"/>
                <a:gd name="csY2" fmla="*/ 128587 h 633413"/>
                <a:gd name="csX3" fmla="*/ 393 w 1564874"/>
                <a:gd name="csY3" fmla="*/ 0 h 633413"/>
                <a:gd name="csX0" fmla="*/ 1565121 w 1565121"/>
                <a:gd name="csY0" fmla="*/ 633413 h 633413"/>
                <a:gd name="csX1" fmla="*/ 720572 w 1565121"/>
                <a:gd name="csY1" fmla="*/ 305594 h 633413"/>
                <a:gd name="csX2" fmla="*/ 181614 w 1565121"/>
                <a:gd name="csY2" fmla="*/ 128587 h 633413"/>
                <a:gd name="csX3" fmla="*/ 640 w 1565121"/>
                <a:gd name="csY3" fmla="*/ 0 h 633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5121" h="633413">
                  <a:moveTo>
                    <a:pt x="1565121" y="633413"/>
                  </a:moveTo>
                  <a:cubicBezTo>
                    <a:pt x="1116651" y="430213"/>
                    <a:pt x="951157" y="389732"/>
                    <a:pt x="720572" y="305594"/>
                  </a:cubicBezTo>
                  <a:cubicBezTo>
                    <a:pt x="489988" y="221456"/>
                    <a:pt x="349228" y="189044"/>
                    <a:pt x="181614" y="128587"/>
                  </a:cubicBezTo>
                  <a:cubicBezTo>
                    <a:pt x="14000" y="68130"/>
                    <a:pt x="-4122" y="19843"/>
                    <a:pt x="640" y="0"/>
                  </a:cubicBezTo>
                </a:path>
              </a:pathLst>
            </a:custGeom>
            <a:noFill/>
            <a:ln w="1905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dirty="0"/>
            </a:p>
          </p:txBody>
        </p:sp>
      </p:grpSp>
      <p:sp>
        <p:nvSpPr>
          <p:cNvPr id="46" name="Textfeld 45">
            <a:extLst>
              <a:ext uri="{FF2B5EF4-FFF2-40B4-BE49-F238E27FC236}">
                <a16:creationId xmlns:a16="http://schemas.microsoft.com/office/drawing/2014/main" id="{FFD57AB5-C1D0-DBD2-4F6E-BED2ADA3DCB5}"/>
              </a:ext>
            </a:extLst>
          </p:cNvPr>
          <p:cNvSpPr txBox="1"/>
          <p:nvPr/>
        </p:nvSpPr>
        <p:spPr>
          <a:xfrm>
            <a:off x="1431390" y="761188"/>
            <a:ext cx="107968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Profilsehne</a:t>
            </a:r>
            <a:endParaRPr lang="de-DE" sz="10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1DDD931-4F7E-F700-DBB6-72FFD09E8C97}"/>
              </a:ext>
            </a:extLst>
          </p:cNvPr>
          <p:cNvCxnSpPr>
            <a:cxnSpLocks/>
          </p:cNvCxnSpPr>
          <p:nvPr/>
        </p:nvCxnSpPr>
        <p:spPr>
          <a:xfrm flipH="1">
            <a:off x="1427211" y="971079"/>
            <a:ext cx="365374" cy="562758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76D8F81-62CB-0EE9-C2AC-DB98ED55DD31}"/>
              </a:ext>
            </a:extLst>
          </p:cNvPr>
          <p:cNvCxnSpPr>
            <a:cxnSpLocks/>
          </p:cNvCxnSpPr>
          <p:nvPr/>
        </p:nvCxnSpPr>
        <p:spPr>
          <a:xfrm flipH="1">
            <a:off x="2305247" y="1292226"/>
            <a:ext cx="212974" cy="328028"/>
          </a:xfrm>
          <a:prstGeom prst="line">
            <a:avLst/>
          </a:prstGeom>
          <a:ln w="9525" cap="rnd">
            <a:solidFill>
              <a:schemeClr val="accent2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3090B424-0B9D-1254-F8DC-5D2EBA987853}"/>
              </a:ext>
            </a:extLst>
          </p:cNvPr>
          <p:cNvSpPr txBox="1"/>
          <p:nvPr/>
        </p:nvSpPr>
        <p:spPr>
          <a:xfrm>
            <a:off x="1756918" y="1083470"/>
            <a:ext cx="158392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Nullauftriebsrichtung</a:t>
            </a:r>
            <a:endParaRPr lang="de-DE" sz="1000" baseline="-25000" dirty="0">
              <a:solidFill>
                <a:schemeClr val="accent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BAE2F541-6641-D327-4811-F3F335B9FF44}"/>
              </a:ext>
            </a:extLst>
          </p:cNvPr>
          <p:cNvSpPr txBox="1"/>
          <p:nvPr/>
        </p:nvSpPr>
        <p:spPr>
          <a:xfrm>
            <a:off x="1082278" y="2027872"/>
            <a:ext cx="222408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accent6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lokale Anströmrichtung</a:t>
            </a:r>
            <a:endParaRPr lang="de-DE" sz="1000" baseline="-25000" dirty="0">
              <a:solidFill>
                <a:schemeClr val="accent6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C5990BEA-643A-893E-FADD-6EC4984A9601}"/>
              </a:ext>
            </a:extLst>
          </p:cNvPr>
          <p:cNvCxnSpPr>
            <a:cxnSpLocks/>
          </p:cNvCxnSpPr>
          <p:nvPr/>
        </p:nvCxnSpPr>
        <p:spPr>
          <a:xfrm flipH="1" flipV="1">
            <a:off x="1556794" y="1767203"/>
            <a:ext cx="146777" cy="302103"/>
          </a:xfrm>
          <a:prstGeom prst="line">
            <a:avLst/>
          </a:prstGeom>
          <a:ln w="9525"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202B8B56-4F3A-F42D-4C99-B2484372642C}"/>
              </a:ext>
            </a:extLst>
          </p:cNvPr>
          <p:cNvSpPr txBox="1"/>
          <p:nvPr/>
        </p:nvSpPr>
        <p:spPr>
          <a:xfrm>
            <a:off x="312786" y="2215351"/>
            <a:ext cx="222408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ungestörte Anströmrichtung</a:t>
            </a:r>
            <a:endParaRPr lang="de-DE" sz="10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E39897FE-F184-C5B8-2010-BBB78D69F9F1}"/>
              </a:ext>
            </a:extLst>
          </p:cNvPr>
          <p:cNvCxnSpPr>
            <a:cxnSpLocks/>
          </p:cNvCxnSpPr>
          <p:nvPr/>
        </p:nvCxnSpPr>
        <p:spPr>
          <a:xfrm flipH="1" flipV="1">
            <a:off x="810296" y="1981203"/>
            <a:ext cx="135359" cy="278603"/>
          </a:xfrm>
          <a:prstGeom prst="line">
            <a:avLst/>
          </a:prstGeom>
          <a:ln w="9525" cap="rnd">
            <a:solidFill>
              <a:srgbClr val="086FB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968BD3B8-732B-81A2-097A-0E0E66A3623E}"/>
              </a:ext>
            </a:extLst>
          </p:cNvPr>
          <p:cNvSpPr txBox="1"/>
          <p:nvPr/>
        </p:nvSpPr>
        <p:spPr>
          <a:xfrm>
            <a:off x="424836" y="1329691"/>
            <a:ext cx="32483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r>
              <a:rPr lang="de-DE" sz="3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 </a:t>
            </a:r>
            <a:r>
              <a:rPr lang="de-DE" sz="10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4C09C36F-5800-20EE-348D-DF5FAC03BE72}"/>
              </a:ext>
            </a:extLst>
          </p:cNvPr>
          <p:cNvSpPr txBox="1"/>
          <p:nvPr/>
        </p:nvSpPr>
        <p:spPr>
          <a:xfrm>
            <a:off x="652102" y="1682974"/>
            <a:ext cx="32483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r>
              <a:rPr lang="de-DE" sz="3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 </a:t>
            </a:r>
            <a:r>
              <a:rPr lang="de-DE" sz="10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ACA95078-F32C-88B9-7AED-804DC1C1C414}"/>
              </a:ext>
            </a:extLst>
          </p:cNvPr>
          <p:cNvSpPr txBox="1"/>
          <p:nvPr/>
        </p:nvSpPr>
        <p:spPr>
          <a:xfrm>
            <a:off x="727723" y="1244098"/>
            <a:ext cx="32483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r>
              <a:rPr lang="de-DE" sz="3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 </a:t>
            </a:r>
            <a:r>
              <a:rPr lang="de-DE" sz="10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30B169-5BFA-065B-0341-25F3C4928CB3}"/>
              </a:ext>
            </a:extLst>
          </p:cNvPr>
          <p:cNvSpPr txBox="1"/>
          <p:nvPr/>
        </p:nvSpPr>
        <p:spPr>
          <a:xfrm>
            <a:off x="954014" y="1229188"/>
            <a:ext cx="5181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r>
              <a:rPr lang="de-DE" sz="3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 </a:t>
            </a:r>
            <a:r>
              <a:rPr lang="de-DE" sz="10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A=0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9B16198-21A8-3109-D22A-CFEDCF5EF684}"/>
              </a:ext>
            </a:extLst>
          </p:cNvPr>
          <p:cNvSpPr txBox="1"/>
          <p:nvPr/>
        </p:nvSpPr>
        <p:spPr>
          <a:xfrm>
            <a:off x="944418" y="1748734"/>
            <a:ext cx="32483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endParaRPr lang="de-DE" sz="10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13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erader Verbinder 232">
            <a:extLst>
              <a:ext uri="{FF2B5EF4-FFF2-40B4-BE49-F238E27FC236}">
                <a16:creationId xmlns:a16="http://schemas.microsoft.com/office/drawing/2014/main" id="{3DB0AEF5-D159-E01C-EF52-90725CDDB93A}"/>
              </a:ext>
            </a:extLst>
          </p:cNvPr>
          <p:cNvCxnSpPr>
            <a:cxnSpLocks/>
          </p:cNvCxnSpPr>
          <p:nvPr/>
        </p:nvCxnSpPr>
        <p:spPr>
          <a:xfrm>
            <a:off x="1044632" y="308453"/>
            <a:ext cx="0" cy="233540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chteck 234">
            <a:extLst>
              <a:ext uri="{FF2B5EF4-FFF2-40B4-BE49-F238E27FC236}">
                <a16:creationId xmlns:a16="http://schemas.microsoft.com/office/drawing/2014/main" id="{FC2960B8-F96A-7F40-EA2B-46E1CF76A729}"/>
              </a:ext>
            </a:extLst>
          </p:cNvPr>
          <p:cNvSpPr/>
          <p:nvPr/>
        </p:nvSpPr>
        <p:spPr>
          <a:xfrm>
            <a:off x="1007744" y="1123116"/>
            <a:ext cx="74085" cy="639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96" name="Gerader Verbinder 195">
            <a:extLst>
              <a:ext uri="{FF2B5EF4-FFF2-40B4-BE49-F238E27FC236}">
                <a16:creationId xmlns:a16="http://schemas.microsoft.com/office/drawing/2014/main" id="{13931DE4-81F8-D59B-7CD9-43B5EA477955}"/>
              </a:ext>
            </a:extLst>
          </p:cNvPr>
          <p:cNvCxnSpPr>
            <a:cxnSpLocks/>
          </p:cNvCxnSpPr>
          <p:nvPr/>
        </p:nvCxnSpPr>
        <p:spPr>
          <a:xfrm>
            <a:off x="1800485" y="1138587"/>
            <a:ext cx="0" cy="1505270"/>
          </a:xfrm>
          <a:prstGeom prst="line">
            <a:avLst/>
          </a:prstGeom>
          <a:ln w="9525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14947FE9-CF5A-3AC2-A80A-321BD0896238}"/>
              </a:ext>
            </a:extLst>
          </p:cNvPr>
          <p:cNvGrpSpPr/>
          <p:nvPr/>
        </p:nvGrpSpPr>
        <p:grpSpPr>
          <a:xfrm>
            <a:off x="1744596" y="23404"/>
            <a:ext cx="1235390" cy="1206993"/>
            <a:chOff x="1744295" y="78490"/>
            <a:chExt cx="1235390" cy="1206993"/>
          </a:xfrm>
        </p:grpSpPr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A16EA0DD-CEF0-114C-3089-775A77EA9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99257" y="1165530"/>
              <a:ext cx="994245" cy="0"/>
            </a:xfrm>
            <a:prstGeom prst="straightConnector1">
              <a:avLst/>
            </a:prstGeom>
            <a:ln cap="rnd">
              <a:solidFill>
                <a:schemeClr val="accent6">
                  <a:lumMod val="75000"/>
                </a:schemeClr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 Verbindung mit Pfeil 148">
              <a:extLst>
                <a:ext uri="{FF2B5EF4-FFF2-40B4-BE49-F238E27FC236}">
                  <a16:creationId xmlns:a16="http://schemas.microsoft.com/office/drawing/2014/main" id="{3FAC5893-211D-90D3-27F6-6B55FCDC6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9287" y="143255"/>
              <a:ext cx="0" cy="1022605"/>
            </a:xfrm>
            <a:prstGeom prst="straightConnector1">
              <a:avLst/>
            </a:prstGeom>
            <a:ln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uppieren 137">
              <a:extLst>
                <a:ext uri="{FF2B5EF4-FFF2-40B4-BE49-F238E27FC236}">
                  <a16:creationId xmlns:a16="http://schemas.microsoft.com/office/drawing/2014/main" id="{73932575-8BA1-CBF2-6947-BE2C8BD7F704}"/>
                </a:ext>
              </a:extLst>
            </p:cNvPr>
            <p:cNvGrpSpPr/>
            <p:nvPr/>
          </p:nvGrpSpPr>
          <p:grpSpPr>
            <a:xfrm>
              <a:off x="1744295" y="1106551"/>
              <a:ext cx="113333" cy="113199"/>
              <a:chOff x="2864153" y="492915"/>
              <a:chExt cx="113333" cy="113199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60A689A3-42E9-C877-7E64-C517152DC8F1}"/>
                  </a:ext>
                </a:extLst>
              </p:cNvPr>
              <p:cNvSpPr/>
              <p:nvPr/>
            </p:nvSpPr>
            <p:spPr>
              <a:xfrm>
                <a:off x="2867025" y="495304"/>
                <a:ext cx="106650" cy="10665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 dirty="0"/>
              </a:p>
            </p:txBody>
          </p:sp>
          <p:sp>
            <p:nvSpPr>
              <p:cNvPr id="136" name="Bogen 135">
                <a:extLst>
                  <a:ext uri="{FF2B5EF4-FFF2-40B4-BE49-F238E27FC236}">
                    <a16:creationId xmlns:a16="http://schemas.microsoft.com/office/drawing/2014/main" id="{7911D55A-DAB9-D818-4A28-DD09CFE54E7A}"/>
                  </a:ext>
                </a:extLst>
              </p:cNvPr>
              <p:cNvSpPr/>
              <p:nvPr/>
            </p:nvSpPr>
            <p:spPr>
              <a:xfrm>
                <a:off x="2864153" y="494686"/>
                <a:ext cx="111428" cy="111428"/>
              </a:xfrm>
              <a:prstGeom prst="arc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sz="1100" dirty="0"/>
              </a:p>
            </p:txBody>
          </p:sp>
          <p:sp>
            <p:nvSpPr>
              <p:cNvPr id="137" name="Bogen 136">
                <a:extLst>
                  <a:ext uri="{FF2B5EF4-FFF2-40B4-BE49-F238E27FC236}">
                    <a16:creationId xmlns:a16="http://schemas.microsoft.com/office/drawing/2014/main" id="{7087ED3E-FE4A-A807-7C56-4175F073E6FD}"/>
                  </a:ext>
                </a:extLst>
              </p:cNvPr>
              <p:cNvSpPr/>
              <p:nvPr/>
            </p:nvSpPr>
            <p:spPr>
              <a:xfrm rot="10800000">
                <a:off x="2866058" y="492915"/>
                <a:ext cx="111428" cy="111428"/>
              </a:xfrm>
              <a:prstGeom prst="arc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sz="1100" dirty="0"/>
              </a:p>
            </p:txBody>
          </p:sp>
        </p:grpSp>
        <p:sp>
          <p:nvSpPr>
            <p:cNvPr id="155" name="Textfeld 154">
              <a:extLst>
                <a:ext uri="{FF2B5EF4-FFF2-40B4-BE49-F238E27FC236}">
                  <a16:creationId xmlns:a16="http://schemas.microsoft.com/office/drawing/2014/main" id="{94D4F988-BF9E-2D08-BAD5-4AE03672DE7F}"/>
                </a:ext>
              </a:extLst>
            </p:cNvPr>
            <p:cNvSpPr txBox="1"/>
            <p:nvPr/>
          </p:nvSpPr>
          <p:spPr>
            <a:xfrm>
              <a:off x="1822782" y="78490"/>
              <a:ext cx="215265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  <p:sp>
          <p:nvSpPr>
            <p:cNvPr id="156" name="Textfeld 155">
              <a:extLst>
                <a:ext uri="{FF2B5EF4-FFF2-40B4-BE49-F238E27FC236}">
                  <a16:creationId xmlns:a16="http://schemas.microsoft.com/office/drawing/2014/main" id="{3C9650AB-4BBF-F967-AB7E-FA7498041E96}"/>
                </a:ext>
              </a:extLst>
            </p:cNvPr>
            <p:cNvSpPr txBox="1"/>
            <p:nvPr/>
          </p:nvSpPr>
          <p:spPr>
            <a:xfrm>
              <a:off x="2764420" y="1023873"/>
              <a:ext cx="215265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7193EE74-CD01-E4C7-F8BD-0A4DFF2E74FB}"/>
              </a:ext>
            </a:extLst>
          </p:cNvPr>
          <p:cNvGrpSpPr/>
          <p:nvPr/>
        </p:nvGrpSpPr>
        <p:grpSpPr>
          <a:xfrm>
            <a:off x="426155" y="314133"/>
            <a:ext cx="2748140" cy="2537935"/>
            <a:chOff x="234001" y="312753"/>
            <a:chExt cx="3132447" cy="2892846"/>
          </a:xfrm>
        </p:grpSpPr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68807D5C-2254-C3EF-F8BB-6205B79D42D0}"/>
                </a:ext>
              </a:extLst>
            </p:cNvPr>
            <p:cNvGrpSpPr/>
            <p:nvPr/>
          </p:nvGrpSpPr>
          <p:grpSpPr>
            <a:xfrm>
              <a:off x="234001" y="312753"/>
              <a:ext cx="3132447" cy="2892846"/>
              <a:chOff x="217824" y="281438"/>
              <a:chExt cx="3132447" cy="2892846"/>
            </a:xfrm>
          </p:grpSpPr>
          <p:grpSp>
            <p:nvGrpSpPr>
              <p:cNvPr id="107" name="Gruppieren 106">
                <a:extLst>
                  <a:ext uri="{FF2B5EF4-FFF2-40B4-BE49-F238E27FC236}">
                    <a16:creationId xmlns:a16="http://schemas.microsoft.com/office/drawing/2014/main" id="{C0368744-29E7-08D7-2A2A-816927FAA1FE}"/>
                  </a:ext>
                </a:extLst>
              </p:cNvPr>
              <p:cNvGrpSpPr/>
              <p:nvPr/>
            </p:nvGrpSpPr>
            <p:grpSpPr>
              <a:xfrm>
                <a:off x="217824" y="281438"/>
                <a:ext cx="1565256" cy="2892846"/>
                <a:chOff x="217824" y="281438"/>
                <a:chExt cx="1565256" cy="2892846"/>
              </a:xfrm>
            </p:grpSpPr>
            <p:sp>
              <p:nvSpPr>
                <p:cNvPr id="3" name="Freihandform: Form 2">
                  <a:extLst>
                    <a:ext uri="{FF2B5EF4-FFF2-40B4-BE49-F238E27FC236}">
                      <a16:creationId xmlns:a16="http://schemas.microsoft.com/office/drawing/2014/main" id="{926299B9-693A-ADA1-6805-78016F8B58D9}"/>
                    </a:ext>
                  </a:extLst>
                </p:cNvPr>
                <p:cNvSpPr/>
                <p:nvPr/>
              </p:nvSpPr>
              <p:spPr>
                <a:xfrm>
                  <a:off x="1612697" y="281438"/>
                  <a:ext cx="169131" cy="2655518"/>
                </a:xfrm>
                <a:custGeom>
                  <a:avLst/>
                  <a:gdLst>
                    <a:gd name="csX0" fmla="*/ 169131 w 169131"/>
                    <a:gd name="csY0" fmla="*/ 0 h 2655518"/>
                    <a:gd name="csX1" fmla="*/ 21950 w 169131"/>
                    <a:gd name="csY1" fmla="*/ 313151 h 2655518"/>
                    <a:gd name="csX2" fmla="*/ 15687 w 169131"/>
                    <a:gd name="csY2" fmla="*/ 1813142 h 2655518"/>
                    <a:gd name="csX3" fmla="*/ 166000 w 169131"/>
                    <a:gd name="csY3" fmla="*/ 2655518 h 26555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69131" h="2655518">
                      <a:moveTo>
                        <a:pt x="169131" y="0"/>
                      </a:moveTo>
                      <a:cubicBezTo>
                        <a:pt x="108327" y="5480"/>
                        <a:pt x="47524" y="10961"/>
                        <a:pt x="21950" y="313151"/>
                      </a:cubicBezTo>
                      <a:cubicBezTo>
                        <a:pt x="-3624" y="615341"/>
                        <a:pt x="-8321" y="1422748"/>
                        <a:pt x="15687" y="1813142"/>
                      </a:cubicBezTo>
                      <a:cubicBezTo>
                        <a:pt x="39695" y="2203536"/>
                        <a:pt x="102847" y="2429527"/>
                        <a:pt x="166000" y="2655518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7" name="Gerader Verbinder 6">
                  <a:extLst>
                    <a:ext uri="{FF2B5EF4-FFF2-40B4-BE49-F238E27FC236}">
                      <a16:creationId xmlns:a16="http://schemas.microsoft.com/office/drawing/2014/main" id="{A3F90E0A-715A-A678-8A85-8D2B975B61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0518" y="944639"/>
                  <a:ext cx="1315989" cy="99084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Gerader Verbinder 11">
                  <a:extLst>
                    <a:ext uri="{FF2B5EF4-FFF2-40B4-BE49-F238E27FC236}">
                      <a16:creationId xmlns:a16="http://schemas.microsoft.com/office/drawing/2014/main" id="{1F01F4A6-359A-8EB6-6515-3C614020D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6235" y="1579004"/>
                  <a:ext cx="1256462" cy="55269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Gerader Verbinder 15">
                  <a:extLst>
                    <a:ext uri="{FF2B5EF4-FFF2-40B4-BE49-F238E27FC236}">
                      <a16:creationId xmlns:a16="http://schemas.microsoft.com/office/drawing/2014/main" id="{A1B3CCD4-9708-9119-5A94-C1B70D3E9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0874" y="1935480"/>
                  <a:ext cx="0" cy="15811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r Verbinder 19">
                  <a:extLst>
                    <a:ext uri="{FF2B5EF4-FFF2-40B4-BE49-F238E27FC236}">
                      <a16:creationId xmlns:a16="http://schemas.microsoft.com/office/drawing/2014/main" id="{9BA1ACD2-55CD-508A-DD52-4C01653E24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0478" y="1333500"/>
                  <a:ext cx="0" cy="10655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Gerader Verbinder 21">
                  <a:extLst>
                    <a:ext uri="{FF2B5EF4-FFF2-40B4-BE49-F238E27FC236}">
                      <a16:creationId xmlns:a16="http://schemas.microsoft.com/office/drawing/2014/main" id="{0CFF1954-E057-220D-76DC-A7B77FFDC9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0009" y="1333500"/>
                  <a:ext cx="0" cy="7620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Gerader Verbinder 25">
                  <a:extLst>
                    <a:ext uri="{FF2B5EF4-FFF2-40B4-BE49-F238E27FC236}">
                      <a16:creationId xmlns:a16="http://schemas.microsoft.com/office/drawing/2014/main" id="{86E1CC4E-D4E5-88A5-23A2-B63153957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0478" y="1333500"/>
                  <a:ext cx="4953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Gerader Verbinder 29">
                  <a:extLst>
                    <a:ext uri="{FF2B5EF4-FFF2-40B4-BE49-F238E27FC236}">
                      <a16:creationId xmlns:a16="http://schemas.microsoft.com/office/drawing/2014/main" id="{D1BD9EF4-6C39-714E-A9C4-75A624B970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2854" y="1266825"/>
                  <a:ext cx="0" cy="20764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16DDF715-6AB7-30B9-6071-F894A646E7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729" y="1266825"/>
                  <a:ext cx="0" cy="10477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Gerader Verbinder 34">
                  <a:extLst>
                    <a:ext uri="{FF2B5EF4-FFF2-40B4-BE49-F238E27FC236}">
                      <a16:creationId xmlns:a16="http://schemas.microsoft.com/office/drawing/2014/main" id="{A1CCB693-8B57-33FC-3044-D86C88847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0360" y="1235152"/>
                  <a:ext cx="88699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Bogen 50">
                  <a:extLst>
                    <a:ext uri="{FF2B5EF4-FFF2-40B4-BE49-F238E27FC236}">
                      <a16:creationId xmlns:a16="http://schemas.microsoft.com/office/drawing/2014/main" id="{5471F87C-6BBC-EFA4-AA73-2DE9132EA100}"/>
                    </a:ext>
                  </a:extLst>
                </p:cNvPr>
                <p:cNvSpPr/>
                <p:nvPr/>
              </p:nvSpPr>
              <p:spPr>
                <a:xfrm>
                  <a:off x="992389" y="1235152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sp>
              <p:nvSpPr>
                <p:cNvPr id="53" name="Bogen 52">
                  <a:extLst>
                    <a:ext uri="{FF2B5EF4-FFF2-40B4-BE49-F238E27FC236}">
                      <a16:creationId xmlns:a16="http://schemas.microsoft.com/office/drawing/2014/main" id="{97A80CE1-DD1B-6EEC-963D-F78A71EBBE62}"/>
                    </a:ext>
                  </a:extLst>
                </p:cNvPr>
                <p:cNvSpPr/>
                <p:nvPr/>
              </p:nvSpPr>
              <p:spPr>
                <a:xfrm rot="16200000">
                  <a:off x="901541" y="1235453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sp>
              <p:nvSpPr>
                <p:cNvPr id="54" name="Bogen 53">
                  <a:extLst>
                    <a:ext uri="{FF2B5EF4-FFF2-40B4-BE49-F238E27FC236}">
                      <a16:creationId xmlns:a16="http://schemas.microsoft.com/office/drawing/2014/main" id="{DB859863-8271-B647-42C1-8BF0B79FEB2C}"/>
                    </a:ext>
                  </a:extLst>
                </p:cNvPr>
                <p:cNvSpPr/>
                <p:nvPr/>
              </p:nvSpPr>
              <p:spPr>
                <a:xfrm flipH="1" flipV="1">
                  <a:off x="300518" y="2052641"/>
                  <a:ext cx="80723" cy="80723"/>
                </a:xfrm>
                <a:prstGeom prst="arc">
                  <a:avLst>
                    <a:gd name="adj1" fmla="val 14677203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63" name="Gerader Verbinder 62">
                  <a:extLst>
                    <a:ext uri="{FF2B5EF4-FFF2-40B4-BE49-F238E27FC236}">
                      <a16:creationId xmlns:a16="http://schemas.microsoft.com/office/drawing/2014/main" id="{FD21F753-F13C-0D4A-6293-E4F1A62BD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9210" y="2687926"/>
                  <a:ext cx="413292" cy="172816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r Verbinder 65">
                  <a:extLst>
                    <a:ext uri="{FF2B5EF4-FFF2-40B4-BE49-F238E27FC236}">
                      <a16:creationId xmlns:a16="http://schemas.microsoft.com/office/drawing/2014/main" id="{21F05631-D2BC-5665-EB95-F2C826F3CA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2" y="2936956"/>
                  <a:ext cx="520026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Bogen 69">
                  <a:extLst>
                    <a:ext uri="{FF2B5EF4-FFF2-40B4-BE49-F238E27FC236}">
                      <a16:creationId xmlns:a16="http://schemas.microsoft.com/office/drawing/2014/main" id="{923AB6BF-CA31-749A-E07C-545100BB8E0E}"/>
                    </a:ext>
                  </a:extLst>
                </p:cNvPr>
                <p:cNvSpPr/>
                <p:nvPr/>
              </p:nvSpPr>
              <p:spPr>
                <a:xfrm flipH="1">
                  <a:off x="1261803" y="2856932"/>
                  <a:ext cx="115771" cy="115771"/>
                </a:xfrm>
                <a:prstGeom prst="arc">
                  <a:avLst>
                    <a:gd name="adj1" fmla="val 17609614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71" name="Gerader Verbinder 70">
                  <a:extLst>
                    <a:ext uri="{FF2B5EF4-FFF2-40B4-BE49-F238E27FC236}">
                      <a16:creationId xmlns:a16="http://schemas.microsoft.com/office/drawing/2014/main" id="{3F4E6D31-7CB4-8283-A95E-B855E5E25A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3" y="2922796"/>
                  <a:ext cx="0" cy="13282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r Verbinder 74">
                  <a:extLst>
                    <a:ext uri="{FF2B5EF4-FFF2-40B4-BE49-F238E27FC236}">
                      <a16:creationId xmlns:a16="http://schemas.microsoft.com/office/drawing/2014/main" id="{4E4548B5-D830-CC7D-840A-3A8B12D60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69" y="3064085"/>
                  <a:ext cx="466066" cy="11019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Gerader Verbinder 76">
                  <a:extLst>
                    <a:ext uri="{FF2B5EF4-FFF2-40B4-BE49-F238E27FC236}">
                      <a16:creationId xmlns:a16="http://schemas.microsoft.com/office/drawing/2014/main" id="{D09C9BA6-E1AD-3BCE-DBE4-B3A9424956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70" y="3055620"/>
                  <a:ext cx="0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Gerader Verbinder 80">
                  <a:extLst>
                    <a:ext uri="{FF2B5EF4-FFF2-40B4-BE49-F238E27FC236}">
                      <a16:creationId xmlns:a16="http://schemas.microsoft.com/office/drawing/2014/main" id="{54F4BA96-D88B-2560-F516-8EDCDA275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27835" y="2936956"/>
                  <a:ext cx="53993" cy="12712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Freihandform: Form 90">
                  <a:extLst>
                    <a:ext uri="{FF2B5EF4-FFF2-40B4-BE49-F238E27FC236}">
                      <a16:creationId xmlns:a16="http://schemas.microsoft.com/office/drawing/2014/main" id="{E4BCBED0-3BD7-9612-2677-40AADFAB11F6}"/>
                    </a:ext>
                  </a:extLst>
                </p:cNvPr>
                <p:cNvSpPr/>
                <p:nvPr/>
              </p:nvSpPr>
              <p:spPr>
                <a:xfrm>
                  <a:off x="1744980" y="2586990"/>
                  <a:ext cx="38100" cy="356235"/>
                </a:xfrm>
                <a:custGeom>
                  <a:avLst/>
                  <a:gdLst>
                    <a:gd name="csX0" fmla="*/ 38100 w 38100"/>
                    <a:gd name="csY0" fmla="*/ 0 h 356235"/>
                    <a:gd name="csX1" fmla="*/ 0 w 38100"/>
                    <a:gd name="csY1" fmla="*/ 72390 h 356235"/>
                    <a:gd name="csX2" fmla="*/ 38100 w 38100"/>
                    <a:gd name="csY2" fmla="*/ 356235 h 356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" h="356235">
                      <a:moveTo>
                        <a:pt x="38100" y="0"/>
                      </a:moveTo>
                      <a:cubicBezTo>
                        <a:pt x="19050" y="6509"/>
                        <a:pt x="0" y="13018"/>
                        <a:pt x="0" y="72390"/>
                      </a:cubicBezTo>
                      <a:cubicBezTo>
                        <a:pt x="0" y="131762"/>
                        <a:pt x="19050" y="243998"/>
                        <a:pt x="38100" y="356235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92" name="Gerader Verbinder 91">
                  <a:extLst>
                    <a:ext uri="{FF2B5EF4-FFF2-40B4-BE49-F238E27FC236}">
                      <a16:creationId xmlns:a16="http://schemas.microsoft.com/office/drawing/2014/main" id="{8523F548-6609-505C-4F2A-B6B29F3DC9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" y="1003090"/>
                  <a:ext cx="1561502" cy="1035260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Gerader Verbinder 97">
                  <a:extLst>
                    <a:ext uri="{FF2B5EF4-FFF2-40B4-BE49-F238E27FC236}">
                      <a16:creationId xmlns:a16="http://schemas.microsoft.com/office/drawing/2014/main" id="{F8CEA970-9192-7B1E-EBFB-2136B82C9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12696" y="822220"/>
                  <a:ext cx="167881" cy="126402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Gerader Verbinder 101">
                  <a:extLst>
                    <a:ext uri="{FF2B5EF4-FFF2-40B4-BE49-F238E27FC236}">
                      <a16:creationId xmlns:a16="http://schemas.microsoft.com/office/drawing/2014/main" id="{1038A1EF-D3D7-5702-0469-DC2449FE8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824" y="1348740"/>
                  <a:ext cx="1560194" cy="803925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Gerader Verbinder 104">
                  <a:extLst>
                    <a:ext uri="{FF2B5EF4-FFF2-40B4-BE49-F238E27FC236}">
                      <a16:creationId xmlns:a16="http://schemas.microsoft.com/office/drawing/2014/main" id="{208ED2A9-C712-B91B-BBAA-1F4C95A76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06390" y="1506855"/>
                  <a:ext cx="175669" cy="7727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A8973A00-0B64-C3E6-8966-6513D65CCAF4}"/>
                  </a:ext>
                </a:extLst>
              </p:cNvPr>
              <p:cNvGrpSpPr/>
              <p:nvPr/>
            </p:nvGrpSpPr>
            <p:grpSpPr>
              <a:xfrm flipH="1">
                <a:off x="1785015" y="281438"/>
                <a:ext cx="1565256" cy="2892846"/>
                <a:chOff x="217824" y="281438"/>
                <a:chExt cx="1565256" cy="2892846"/>
              </a:xfrm>
            </p:grpSpPr>
            <p:sp>
              <p:nvSpPr>
                <p:cNvPr id="109" name="Freihandform: Form 108">
                  <a:extLst>
                    <a:ext uri="{FF2B5EF4-FFF2-40B4-BE49-F238E27FC236}">
                      <a16:creationId xmlns:a16="http://schemas.microsoft.com/office/drawing/2014/main" id="{83E748BE-7A35-BAE0-348F-7DACB73BA2AB}"/>
                    </a:ext>
                  </a:extLst>
                </p:cNvPr>
                <p:cNvSpPr/>
                <p:nvPr/>
              </p:nvSpPr>
              <p:spPr>
                <a:xfrm>
                  <a:off x="1612697" y="281438"/>
                  <a:ext cx="169131" cy="2655518"/>
                </a:xfrm>
                <a:custGeom>
                  <a:avLst/>
                  <a:gdLst>
                    <a:gd name="csX0" fmla="*/ 169131 w 169131"/>
                    <a:gd name="csY0" fmla="*/ 0 h 2655518"/>
                    <a:gd name="csX1" fmla="*/ 21950 w 169131"/>
                    <a:gd name="csY1" fmla="*/ 313151 h 2655518"/>
                    <a:gd name="csX2" fmla="*/ 15687 w 169131"/>
                    <a:gd name="csY2" fmla="*/ 1813142 h 2655518"/>
                    <a:gd name="csX3" fmla="*/ 166000 w 169131"/>
                    <a:gd name="csY3" fmla="*/ 2655518 h 26555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69131" h="2655518">
                      <a:moveTo>
                        <a:pt x="169131" y="0"/>
                      </a:moveTo>
                      <a:cubicBezTo>
                        <a:pt x="108327" y="5480"/>
                        <a:pt x="47524" y="10961"/>
                        <a:pt x="21950" y="313151"/>
                      </a:cubicBezTo>
                      <a:cubicBezTo>
                        <a:pt x="-3624" y="615341"/>
                        <a:pt x="-8321" y="1422748"/>
                        <a:pt x="15687" y="1813142"/>
                      </a:cubicBezTo>
                      <a:cubicBezTo>
                        <a:pt x="39695" y="2203536"/>
                        <a:pt x="102847" y="2429527"/>
                        <a:pt x="166000" y="2655518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110" name="Gerader Verbinder 109">
                  <a:extLst>
                    <a:ext uri="{FF2B5EF4-FFF2-40B4-BE49-F238E27FC236}">
                      <a16:creationId xmlns:a16="http://schemas.microsoft.com/office/drawing/2014/main" id="{BD5021BB-8708-38F7-9850-BC2224B353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0518" y="944639"/>
                  <a:ext cx="1315989" cy="99084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Gerader Verbinder 110">
                  <a:extLst>
                    <a:ext uri="{FF2B5EF4-FFF2-40B4-BE49-F238E27FC236}">
                      <a16:creationId xmlns:a16="http://schemas.microsoft.com/office/drawing/2014/main" id="{AB9363EF-633E-65B8-995C-9CB41D424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6235" y="1579004"/>
                  <a:ext cx="1256462" cy="55269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Gerader Verbinder 111">
                  <a:extLst>
                    <a:ext uri="{FF2B5EF4-FFF2-40B4-BE49-F238E27FC236}">
                      <a16:creationId xmlns:a16="http://schemas.microsoft.com/office/drawing/2014/main" id="{AF6616C2-8539-127E-6582-B9DFA073E8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0874" y="1935480"/>
                  <a:ext cx="0" cy="15811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Gerader Verbinder 112">
                  <a:extLst>
                    <a:ext uri="{FF2B5EF4-FFF2-40B4-BE49-F238E27FC236}">
                      <a16:creationId xmlns:a16="http://schemas.microsoft.com/office/drawing/2014/main" id="{C25C71A6-B3FA-DC83-008B-9584CBD76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0478" y="1333500"/>
                  <a:ext cx="0" cy="10655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Gerader Verbinder 113">
                  <a:extLst>
                    <a:ext uri="{FF2B5EF4-FFF2-40B4-BE49-F238E27FC236}">
                      <a16:creationId xmlns:a16="http://schemas.microsoft.com/office/drawing/2014/main" id="{6D6FCA13-AF04-81BC-7BB9-78CE6C039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0009" y="1333500"/>
                  <a:ext cx="0" cy="7620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Gerader Verbinder 114">
                  <a:extLst>
                    <a:ext uri="{FF2B5EF4-FFF2-40B4-BE49-F238E27FC236}">
                      <a16:creationId xmlns:a16="http://schemas.microsoft.com/office/drawing/2014/main" id="{FAA35C60-FA58-D9FB-1FFD-6E34E469B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0478" y="1333500"/>
                  <a:ext cx="4953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Gerader Verbinder 115">
                  <a:extLst>
                    <a:ext uri="{FF2B5EF4-FFF2-40B4-BE49-F238E27FC236}">
                      <a16:creationId xmlns:a16="http://schemas.microsoft.com/office/drawing/2014/main" id="{E8EBEAE2-4E76-1D48-07B5-F77ED54E2A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2854" y="1266825"/>
                  <a:ext cx="0" cy="20764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Gerader Verbinder 116">
                  <a:extLst>
                    <a:ext uri="{FF2B5EF4-FFF2-40B4-BE49-F238E27FC236}">
                      <a16:creationId xmlns:a16="http://schemas.microsoft.com/office/drawing/2014/main" id="{876B37FE-9555-B67C-A593-F0616D63F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729" y="1266825"/>
                  <a:ext cx="0" cy="10477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Gerader Verbinder 117">
                  <a:extLst>
                    <a:ext uri="{FF2B5EF4-FFF2-40B4-BE49-F238E27FC236}">
                      <a16:creationId xmlns:a16="http://schemas.microsoft.com/office/drawing/2014/main" id="{4BB50CC3-BC31-9DD3-4786-4BBB4B9550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0360" y="1235152"/>
                  <a:ext cx="88699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Bogen 118">
                  <a:extLst>
                    <a:ext uri="{FF2B5EF4-FFF2-40B4-BE49-F238E27FC236}">
                      <a16:creationId xmlns:a16="http://schemas.microsoft.com/office/drawing/2014/main" id="{8C549DA7-BEF7-58F1-C6C9-6CE0C08A9314}"/>
                    </a:ext>
                  </a:extLst>
                </p:cNvPr>
                <p:cNvSpPr/>
                <p:nvPr/>
              </p:nvSpPr>
              <p:spPr>
                <a:xfrm>
                  <a:off x="992389" y="1235152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sp>
              <p:nvSpPr>
                <p:cNvPr id="120" name="Bogen 119">
                  <a:extLst>
                    <a:ext uri="{FF2B5EF4-FFF2-40B4-BE49-F238E27FC236}">
                      <a16:creationId xmlns:a16="http://schemas.microsoft.com/office/drawing/2014/main" id="{5491A7DC-6130-7C5F-406A-FF3825294114}"/>
                    </a:ext>
                  </a:extLst>
                </p:cNvPr>
                <p:cNvSpPr/>
                <p:nvPr/>
              </p:nvSpPr>
              <p:spPr>
                <a:xfrm rot="16200000">
                  <a:off x="901541" y="1235453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sp>
              <p:nvSpPr>
                <p:cNvPr id="121" name="Bogen 120">
                  <a:extLst>
                    <a:ext uri="{FF2B5EF4-FFF2-40B4-BE49-F238E27FC236}">
                      <a16:creationId xmlns:a16="http://schemas.microsoft.com/office/drawing/2014/main" id="{C4AF38D7-923A-044D-3CC5-18C8A89255AC}"/>
                    </a:ext>
                  </a:extLst>
                </p:cNvPr>
                <p:cNvSpPr/>
                <p:nvPr/>
              </p:nvSpPr>
              <p:spPr>
                <a:xfrm flipH="1" flipV="1">
                  <a:off x="300517" y="2052641"/>
                  <a:ext cx="80723" cy="80723"/>
                </a:xfrm>
                <a:prstGeom prst="arc">
                  <a:avLst>
                    <a:gd name="adj1" fmla="val 14677203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122" name="Gerader Verbinder 121">
                  <a:extLst>
                    <a:ext uri="{FF2B5EF4-FFF2-40B4-BE49-F238E27FC236}">
                      <a16:creationId xmlns:a16="http://schemas.microsoft.com/office/drawing/2014/main" id="{B5D7180E-BC36-A86C-2E73-4F0F18379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9210" y="2687926"/>
                  <a:ext cx="413292" cy="172816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Gerader Verbinder 122">
                  <a:extLst>
                    <a:ext uri="{FF2B5EF4-FFF2-40B4-BE49-F238E27FC236}">
                      <a16:creationId xmlns:a16="http://schemas.microsoft.com/office/drawing/2014/main" id="{02685404-72EA-7111-F528-7B81BE0F1A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2" y="2936956"/>
                  <a:ext cx="520026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Bogen 123">
                  <a:extLst>
                    <a:ext uri="{FF2B5EF4-FFF2-40B4-BE49-F238E27FC236}">
                      <a16:creationId xmlns:a16="http://schemas.microsoft.com/office/drawing/2014/main" id="{B6B826B0-FE9E-7A0D-4DA1-445E30317160}"/>
                    </a:ext>
                  </a:extLst>
                </p:cNvPr>
                <p:cNvSpPr/>
                <p:nvPr/>
              </p:nvSpPr>
              <p:spPr>
                <a:xfrm flipH="1">
                  <a:off x="1261803" y="2856932"/>
                  <a:ext cx="115771" cy="115771"/>
                </a:xfrm>
                <a:prstGeom prst="arc">
                  <a:avLst>
                    <a:gd name="adj1" fmla="val 17609614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125" name="Gerader Verbinder 124">
                  <a:extLst>
                    <a:ext uri="{FF2B5EF4-FFF2-40B4-BE49-F238E27FC236}">
                      <a16:creationId xmlns:a16="http://schemas.microsoft.com/office/drawing/2014/main" id="{065D71A9-73DE-9254-559F-E1FA5D5B8D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3" y="2922796"/>
                  <a:ext cx="0" cy="13282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Gerader Verbinder 125">
                  <a:extLst>
                    <a:ext uri="{FF2B5EF4-FFF2-40B4-BE49-F238E27FC236}">
                      <a16:creationId xmlns:a16="http://schemas.microsoft.com/office/drawing/2014/main" id="{18304D79-113A-FC3E-821B-9A51D5E45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69" y="3064085"/>
                  <a:ext cx="466066" cy="11019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Gerader Verbinder 126">
                  <a:extLst>
                    <a:ext uri="{FF2B5EF4-FFF2-40B4-BE49-F238E27FC236}">
                      <a16:creationId xmlns:a16="http://schemas.microsoft.com/office/drawing/2014/main" id="{E9C99162-25A0-557B-5B56-7A6AEA917D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70" y="3055620"/>
                  <a:ext cx="0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Gerader Verbinder 127">
                  <a:extLst>
                    <a:ext uri="{FF2B5EF4-FFF2-40B4-BE49-F238E27FC236}">
                      <a16:creationId xmlns:a16="http://schemas.microsoft.com/office/drawing/2014/main" id="{DA62C37A-8612-9934-E6B6-124A2A5A7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27835" y="2936956"/>
                  <a:ext cx="53993" cy="12712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9" name="Freihandform: Form 128">
                  <a:extLst>
                    <a:ext uri="{FF2B5EF4-FFF2-40B4-BE49-F238E27FC236}">
                      <a16:creationId xmlns:a16="http://schemas.microsoft.com/office/drawing/2014/main" id="{D6CD5BDA-A1DE-52D6-9F2A-3C593A22CBD2}"/>
                    </a:ext>
                  </a:extLst>
                </p:cNvPr>
                <p:cNvSpPr/>
                <p:nvPr/>
              </p:nvSpPr>
              <p:spPr>
                <a:xfrm>
                  <a:off x="1744980" y="2586990"/>
                  <a:ext cx="38100" cy="356235"/>
                </a:xfrm>
                <a:custGeom>
                  <a:avLst/>
                  <a:gdLst>
                    <a:gd name="csX0" fmla="*/ 38100 w 38100"/>
                    <a:gd name="csY0" fmla="*/ 0 h 356235"/>
                    <a:gd name="csX1" fmla="*/ 0 w 38100"/>
                    <a:gd name="csY1" fmla="*/ 72390 h 356235"/>
                    <a:gd name="csX2" fmla="*/ 38100 w 38100"/>
                    <a:gd name="csY2" fmla="*/ 356235 h 356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" h="356235">
                      <a:moveTo>
                        <a:pt x="38100" y="0"/>
                      </a:moveTo>
                      <a:cubicBezTo>
                        <a:pt x="19050" y="6509"/>
                        <a:pt x="0" y="13018"/>
                        <a:pt x="0" y="72390"/>
                      </a:cubicBezTo>
                      <a:cubicBezTo>
                        <a:pt x="0" y="131762"/>
                        <a:pt x="19050" y="243998"/>
                        <a:pt x="38100" y="356235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 dirty="0"/>
                </a:p>
              </p:txBody>
            </p:sp>
            <p:cxnSp>
              <p:nvCxnSpPr>
                <p:cNvPr id="130" name="Gerader Verbinder 129">
                  <a:extLst>
                    <a:ext uri="{FF2B5EF4-FFF2-40B4-BE49-F238E27FC236}">
                      <a16:creationId xmlns:a16="http://schemas.microsoft.com/office/drawing/2014/main" id="{A3B8D5D2-7043-28B0-80D9-2DDC4B7C79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" y="1003090"/>
                  <a:ext cx="1561502" cy="1035260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Gerader Verbinder 130">
                  <a:extLst>
                    <a:ext uri="{FF2B5EF4-FFF2-40B4-BE49-F238E27FC236}">
                      <a16:creationId xmlns:a16="http://schemas.microsoft.com/office/drawing/2014/main" id="{FEBF9504-370B-26BD-5D4C-5F3ECFD487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12696" y="822220"/>
                  <a:ext cx="167881" cy="126402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Gerader Verbinder 131">
                  <a:extLst>
                    <a:ext uri="{FF2B5EF4-FFF2-40B4-BE49-F238E27FC236}">
                      <a16:creationId xmlns:a16="http://schemas.microsoft.com/office/drawing/2014/main" id="{1B15A872-557B-39A4-E8DB-4C85D28A5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824" y="1348740"/>
                  <a:ext cx="1560194" cy="803925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Gerader Verbinder 132">
                  <a:extLst>
                    <a:ext uri="{FF2B5EF4-FFF2-40B4-BE49-F238E27FC236}">
                      <a16:creationId xmlns:a16="http://schemas.microsoft.com/office/drawing/2014/main" id="{B1AE21C0-182A-383E-48E6-511B2C9E33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06390" y="1506855"/>
                  <a:ext cx="175669" cy="7727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9" name="Bogen 138">
              <a:extLst>
                <a:ext uri="{FF2B5EF4-FFF2-40B4-BE49-F238E27FC236}">
                  <a16:creationId xmlns:a16="http://schemas.microsoft.com/office/drawing/2014/main" id="{8A26C5E0-76EF-5B61-D58A-2F04355FFAA6}"/>
                </a:ext>
              </a:extLst>
            </p:cNvPr>
            <p:cNvSpPr/>
            <p:nvPr/>
          </p:nvSpPr>
          <p:spPr>
            <a:xfrm>
              <a:off x="1702191" y="485765"/>
              <a:ext cx="191629" cy="145357"/>
            </a:xfrm>
            <a:prstGeom prst="arc">
              <a:avLst>
                <a:gd name="adj1" fmla="val 12954784"/>
                <a:gd name="adj2" fmla="val 19472477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1100" dirty="0"/>
            </a:p>
          </p:txBody>
        </p:sp>
        <p:sp>
          <p:nvSpPr>
            <p:cNvPr id="140" name="Bogen 139">
              <a:extLst>
                <a:ext uri="{FF2B5EF4-FFF2-40B4-BE49-F238E27FC236}">
                  <a16:creationId xmlns:a16="http://schemas.microsoft.com/office/drawing/2014/main" id="{81D30F62-4871-A310-751D-C2F21C99E678}"/>
                </a:ext>
              </a:extLst>
            </p:cNvPr>
            <p:cNvSpPr/>
            <p:nvPr/>
          </p:nvSpPr>
          <p:spPr>
            <a:xfrm>
              <a:off x="1702191" y="442334"/>
              <a:ext cx="191629" cy="203339"/>
            </a:xfrm>
            <a:prstGeom prst="arc">
              <a:avLst>
                <a:gd name="adj1" fmla="val 12954784"/>
                <a:gd name="adj2" fmla="val 19472477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1100" dirty="0"/>
            </a:p>
          </p:txBody>
        </p: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D8C6D7F-AF3F-0936-B25C-7E50DD8C8C37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H="1" flipV="1">
              <a:off x="1720215" y="487680"/>
              <a:ext cx="8490" cy="20575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D7F6C3F4-C760-AA45-4DB0-683A97C8E623}"/>
                </a:ext>
              </a:extLst>
            </p:cNvPr>
            <p:cNvCxnSpPr>
              <a:cxnSpLocks/>
              <a:stCxn id="139" idx="2"/>
              <a:endCxn id="140" idx="2"/>
            </p:cNvCxnSpPr>
            <p:nvPr/>
          </p:nvCxnSpPr>
          <p:spPr>
            <a:xfrm flipV="1">
              <a:off x="1867856" y="487343"/>
              <a:ext cx="9705" cy="21352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2EF4C4B8-1157-281B-DC19-987B3DAEA714}"/>
              </a:ext>
            </a:extLst>
          </p:cNvPr>
          <p:cNvCxnSpPr>
            <a:cxnSpLocks/>
          </p:cNvCxnSpPr>
          <p:nvPr/>
        </p:nvCxnSpPr>
        <p:spPr>
          <a:xfrm>
            <a:off x="1799558" y="788569"/>
            <a:ext cx="1330357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19013A52-3C55-4277-A160-C62B169A1F4D}"/>
              </a:ext>
            </a:extLst>
          </p:cNvPr>
          <p:cNvCxnSpPr>
            <a:cxnSpLocks/>
          </p:cNvCxnSpPr>
          <p:nvPr/>
        </p:nvCxnSpPr>
        <p:spPr>
          <a:xfrm>
            <a:off x="1801965" y="1388850"/>
            <a:ext cx="1331170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679D3D92-A847-9C31-EDE7-7834FCF2FF70}"/>
              </a:ext>
            </a:extLst>
          </p:cNvPr>
          <p:cNvCxnSpPr>
            <a:cxnSpLocks/>
          </p:cNvCxnSpPr>
          <p:nvPr/>
        </p:nvCxnSpPr>
        <p:spPr>
          <a:xfrm>
            <a:off x="3066337" y="793341"/>
            <a:ext cx="0" cy="595509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7C77326D-D1A5-123F-2CCD-E5702FE2C587}"/>
              </a:ext>
            </a:extLst>
          </p:cNvPr>
          <p:cNvSpPr txBox="1"/>
          <p:nvPr/>
        </p:nvSpPr>
        <p:spPr>
          <a:xfrm>
            <a:off x="2981243" y="960289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cxnSp>
        <p:nvCxnSpPr>
          <p:cNvPr id="172" name="Gerader Verbinder 171">
            <a:extLst>
              <a:ext uri="{FF2B5EF4-FFF2-40B4-BE49-F238E27FC236}">
                <a16:creationId xmlns:a16="http://schemas.microsoft.com/office/drawing/2014/main" id="{E58DE240-8EAB-8C21-0CB3-FAB18BB6D60E}"/>
              </a:ext>
            </a:extLst>
          </p:cNvPr>
          <p:cNvCxnSpPr>
            <a:cxnSpLocks/>
          </p:cNvCxnSpPr>
          <p:nvPr/>
        </p:nvCxnSpPr>
        <p:spPr>
          <a:xfrm>
            <a:off x="3101434" y="1765248"/>
            <a:ext cx="401861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D24B65A6-3DCB-34C2-C3BC-7C8DA0304A6F}"/>
              </a:ext>
            </a:extLst>
          </p:cNvPr>
          <p:cNvCxnSpPr>
            <a:cxnSpLocks/>
          </p:cNvCxnSpPr>
          <p:nvPr/>
        </p:nvCxnSpPr>
        <p:spPr>
          <a:xfrm>
            <a:off x="3101434" y="1960763"/>
            <a:ext cx="401861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r Verbinder 173">
            <a:extLst>
              <a:ext uri="{FF2B5EF4-FFF2-40B4-BE49-F238E27FC236}">
                <a16:creationId xmlns:a16="http://schemas.microsoft.com/office/drawing/2014/main" id="{D2411071-F956-66B9-7444-2F19DACCE254}"/>
              </a:ext>
            </a:extLst>
          </p:cNvPr>
          <p:cNvCxnSpPr>
            <a:cxnSpLocks/>
          </p:cNvCxnSpPr>
          <p:nvPr/>
        </p:nvCxnSpPr>
        <p:spPr>
          <a:xfrm>
            <a:off x="3429861" y="1720473"/>
            <a:ext cx="0" cy="29718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r Verbinder 178">
            <a:extLst>
              <a:ext uri="{FF2B5EF4-FFF2-40B4-BE49-F238E27FC236}">
                <a16:creationId xmlns:a16="http://schemas.microsoft.com/office/drawing/2014/main" id="{BF79ECD7-8ED3-7463-8D5F-59D31CA92CF3}"/>
              </a:ext>
            </a:extLst>
          </p:cNvPr>
          <p:cNvCxnSpPr>
            <a:cxnSpLocks/>
          </p:cNvCxnSpPr>
          <p:nvPr/>
        </p:nvCxnSpPr>
        <p:spPr>
          <a:xfrm>
            <a:off x="3429861" y="1955787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EBFAB0BC-45BD-BF4B-87B1-7B63C7BBA6BA}"/>
              </a:ext>
            </a:extLst>
          </p:cNvPr>
          <p:cNvCxnSpPr>
            <a:cxnSpLocks/>
          </p:cNvCxnSpPr>
          <p:nvPr/>
        </p:nvCxnSpPr>
        <p:spPr>
          <a:xfrm flipV="1">
            <a:off x="3429861" y="1582314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feld 182">
            <a:extLst>
              <a:ext uri="{FF2B5EF4-FFF2-40B4-BE49-F238E27FC236}">
                <a16:creationId xmlns:a16="http://schemas.microsoft.com/office/drawing/2014/main" id="{1089B23E-A428-6C89-5BF0-4C1BCCAFDC63}"/>
              </a:ext>
            </a:extLst>
          </p:cNvPr>
          <p:cNvSpPr txBox="1"/>
          <p:nvPr/>
        </p:nvSpPr>
        <p:spPr>
          <a:xfrm>
            <a:off x="3275807" y="1324754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cxnSp>
        <p:nvCxnSpPr>
          <p:cNvPr id="184" name="Gerader Verbinder 183">
            <a:extLst>
              <a:ext uri="{FF2B5EF4-FFF2-40B4-BE49-F238E27FC236}">
                <a16:creationId xmlns:a16="http://schemas.microsoft.com/office/drawing/2014/main" id="{98A92D56-AA7F-B94C-EB91-31E79C806F4F}"/>
              </a:ext>
            </a:extLst>
          </p:cNvPr>
          <p:cNvCxnSpPr>
            <a:cxnSpLocks/>
            <a:stCxn id="121" idx="2"/>
          </p:cNvCxnSpPr>
          <p:nvPr/>
        </p:nvCxnSpPr>
        <p:spPr>
          <a:xfrm>
            <a:off x="3101747" y="1903444"/>
            <a:ext cx="0" cy="159629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r Verbinder 185">
            <a:extLst>
              <a:ext uri="{FF2B5EF4-FFF2-40B4-BE49-F238E27FC236}">
                <a16:creationId xmlns:a16="http://schemas.microsoft.com/office/drawing/2014/main" id="{3CAB1523-B650-228C-40AF-2F66D616706F}"/>
              </a:ext>
            </a:extLst>
          </p:cNvPr>
          <p:cNvCxnSpPr>
            <a:cxnSpLocks/>
          </p:cNvCxnSpPr>
          <p:nvPr/>
        </p:nvCxnSpPr>
        <p:spPr>
          <a:xfrm flipH="1">
            <a:off x="495846" y="3458041"/>
            <a:ext cx="2602730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E720EC2B-F287-4045-BE25-C9A29163AB07}"/>
              </a:ext>
            </a:extLst>
          </p:cNvPr>
          <p:cNvCxnSpPr>
            <a:cxnSpLocks/>
          </p:cNvCxnSpPr>
          <p:nvPr/>
        </p:nvCxnSpPr>
        <p:spPr>
          <a:xfrm>
            <a:off x="498704" y="1903444"/>
            <a:ext cx="0" cy="159629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feld 192">
            <a:extLst>
              <a:ext uri="{FF2B5EF4-FFF2-40B4-BE49-F238E27FC236}">
                <a16:creationId xmlns:a16="http://schemas.microsoft.com/office/drawing/2014/main" id="{F7766F65-BD31-CDFA-E2FC-7D619B2C2EEB}"/>
              </a:ext>
            </a:extLst>
          </p:cNvPr>
          <p:cNvSpPr txBox="1"/>
          <p:nvPr/>
        </p:nvSpPr>
        <p:spPr>
          <a:xfrm>
            <a:off x="1472913" y="3253298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0131B375-6D23-0EA0-5240-C72999583CF6}"/>
              </a:ext>
            </a:extLst>
          </p:cNvPr>
          <p:cNvCxnSpPr>
            <a:cxnSpLocks/>
          </p:cNvCxnSpPr>
          <p:nvPr/>
        </p:nvCxnSpPr>
        <p:spPr>
          <a:xfrm>
            <a:off x="1800060" y="2631434"/>
            <a:ext cx="0" cy="72352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Gerader Verbinder 200">
            <a:extLst>
              <a:ext uri="{FF2B5EF4-FFF2-40B4-BE49-F238E27FC236}">
                <a16:creationId xmlns:a16="http://schemas.microsoft.com/office/drawing/2014/main" id="{6FE8A40E-B4FA-CD82-C7D3-E6FA0580CC67}"/>
              </a:ext>
            </a:extLst>
          </p:cNvPr>
          <p:cNvCxnSpPr>
            <a:cxnSpLocks/>
          </p:cNvCxnSpPr>
          <p:nvPr/>
        </p:nvCxnSpPr>
        <p:spPr>
          <a:xfrm flipH="1">
            <a:off x="1801843" y="3311356"/>
            <a:ext cx="1296733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feld 202">
            <a:extLst>
              <a:ext uri="{FF2B5EF4-FFF2-40B4-BE49-F238E27FC236}">
                <a16:creationId xmlns:a16="http://schemas.microsoft.com/office/drawing/2014/main" id="{C92C4193-1B1F-F815-5956-BEAEB5706FC5}"/>
              </a:ext>
            </a:extLst>
          </p:cNvPr>
          <p:cNvSpPr txBox="1"/>
          <p:nvPr/>
        </p:nvSpPr>
        <p:spPr>
          <a:xfrm>
            <a:off x="2296680" y="3094617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07" name="Gerader Verbinder 206">
            <a:extLst>
              <a:ext uri="{FF2B5EF4-FFF2-40B4-BE49-F238E27FC236}">
                <a16:creationId xmlns:a16="http://schemas.microsoft.com/office/drawing/2014/main" id="{EA82A55D-6875-F997-8426-BB06C129E183}"/>
              </a:ext>
            </a:extLst>
          </p:cNvPr>
          <p:cNvCxnSpPr>
            <a:cxnSpLocks/>
          </p:cNvCxnSpPr>
          <p:nvPr/>
        </p:nvCxnSpPr>
        <p:spPr>
          <a:xfrm>
            <a:off x="1340955" y="2835083"/>
            <a:ext cx="0" cy="373195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D32D4FC3-1192-AA92-2610-EB1721EE5E2A}"/>
              </a:ext>
            </a:extLst>
          </p:cNvPr>
          <p:cNvCxnSpPr>
            <a:cxnSpLocks/>
          </p:cNvCxnSpPr>
          <p:nvPr/>
        </p:nvCxnSpPr>
        <p:spPr>
          <a:xfrm>
            <a:off x="2259165" y="2845653"/>
            <a:ext cx="0" cy="362625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9160DC51-53B1-2B3B-8828-CCACE3F7A2AB}"/>
              </a:ext>
            </a:extLst>
          </p:cNvPr>
          <p:cNvCxnSpPr>
            <a:cxnSpLocks/>
          </p:cNvCxnSpPr>
          <p:nvPr/>
        </p:nvCxnSpPr>
        <p:spPr>
          <a:xfrm flipH="1">
            <a:off x="1345484" y="3164585"/>
            <a:ext cx="913681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feld 212">
            <a:extLst>
              <a:ext uri="{FF2B5EF4-FFF2-40B4-BE49-F238E27FC236}">
                <a16:creationId xmlns:a16="http://schemas.microsoft.com/office/drawing/2014/main" id="{8CA4D319-8247-9A1B-1D91-7AC1325B7CBC}"/>
              </a:ext>
            </a:extLst>
          </p:cNvPr>
          <p:cNvSpPr txBox="1"/>
          <p:nvPr/>
        </p:nvSpPr>
        <p:spPr>
          <a:xfrm>
            <a:off x="1410012" y="2924760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</a:p>
        </p:txBody>
      </p:sp>
      <p:cxnSp>
        <p:nvCxnSpPr>
          <p:cNvPr id="217" name="Gerader Verbinder 216">
            <a:extLst>
              <a:ext uri="{FF2B5EF4-FFF2-40B4-BE49-F238E27FC236}">
                <a16:creationId xmlns:a16="http://schemas.microsoft.com/office/drawing/2014/main" id="{46DE2C19-F1B7-BA56-17FF-91B01CF1FED1}"/>
              </a:ext>
            </a:extLst>
          </p:cNvPr>
          <p:cNvCxnSpPr>
            <a:cxnSpLocks/>
          </p:cNvCxnSpPr>
          <p:nvPr/>
        </p:nvCxnSpPr>
        <p:spPr>
          <a:xfrm flipH="1">
            <a:off x="1802324" y="3017992"/>
            <a:ext cx="456841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feld 218">
            <a:extLst>
              <a:ext uri="{FF2B5EF4-FFF2-40B4-BE49-F238E27FC236}">
                <a16:creationId xmlns:a16="http://schemas.microsoft.com/office/drawing/2014/main" id="{6128413F-23FC-70E7-043B-D3A31CB0EAF1}"/>
              </a:ext>
            </a:extLst>
          </p:cNvPr>
          <p:cNvSpPr txBox="1"/>
          <p:nvPr/>
        </p:nvSpPr>
        <p:spPr>
          <a:xfrm>
            <a:off x="1843240" y="2767204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4260CD5A-8379-BF52-D6B8-F7F176E58ABD}"/>
              </a:ext>
            </a:extLst>
          </p:cNvPr>
          <p:cNvSpPr txBox="1"/>
          <p:nvPr/>
        </p:nvSpPr>
        <p:spPr>
          <a:xfrm>
            <a:off x="2038348" y="258085"/>
            <a:ext cx="114461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Draufsicht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2AFDC6D7-66CC-5057-6DBC-B1BBA070B393}"/>
              </a:ext>
            </a:extLst>
          </p:cNvPr>
          <p:cNvSpPr txBox="1"/>
          <p:nvPr/>
        </p:nvSpPr>
        <p:spPr>
          <a:xfrm>
            <a:off x="-43998" y="802494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Dreiviertellinie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23" name="Gerader Verbinder 222">
            <a:extLst>
              <a:ext uri="{FF2B5EF4-FFF2-40B4-BE49-F238E27FC236}">
                <a16:creationId xmlns:a16="http://schemas.microsoft.com/office/drawing/2014/main" id="{40D3A179-A9CD-766B-9C74-10F6C85E9496}"/>
              </a:ext>
            </a:extLst>
          </p:cNvPr>
          <p:cNvCxnSpPr>
            <a:cxnSpLocks/>
          </p:cNvCxnSpPr>
          <p:nvPr/>
        </p:nvCxnSpPr>
        <p:spPr>
          <a:xfrm>
            <a:off x="683489" y="1010100"/>
            <a:ext cx="255676" cy="681798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5945540A-C4D5-BB93-A3D9-7F723F65D0B6}"/>
              </a:ext>
            </a:extLst>
          </p:cNvPr>
          <p:cNvCxnSpPr>
            <a:cxnSpLocks/>
          </p:cNvCxnSpPr>
          <p:nvPr/>
        </p:nvCxnSpPr>
        <p:spPr>
          <a:xfrm>
            <a:off x="1087178" y="777571"/>
            <a:ext cx="193591" cy="508562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Gerader Verbinder 226">
            <a:extLst>
              <a:ext uri="{FF2B5EF4-FFF2-40B4-BE49-F238E27FC236}">
                <a16:creationId xmlns:a16="http://schemas.microsoft.com/office/drawing/2014/main" id="{1C5E39B9-2C89-0152-434F-7FA8D4FA3A91}"/>
              </a:ext>
            </a:extLst>
          </p:cNvPr>
          <p:cNvCxnSpPr>
            <a:cxnSpLocks/>
          </p:cNvCxnSpPr>
          <p:nvPr/>
        </p:nvCxnSpPr>
        <p:spPr>
          <a:xfrm flipH="1">
            <a:off x="983293" y="310323"/>
            <a:ext cx="81498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2BEF7068-CA01-5DC0-5228-488C2D8418A2}"/>
              </a:ext>
            </a:extLst>
          </p:cNvPr>
          <p:cNvCxnSpPr>
            <a:cxnSpLocks/>
          </p:cNvCxnSpPr>
          <p:nvPr/>
        </p:nvCxnSpPr>
        <p:spPr>
          <a:xfrm flipH="1">
            <a:off x="982226" y="2643857"/>
            <a:ext cx="81498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hteck 235">
            <a:extLst>
              <a:ext uri="{FF2B5EF4-FFF2-40B4-BE49-F238E27FC236}">
                <a16:creationId xmlns:a16="http://schemas.microsoft.com/office/drawing/2014/main" id="{F8FC558C-B761-6E8C-BB8A-D8CBF7D9C12C}"/>
              </a:ext>
            </a:extLst>
          </p:cNvPr>
          <p:cNvSpPr/>
          <p:nvPr/>
        </p:nvSpPr>
        <p:spPr>
          <a:xfrm>
            <a:off x="1002979" y="625817"/>
            <a:ext cx="74085" cy="134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1" name="Textfeld 220">
            <a:extLst>
              <a:ext uri="{FF2B5EF4-FFF2-40B4-BE49-F238E27FC236}">
                <a16:creationId xmlns:a16="http://schemas.microsoft.com/office/drawing/2014/main" id="{524709FF-8C8F-0708-94B9-2581BB645D25}"/>
              </a:ext>
            </a:extLst>
          </p:cNvPr>
          <p:cNvSpPr txBox="1"/>
          <p:nvPr/>
        </p:nvSpPr>
        <p:spPr>
          <a:xfrm>
            <a:off x="255972" y="568051"/>
            <a:ext cx="114461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Viertellinie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7" name="Textfeld 236">
            <a:extLst>
              <a:ext uri="{FF2B5EF4-FFF2-40B4-BE49-F238E27FC236}">
                <a16:creationId xmlns:a16="http://schemas.microsoft.com/office/drawing/2014/main" id="{D4B82AC9-2344-8D45-2BBC-7B1F6348F214}"/>
              </a:ext>
            </a:extLst>
          </p:cNvPr>
          <p:cNvSpPr txBox="1"/>
          <p:nvPr/>
        </p:nvSpPr>
        <p:spPr>
          <a:xfrm>
            <a:off x="759911" y="2043870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sp>
        <p:nvSpPr>
          <p:cNvPr id="240" name="Bogen 239">
            <a:extLst>
              <a:ext uri="{FF2B5EF4-FFF2-40B4-BE49-F238E27FC236}">
                <a16:creationId xmlns:a16="http://schemas.microsoft.com/office/drawing/2014/main" id="{4576EF42-A58A-47ED-B29B-D9251FE30B20}"/>
              </a:ext>
            </a:extLst>
          </p:cNvPr>
          <p:cNvSpPr/>
          <p:nvPr/>
        </p:nvSpPr>
        <p:spPr>
          <a:xfrm>
            <a:off x="1278923" y="267467"/>
            <a:ext cx="1048050" cy="1048050"/>
          </a:xfrm>
          <a:prstGeom prst="arc">
            <a:avLst>
              <a:gd name="adj1" fmla="val 8654717"/>
              <a:gd name="adj2" fmla="val 10795575"/>
            </a:avLst>
          </a:prstGeom>
          <a:ln w="9525" cap="rnd">
            <a:solidFill>
              <a:schemeClr val="accent5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1220002E-B60B-9801-FF2F-5A2B4666CC53}"/>
              </a:ext>
            </a:extLst>
          </p:cNvPr>
          <p:cNvSpPr txBox="1"/>
          <p:nvPr/>
        </p:nvSpPr>
        <p:spPr>
          <a:xfrm>
            <a:off x="1221958" y="789076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sz="11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5456CED9-C881-3ED4-18D3-A29690842BDB}"/>
              </a:ext>
            </a:extLst>
          </p:cNvPr>
          <p:cNvCxnSpPr>
            <a:cxnSpLocks/>
          </p:cNvCxnSpPr>
          <p:nvPr/>
        </p:nvCxnSpPr>
        <p:spPr>
          <a:xfrm>
            <a:off x="1799838" y="948500"/>
            <a:ext cx="474732" cy="0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Bogen 244">
            <a:extLst>
              <a:ext uri="{FF2B5EF4-FFF2-40B4-BE49-F238E27FC236}">
                <a16:creationId xmlns:a16="http://schemas.microsoft.com/office/drawing/2014/main" id="{CF8B4CED-6CAB-CFAA-351A-69CEA68A2254}"/>
              </a:ext>
            </a:extLst>
          </p:cNvPr>
          <p:cNvSpPr/>
          <p:nvPr/>
        </p:nvSpPr>
        <p:spPr>
          <a:xfrm>
            <a:off x="1376293" y="519613"/>
            <a:ext cx="853310" cy="853310"/>
          </a:xfrm>
          <a:prstGeom prst="arc">
            <a:avLst>
              <a:gd name="adj1" fmla="val 21597231"/>
              <a:gd name="adj2" fmla="val 1995873"/>
            </a:avLst>
          </a:prstGeom>
          <a:ln w="9525" cap="rnd">
            <a:solidFill>
              <a:schemeClr val="accent5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6" name="Textfeld 245">
            <a:extLst>
              <a:ext uri="{FF2B5EF4-FFF2-40B4-BE49-F238E27FC236}">
                <a16:creationId xmlns:a16="http://schemas.microsoft.com/office/drawing/2014/main" id="{6021EE9E-B351-9A24-4D5A-AF2BA1083021}"/>
              </a:ext>
            </a:extLst>
          </p:cNvPr>
          <p:cNvSpPr txBox="1"/>
          <p:nvPr/>
        </p:nvSpPr>
        <p:spPr>
          <a:xfrm>
            <a:off x="2202756" y="840437"/>
            <a:ext cx="4072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sz="11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25</a:t>
            </a:r>
          </a:p>
        </p:txBody>
      </p:sp>
      <p:cxnSp>
        <p:nvCxnSpPr>
          <p:cNvPr id="247" name="Gerader Verbinder 246">
            <a:extLst>
              <a:ext uri="{FF2B5EF4-FFF2-40B4-BE49-F238E27FC236}">
                <a16:creationId xmlns:a16="http://schemas.microsoft.com/office/drawing/2014/main" id="{CEAA5826-BA69-E40F-8E28-48786C2072E6}"/>
              </a:ext>
            </a:extLst>
          </p:cNvPr>
          <p:cNvCxnSpPr>
            <a:cxnSpLocks/>
          </p:cNvCxnSpPr>
          <p:nvPr/>
        </p:nvCxnSpPr>
        <p:spPr>
          <a:xfrm flipH="1">
            <a:off x="2262975" y="2588612"/>
            <a:ext cx="5488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8D4410CE-0888-2A59-2935-B32FFC75CE15}"/>
              </a:ext>
            </a:extLst>
          </p:cNvPr>
          <p:cNvCxnSpPr>
            <a:cxnSpLocks/>
          </p:cNvCxnSpPr>
          <p:nvPr/>
        </p:nvCxnSpPr>
        <p:spPr>
          <a:xfrm flipH="1">
            <a:off x="2259165" y="2746727"/>
            <a:ext cx="2821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Gerader Verbinder 249">
            <a:extLst>
              <a:ext uri="{FF2B5EF4-FFF2-40B4-BE49-F238E27FC236}">
                <a16:creationId xmlns:a16="http://schemas.microsoft.com/office/drawing/2014/main" id="{1BE174EA-F1F9-837F-FE7E-92D9EEE220F6}"/>
              </a:ext>
            </a:extLst>
          </p:cNvPr>
          <p:cNvCxnSpPr>
            <a:cxnSpLocks/>
          </p:cNvCxnSpPr>
          <p:nvPr/>
        </p:nvCxnSpPr>
        <p:spPr>
          <a:xfrm flipH="1">
            <a:off x="2259165" y="2849463"/>
            <a:ext cx="5488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6661F51C-1BA1-3331-E6F4-8A989C216BEE}"/>
              </a:ext>
            </a:extLst>
          </p:cNvPr>
          <p:cNvCxnSpPr>
            <a:cxnSpLocks/>
          </p:cNvCxnSpPr>
          <p:nvPr/>
        </p:nvCxnSpPr>
        <p:spPr>
          <a:xfrm>
            <a:off x="2764721" y="2551053"/>
            <a:ext cx="0" cy="373707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Gerader Verbinder 255">
            <a:extLst>
              <a:ext uri="{FF2B5EF4-FFF2-40B4-BE49-F238E27FC236}">
                <a16:creationId xmlns:a16="http://schemas.microsoft.com/office/drawing/2014/main" id="{23C1F4A0-0A69-7E22-4102-3A9DFFAFBFD2}"/>
              </a:ext>
            </a:extLst>
          </p:cNvPr>
          <p:cNvCxnSpPr>
            <a:cxnSpLocks/>
          </p:cNvCxnSpPr>
          <p:nvPr/>
        </p:nvCxnSpPr>
        <p:spPr>
          <a:xfrm>
            <a:off x="2764721" y="2852648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Gerader Verbinder 256">
            <a:extLst>
              <a:ext uri="{FF2B5EF4-FFF2-40B4-BE49-F238E27FC236}">
                <a16:creationId xmlns:a16="http://schemas.microsoft.com/office/drawing/2014/main" id="{E3C84C54-46ED-30DB-72B2-72A5547A387F}"/>
              </a:ext>
            </a:extLst>
          </p:cNvPr>
          <p:cNvCxnSpPr>
            <a:cxnSpLocks/>
          </p:cNvCxnSpPr>
          <p:nvPr/>
        </p:nvCxnSpPr>
        <p:spPr>
          <a:xfrm flipV="1">
            <a:off x="2764721" y="2412894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Gerader Verbinder 258">
            <a:extLst>
              <a:ext uri="{FF2B5EF4-FFF2-40B4-BE49-F238E27FC236}">
                <a16:creationId xmlns:a16="http://schemas.microsoft.com/office/drawing/2014/main" id="{3F18DF93-16CA-820B-A2E6-209324D647BC}"/>
              </a:ext>
            </a:extLst>
          </p:cNvPr>
          <p:cNvCxnSpPr>
            <a:cxnSpLocks/>
          </p:cNvCxnSpPr>
          <p:nvPr/>
        </p:nvCxnSpPr>
        <p:spPr>
          <a:xfrm>
            <a:off x="2498316" y="2705417"/>
            <a:ext cx="0" cy="194251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Gerader Verbinder 259">
            <a:extLst>
              <a:ext uri="{FF2B5EF4-FFF2-40B4-BE49-F238E27FC236}">
                <a16:creationId xmlns:a16="http://schemas.microsoft.com/office/drawing/2014/main" id="{B1D64386-BE61-AE61-80F4-48F3D80920DD}"/>
              </a:ext>
            </a:extLst>
          </p:cNvPr>
          <p:cNvCxnSpPr>
            <a:cxnSpLocks/>
          </p:cNvCxnSpPr>
          <p:nvPr/>
        </p:nvCxnSpPr>
        <p:spPr>
          <a:xfrm>
            <a:off x="2498316" y="2855333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Gerader Verbinder 260">
            <a:extLst>
              <a:ext uri="{FF2B5EF4-FFF2-40B4-BE49-F238E27FC236}">
                <a16:creationId xmlns:a16="http://schemas.microsoft.com/office/drawing/2014/main" id="{C7D88B17-FFF4-96BB-5163-27DB333675A8}"/>
              </a:ext>
            </a:extLst>
          </p:cNvPr>
          <p:cNvCxnSpPr>
            <a:cxnSpLocks/>
          </p:cNvCxnSpPr>
          <p:nvPr/>
        </p:nvCxnSpPr>
        <p:spPr>
          <a:xfrm flipV="1">
            <a:off x="2498316" y="2507691"/>
            <a:ext cx="0" cy="249161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feld 263">
            <a:extLst>
              <a:ext uri="{FF2B5EF4-FFF2-40B4-BE49-F238E27FC236}">
                <a16:creationId xmlns:a16="http://schemas.microsoft.com/office/drawing/2014/main" id="{B2C1EA18-B7CC-D83F-8855-B27A4D8090FE}"/>
              </a:ext>
            </a:extLst>
          </p:cNvPr>
          <p:cNvSpPr txBox="1"/>
          <p:nvPr/>
        </p:nvSpPr>
        <p:spPr>
          <a:xfrm>
            <a:off x="2270773" y="2245661"/>
            <a:ext cx="4365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aH</a:t>
            </a:r>
          </a:p>
        </p:txBody>
      </p:sp>
      <p:sp>
        <p:nvSpPr>
          <p:cNvPr id="265" name="Textfeld 264">
            <a:extLst>
              <a:ext uri="{FF2B5EF4-FFF2-40B4-BE49-F238E27FC236}">
                <a16:creationId xmlns:a16="http://schemas.microsoft.com/office/drawing/2014/main" id="{14D9F653-5FE5-04AD-8519-57A2C3E5A95D}"/>
              </a:ext>
            </a:extLst>
          </p:cNvPr>
          <p:cNvSpPr txBox="1"/>
          <p:nvPr/>
        </p:nvSpPr>
        <p:spPr>
          <a:xfrm>
            <a:off x="2582003" y="2156733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aH</a:t>
            </a:r>
          </a:p>
        </p:txBody>
      </p:sp>
      <p:cxnSp>
        <p:nvCxnSpPr>
          <p:cNvPr id="266" name="Gerader Verbinder 265">
            <a:extLst>
              <a:ext uri="{FF2B5EF4-FFF2-40B4-BE49-F238E27FC236}">
                <a16:creationId xmlns:a16="http://schemas.microsoft.com/office/drawing/2014/main" id="{7A00C119-87D1-BA20-AFF1-0C99A94A51E2}"/>
              </a:ext>
            </a:extLst>
          </p:cNvPr>
          <p:cNvCxnSpPr>
            <a:cxnSpLocks/>
          </p:cNvCxnSpPr>
          <p:nvPr/>
        </p:nvCxnSpPr>
        <p:spPr>
          <a:xfrm flipH="1">
            <a:off x="1138523" y="2336685"/>
            <a:ext cx="66103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Gerader Verbinder 266">
            <a:extLst>
              <a:ext uri="{FF2B5EF4-FFF2-40B4-BE49-F238E27FC236}">
                <a16:creationId xmlns:a16="http://schemas.microsoft.com/office/drawing/2014/main" id="{78482E53-C39B-7261-9DE0-DF2445C4C879}"/>
              </a:ext>
            </a:extLst>
          </p:cNvPr>
          <p:cNvCxnSpPr>
            <a:cxnSpLocks/>
          </p:cNvCxnSpPr>
          <p:nvPr/>
        </p:nvCxnSpPr>
        <p:spPr>
          <a:xfrm flipH="1">
            <a:off x="1139190" y="2757556"/>
            <a:ext cx="65341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7D94A679-0E86-7E22-8D9D-A40B7CB17E27}"/>
              </a:ext>
            </a:extLst>
          </p:cNvPr>
          <p:cNvCxnSpPr>
            <a:cxnSpLocks/>
          </p:cNvCxnSpPr>
          <p:nvPr/>
        </p:nvCxnSpPr>
        <p:spPr>
          <a:xfrm>
            <a:off x="1192782" y="2305480"/>
            <a:ext cx="0" cy="527373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5A80D96B-FBE7-CA63-8A68-3A0F1E0B85BB}"/>
              </a:ext>
            </a:extLst>
          </p:cNvPr>
          <p:cNvCxnSpPr>
            <a:cxnSpLocks/>
          </p:cNvCxnSpPr>
          <p:nvPr/>
        </p:nvCxnSpPr>
        <p:spPr>
          <a:xfrm>
            <a:off x="1192782" y="2760741"/>
            <a:ext cx="0" cy="243702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2559C74C-D1C2-4A28-4E86-0B8A25C8EEE1}"/>
              </a:ext>
            </a:extLst>
          </p:cNvPr>
          <p:cNvCxnSpPr>
            <a:cxnSpLocks/>
          </p:cNvCxnSpPr>
          <p:nvPr/>
        </p:nvCxnSpPr>
        <p:spPr>
          <a:xfrm flipV="1">
            <a:off x="1192782" y="2154828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feld 270">
            <a:extLst>
              <a:ext uri="{FF2B5EF4-FFF2-40B4-BE49-F238E27FC236}">
                <a16:creationId xmlns:a16="http://schemas.microsoft.com/office/drawing/2014/main" id="{C6C1904C-5946-3DFB-D556-1DD2ECD03821}"/>
              </a:ext>
            </a:extLst>
          </p:cNvPr>
          <p:cNvSpPr txBox="1"/>
          <p:nvPr/>
        </p:nvSpPr>
        <p:spPr>
          <a:xfrm>
            <a:off x="878167" y="2803862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iH</a:t>
            </a:r>
          </a:p>
        </p:txBody>
      </p:sp>
      <p:grpSp>
        <p:nvGrpSpPr>
          <p:cNvPr id="300" name="Gruppieren 299">
            <a:extLst>
              <a:ext uri="{FF2B5EF4-FFF2-40B4-BE49-F238E27FC236}">
                <a16:creationId xmlns:a16="http://schemas.microsoft.com/office/drawing/2014/main" id="{EB9AF31A-3F5D-B622-F8A9-833F2290840F}"/>
              </a:ext>
            </a:extLst>
          </p:cNvPr>
          <p:cNvGrpSpPr/>
          <p:nvPr/>
        </p:nvGrpSpPr>
        <p:grpSpPr>
          <a:xfrm>
            <a:off x="700373" y="1649988"/>
            <a:ext cx="365560" cy="219075"/>
            <a:chOff x="700373" y="1668780"/>
            <a:chExt cx="365560" cy="219075"/>
          </a:xfrm>
        </p:grpSpPr>
        <p:cxnSp>
          <p:nvCxnSpPr>
            <p:cNvPr id="290" name="Gerader Verbinder 289">
              <a:extLst>
                <a:ext uri="{FF2B5EF4-FFF2-40B4-BE49-F238E27FC236}">
                  <a16:creationId xmlns:a16="http://schemas.microsoft.com/office/drawing/2014/main" id="{52942CFA-8195-D1EB-03A8-42E39372C175}"/>
                </a:ext>
              </a:extLst>
            </p:cNvPr>
            <p:cNvCxnSpPr>
              <a:cxnSpLocks/>
            </p:cNvCxnSpPr>
            <p:nvPr/>
          </p:nvCxnSpPr>
          <p:spPr>
            <a:xfrm>
              <a:off x="700373" y="1849755"/>
              <a:ext cx="0" cy="38100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Gerader Verbinder 292">
              <a:extLst>
                <a:ext uri="{FF2B5EF4-FFF2-40B4-BE49-F238E27FC236}">
                  <a16:creationId xmlns:a16="http://schemas.microsoft.com/office/drawing/2014/main" id="{F8154D41-0E1D-CCBF-A708-6437BA5F33EF}"/>
                </a:ext>
              </a:extLst>
            </p:cNvPr>
            <p:cNvCxnSpPr>
              <a:cxnSpLocks/>
            </p:cNvCxnSpPr>
            <p:nvPr/>
          </p:nvCxnSpPr>
          <p:spPr>
            <a:xfrm>
              <a:off x="1065933" y="1668780"/>
              <a:ext cx="0" cy="5905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Gerader Verbinder 294">
              <a:extLst>
                <a:ext uri="{FF2B5EF4-FFF2-40B4-BE49-F238E27FC236}">
                  <a16:creationId xmlns:a16="http://schemas.microsoft.com/office/drawing/2014/main" id="{DF74E8B4-8DE5-1519-84F1-0ABE1414F9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668780"/>
              <a:ext cx="364522" cy="18097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uppieren 300">
            <a:extLst>
              <a:ext uri="{FF2B5EF4-FFF2-40B4-BE49-F238E27FC236}">
                <a16:creationId xmlns:a16="http://schemas.microsoft.com/office/drawing/2014/main" id="{35A0672D-8502-5A4A-9035-957E9209544F}"/>
              </a:ext>
            </a:extLst>
          </p:cNvPr>
          <p:cNvGrpSpPr/>
          <p:nvPr/>
        </p:nvGrpSpPr>
        <p:grpSpPr>
          <a:xfrm flipH="1">
            <a:off x="2521047" y="1645061"/>
            <a:ext cx="365560" cy="443077"/>
            <a:chOff x="700373" y="1668780"/>
            <a:chExt cx="365560" cy="443077"/>
          </a:xfrm>
        </p:grpSpPr>
        <p:cxnSp>
          <p:nvCxnSpPr>
            <p:cNvPr id="302" name="Gerader Verbinder 301">
              <a:extLst>
                <a:ext uri="{FF2B5EF4-FFF2-40B4-BE49-F238E27FC236}">
                  <a16:creationId xmlns:a16="http://schemas.microsoft.com/office/drawing/2014/main" id="{5934F6BC-C597-4BF9-FEE5-1CBF38C1D8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849755"/>
              <a:ext cx="0" cy="262102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r Verbinder 302">
              <a:extLst>
                <a:ext uri="{FF2B5EF4-FFF2-40B4-BE49-F238E27FC236}">
                  <a16:creationId xmlns:a16="http://schemas.microsoft.com/office/drawing/2014/main" id="{551675E5-8816-26F5-A905-FCB4C39F2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33" y="1668780"/>
              <a:ext cx="0" cy="443077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r Verbinder 303">
              <a:extLst>
                <a:ext uri="{FF2B5EF4-FFF2-40B4-BE49-F238E27FC236}">
                  <a16:creationId xmlns:a16="http://schemas.microsoft.com/office/drawing/2014/main" id="{12B8C7B0-5AD8-576F-8248-0F069CA79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668780"/>
              <a:ext cx="364522" cy="18097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9" name="Gerader Verbinder 308">
            <a:extLst>
              <a:ext uri="{FF2B5EF4-FFF2-40B4-BE49-F238E27FC236}">
                <a16:creationId xmlns:a16="http://schemas.microsoft.com/office/drawing/2014/main" id="{7BAB9383-746D-8F3F-F037-AA7F65B7B1DD}"/>
              </a:ext>
            </a:extLst>
          </p:cNvPr>
          <p:cNvCxnSpPr>
            <a:cxnSpLocks/>
          </p:cNvCxnSpPr>
          <p:nvPr/>
        </p:nvCxnSpPr>
        <p:spPr>
          <a:xfrm flipH="1">
            <a:off x="2467550" y="2038608"/>
            <a:ext cx="47988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532B570D-117D-720D-45F9-BFCF1B9E6A31}"/>
              </a:ext>
            </a:extLst>
          </p:cNvPr>
          <p:cNvCxnSpPr>
            <a:cxnSpLocks/>
          </p:cNvCxnSpPr>
          <p:nvPr/>
        </p:nvCxnSpPr>
        <p:spPr>
          <a:xfrm flipH="1">
            <a:off x="2886607" y="2038608"/>
            <a:ext cx="155678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Gerader Verbinder 315">
            <a:extLst>
              <a:ext uri="{FF2B5EF4-FFF2-40B4-BE49-F238E27FC236}">
                <a16:creationId xmlns:a16="http://schemas.microsoft.com/office/drawing/2014/main" id="{CA0AE762-F6A7-7370-D665-3F1C98CCE7A5}"/>
              </a:ext>
            </a:extLst>
          </p:cNvPr>
          <p:cNvCxnSpPr>
            <a:cxnSpLocks/>
          </p:cNvCxnSpPr>
          <p:nvPr/>
        </p:nvCxnSpPr>
        <p:spPr>
          <a:xfrm>
            <a:off x="2358390" y="2038608"/>
            <a:ext cx="162657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feld 319">
            <a:extLst>
              <a:ext uri="{FF2B5EF4-FFF2-40B4-BE49-F238E27FC236}">
                <a16:creationId xmlns:a16="http://schemas.microsoft.com/office/drawing/2014/main" id="{34A5208E-EF35-033D-185F-6F09CFE0FD1D}"/>
              </a:ext>
            </a:extLst>
          </p:cNvPr>
          <p:cNvSpPr txBox="1"/>
          <p:nvPr/>
        </p:nvSpPr>
        <p:spPr>
          <a:xfrm>
            <a:off x="2511552" y="1796449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C5A7A4B-6933-C8AF-6C11-01C5F3CF6880}"/>
              </a:ext>
            </a:extLst>
          </p:cNvPr>
          <p:cNvCxnSpPr>
            <a:cxnSpLocks/>
          </p:cNvCxnSpPr>
          <p:nvPr/>
        </p:nvCxnSpPr>
        <p:spPr>
          <a:xfrm>
            <a:off x="1232535" y="788569"/>
            <a:ext cx="568389" cy="0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Bogen 69">
            <a:extLst>
              <a:ext uri="{FF2B5EF4-FFF2-40B4-BE49-F238E27FC236}">
                <a16:creationId xmlns:a16="http://schemas.microsoft.com/office/drawing/2014/main" id="{04F1BF66-D7EF-7980-8704-9D75A9A1D213}"/>
              </a:ext>
            </a:extLst>
          </p:cNvPr>
          <p:cNvSpPr/>
          <p:nvPr/>
        </p:nvSpPr>
        <p:spPr>
          <a:xfrm>
            <a:off x="480138" y="1296646"/>
            <a:ext cx="1274550" cy="1274556"/>
          </a:xfrm>
          <a:prstGeom prst="arc">
            <a:avLst>
              <a:gd name="adj1" fmla="val 9654032"/>
              <a:gd name="adj2" fmla="val 10808280"/>
            </a:avLst>
          </a:prstGeom>
          <a:ln w="1270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B88EF54-26DA-B53E-62D9-92AF9934970E}"/>
              </a:ext>
            </a:extLst>
          </p:cNvPr>
          <p:cNvCxnSpPr>
            <a:cxnSpLocks/>
          </p:cNvCxnSpPr>
          <p:nvPr/>
        </p:nvCxnSpPr>
        <p:spPr>
          <a:xfrm>
            <a:off x="430217" y="1932140"/>
            <a:ext cx="2916555" cy="0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48BC8A09-1936-237F-E8AC-4BC71186E5B7}"/>
              </a:ext>
            </a:extLst>
          </p:cNvPr>
          <p:cNvSpPr/>
          <p:nvPr/>
        </p:nvSpPr>
        <p:spPr>
          <a:xfrm>
            <a:off x="1114113" y="1767291"/>
            <a:ext cx="255270" cy="25527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32D6D20-9730-4FE8-B7FD-5405B7155090}"/>
              </a:ext>
            </a:extLst>
          </p:cNvPr>
          <p:cNvSpPr/>
          <p:nvPr/>
        </p:nvSpPr>
        <p:spPr>
          <a:xfrm>
            <a:off x="1485589" y="1590127"/>
            <a:ext cx="396238" cy="396238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6AF1042-2ABC-AEBE-BA25-C24596C34C0F}"/>
              </a:ext>
            </a:extLst>
          </p:cNvPr>
          <p:cNvCxnSpPr>
            <a:cxnSpLocks/>
            <a:stCxn id="7" idx="5"/>
            <a:endCxn id="7" idx="1"/>
          </p:cNvCxnSpPr>
          <p:nvPr/>
        </p:nvCxnSpPr>
        <p:spPr>
          <a:xfrm flipH="1" flipV="1">
            <a:off x="1543617" y="1648155"/>
            <a:ext cx="280182" cy="280182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6C1356C-325D-F397-8557-463999D7B6E2}"/>
              </a:ext>
            </a:extLst>
          </p:cNvPr>
          <p:cNvCxnSpPr>
            <a:cxnSpLocks/>
          </p:cNvCxnSpPr>
          <p:nvPr/>
        </p:nvCxnSpPr>
        <p:spPr>
          <a:xfrm flipH="1" flipV="1">
            <a:off x="1203503" y="1776426"/>
            <a:ext cx="38244" cy="114691"/>
          </a:xfrm>
          <a:prstGeom prst="straightConnector1">
            <a:avLst/>
          </a:prstGeom>
          <a:ln w="12700" cap="rnd">
            <a:solidFill>
              <a:schemeClr val="accent6">
                <a:lumMod val="75000"/>
              </a:schemeClr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8EEEF9A7-E792-6DE8-D2AA-1D2F777D61AD}"/>
              </a:ext>
            </a:extLst>
          </p:cNvPr>
          <p:cNvSpPr/>
          <p:nvPr/>
        </p:nvSpPr>
        <p:spPr>
          <a:xfrm>
            <a:off x="1218888" y="187079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839CC4B-705A-4BE2-4453-90FE8AC8F73C}"/>
              </a:ext>
            </a:extLst>
          </p:cNvPr>
          <p:cNvSpPr/>
          <p:nvPr/>
        </p:nvSpPr>
        <p:spPr>
          <a:xfrm>
            <a:off x="1660848" y="1765387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B89C47D-381D-D134-E298-45337AC4A453}"/>
              </a:ext>
            </a:extLst>
          </p:cNvPr>
          <p:cNvCxnSpPr>
            <a:cxnSpLocks/>
          </p:cNvCxnSpPr>
          <p:nvPr/>
        </p:nvCxnSpPr>
        <p:spPr>
          <a:xfrm>
            <a:off x="1116019" y="929092"/>
            <a:ext cx="0" cy="1726584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2720740-8611-090D-C417-1EB5052925DD}"/>
              </a:ext>
            </a:extLst>
          </p:cNvPr>
          <p:cNvCxnSpPr>
            <a:cxnSpLocks/>
          </p:cNvCxnSpPr>
          <p:nvPr/>
        </p:nvCxnSpPr>
        <p:spPr>
          <a:xfrm flipH="1">
            <a:off x="1114113" y="2594528"/>
            <a:ext cx="1971674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3228B13-4C48-9536-CCEA-8F592C899BC3}"/>
              </a:ext>
            </a:extLst>
          </p:cNvPr>
          <p:cNvCxnSpPr>
            <a:cxnSpLocks/>
          </p:cNvCxnSpPr>
          <p:nvPr/>
        </p:nvCxnSpPr>
        <p:spPr>
          <a:xfrm>
            <a:off x="3083885" y="1932147"/>
            <a:ext cx="0" cy="72352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ABFCD7E-E928-7DC7-8311-34C4E9FB4FB5}"/>
              </a:ext>
            </a:extLst>
          </p:cNvPr>
          <p:cNvSpPr txBox="1"/>
          <p:nvPr/>
        </p:nvSpPr>
        <p:spPr>
          <a:xfrm>
            <a:off x="1945568" y="2380543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6247018-7CA9-5F57-7A68-265FBF8CD651}"/>
              </a:ext>
            </a:extLst>
          </p:cNvPr>
          <p:cNvCxnSpPr>
            <a:cxnSpLocks/>
          </p:cNvCxnSpPr>
          <p:nvPr/>
        </p:nvCxnSpPr>
        <p:spPr>
          <a:xfrm>
            <a:off x="1681802" y="1180552"/>
            <a:ext cx="0" cy="603494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7093387-D037-49A3-19B7-F8749B1B88F6}"/>
              </a:ext>
            </a:extLst>
          </p:cNvPr>
          <p:cNvCxnSpPr>
            <a:cxnSpLocks/>
          </p:cNvCxnSpPr>
          <p:nvPr/>
        </p:nvCxnSpPr>
        <p:spPr>
          <a:xfrm flipH="1">
            <a:off x="1114113" y="1240073"/>
            <a:ext cx="56768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D479641-EA21-3FBC-EBC4-CCCB0A86E1BF}"/>
              </a:ext>
            </a:extLst>
          </p:cNvPr>
          <p:cNvCxnSpPr>
            <a:cxnSpLocks/>
          </p:cNvCxnSpPr>
          <p:nvPr/>
        </p:nvCxnSpPr>
        <p:spPr>
          <a:xfrm flipH="1">
            <a:off x="1112208" y="988613"/>
            <a:ext cx="96773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04EC62EB-A4BE-D8B8-6626-D17931935E9B}"/>
              </a:ext>
            </a:extLst>
          </p:cNvPr>
          <p:cNvCxnSpPr>
            <a:cxnSpLocks/>
          </p:cNvCxnSpPr>
          <p:nvPr/>
        </p:nvCxnSpPr>
        <p:spPr>
          <a:xfrm>
            <a:off x="2079947" y="934807"/>
            <a:ext cx="0" cy="857577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18C7FC02-0785-78BF-9704-586D64C5F0E9}"/>
              </a:ext>
            </a:extLst>
          </p:cNvPr>
          <p:cNvSpPr txBox="1"/>
          <p:nvPr/>
        </p:nvSpPr>
        <p:spPr>
          <a:xfrm>
            <a:off x="1191267" y="1008143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C7B034C-30B2-910E-E49F-1E925CA130C2}"/>
              </a:ext>
            </a:extLst>
          </p:cNvPr>
          <p:cNvSpPr txBox="1"/>
          <p:nvPr/>
        </p:nvSpPr>
        <p:spPr>
          <a:xfrm>
            <a:off x="1389387" y="754109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sp>
        <p:nvSpPr>
          <p:cNvPr id="46" name="Bogen 45">
            <a:extLst>
              <a:ext uri="{FF2B5EF4-FFF2-40B4-BE49-F238E27FC236}">
                <a16:creationId xmlns:a16="http://schemas.microsoft.com/office/drawing/2014/main" id="{A1C94398-CB22-5255-7466-B9F58C5AF5F2}"/>
              </a:ext>
            </a:extLst>
          </p:cNvPr>
          <p:cNvSpPr/>
          <p:nvPr/>
        </p:nvSpPr>
        <p:spPr>
          <a:xfrm>
            <a:off x="2855283" y="1698900"/>
            <a:ext cx="459105" cy="459105"/>
          </a:xfrm>
          <a:prstGeom prst="arc">
            <a:avLst>
              <a:gd name="adj1" fmla="val 12460643"/>
              <a:gd name="adj2" fmla="val 14795137"/>
            </a:avLst>
          </a:prstGeom>
          <a:ln w="12700" cap="rnd">
            <a:solidFill>
              <a:srgbClr val="C00000"/>
            </a:solidFill>
            <a:round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Bogen 46">
            <a:extLst>
              <a:ext uri="{FF2B5EF4-FFF2-40B4-BE49-F238E27FC236}">
                <a16:creationId xmlns:a16="http://schemas.microsoft.com/office/drawing/2014/main" id="{6943F7E0-D47E-84E9-6CE9-76929A5F78F1}"/>
              </a:ext>
            </a:extLst>
          </p:cNvPr>
          <p:cNvSpPr/>
          <p:nvPr/>
        </p:nvSpPr>
        <p:spPr>
          <a:xfrm>
            <a:off x="2855282" y="1698900"/>
            <a:ext cx="459105" cy="459105"/>
          </a:xfrm>
          <a:prstGeom prst="arc">
            <a:avLst>
              <a:gd name="adj1" fmla="val 8832096"/>
              <a:gd name="adj2" fmla="val 10883571"/>
            </a:avLst>
          </a:prstGeom>
          <a:ln w="12700" cap="rnd">
            <a:solidFill>
              <a:srgbClr val="C00000"/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F62AACE-EF1C-E17E-C548-98F483140A84}"/>
              </a:ext>
            </a:extLst>
          </p:cNvPr>
          <p:cNvGrpSpPr/>
          <p:nvPr/>
        </p:nvGrpSpPr>
        <p:grpSpPr>
          <a:xfrm>
            <a:off x="-690001" y="1569829"/>
            <a:ext cx="5566566" cy="5753665"/>
            <a:chOff x="-690001" y="1569829"/>
            <a:chExt cx="5566566" cy="5753665"/>
          </a:xfrm>
        </p:grpSpPr>
        <p:sp>
          <p:nvSpPr>
            <p:cNvPr id="5" name="Bogen 4">
              <a:extLst>
                <a:ext uri="{FF2B5EF4-FFF2-40B4-BE49-F238E27FC236}">
                  <a16:creationId xmlns:a16="http://schemas.microsoft.com/office/drawing/2014/main" id="{361B5BE5-AEB5-5097-CAF7-B2EFA99289B6}"/>
                </a:ext>
              </a:extLst>
            </p:cNvPr>
            <p:cNvSpPr/>
            <p:nvPr/>
          </p:nvSpPr>
          <p:spPr>
            <a:xfrm>
              <a:off x="-690001" y="1756928"/>
              <a:ext cx="5566566" cy="5566566"/>
            </a:xfrm>
            <a:prstGeom prst="arc">
              <a:avLst>
                <a:gd name="adj1" fmla="val 14966539"/>
                <a:gd name="adj2" fmla="val 17428325"/>
              </a:avLst>
            </a:prstGeom>
            <a:ln w="9525" cap="rnd">
              <a:solidFill>
                <a:schemeClr val="accent5"/>
              </a:solidFill>
              <a:prstDash val="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6A87A15-4E61-073D-0325-A46EF5FD08CF}"/>
                </a:ext>
              </a:extLst>
            </p:cNvPr>
            <p:cNvSpPr/>
            <p:nvPr/>
          </p:nvSpPr>
          <p:spPr>
            <a:xfrm>
              <a:off x="1117922" y="1900895"/>
              <a:ext cx="1965960" cy="126915"/>
            </a:xfrm>
            <a:custGeom>
              <a:avLst/>
              <a:gdLst>
                <a:gd name="csX0" fmla="*/ 0 w 1965960"/>
                <a:gd name="csY0" fmla="*/ 32132 h 126915"/>
                <a:gd name="csX1" fmla="*/ 137160 w 1965960"/>
                <a:gd name="csY1" fmla="*/ 125477 h 126915"/>
                <a:gd name="csX2" fmla="*/ 598170 w 1965960"/>
                <a:gd name="csY2" fmla="*/ 83567 h 126915"/>
                <a:gd name="csX3" fmla="*/ 1116330 w 1965960"/>
                <a:gd name="csY3" fmla="*/ 13082 h 126915"/>
                <a:gd name="csX4" fmla="*/ 1423035 w 1965960"/>
                <a:gd name="csY4" fmla="*/ 1652 h 126915"/>
                <a:gd name="csX5" fmla="*/ 1965960 w 1965960"/>
                <a:gd name="csY5" fmla="*/ 34037 h 126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65960" h="126915">
                  <a:moveTo>
                    <a:pt x="0" y="32132"/>
                  </a:moveTo>
                  <a:cubicBezTo>
                    <a:pt x="18732" y="74518"/>
                    <a:pt x="37465" y="116905"/>
                    <a:pt x="137160" y="125477"/>
                  </a:cubicBezTo>
                  <a:cubicBezTo>
                    <a:pt x="236855" y="134049"/>
                    <a:pt x="434975" y="102300"/>
                    <a:pt x="598170" y="83567"/>
                  </a:cubicBezTo>
                  <a:cubicBezTo>
                    <a:pt x="761365" y="64835"/>
                    <a:pt x="978853" y="26734"/>
                    <a:pt x="1116330" y="13082"/>
                  </a:cubicBezTo>
                  <a:cubicBezTo>
                    <a:pt x="1253807" y="-570"/>
                    <a:pt x="1281430" y="-1841"/>
                    <a:pt x="1423035" y="1652"/>
                  </a:cubicBezTo>
                  <a:cubicBezTo>
                    <a:pt x="1564640" y="5145"/>
                    <a:pt x="1765300" y="19591"/>
                    <a:pt x="1965960" y="34037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75CC784-F8D8-8D36-BB79-A9BF4AF2ADD7}"/>
                </a:ext>
              </a:extLst>
            </p:cNvPr>
            <p:cNvSpPr/>
            <p:nvPr/>
          </p:nvSpPr>
          <p:spPr>
            <a:xfrm>
              <a:off x="1112208" y="1569829"/>
              <a:ext cx="1973575" cy="362312"/>
            </a:xfrm>
            <a:custGeom>
              <a:avLst/>
              <a:gdLst>
                <a:gd name="csX0" fmla="*/ 0 w 1960245"/>
                <a:gd name="csY0" fmla="*/ 363199 h 370819"/>
                <a:gd name="csX1" fmla="*/ 49530 w 1960245"/>
                <a:gd name="csY1" fmla="*/ 220324 h 370819"/>
                <a:gd name="csX2" fmla="*/ 274320 w 1960245"/>
                <a:gd name="csY2" fmla="*/ 98404 h 370819"/>
                <a:gd name="csX3" fmla="*/ 579120 w 1960245"/>
                <a:gd name="csY3" fmla="*/ 14584 h 370819"/>
                <a:gd name="csX4" fmla="*/ 1000125 w 1960245"/>
                <a:gd name="csY4" fmla="*/ 12679 h 370819"/>
                <a:gd name="csX5" fmla="*/ 1495425 w 1960245"/>
                <a:gd name="csY5" fmla="*/ 142219 h 370819"/>
                <a:gd name="csX6" fmla="*/ 1960245 w 1960245"/>
                <a:gd name="csY6" fmla="*/ 370819 h 370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60245" h="370819">
                  <a:moveTo>
                    <a:pt x="0" y="363199"/>
                  </a:moveTo>
                  <a:cubicBezTo>
                    <a:pt x="1905" y="313827"/>
                    <a:pt x="3810" y="264456"/>
                    <a:pt x="49530" y="220324"/>
                  </a:cubicBezTo>
                  <a:cubicBezTo>
                    <a:pt x="95250" y="176192"/>
                    <a:pt x="186055" y="132694"/>
                    <a:pt x="274320" y="98404"/>
                  </a:cubicBezTo>
                  <a:cubicBezTo>
                    <a:pt x="362585" y="64114"/>
                    <a:pt x="458153" y="28871"/>
                    <a:pt x="579120" y="14584"/>
                  </a:cubicBezTo>
                  <a:cubicBezTo>
                    <a:pt x="700087" y="297"/>
                    <a:pt x="847408" y="-8593"/>
                    <a:pt x="1000125" y="12679"/>
                  </a:cubicBezTo>
                  <a:cubicBezTo>
                    <a:pt x="1152842" y="33951"/>
                    <a:pt x="1335405" y="82529"/>
                    <a:pt x="1495425" y="142219"/>
                  </a:cubicBezTo>
                  <a:cubicBezTo>
                    <a:pt x="1655445" y="201909"/>
                    <a:pt x="1807845" y="286364"/>
                    <a:pt x="1960245" y="370819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48" name="Textfeld 47">
            <a:extLst>
              <a:ext uri="{FF2B5EF4-FFF2-40B4-BE49-F238E27FC236}">
                <a16:creationId xmlns:a16="http://schemas.microsoft.com/office/drawing/2014/main" id="{7E937090-DB4D-A71B-BA13-3F1293C1B6DA}"/>
              </a:ext>
            </a:extLst>
          </p:cNvPr>
          <p:cNvSpPr txBox="1"/>
          <p:nvPr/>
        </p:nvSpPr>
        <p:spPr>
          <a:xfrm>
            <a:off x="2916717" y="1601014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100" i="1" dirty="0">
                <a:solidFill>
                  <a:srgbClr val="C00000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τ</a:t>
            </a:r>
            <a:endParaRPr lang="de-DE" sz="1100" i="1" baseline="-25000" dirty="0">
              <a:solidFill>
                <a:srgbClr val="C00000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A353445-2097-D12F-0D03-D6A6DC692699}"/>
              </a:ext>
            </a:extLst>
          </p:cNvPr>
          <p:cNvSpPr txBox="1"/>
          <p:nvPr/>
        </p:nvSpPr>
        <p:spPr>
          <a:xfrm>
            <a:off x="1526072" y="1578671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endParaRPr lang="de-DE" sz="11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67A4B6C-584F-4D63-2AE9-9D87A7807E80}"/>
              </a:ext>
            </a:extLst>
          </p:cNvPr>
          <p:cNvSpPr txBox="1"/>
          <p:nvPr/>
        </p:nvSpPr>
        <p:spPr>
          <a:xfrm>
            <a:off x="982163" y="1558529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6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ρ</a:t>
            </a:r>
            <a:endParaRPr lang="de-DE" sz="1100" i="1" baseline="-25000" dirty="0">
              <a:solidFill>
                <a:schemeClr val="accent6">
                  <a:lumMod val="75000"/>
                </a:schemeClr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FF4095C-5A55-16F3-EA37-DB291C0AB5FB}"/>
              </a:ext>
            </a:extLst>
          </p:cNvPr>
          <p:cNvSpPr txBox="1"/>
          <p:nvPr/>
        </p:nvSpPr>
        <p:spPr>
          <a:xfrm>
            <a:off x="109165" y="1031164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Sehne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93388E5-71BD-F968-55C6-EFBF959DC134}"/>
              </a:ext>
            </a:extLst>
          </p:cNvPr>
          <p:cNvCxnSpPr>
            <a:cxnSpLocks/>
          </p:cNvCxnSpPr>
          <p:nvPr/>
        </p:nvCxnSpPr>
        <p:spPr>
          <a:xfrm>
            <a:off x="705953" y="1249228"/>
            <a:ext cx="255676" cy="681798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92695A04-7E1F-5F27-52C2-7B81C5685D50}"/>
              </a:ext>
            </a:extLst>
          </p:cNvPr>
          <p:cNvSpPr txBox="1"/>
          <p:nvPr/>
        </p:nvSpPr>
        <p:spPr>
          <a:xfrm>
            <a:off x="2250409" y="1031936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Skelettlinie</a:t>
            </a:r>
            <a:endParaRPr lang="de-DE" sz="11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A0B1688-BD60-3436-1293-955F908379B8}"/>
              </a:ext>
            </a:extLst>
          </p:cNvPr>
          <p:cNvCxnSpPr>
            <a:cxnSpLocks/>
          </p:cNvCxnSpPr>
          <p:nvPr/>
        </p:nvCxnSpPr>
        <p:spPr>
          <a:xfrm flipH="1">
            <a:off x="2365697" y="1253161"/>
            <a:ext cx="219110" cy="517941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B6057207-EE7A-9B9E-F9B1-A0C0B3C1B539}"/>
              </a:ext>
            </a:extLst>
          </p:cNvPr>
          <p:cNvCxnSpPr>
            <a:cxnSpLocks/>
          </p:cNvCxnSpPr>
          <p:nvPr/>
        </p:nvCxnSpPr>
        <p:spPr>
          <a:xfrm>
            <a:off x="2079947" y="1750985"/>
            <a:ext cx="0" cy="177352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7D03AD45-432E-9899-8541-15B4838D1FF2}"/>
              </a:ext>
            </a:extLst>
          </p:cNvPr>
          <p:cNvSpPr txBox="1"/>
          <p:nvPr/>
        </p:nvSpPr>
        <p:spPr>
          <a:xfrm>
            <a:off x="1945568" y="1728353"/>
            <a:ext cx="41338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9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5F076471-A3F2-EF04-CEB5-6B0066F66DB8}"/>
              </a:ext>
            </a:extLst>
          </p:cNvPr>
          <p:cNvCxnSpPr>
            <a:cxnSpLocks/>
          </p:cNvCxnSpPr>
          <p:nvPr/>
        </p:nvCxnSpPr>
        <p:spPr>
          <a:xfrm flipV="1">
            <a:off x="394022" y="1995351"/>
            <a:ext cx="545067" cy="189957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9F20BC39-0942-386B-8876-F0B137F0BF37}"/>
              </a:ext>
            </a:extLst>
          </p:cNvPr>
          <p:cNvSpPr txBox="1"/>
          <p:nvPr/>
        </p:nvSpPr>
        <p:spPr>
          <a:xfrm>
            <a:off x="541901" y="2032301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B48729F-189E-820B-C98C-559E428D0DCC}"/>
              </a:ext>
            </a:extLst>
          </p:cNvPr>
          <p:cNvSpPr txBox="1"/>
          <p:nvPr/>
        </p:nvSpPr>
        <p:spPr>
          <a:xfrm>
            <a:off x="138197" y="1947764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endParaRPr lang="de-DE" sz="1100" i="1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66412F88-9365-81E5-37EC-5F3D5156D184}"/>
              </a:ext>
            </a:extLst>
          </p:cNvPr>
          <p:cNvCxnSpPr>
            <a:cxnSpLocks/>
          </p:cNvCxnSpPr>
          <p:nvPr/>
        </p:nvCxnSpPr>
        <p:spPr>
          <a:xfrm flipV="1">
            <a:off x="893132" y="1936837"/>
            <a:ext cx="213360" cy="72390"/>
          </a:xfrm>
          <a:prstGeom prst="line">
            <a:avLst/>
          </a:prstGeom>
          <a:ln w="9525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0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DCE6737-D821-330A-8D79-3B40B201CD72}"/>
              </a:ext>
            </a:extLst>
          </p:cNvPr>
          <p:cNvCxnSpPr>
            <a:cxnSpLocks/>
          </p:cNvCxnSpPr>
          <p:nvPr/>
        </p:nvCxnSpPr>
        <p:spPr>
          <a:xfrm flipV="1">
            <a:off x="888435" y="1464496"/>
            <a:ext cx="1618857" cy="1093945"/>
          </a:xfrm>
          <a:prstGeom prst="line">
            <a:avLst/>
          </a:prstGeom>
          <a:ln w="12700" cap="rnd"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1EA963A-B307-98D3-98FE-91FEAD4BE2C3}"/>
              </a:ext>
            </a:extLst>
          </p:cNvPr>
          <p:cNvCxnSpPr/>
          <p:nvPr/>
        </p:nvCxnSpPr>
        <p:spPr>
          <a:xfrm>
            <a:off x="888435" y="2007296"/>
            <a:ext cx="1701321" cy="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FAA555A-4E85-C572-BE97-09867CDEE58F}"/>
              </a:ext>
            </a:extLst>
          </p:cNvPr>
          <p:cNvCxnSpPr/>
          <p:nvPr/>
        </p:nvCxnSpPr>
        <p:spPr>
          <a:xfrm flipV="1">
            <a:off x="888435" y="851770"/>
            <a:ext cx="0" cy="1706671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98BF43D2-163A-E046-5ACE-5728381A1227}"/>
              </a:ext>
            </a:extLst>
          </p:cNvPr>
          <p:cNvSpPr txBox="1"/>
          <p:nvPr/>
        </p:nvSpPr>
        <p:spPr>
          <a:xfrm>
            <a:off x="836113" y="757380"/>
            <a:ext cx="4509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χ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29D3C29-FB50-02F5-367F-1B4E6109C580}"/>
              </a:ext>
            </a:extLst>
          </p:cNvPr>
          <p:cNvSpPr txBox="1"/>
          <p:nvPr/>
        </p:nvSpPr>
        <p:spPr>
          <a:xfrm>
            <a:off x="2507292" y="2406636"/>
            <a:ext cx="4509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DD8C586-4BE1-3355-6B9D-1A55021D8279}"/>
              </a:ext>
            </a:extLst>
          </p:cNvPr>
          <p:cNvSpPr/>
          <p:nvPr/>
        </p:nvSpPr>
        <p:spPr>
          <a:xfrm>
            <a:off x="1249472" y="1121080"/>
            <a:ext cx="980161" cy="886216"/>
          </a:xfrm>
          <a:custGeom>
            <a:avLst/>
            <a:gdLst>
              <a:gd name="csX0" fmla="*/ 0 w 980161"/>
              <a:gd name="csY0" fmla="*/ 40710 h 1029878"/>
              <a:gd name="csX1" fmla="*/ 244257 w 980161"/>
              <a:gd name="csY1" fmla="*/ 939452 h 1029878"/>
              <a:gd name="csX2" fmla="*/ 604381 w 980161"/>
              <a:gd name="csY2" fmla="*/ 892479 h 1029878"/>
              <a:gd name="csX3" fmla="*/ 980161 w 980161"/>
              <a:gd name="csY3" fmla="*/ 0 h 1029878"/>
              <a:gd name="csX0" fmla="*/ 0 w 980161"/>
              <a:gd name="csY0" fmla="*/ 40710 h 1029878"/>
              <a:gd name="csX1" fmla="*/ 244257 w 980161"/>
              <a:gd name="csY1" fmla="*/ 939452 h 1029878"/>
              <a:gd name="csX2" fmla="*/ 604381 w 980161"/>
              <a:gd name="csY2" fmla="*/ 892479 h 1029878"/>
              <a:gd name="csX3" fmla="*/ 980161 w 980161"/>
              <a:gd name="csY3" fmla="*/ 0 h 1029878"/>
              <a:gd name="csX0" fmla="*/ 0 w 980161"/>
              <a:gd name="csY0" fmla="*/ 40710 h 1029878"/>
              <a:gd name="csX1" fmla="*/ 244257 w 980161"/>
              <a:gd name="csY1" fmla="*/ 939452 h 1029878"/>
              <a:gd name="csX2" fmla="*/ 604381 w 980161"/>
              <a:gd name="csY2" fmla="*/ 892479 h 1029878"/>
              <a:gd name="csX3" fmla="*/ 980161 w 980161"/>
              <a:gd name="csY3" fmla="*/ 0 h 10298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80161" h="1029878">
                <a:moveTo>
                  <a:pt x="0" y="40710"/>
                </a:moveTo>
                <a:cubicBezTo>
                  <a:pt x="45093" y="416886"/>
                  <a:pt x="143527" y="797490"/>
                  <a:pt x="244257" y="939452"/>
                </a:cubicBezTo>
                <a:cubicBezTo>
                  <a:pt x="344987" y="1081414"/>
                  <a:pt x="481730" y="1049054"/>
                  <a:pt x="604381" y="892479"/>
                </a:cubicBezTo>
                <a:cubicBezTo>
                  <a:pt x="727032" y="735904"/>
                  <a:pt x="891696" y="372380"/>
                  <a:pt x="980161" y="0"/>
                </a:cubicBezTo>
              </a:path>
            </a:pathLst>
          </a:cu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996857E-A6BB-F900-D30B-E1F7FB182328}"/>
              </a:ext>
            </a:extLst>
          </p:cNvPr>
          <p:cNvSpPr/>
          <p:nvPr/>
        </p:nvSpPr>
        <p:spPr>
          <a:xfrm>
            <a:off x="1749886" y="1937411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F42A8E9-4357-0D33-77AC-C9B620F56EED}"/>
              </a:ext>
            </a:extLst>
          </p:cNvPr>
          <p:cNvSpPr/>
          <p:nvPr/>
        </p:nvSpPr>
        <p:spPr>
          <a:xfrm>
            <a:off x="1618441" y="1985036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7676432-51C0-EFB0-A632-51B22CEA8103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1641300" y="2030755"/>
            <a:ext cx="1" cy="527686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  <a:prstDash val="solid"/>
            <a:round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5AC0AC09-61FC-6919-56F7-26919F532C67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1772745" y="1983130"/>
            <a:ext cx="1" cy="575311"/>
          </a:xfrm>
          <a:prstGeom prst="line">
            <a:avLst/>
          </a:prstGeom>
          <a:ln w="12700" cap="rnd">
            <a:solidFill>
              <a:schemeClr val="accent1"/>
            </a:solidFill>
            <a:prstDash val="solid"/>
            <a:round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D82C0B4-EF39-2168-2AD7-6FE8F444F077}"/>
              </a:ext>
            </a:extLst>
          </p:cNvPr>
          <p:cNvCxnSpPr>
            <a:cxnSpLocks/>
          </p:cNvCxnSpPr>
          <p:nvPr/>
        </p:nvCxnSpPr>
        <p:spPr>
          <a:xfrm>
            <a:off x="888435" y="2560528"/>
            <a:ext cx="1748424" cy="0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B116B872-F152-3DB2-6777-229C62D5CB3A}"/>
              </a:ext>
            </a:extLst>
          </p:cNvPr>
          <p:cNvSpPr txBox="1"/>
          <p:nvPr/>
        </p:nvSpPr>
        <p:spPr>
          <a:xfrm>
            <a:off x="1070514" y="2506210"/>
            <a:ext cx="75230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400" i="1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500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400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max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749AB0C-B985-4164-DFCA-8B87FD599201}"/>
              </a:ext>
            </a:extLst>
          </p:cNvPr>
          <p:cNvSpPr txBox="1"/>
          <p:nvPr/>
        </p:nvSpPr>
        <p:spPr>
          <a:xfrm>
            <a:off x="1609686" y="2503670"/>
            <a:ext cx="75230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400" i="1" baseline="-250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500" baseline="-250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400" baseline="-250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401060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EDF8C47F-9B9F-B367-5DC1-C4460D3C5F67}"/>
              </a:ext>
            </a:extLst>
          </p:cNvPr>
          <p:cNvCxnSpPr>
            <a:cxnSpLocks/>
          </p:cNvCxnSpPr>
          <p:nvPr/>
        </p:nvCxnSpPr>
        <p:spPr>
          <a:xfrm flipH="1">
            <a:off x="651843" y="2480597"/>
            <a:ext cx="574298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15DC9AE8-69B3-6FDC-3261-D4006F003BF2}"/>
              </a:ext>
            </a:extLst>
          </p:cNvPr>
          <p:cNvCxnSpPr>
            <a:cxnSpLocks/>
          </p:cNvCxnSpPr>
          <p:nvPr/>
        </p:nvCxnSpPr>
        <p:spPr>
          <a:xfrm flipH="1">
            <a:off x="1233089" y="2480597"/>
            <a:ext cx="1738962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F386A702-4DE4-6FB2-A979-1B4E70F9F708}"/>
              </a:ext>
            </a:extLst>
          </p:cNvPr>
          <p:cNvCxnSpPr>
            <a:cxnSpLocks/>
          </p:cNvCxnSpPr>
          <p:nvPr/>
        </p:nvCxnSpPr>
        <p:spPr>
          <a:xfrm flipH="1">
            <a:off x="1233090" y="1941427"/>
            <a:ext cx="290231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405C7A3A-ECE8-6788-80B1-A1E6C0E957FD}"/>
              </a:ext>
            </a:extLst>
          </p:cNvPr>
          <p:cNvCxnSpPr>
            <a:cxnSpLocks/>
          </p:cNvCxnSpPr>
          <p:nvPr/>
        </p:nvCxnSpPr>
        <p:spPr>
          <a:xfrm flipH="1">
            <a:off x="863757" y="1941427"/>
            <a:ext cx="362384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ED8BFC9F-2DC8-48CA-8C41-A51D694DCCD7}"/>
              </a:ext>
            </a:extLst>
          </p:cNvPr>
          <p:cNvCxnSpPr>
            <a:cxnSpLocks/>
          </p:cNvCxnSpPr>
          <p:nvPr/>
        </p:nvCxnSpPr>
        <p:spPr>
          <a:xfrm flipH="1">
            <a:off x="863757" y="1264186"/>
            <a:ext cx="2103554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70C8645-88AC-7063-02BA-0E01AD557D13}"/>
              </a:ext>
            </a:extLst>
          </p:cNvPr>
          <p:cNvGrpSpPr/>
          <p:nvPr/>
        </p:nvGrpSpPr>
        <p:grpSpPr>
          <a:xfrm>
            <a:off x="653748" y="1563077"/>
            <a:ext cx="972020" cy="208859"/>
            <a:chOff x="401400" y="1422760"/>
            <a:chExt cx="1101645" cy="246020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8DC15251-2E4D-6DC9-91E3-7164A43A5BD3}"/>
                </a:ext>
              </a:extLst>
            </p:cNvPr>
            <p:cNvSpPr/>
            <p:nvPr/>
          </p:nvSpPr>
          <p:spPr>
            <a:xfrm>
              <a:off x="403860" y="1422760"/>
              <a:ext cx="1099185" cy="246020"/>
            </a:xfrm>
            <a:custGeom>
              <a:avLst/>
              <a:gdLst>
                <a:gd name="csX0" fmla="*/ 0 w 1099185"/>
                <a:gd name="csY0" fmla="*/ 74523 h 259308"/>
                <a:gd name="csX1" fmla="*/ 259080 w 1099185"/>
                <a:gd name="csY1" fmla="*/ 9753 h 259308"/>
                <a:gd name="csX2" fmla="*/ 1099185 w 1099185"/>
                <a:gd name="csY2" fmla="*/ 259308 h 259308"/>
                <a:gd name="csX0" fmla="*/ 0 w 1099185"/>
                <a:gd name="csY0" fmla="*/ 76197 h 260982"/>
                <a:gd name="csX1" fmla="*/ 226695 w 1099185"/>
                <a:gd name="csY1" fmla="*/ 9522 h 260982"/>
                <a:gd name="csX2" fmla="*/ 1099185 w 1099185"/>
                <a:gd name="csY2" fmla="*/ 260982 h 260982"/>
                <a:gd name="csX0" fmla="*/ 0 w 1099185"/>
                <a:gd name="csY0" fmla="*/ 68602 h 253387"/>
                <a:gd name="csX1" fmla="*/ 226695 w 1099185"/>
                <a:gd name="csY1" fmla="*/ 1927 h 253387"/>
                <a:gd name="csX2" fmla="*/ 1099185 w 1099185"/>
                <a:gd name="csY2" fmla="*/ 253387 h 253387"/>
                <a:gd name="csX0" fmla="*/ 0 w 1099185"/>
                <a:gd name="csY0" fmla="*/ 56168 h 240953"/>
                <a:gd name="csX1" fmla="*/ 320040 w 1099185"/>
                <a:gd name="csY1" fmla="*/ 2828 h 240953"/>
                <a:gd name="csX2" fmla="*/ 1099185 w 1099185"/>
                <a:gd name="csY2" fmla="*/ 240953 h 240953"/>
                <a:gd name="csX0" fmla="*/ 0 w 1099185"/>
                <a:gd name="csY0" fmla="*/ 58433 h 243218"/>
                <a:gd name="csX1" fmla="*/ 320040 w 1099185"/>
                <a:gd name="csY1" fmla="*/ 5093 h 243218"/>
                <a:gd name="csX2" fmla="*/ 1099185 w 1099185"/>
                <a:gd name="csY2" fmla="*/ 243218 h 243218"/>
                <a:gd name="csX0" fmla="*/ 0 w 1099185"/>
                <a:gd name="csY0" fmla="*/ 56534 h 241319"/>
                <a:gd name="csX1" fmla="*/ 320040 w 1099185"/>
                <a:gd name="csY1" fmla="*/ 3194 h 241319"/>
                <a:gd name="csX2" fmla="*/ 1099185 w 1099185"/>
                <a:gd name="csY2" fmla="*/ 241319 h 241319"/>
                <a:gd name="csX0" fmla="*/ 0 w 1099185"/>
                <a:gd name="csY0" fmla="*/ 61235 h 246020"/>
                <a:gd name="csX1" fmla="*/ 320040 w 1099185"/>
                <a:gd name="csY1" fmla="*/ 7895 h 246020"/>
                <a:gd name="csX2" fmla="*/ 1099185 w 1099185"/>
                <a:gd name="csY2" fmla="*/ 246020 h 246020"/>
                <a:gd name="csX0" fmla="*/ 0 w 1099185"/>
                <a:gd name="csY0" fmla="*/ 61235 h 246020"/>
                <a:gd name="csX1" fmla="*/ 320040 w 1099185"/>
                <a:gd name="csY1" fmla="*/ 7895 h 246020"/>
                <a:gd name="csX2" fmla="*/ 1099185 w 1099185"/>
                <a:gd name="csY2" fmla="*/ 246020 h 246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99185" h="246020">
                  <a:moveTo>
                    <a:pt x="0" y="61235"/>
                  </a:moveTo>
                  <a:cubicBezTo>
                    <a:pt x="11271" y="9641"/>
                    <a:pt x="110172" y="-13378"/>
                    <a:pt x="320040" y="7895"/>
                  </a:cubicBezTo>
                  <a:cubicBezTo>
                    <a:pt x="529908" y="29168"/>
                    <a:pt x="782161" y="111876"/>
                    <a:pt x="1099185" y="246020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246FA57C-45C3-1559-52A6-A075FE195E38}"/>
                </a:ext>
              </a:extLst>
            </p:cNvPr>
            <p:cNvSpPr/>
            <p:nvPr/>
          </p:nvSpPr>
          <p:spPr>
            <a:xfrm>
              <a:off x="401400" y="1482090"/>
              <a:ext cx="1097835" cy="186690"/>
            </a:xfrm>
            <a:custGeom>
              <a:avLst/>
              <a:gdLst>
                <a:gd name="csX0" fmla="*/ 3248 w 1092908"/>
                <a:gd name="csY0" fmla="*/ 0 h 186690"/>
                <a:gd name="csX1" fmla="*/ 168983 w 1092908"/>
                <a:gd name="csY1" fmla="*/ 140970 h 186690"/>
                <a:gd name="csX2" fmla="*/ 1092908 w 1092908"/>
                <a:gd name="csY2" fmla="*/ 186690 h 186690"/>
                <a:gd name="csX0" fmla="*/ 1906 w 1091566"/>
                <a:gd name="csY0" fmla="*/ 0 h 186690"/>
                <a:gd name="csX1" fmla="*/ 184689 w 1091566"/>
                <a:gd name="csY1" fmla="*/ 133350 h 186690"/>
                <a:gd name="csX2" fmla="*/ 1091566 w 1091566"/>
                <a:gd name="csY2" fmla="*/ 186690 h 186690"/>
                <a:gd name="csX0" fmla="*/ 1906 w 1091566"/>
                <a:gd name="csY0" fmla="*/ 0 h 186690"/>
                <a:gd name="csX1" fmla="*/ 184689 w 1091566"/>
                <a:gd name="csY1" fmla="*/ 133350 h 186690"/>
                <a:gd name="csX2" fmla="*/ 1091566 w 1091566"/>
                <a:gd name="csY2" fmla="*/ 186690 h 186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91566" h="186690">
                  <a:moveTo>
                    <a:pt x="1906" y="0"/>
                  </a:moveTo>
                  <a:cubicBezTo>
                    <a:pt x="-6032" y="54927"/>
                    <a:pt x="3079" y="102235"/>
                    <a:pt x="184689" y="133350"/>
                  </a:cubicBezTo>
                  <a:cubicBezTo>
                    <a:pt x="366299" y="164465"/>
                    <a:pt x="665478" y="181292"/>
                    <a:pt x="1091566" y="186690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DD11CB4C-3EC0-B6F7-DF76-4709A5C796B2}"/>
              </a:ext>
            </a:extLst>
          </p:cNvPr>
          <p:cNvSpPr txBox="1"/>
          <p:nvPr/>
        </p:nvSpPr>
        <p:spPr>
          <a:xfrm>
            <a:off x="243305" y="1624918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8E1CFED-EFFC-5F05-2D08-82DF9A11C9D7}"/>
              </a:ext>
            </a:extLst>
          </p:cNvPr>
          <p:cNvCxnSpPr>
            <a:cxnSpLocks/>
          </p:cNvCxnSpPr>
          <p:nvPr/>
        </p:nvCxnSpPr>
        <p:spPr>
          <a:xfrm>
            <a:off x="191726" y="1622681"/>
            <a:ext cx="418761" cy="0"/>
          </a:xfrm>
          <a:prstGeom prst="straightConnector1">
            <a:avLst/>
          </a:prstGeom>
          <a:ln w="15875" cap="rnd">
            <a:solidFill>
              <a:schemeClr val="tx2">
                <a:lumMod val="75000"/>
                <a:lumOff val="25000"/>
              </a:schemeClr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11B0308-50A7-143F-D433-8A0781855D71}"/>
              </a:ext>
            </a:extLst>
          </p:cNvPr>
          <p:cNvCxnSpPr>
            <a:cxnSpLocks/>
          </p:cNvCxnSpPr>
          <p:nvPr/>
        </p:nvCxnSpPr>
        <p:spPr>
          <a:xfrm>
            <a:off x="197308" y="1510952"/>
            <a:ext cx="1579378" cy="287655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ogen 16">
            <a:extLst>
              <a:ext uri="{FF2B5EF4-FFF2-40B4-BE49-F238E27FC236}">
                <a16:creationId xmlns:a16="http://schemas.microsoft.com/office/drawing/2014/main" id="{BD4AFE16-EE88-49B0-7283-2D8E21D33ED7}"/>
              </a:ext>
            </a:extLst>
          </p:cNvPr>
          <p:cNvSpPr/>
          <p:nvPr/>
        </p:nvSpPr>
        <p:spPr>
          <a:xfrm>
            <a:off x="324113" y="1254120"/>
            <a:ext cx="669280" cy="669278"/>
          </a:xfrm>
          <a:prstGeom prst="arc">
            <a:avLst>
              <a:gd name="adj1" fmla="val 11292003"/>
              <a:gd name="adj2" fmla="val 12806432"/>
            </a:avLst>
          </a:prstGeom>
          <a:ln w="9525" cap="rnd">
            <a:solidFill>
              <a:schemeClr val="tx1"/>
            </a:solidFill>
            <a:round/>
            <a:headEnd type="triangle" w="sm" len="sm"/>
            <a:tailEnd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18" name="Bogen 17">
            <a:extLst>
              <a:ext uri="{FF2B5EF4-FFF2-40B4-BE49-F238E27FC236}">
                <a16:creationId xmlns:a16="http://schemas.microsoft.com/office/drawing/2014/main" id="{8ABA536B-D52F-236B-485F-F221CCDF5EDC}"/>
              </a:ext>
            </a:extLst>
          </p:cNvPr>
          <p:cNvSpPr/>
          <p:nvPr/>
        </p:nvSpPr>
        <p:spPr>
          <a:xfrm>
            <a:off x="324113" y="1254120"/>
            <a:ext cx="669280" cy="669278"/>
          </a:xfrm>
          <a:prstGeom prst="arc">
            <a:avLst>
              <a:gd name="adj1" fmla="val 9219348"/>
              <a:gd name="adj2" fmla="val 10439424"/>
            </a:avLst>
          </a:prstGeom>
          <a:ln w="9525" cap="rnd">
            <a:solidFill>
              <a:schemeClr val="tx1"/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19" name="Bogen 18">
            <a:extLst>
              <a:ext uri="{FF2B5EF4-FFF2-40B4-BE49-F238E27FC236}">
                <a16:creationId xmlns:a16="http://schemas.microsoft.com/office/drawing/2014/main" id="{7C66FEAD-9F53-26D8-FEEA-3D350381C44A}"/>
              </a:ext>
            </a:extLst>
          </p:cNvPr>
          <p:cNvSpPr/>
          <p:nvPr/>
        </p:nvSpPr>
        <p:spPr>
          <a:xfrm>
            <a:off x="324113" y="1254120"/>
            <a:ext cx="669280" cy="669278"/>
          </a:xfrm>
          <a:prstGeom prst="arc">
            <a:avLst>
              <a:gd name="adj1" fmla="val 9980127"/>
              <a:gd name="adj2" fmla="val 11586429"/>
            </a:avLst>
          </a:prstGeom>
          <a:ln w="9525" cap="rnd">
            <a:solidFill>
              <a:schemeClr val="tx1"/>
            </a:solidFill>
            <a:round/>
            <a:headEnd type="none" w="sm" len="sm"/>
            <a:tailEnd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7E5661A-1D70-EAFA-6474-AEB0D376F705}"/>
              </a:ext>
            </a:extLst>
          </p:cNvPr>
          <p:cNvSpPr txBox="1"/>
          <p:nvPr/>
        </p:nvSpPr>
        <p:spPr>
          <a:xfrm>
            <a:off x="24404" y="1321553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ECBF27D5-844B-1F43-E501-8A1D17226679}"/>
              </a:ext>
            </a:extLst>
          </p:cNvPr>
          <p:cNvCxnSpPr>
            <a:cxnSpLocks/>
          </p:cNvCxnSpPr>
          <p:nvPr/>
        </p:nvCxnSpPr>
        <p:spPr>
          <a:xfrm flipV="1">
            <a:off x="863757" y="988982"/>
            <a:ext cx="0" cy="632473"/>
          </a:xfrm>
          <a:prstGeom prst="straightConnector1">
            <a:avLst/>
          </a:prstGeom>
          <a:ln w="15875" cap="rnd">
            <a:solidFill>
              <a:schemeClr val="accent3"/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1DD59D24-6641-A34B-4AB4-47CCAE8543DF}"/>
              </a:ext>
            </a:extLst>
          </p:cNvPr>
          <p:cNvSpPr txBox="1"/>
          <p:nvPr/>
        </p:nvSpPr>
        <p:spPr>
          <a:xfrm>
            <a:off x="773702" y="908975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8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42B5DA0-B165-08EE-0B30-33BA952E86EB}"/>
              </a:ext>
            </a:extLst>
          </p:cNvPr>
          <p:cNvGrpSpPr/>
          <p:nvPr/>
        </p:nvGrpSpPr>
        <p:grpSpPr>
          <a:xfrm rot="20192606">
            <a:off x="2821559" y="1562534"/>
            <a:ext cx="527683" cy="117842"/>
            <a:chOff x="401400" y="1422760"/>
            <a:chExt cx="1101645" cy="246020"/>
          </a:xfrm>
        </p:grpSpPr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490BA162-0A45-C25B-81F5-6C54DC1E4182}"/>
                </a:ext>
              </a:extLst>
            </p:cNvPr>
            <p:cNvSpPr/>
            <p:nvPr/>
          </p:nvSpPr>
          <p:spPr>
            <a:xfrm>
              <a:off x="403860" y="1422760"/>
              <a:ext cx="1099185" cy="246020"/>
            </a:xfrm>
            <a:custGeom>
              <a:avLst/>
              <a:gdLst>
                <a:gd name="csX0" fmla="*/ 0 w 1099185"/>
                <a:gd name="csY0" fmla="*/ 74523 h 259308"/>
                <a:gd name="csX1" fmla="*/ 259080 w 1099185"/>
                <a:gd name="csY1" fmla="*/ 9753 h 259308"/>
                <a:gd name="csX2" fmla="*/ 1099185 w 1099185"/>
                <a:gd name="csY2" fmla="*/ 259308 h 259308"/>
                <a:gd name="csX0" fmla="*/ 0 w 1099185"/>
                <a:gd name="csY0" fmla="*/ 76197 h 260982"/>
                <a:gd name="csX1" fmla="*/ 226695 w 1099185"/>
                <a:gd name="csY1" fmla="*/ 9522 h 260982"/>
                <a:gd name="csX2" fmla="*/ 1099185 w 1099185"/>
                <a:gd name="csY2" fmla="*/ 260982 h 260982"/>
                <a:gd name="csX0" fmla="*/ 0 w 1099185"/>
                <a:gd name="csY0" fmla="*/ 68602 h 253387"/>
                <a:gd name="csX1" fmla="*/ 226695 w 1099185"/>
                <a:gd name="csY1" fmla="*/ 1927 h 253387"/>
                <a:gd name="csX2" fmla="*/ 1099185 w 1099185"/>
                <a:gd name="csY2" fmla="*/ 253387 h 253387"/>
                <a:gd name="csX0" fmla="*/ 0 w 1099185"/>
                <a:gd name="csY0" fmla="*/ 56168 h 240953"/>
                <a:gd name="csX1" fmla="*/ 320040 w 1099185"/>
                <a:gd name="csY1" fmla="*/ 2828 h 240953"/>
                <a:gd name="csX2" fmla="*/ 1099185 w 1099185"/>
                <a:gd name="csY2" fmla="*/ 240953 h 240953"/>
                <a:gd name="csX0" fmla="*/ 0 w 1099185"/>
                <a:gd name="csY0" fmla="*/ 58433 h 243218"/>
                <a:gd name="csX1" fmla="*/ 320040 w 1099185"/>
                <a:gd name="csY1" fmla="*/ 5093 h 243218"/>
                <a:gd name="csX2" fmla="*/ 1099185 w 1099185"/>
                <a:gd name="csY2" fmla="*/ 243218 h 243218"/>
                <a:gd name="csX0" fmla="*/ 0 w 1099185"/>
                <a:gd name="csY0" fmla="*/ 56534 h 241319"/>
                <a:gd name="csX1" fmla="*/ 320040 w 1099185"/>
                <a:gd name="csY1" fmla="*/ 3194 h 241319"/>
                <a:gd name="csX2" fmla="*/ 1099185 w 1099185"/>
                <a:gd name="csY2" fmla="*/ 241319 h 241319"/>
                <a:gd name="csX0" fmla="*/ 0 w 1099185"/>
                <a:gd name="csY0" fmla="*/ 61235 h 246020"/>
                <a:gd name="csX1" fmla="*/ 320040 w 1099185"/>
                <a:gd name="csY1" fmla="*/ 7895 h 246020"/>
                <a:gd name="csX2" fmla="*/ 1099185 w 1099185"/>
                <a:gd name="csY2" fmla="*/ 246020 h 246020"/>
                <a:gd name="csX0" fmla="*/ 0 w 1099185"/>
                <a:gd name="csY0" fmla="*/ 61235 h 246020"/>
                <a:gd name="csX1" fmla="*/ 320040 w 1099185"/>
                <a:gd name="csY1" fmla="*/ 7895 h 246020"/>
                <a:gd name="csX2" fmla="*/ 1099185 w 1099185"/>
                <a:gd name="csY2" fmla="*/ 246020 h 246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99185" h="246020">
                  <a:moveTo>
                    <a:pt x="0" y="61235"/>
                  </a:moveTo>
                  <a:cubicBezTo>
                    <a:pt x="11271" y="9641"/>
                    <a:pt x="110172" y="-13378"/>
                    <a:pt x="320040" y="7895"/>
                  </a:cubicBezTo>
                  <a:cubicBezTo>
                    <a:pt x="529908" y="29168"/>
                    <a:pt x="782161" y="111876"/>
                    <a:pt x="1099185" y="246020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86FD859F-4BB5-7FFF-F929-7ED0C423CB9A}"/>
                </a:ext>
              </a:extLst>
            </p:cNvPr>
            <p:cNvSpPr/>
            <p:nvPr/>
          </p:nvSpPr>
          <p:spPr>
            <a:xfrm>
              <a:off x="401400" y="1482090"/>
              <a:ext cx="1097835" cy="186690"/>
            </a:xfrm>
            <a:custGeom>
              <a:avLst/>
              <a:gdLst>
                <a:gd name="csX0" fmla="*/ 3248 w 1092908"/>
                <a:gd name="csY0" fmla="*/ 0 h 186690"/>
                <a:gd name="csX1" fmla="*/ 168983 w 1092908"/>
                <a:gd name="csY1" fmla="*/ 140970 h 186690"/>
                <a:gd name="csX2" fmla="*/ 1092908 w 1092908"/>
                <a:gd name="csY2" fmla="*/ 186690 h 186690"/>
                <a:gd name="csX0" fmla="*/ 1906 w 1091566"/>
                <a:gd name="csY0" fmla="*/ 0 h 186690"/>
                <a:gd name="csX1" fmla="*/ 184689 w 1091566"/>
                <a:gd name="csY1" fmla="*/ 133350 h 186690"/>
                <a:gd name="csX2" fmla="*/ 1091566 w 1091566"/>
                <a:gd name="csY2" fmla="*/ 186690 h 186690"/>
                <a:gd name="csX0" fmla="*/ 1906 w 1091566"/>
                <a:gd name="csY0" fmla="*/ 0 h 186690"/>
                <a:gd name="csX1" fmla="*/ 184689 w 1091566"/>
                <a:gd name="csY1" fmla="*/ 133350 h 186690"/>
                <a:gd name="csX2" fmla="*/ 1091566 w 1091566"/>
                <a:gd name="csY2" fmla="*/ 186690 h 186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91566" h="186690">
                  <a:moveTo>
                    <a:pt x="1906" y="0"/>
                  </a:moveTo>
                  <a:cubicBezTo>
                    <a:pt x="-6032" y="54927"/>
                    <a:pt x="3079" y="102235"/>
                    <a:pt x="184689" y="133350"/>
                  </a:cubicBezTo>
                  <a:cubicBezTo>
                    <a:pt x="366299" y="164465"/>
                    <a:pt x="665478" y="181292"/>
                    <a:pt x="1091566" y="186690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C3EB844-CBFC-92C4-6CF1-0AB56FEF6C13}"/>
              </a:ext>
            </a:extLst>
          </p:cNvPr>
          <p:cNvCxnSpPr>
            <a:cxnSpLocks/>
          </p:cNvCxnSpPr>
          <p:nvPr/>
        </p:nvCxnSpPr>
        <p:spPr>
          <a:xfrm flipH="1">
            <a:off x="2413887" y="1539053"/>
            <a:ext cx="1055370" cy="271950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35C4CC1-AF50-7238-C2CA-570D5CCADB61}"/>
              </a:ext>
            </a:extLst>
          </p:cNvPr>
          <p:cNvCxnSpPr>
            <a:cxnSpLocks/>
          </p:cNvCxnSpPr>
          <p:nvPr/>
        </p:nvCxnSpPr>
        <p:spPr>
          <a:xfrm flipH="1" flipV="1">
            <a:off x="2421507" y="1565258"/>
            <a:ext cx="550545" cy="99540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7B18244-F236-FB86-F64E-33115B88BC2D}"/>
              </a:ext>
            </a:extLst>
          </p:cNvPr>
          <p:cNvCxnSpPr>
            <a:cxnSpLocks/>
          </p:cNvCxnSpPr>
          <p:nvPr/>
        </p:nvCxnSpPr>
        <p:spPr>
          <a:xfrm flipV="1">
            <a:off x="2972052" y="1126142"/>
            <a:ext cx="0" cy="526762"/>
          </a:xfrm>
          <a:prstGeom prst="straightConnector1">
            <a:avLst/>
          </a:prstGeom>
          <a:ln w="15875" cap="rnd">
            <a:solidFill>
              <a:schemeClr val="accent3"/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53441D75-F72E-FA97-FAF8-9CF451F1C582}"/>
              </a:ext>
            </a:extLst>
          </p:cNvPr>
          <p:cNvSpPr txBox="1"/>
          <p:nvPr/>
        </p:nvSpPr>
        <p:spPr>
          <a:xfrm>
            <a:off x="2888757" y="1048476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8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3426C88-2461-FFA4-84B5-D4073970F249}"/>
              </a:ext>
            </a:extLst>
          </p:cNvPr>
          <p:cNvSpPr txBox="1"/>
          <p:nvPr/>
        </p:nvSpPr>
        <p:spPr>
          <a:xfrm>
            <a:off x="1755094" y="1047916"/>
            <a:ext cx="29542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A3300799-40B5-FB3E-4CD3-AA66A3B1FFB3}"/>
              </a:ext>
            </a:extLst>
          </p:cNvPr>
          <p:cNvGrpSpPr/>
          <p:nvPr/>
        </p:nvGrpSpPr>
        <p:grpSpPr>
          <a:xfrm>
            <a:off x="2535935" y="1221625"/>
            <a:ext cx="872234" cy="878938"/>
            <a:chOff x="2376174" y="1276909"/>
            <a:chExt cx="669281" cy="674424"/>
          </a:xfrm>
        </p:grpSpPr>
        <p:sp>
          <p:nvSpPr>
            <p:cNvPr id="46" name="Bogen 45">
              <a:extLst>
                <a:ext uri="{FF2B5EF4-FFF2-40B4-BE49-F238E27FC236}">
                  <a16:creationId xmlns:a16="http://schemas.microsoft.com/office/drawing/2014/main" id="{470D47DC-6862-0535-172F-6FB879DE7BCC}"/>
                </a:ext>
              </a:extLst>
            </p:cNvPr>
            <p:cNvSpPr/>
            <p:nvPr/>
          </p:nvSpPr>
          <p:spPr>
            <a:xfrm>
              <a:off x="2376175" y="1276909"/>
              <a:ext cx="669280" cy="669278"/>
            </a:xfrm>
            <a:prstGeom prst="arc">
              <a:avLst>
                <a:gd name="adj1" fmla="val 11348918"/>
                <a:gd name="adj2" fmla="val 12298312"/>
              </a:avLst>
            </a:prstGeom>
            <a:ln w="9525" cap="rnd">
              <a:solidFill>
                <a:schemeClr val="tx1"/>
              </a:solidFill>
              <a:round/>
              <a:headEnd type="triangle" w="sm" len="sm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47" name="Bogen 46">
              <a:extLst>
                <a:ext uri="{FF2B5EF4-FFF2-40B4-BE49-F238E27FC236}">
                  <a16:creationId xmlns:a16="http://schemas.microsoft.com/office/drawing/2014/main" id="{2F5A6F87-37BA-6DA2-C8C7-8370AE44E0B9}"/>
                </a:ext>
              </a:extLst>
            </p:cNvPr>
            <p:cNvSpPr/>
            <p:nvPr/>
          </p:nvSpPr>
          <p:spPr>
            <a:xfrm>
              <a:off x="2376174" y="1282055"/>
              <a:ext cx="669280" cy="669278"/>
            </a:xfrm>
            <a:prstGeom prst="arc">
              <a:avLst>
                <a:gd name="adj1" fmla="val 9071079"/>
                <a:gd name="adj2" fmla="val 9934287"/>
              </a:avLst>
            </a:prstGeom>
            <a:ln w="9525" cap="rnd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48" name="Bogen 47">
              <a:extLst>
                <a:ext uri="{FF2B5EF4-FFF2-40B4-BE49-F238E27FC236}">
                  <a16:creationId xmlns:a16="http://schemas.microsoft.com/office/drawing/2014/main" id="{16D0B117-EE4A-2467-8C23-863FEF5F428A}"/>
                </a:ext>
              </a:extLst>
            </p:cNvPr>
            <p:cNvSpPr/>
            <p:nvPr/>
          </p:nvSpPr>
          <p:spPr>
            <a:xfrm>
              <a:off x="2376174" y="1282055"/>
              <a:ext cx="669280" cy="669278"/>
            </a:xfrm>
            <a:prstGeom prst="arc">
              <a:avLst>
                <a:gd name="adj1" fmla="val 9695124"/>
                <a:gd name="adj2" fmla="val 11586429"/>
              </a:avLst>
            </a:prstGeom>
            <a:ln w="9525" cap="rnd">
              <a:solidFill>
                <a:schemeClr val="tx1"/>
              </a:solidFill>
              <a:round/>
              <a:headEnd type="none" w="sm" len="sm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</p:grpSp>
      <p:sp>
        <p:nvSpPr>
          <p:cNvPr id="50" name="Textfeld 49">
            <a:extLst>
              <a:ext uri="{FF2B5EF4-FFF2-40B4-BE49-F238E27FC236}">
                <a16:creationId xmlns:a16="http://schemas.microsoft.com/office/drawing/2014/main" id="{ECFD9FCB-AA54-FD91-EE0D-F1DF1E938D10}"/>
              </a:ext>
            </a:extLst>
          </p:cNvPr>
          <p:cNvSpPr txBox="1"/>
          <p:nvPr/>
        </p:nvSpPr>
        <p:spPr>
          <a:xfrm>
            <a:off x="2069081" y="1590163"/>
            <a:ext cx="49889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−</a:t>
            </a:r>
            <a:r>
              <a:rPr lang="de-DE" sz="8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ε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H0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CDB78DE7-D0BC-1C7F-111D-7D9AB11A8289}"/>
              </a:ext>
            </a:extLst>
          </p:cNvPr>
          <p:cNvCxnSpPr>
            <a:cxnSpLocks/>
          </p:cNvCxnSpPr>
          <p:nvPr/>
        </p:nvCxnSpPr>
        <p:spPr>
          <a:xfrm>
            <a:off x="1231185" y="1711221"/>
            <a:ext cx="0" cy="984641"/>
          </a:xfrm>
          <a:prstGeom prst="straightConnector1">
            <a:avLst/>
          </a:prstGeom>
          <a:ln w="15875" cap="rnd">
            <a:solidFill>
              <a:srgbClr val="C00000"/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D61F6E76-3148-7CB0-FFB3-430E3E6AA2F6}"/>
              </a:ext>
            </a:extLst>
          </p:cNvPr>
          <p:cNvGrpSpPr/>
          <p:nvPr/>
        </p:nvGrpSpPr>
        <p:grpSpPr>
          <a:xfrm>
            <a:off x="1195185" y="1662429"/>
            <a:ext cx="72673" cy="72000"/>
            <a:chOff x="1110231" y="657130"/>
            <a:chExt cx="112469" cy="113199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CAF7C18-8F45-2394-32A2-854C83090F22}"/>
                </a:ext>
              </a:extLst>
            </p:cNvPr>
            <p:cNvSpPr/>
            <p:nvPr/>
          </p:nvSpPr>
          <p:spPr>
            <a:xfrm>
              <a:off x="1113103" y="659519"/>
              <a:ext cx="106650" cy="1066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52" name="Bogen 51">
              <a:extLst>
                <a:ext uri="{FF2B5EF4-FFF2-40B4-BE49-F238E27FC236}">
                  <a16:creationId xmlns:a16="http://schemas.microsoft.com/office/drawing/2014/main" id="{5A37D944-FD62-08E8-D9B6-9B74D8FD11E5}"/>
                </a:ext>
              </a:extLst>
            </p:cNvPr>
            <p:cNvSpPr/>
            <p:nvPr/>
          </p:nvSpPr>
          <p:spPr>
            <a:xfrm>
              <a:off x="1110231" y="658901"/>
              <a:ext cx="111428" cy="111428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53" name="Bogen 52">
              <a:extLst>
                <a:ext uri="{FF2B5EF4-FFF2-40B4-BE49-F238E27FC236}">
                  <a16:creationId xmlns:a16="http://schemas.microsoft.com/office/drawing/2014/main" id="{4D64363E-8B5D-0E5A-EC8E-E64EF0FD24A9}"/>
                </a:ext>
              </a:extLst>
            </p:cNvPr>
            <p:cNvSpPr/>
            <p:nvPr/>
          </p:nvSpPr>
          <p:spPr>
            <a:xfrm rot="10800000">
              <a:off x="1115084" y="657130"/>
              <a:ext cx="107616" cy="111427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</p:grpSp>
      <p:sp>
        <p:nvSpPr>
          <p:cNvPr id="57" name="Textfeld 56">
            <a:extLst>
              <a:ext uri="{FF2B5EF4-FFF2-40B4-BE49-F238E27FC236}">
                <a16:creationId xmlns:a16="http://schemas.microsoft.com/office/drawing/2014/main" id="{0EF93118-1EDA-BC68-7D65-77A08A2C3A2D}"/>
              </a:ext>
            </a:extLst>
          </p:cNvPr>
          <p:cNvSpPr txBox="1"/>
          <p:nvPr/>
        </p:nvSpPr>
        <p:spPr>
          <a:xfrm>
            <a:off x="1138077" y="2545188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</a:t>
            </a:r>
            <a:endParaRPr lang="de-DE" sz="800" baseline="-25000" dirty="0">
              <a:solidFill>
                <a:srgbClr val="C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55F0F71C-CC31-7EC8-0186-AFBAD0981419}"/>
              </a:ext>
            </a:extLst>
          </p:cNvPr>
          <p:cNvCxnSpPr>
            <a:cxnSpLocks/>
          </p:cNvCxnSpPr>
          <p:nvPr/>
        </p:nvCxnSpPr>
        <p:spPr>
          <a:xfrm>
            <a:off x="861539" y="1647189"/>
            <a:ext cx="0" cy="52479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EC643A3-AFEB-F63F-D6DE-39A5470E76F7}"/>
              </a:ext>
            </a:extLst>
          </p:cNvPr>
          <p:cNvCxnSpPr>
            <a:cxnSpLocks/>
          </p:cNvCxnSpPr>
          <p:nvPr/>
        </p:nvCxnSpPr>
        <p:spPr>
          <a:xfrm flipH="1">
            <a:off x="861539" y="2121411"/>
            <a:ext cx="663687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4547791A-1926-9590-0984-5248E1907F4A}"/>
              </a:ext>
            </a:extLst>
          </p:cNvPr>
          <p:cNvCxnSpPr>
            <a:cxnSpLocks/>
          </p:cNvCxnSpPr>
          <p:nvPr/>
        </p:nvCxnSpPr>
        <p:spPr>
          <a:xfrm>
            <a:off x="1523792" y="1749442"/>
            <a:ext cx="0" cy="601615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0BB11E3-7C49-E08E-C889-E6AB2FD5BBE3}"/>
              </a:ext>
            </a:extLst>
          </p:cNvPr>
          <p:cNvCxnSpPr>
            <a:cxnSpLocks/>
          </p:cNvCxnSpPr>
          <p:nvPr/>
        </p:nvCxnSpPr>
        <p:spPr>
          <a:xfrm>
            <a:off x="651843" y="1612899"/>
            <a:ext cx="0" cy="919039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1B0CCD80-2800-C6B4-D28B-DBE8180FE821}"/>
              </a:ext>
            </a:extLst>
          </p:cNvPr>
          <p:cNvCxnSpPr>
            <a:cxnSpLocks/>
          </p:cNvCxnSpPr>
          <p:nvPr/>
        </p:nvCxnSpPr>
        <p:spPr>
          <a:xfrm flipH="1">
            <a:off x="651843" y="2298576"/>
            <a:ext cx="871478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A40AE3FE-3779-3DCA-FB40-008C4C4AE3A1}"/>
              </a:ext>
            </a:extLst>
          </p:cNvPr>
          <p:cNvCxnSpPr>
            <a:cxnSpLocks/>
          </p:cNvCxnSpPr>
          <p:nvPr/>
        </p:nvCxnSpPr>
        <p:spPr>
          <a:xfrm flipH="1">
            <a:off x="651843" y="2121411"/>
            <a:ext cx="209696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41765BE6-5AEE-B7E3-C15A-259D8BF625F7}"/>
              </a:ext>
            </a:extLst>
          </p:cNvPr>
          <p:cNvSpPr txBox="1"/>
          <p:nvPr/>
        </p:nvSpPr>
        <p:spPr>
          <a:xfrm>
            <a:off x="832669" y="1744498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CFA6E799-30CE-4A70-8A3B-229115201928}"/>
              </a:ext>
            </a:extLst>
          </p:cNvPr>
          <p:cNvSpPr txBox="1"/>
          <p:nvPr/>
        </p:nvSpPr>
        <p:spPr>
          <a:xfrm>
            <a:off x="1158736" y="1748453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B02FB151-EC95-41EA-D1D2-73EB54AC2957}"/>
              </a:ext>
            </a:extLst>
          </p:cNvPr>
          <p:cNvSpPr txBox="1"/>
          <p:nvPr/>
        </p:nvSpPr>
        <p:spPr>
          <a:xfrm>
            <a:off x="823156" y="1929555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</a:p>
        </p:txBody>
      </p: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0D6AAA25-AE51-00BF-8930-442F5FCD1285}"/>
              </a:ext>
            </a:extLst>
          </p:cNvPr>
          <p:cNvCxnSpPr>
            <a:cxnSpLocks/>
          </p:cNvCxnSpPr>
          <p:nvPr/>
        </p:nvCxnSpPr>
        <p:spPr>
          <a:xfrm>
            <a:off x="2972052" y="1664798"/>
            <a:ext cx="0" cy="86714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E538A534-9B42-0F94-C67F-A5ABBCF88EEE}"/>
              </a:ext>
            </a:extLst>
          </p:cNvPr>
          <p:cNvSpPr txBox="1"/>
          <p:nvPr/>
        </p:nvSpPr>
        <p:spPr>
          <a:xfrm>
            <a:off x="544505" y="1921662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NF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1C68E2FC-2FDF-6B58-1FF8-779CCB0DB2C2}"/>
              </a:ext>
            </a:extLst>
          </p:cNvPr>
          <p:cNvSpPr txBox="1"/>
          <p:nvPr/>
        </p:nvSpPr>
        <p:spPr>
          <a:xfrm>
            <a:off x="870634" y="2111818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BA5A073-E8E2-669B-6FE7-68BA3D66033B}"/>
              </a:ext>
            </a:extLst>
          </p:cNvPr>
          <p:cNvSpPr txBox="1"/>
          <p:nvPr/>
        </p:nvSpPr>
        <p:spPr>
          <a:xfrm>
            <a:off x="786623" y="2287283"/>
            <a:ext cx="32015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23FB7ABF-CB56-2B6B-E294-F9CD8D09282E}"/>
              </a:ext>
            </a:extLst>
          </p:cNvPr>
          <p:cNvSpPr txBox="1"/>
          <p:nvPr/>
        </p:nvSpPr>
        <p:spPr>
          <a:xfrm>
            <a:off x="1936498" y="2286081"/>
            <a:ext cx="32015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1F565099-27E5-7192-F8F7-CC1CC39CAD4B}"/>
              </a:ext>
            </a:extLst>
          </p:cNvPr>
          <p:cNvCxnSpPr>
            <a:cxnSpLocks/>
          </p:cNvCxnSpPr>
          <p:nvPr/>
        </p:nvCxnSpPr>
        <p:spPr>
          <a:xfrm>
            <a:off x="876463" y="1634429"/>
            <a:ext cx="241093" cy="0"/>
          </a:xfrm>
          <a:prstGeom prst="straightConnector1">
            <a:avLst/>
          </a:prstGeom>
          <a:ln w="15875" cap="rnd">
            <a:solidFill>
              <a:schemeClr val="accent2">
                <a:lumMod val="75000"/>
              </a:schemeClr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C1071813-055E-C3A7-3684-9A4CECCC441E}"/>
              </a:ext>
            </a:extLst>
          </p:cNvPr>
          <p:cNvSpPr/>
          <p:nvPr/>
        </p:nvSpPr>
        <p:spPr>
          <a:xfrm>
            <a:off x="840898" y="161193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B7341C8D-A09B-03B9-29A0-EAC2A730BC75}"/>
              </a:ext>
            </a:extLst>
          </p:cNvPr>
          <p:cNvSpPr txBox="1"/>
          <p:nvPr/>
        </p:nvSpPr>
        <p:spPr>
          <a:xfrm>
            <a:off x="963486" y="1445597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de-DE" sz="800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5FC4A5B0-F661-2F48-C4EB-9D3C34CBD917}"/>
              </a:ext>
            </a:extLst>
          </p:cNvPr>
          <p:cNvCxnSpPr>
            <a:cxnSpLocks/>
          </p:cNvCxnSpPr>
          <p:nvPr/>
        </p:nvCxnSpPr>
        <p:spPr>
          <a:xfrm flipH="1" flipV="1">
            <a:off x="1692474" y="1667162"/>
            <a:ext cx="358214" cy="65274"/>
          </a:xfrm>
          <a:prstGeom prst="straightConnector1">
            <a:avLst/>
          </a:prstGeom>
          <a:ln w="15875" cap="rnd">
            <a:solidFill>
              <a:schemeClr val="accent5">
                <a:lumMod val="75000"/>
              </a:schemeClr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feld 109">
            <a:extLst>
              <a:ext uri="{FF2B5EF4-FFF2-40B4-BE49-F238E27FC236}">
                <a16:creationId xmlns:a16="http://schemas.microsoft.com/office/drawing/2014/main" id="{8DB82D20-5AD9-D66A-0A77-C81563F15471}"/>
              </a:ext>
            </a:extLst>
          </p:cNvPr>
          <p:cNvSpPr txBox="1"/>
          <p:nvPr/>
        </p:nvSpPr>
        <p:spPr>
          <a:xfrm>
            <a:off x="1684201" y="1520381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800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A01E66ED-1D64-50B9-4981-E46E619EF643}"/>
              </a:ext>
            </a:extLst>
          </p:cNvPr>
          <p:cNvSpPr/>
          <p:nvPr/>
        </p:nvSpPr>
        <p:spPr>
          <a:xfrm>
            <a:off x="1503746" y="1734429"/>
            <a:ext cx="36000" cy="36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2199D088-B4C5-3AC6-731A-F2E992FACC13}"/>
              </a:ext>
            </a:extLst>
          </p:cNvPr>
          <p:cNvCxnSpPr>
            <a:cxnSpLocks/>
          </p:cNvCxnSpPr>
          <p:nvPr/>
        </p:nvCxnSpPr>
        <p:spPr>
          <a:xfrm>
            <a:off x="1463204" y="1460320"/>
            <a:ext cx="52441" cy="24302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4C17432C-3174-67BB-F5B8-6AB4C8ABE838}"/>
              </a:ext>
            </a:extLst>
          </p:cNvPr>
          <p:cNvSpPr txBox="1"/>
          <p:nvPr/>
        </p:nvSpPr>
        <p:spPr>
          <a:xfrm>
            <a:off x="1174574" y="1300233"/>
            <a:ext cx="857220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7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Neutralpunkt</a:t>
            </a:r>
            <a:endParaRPr lang="de-DE" sz="7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B060041A-DC74-A80F-436C-314675744BFB}"/>
              </a:ext>
            </a:extLst>
          </p:cNvPr>
          <p:cNvCxnSpPr>
            <a:cxnSpLocks/>
          </p:cNvCxnSpPr>
          <p:nvPr/>
        </p:nvCxnSpPr>
        <p:spPr>
          <a:xfrm>
            <a:off x="521291" y="1295415"/>
            <a:ext cx="80010" cy="261257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A75D698C-F27A-2934-83A2-9074947097A0}"/>
              </a:ext>
            </a:extLst>
          </p:cNvPr>
          <p:cNvSpPr txBox="1"/>
          <p:nvPr/>
        </p:nvSpPr>
        <p:spPr>
          <a:xfrm>
            <a:off x="68514" y="956681"/>
            <a:ext cx="7298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Nullauftriebs-Richtung des Flügels</a:t>
            </a:r>
            <a:endParaRPr lang="de-DE" sz="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34" name="Bogen 133">
            <a:extLst>
              <a:ext uri="{FF2B5EF4-FFF2-40B4-BE49-F238E27FC236}">
                <a16:creationId xmlns:a16="http://schemas.microsoft.com/office/drawing/2014/main" id="{BE9F03B0-0704-9B5E-9ABF-8923C8E965A3}"/>
              </a:ext>
            </a:extLst>
          </p:cNvPr>
          <p:cNvSpPr/>
          <p:nvPr/>
        </p:nvSpPr>
        <p:spPr>
          <a:xfrm>
            <a:off x="758863" y="1522705"/>
            <a:ext cx="212764" cy="212764"/>
          </a:xfrm>
          <a:prstGeom prst="arc">
            <a:avLst>
              <a:gd name="adj1" fmla="val 2589229"/>
              <a:gd name="adj2" fmla="val 21020068"/>
            </a:avLst>
          </a:prstGeom>
          <a:ln w="15875" cap="rnd">
            <a:solidFill>
              <a:schemeClr val="accent6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CF99DE8E-DF97-1670-097E-2146FE95E0C2}"/>
              </a:ext>
            </a:extLst>
          </p:cNvPr>
          <p:cNvSpPr txBox="1"/>
          <p:nvPr/>
        </p:nvSpPr>
        <p:spPr>
          <a:xfrm>
            <a:off x="752032" y="1329418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800" baseline="-250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oF</a:t>
            </a:r>
            <a:endParaRPr lang="de-DE" sz="800" baseline="-2500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38" name="Bogen 137">
            <a:extLst>
              <a:ext uri="{FF2B5EF4-FFF2-40B4-BE49-F238E27FC236}">
                <a16:creationId xmlns:a16="http://schemas.microsoft.com/office/drawing/2014/main" id="{DCF576A8-9905-70C9-A622-45A180DEB3FC}"/>
              </a:ext>
            </a:extLst>
          </p:cNvPr>
          <p:cNvSpPr/>
          <p:nvPr/>
        </p:nvSpPr>
        <p:spPr>
          <a:xfrm>
            <a:off x="1658012" y="1882967"/>
            <a:ext cx="265230" cy="265230"/>
          </a:xfrm>
          <a:prstGeom prst="arc">
            <a:avLst>
              <a:gd name="adj1" fmla="val 7249083"/>
              <a:gd name="adj2" fmla="val 4437620"/>
            </a:avLst>
          </a:prstGeom>
          <a:ln w="15875" cap="rnd">
            <a:solidFill>
              <a:schemeClr val="accent6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8E9B8731-BF11-964C-13EF-28DD7DE1E228}"/>
              </a:ext>
            </a:extLst>
          </p:cNvPr>
          <p:cNvSpPr txBox="1"/>
          <p:nvPr/>
        </p:nvSpPr>
        <p:spPr>
          <a:xfrm>
            <a:off x="1619274" y="1898339"/>
            <a:ext cx="34056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800" baseline="-25000" dirty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sp>
        <p:nvSpPr>
          <p:cNvPr id="140" name="Bogen 139">
            <a:extLst>
              <a:ext uri="{FF2B5EF4-FFF2-40B4-BE49-F238E27FC236}">
                <a16:creationId xmlns:a16="http://schemas.microsoft.com/office/drawing/2014/main" id="{ABBC84AB-DFFC-B64F-DE3F-625D8DD1C149}"/>
              </a:ext>
            </a:extLst>
          </p:cNvPr>
          <p:cNvSpPr/>
          <p:nvPr/>
        </p:nvSpPr>
        <p:spPr>
          <a:xfrm>
            <a:off x="2867203" y="1559191"/>
            <a:ext cx="212764" cy="212764"/>
          </a:xfrm>
          <a:prstGeom prst="arc">
            <a:avLst>
              <a:gd name="adj1" fmla="val 2112536"/>
              <a:gd name="adj2" fmla="val 20406014"/>
            </a:avLst>
          </a:prstGeom>
          <a:ln w="15875" cap="rnd">
            <a:solidFill>
              <a:schemeClr val="accent6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AFA254EE-5F0E-7AC5-AD20-8E96D818CFA2}"/>
              </a:ext>
            </a:extLst>
          </p:cNvPr>
          <p:cNvSpPr txBox="1"/>
          <p:nvPr/>
        </p:nvSpPr>
        <p:spPr>
          <a:xfrm>
            <a:off x="2898283" y="1381454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800" baseline="-250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oH</a:t>
            </a:r>
            <a:endParaRPr lang="de-DE" sz="800" baseline="-2500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13745FE0-FDA7-B7A1-D318-B66EE522ED08}"/>
              </a:ext>
            </a:extLst>
          </p:cNvPr>
          <p:cNvCxnSpPr>
            <a:cxnSpLocks/>
          </p:cNvCxnSpPr>
          <p:nvPr/>
        </p:nvCxnSpPr>
        <p:spPr>
          <a:xfrm>
            <a:off x="2982975" y="1667492"/>
            <a:ext cx="241093" cy="0"/>
          </a:xfrm>
          <a:prstGeom prst="straightConnector1">
            <a:avLst/>
          </a:prstGeom>
          <a:ln w="15875" cap="rnd">
            <a:solidFill>
              <a:schemeClr val="accent2">
                <a:lumMod val="75000"/>
              </a:schemeClr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feld 142">
            <a:extLst>
              <a:ext uri="{FF2B5EF4-FFF2-40B4-BE49-F238E27FC236}">
                <a16:creationId xmlns:a16="http://schemas.microsoft.com/office/drawing/2014/main" id="{A7E9AF6F-E2E0-62F8-8E0D-76AB8E020745}"/>
              </a:ext>
            </a:extLst>
          </p:cNvPr>
          <p:cNvSpPr txBox="1"/>
          <p:nvPr/>
        </p:nvSpPr>
        <p:spPr>
          <a:xfrm>
            <a:off x="3025941" y="1658278"/>
            <a:ext cx="45093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r>
              <a:rPr lang="de-DE" sz="800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13861E4-B950-47CC-E1BE-283841B586BB}"/>
              </a:ext>
            </a:extLst>
          </p:cNvPr>
          <p:cNvSpPr/>
          <p:nvPr/>
        </p:nvSpPr>
        <p:spPr>
          <a:xfrm>
            <a:off x="2954907" y="1649094"/>
            <a:ext cx="36000" cy="3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E5D7AFCC-EB1F-EEB4-C5F3-A1F41F0F98E3}"/>
              </a:ext>
            </a:extLst>
          </p:cNvPr>
          <p:cNvSpPr txBox="1"/>
          <p:nvPr/>
        </p:nvSpPr>
        <p:spPr>
          <a:xfrm>
            <a:off x="2059427" y="1955777"/>
            <a:ext cx="77164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Nullauftriebs-Richtung des Flügels</a:t>
            </a:r>
            <a:endParaRPr lang="de-DE" sz="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710A2D93-ED39-7364-E9E6-2973F3B7668D}"/>
              </a:ext>
            </a:extLst>
          </p:cNvPr>
          <p:cNvCxnSpPr>
            <a:cxnSpLocks/>
          </p:cNvCxnSpPr>
          <p:nvPr/>
        </p:nvCxnSpPr>
        <p:spPr>
          <a:xfrm flipH="1">
            <a:off x="2622538" y="1641568"/>
            <a:ext cx="100576" cy="339606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69953BBA-FCB5-46F4-B5F1-4CB7E8CE2312}"/>
              </a:ext>
            </a:extLst>
          </p:cNvPr>
          <p:cNvCxnSpPr>
            <a:cxnSpLocks/>
          </p:cNvCxnSpPr>
          <p:nvPr/>
        </p:nvCxnSpPr>
        <p:spPr>
          <a:xfrm>
            <a:off x="2829315" y="1692690"/>
            <a:ext cx="0" cy="658367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67FCF6A5-923B-F28E-0260-D1B296CEE23C}"/>
              </a:ext>
            </a:extLst>
          </p:cNvPr>
          <p:cNvCxnSpPr>
            <a:cxnSpLocks/>
          </p:cNvCxnSpPr>
          <p:nvPr/>
        </p:nvCxnSpPr>
        <p:spPr>
          <a:xfrm flipH="1">
            <a:off x="2973325" y="2298576"/>
            <a:ext cx="274274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14B59B77-2D7E-BB41-6961-5CC7A9D15F4B}"/>
              </a:ext>
            </a:extLst>
          </p:cNvPr>
          <p:cNvCxnSpPr>
            <a:cxnSpLocks/>
          </p:cNvCxnSpPr>
          <p:nvPr/>
        </p:nvCxnSpPr>
        <p:spPr>
          <a:xfrm>
            <a:off x="2725721" y="2298576"/>
            <a:ext cx="103594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E8CBAB2C-F766-8D2B-DF44-CFA7A073126A}"/>
              </a:ext>
            </a:extLst>
          </p:cNvPr>
          <p:cNvCxnSpPr>
            <a:cxnSpLocks/>
          </p:cNvCxnSpPr>
          <p:nvPr/>
        </p:nvCxnSpPr>
        <p:spPr>
          <a:xfrm flipH="1">
            <a:off x="2804160" y="2299722"/>
            <a:ext cx="205740" cy="0"/>
          </a:xfrm>
          <a:prstGeom prst="line">
            <a:avLst/>
          </a:prstGeom>
          <a:ln w="635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feld 163">
            <a:extLst>
              <a:ext uri="{FF2B5EF4-FFF2-40B4-BE49-F238E27FC236}">
                <a16:creationId xmlns:a16="http://schemas.microsoft.com/office/drawing/2014/main" id="{3D3947FF-4367-4B6D-F0A1-21B783CDAC4B}"/>
              </a:ext>
            </a:extLst>
          </p:cNvPr>
          <p:cNvSpPr txBox="1"/>
          <p:nvPr/>
        </p:nvSpPr>
        <p:spPr>
          <a:xfrm>
            <a:off x="2925523" y="2107356"/>
            <a:ext cx="4351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NH</a:t>
            </a:r>
          </a:p>
        </p:txBody>
      </p:sp>
    </p:spTree>
    <p:extLst>
      <p:ext uri="{BB962C8B-B14F-4D97-AF65-F5344CB8AC3E}">
        <p14:creationId xmlns:p14="http://schemas.microsoft.com/office/powerpoint/2010/main" val="329978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32F85D3-A54D-969B-1CD9-2E346EF21701}"/>
              </a:ext>
            </a:extLst>
          </p:cNvPr>
          <p:cNvGrpSpPr/>
          <p:nvPr/>
        </p:nvGrpSpPr>
        <p:grpSpPr>
          <a:xfrm>
            <a:off x="275999" y="503649"/>
            <a:ext cx="2980688" cy="2704628"/>
            <a:chOff x="181105" y="541227"/>
            <a:chExt cx="2980688" cy="2704628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D92B1F24-5A92-3590-663A-9579EBCFF870}"/>
                </a:ext>
              </a:extLst>
            </p:cNvPr>
            <p:cNvGrpSpPr/>
            <p:nvPr/>
          </p:nvGrpSpPr>
          <p:grpSpPr>
            <a:xfrm>
              <a:off x="550545" y="650668"/>
              <a:ext cx="2434955" cy="2368757"/>
              <a:chOff x="550545" y="650668"/>
              <a:chExt cx="2434955" cy="2368757"/>
            </a:xfrm>
          </p:grpSpPr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81A82260-3DA2-11ED-4556-1EDDA066CE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9060" y="650798"/>
                <a:ext cx="0" cy="2298853"/>
              </a:xfrm>
              <a:prstGeom prst="line">
                <a:avLst/>
              </a:prstGeom>
              <a:ln w="12700" cap="rnd">
                <a:solidFill>
                  <a:schemeClr val="bg1">
                    <a:lumMod val="6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135734E5-F363-0E41-CFDF-C3E70C925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3171" y="650798"/>
                <a:ext cx="0" cy="2298853"/>
              </a:xfrm>
              <a:prstGeom prst="line">
                <a:avLst/>
              </a:prstGeom>
              <a:ln w="12700" cap="rnd">
                <a:solidFill>
                  <a:schemeClr val="bg1">
                    <a:lumMod val="6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CC13891C-10AF-5437-83F8-A4D0ECA72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7281" y="650798"/>
                <a:ext cx="0" cy="2298853"/>
              </a:xfrm>
              <a:prstGeom prst="line">
                <a:avLst/>
              </a:prstGeom>
              <a:ln w="12700" cap="rnd">
                <a:solidFill>
                  <a:schemeClr val="bg1">
                    <a:lumMod val="6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BB913743-D1B7-5E2F-8BF4-F1C83F7EF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1392" y="650798"/>
                <a:ext cx="0" cy="2298853"/>
              </a:xfrm>
              <a:prstGeom prst="line">
                <a:avLst/>
              </a:prstGeom>
              <a:ln w="12700" cap="rnd">
                <a:solidFill>
                  <a:schemeClr val="bg1">
                    <a:lumMod val="6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2A9C0E40-FBCA-18BE-FC80-0C25F13CEA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5500" y="650798"/>
                <a:ext cx="0" cy="2298853"/>
              </a:xfrm>
              <a:prstGeom prst="line">
                <a:avLst/>
              </a:prstGeom>
              <a:ln w="12700" cap="rnd">
                <a:solidFill>
                  <a:schemeClr val="bg1">
                    <a:lumMod val="6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4167EEB5-7764-643A-F45F-3C678C44B523}"/>
                  </a:ext>
                </a:extLst>
              </p:cNvPr>
              <p:cNvGrpSpPr/>
              <p:nvPr/>
            </p:nvGrpSpPr>
            <p:grpSpPr>
              <a:xfrm>
                <a:off x="550545" y="650668"/>
                <a:ext cx="2434955" cy="2301985"/>
                <a:chOff x="550545" y="650668"/>
                <a:chExt cx="2434955" cy="2301985"/>
              </a:xfrm>
            </p:grpSpPr>
            <p:cxnSp>
              <p:nvCxnSpPr>
                <p:cNvPr id="12" name="Gerader Verbinder 11">
                  <a:extLst>
                    <a:ext uri="{FF2B5EF4-FFF2-40B4-BE49-F238E27FC236}">
                      <a16:creationId xmlns:a16="http://schemas.microsoft.com/office/drawing/2014/main" id="{A810AFF0-6EDB-93E1-E1DF-F7C7BB033A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50" y="650668"/>
                  <a:ext cx="237055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65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Gerader Verbinder 14">
                  <a:extLst>
                    <a:ext uri="{FF2B5EF4-FFF2-40B4-BE49-F238E27FC236}">
                      <a16:creationId xmlns:a16="http://schemas.microsoft.com/office/drawing/2014/main" id="{FC635500-1844-B8AB-24E8-9B42D56DFE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50" y="1226164"/>
                  <a:ext cx="237055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65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Gerader Verbinder 15">
                  <a:extLst>
                    <a:ext uri="{FF2B5EF4-FFF2-40B4-BE49-F238E27FC236}">
                      <a16:creationId xmlns:a16="http://schemas.microsoft.com/office/drawing/2014/main" id="{35629FED-E994-F10E-2F2C-57A5D1E0B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50" y="1801660"/>
                  <a:ext cx="237055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65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r Verbinder 18">
                  <a:extLst>
                    <a:ext uri="{FF2B5EF4-FFF2-40B4-BE49-F238E27FC236}">
                      <a16:creationId xmlns:a16="http://schemas.microsoft.com/office/drawing/2014/main" id="{0E0A5A03-F348-599A-8F55-54C725842C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50" y="2377156"/>
                  <a:ext cx="2370550" cy="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65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Gerader Verbinder 16">
                  <a:extLst>
                    <a:ext uri="{FF2B5EF4-FFF2-40B4-BE49-F238E27FC236}">
                      <a16:creationId xmlns:a16="http://schemas.microsoft.com/office/drawing/2014/main" id="{36E897C2-513E-7F0A-D487-E83D94F80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0545" y="2952653"/>
                  <a:ext cx="2434955" cy="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7F2EA998-EED8-69AE-31A6-E7674B8801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50" y="650798"/>
                <a:ext cx="0" cy="2368627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3B0F5731-70A9-C364-89CD-3ACBB970AC19}"/>
                </a:ext>
              </a:extLst>
            </p:cNvPr>
            <p:cNvCxnSpPr>
              <a:cxnSpLocks/>
            </p:cNvCxnSpPr>
            <p:nvPr/>
          </p:nvCxnSpPr>
          <p:spPr>
            <a:xfrm>
              <a:off x="1089060" y="2954655"/>
              <a:ext cx="0" cy="6477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8C7AF1F6-630D-8CB2-BB42-4366006F7EEF}"/>
                </a:ext>
              </a:extLst>
            </p:cNvPr>
            <p:cNvCxnSpPr>
              <a:cxnSpLocks/>
            </p:cNvCxnSpPr>
            <p:nvPr/>
          </p:nvCxnSpPr>
          <p:spPr>
            <a:xfrm>
              <a:off x="1563171" y="2954655"/>
              <a:ext cx="0" cy="6477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C2BDAF8E-C458-60CF-196E-F79BAB32787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281" y="2954655"/>
              <a:ext cx="0" cy="6477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31BECC8C-19F3-ADD7-0090-8A06C1771488}"/>
                </a:ext>
              </a:extLst>
            </p:cNvPr>
            <p:cNvCxnSpPr>
              <a:cxnSpLocks/>
            </p:cNvCxnSpPr>
            <p:nvPr/>
          </p:nvCxnSpPr>
          <p:spPr>
            <a:xfrm>
              <a:off x="2511392" y="2954655"/>
              <a:ext cx="0" cy="6477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8795920F-D712-91A1-E19B-4C737C040707}"/>
                </a:ext>
              </a:extLst>
            </p:cNvPr>
            <p:cNvCxnSpPr>
              <a:cxnSpLocks/>
            </p:cNvCxnSpPr>
            <p:nvPr/>
          </p:nvCxnSpPr>
          <p:spPr>
            <a:xfrm>
              <a:off x="2985500" y="2952750"/>
              <a:ext cx="0" cy="6477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3F7F2635-DAE7-14BD-0C44-468903B172E6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" y="2377156"/>
              <a:ext cx="6417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F43B1B4D-9FAE-0BE3-53E3-37706D20F506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" y="1799940"/>
              <a:ext cx="6417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D7464445-CD6B-584C-D198-E71A024869C0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" y="1226164"/>
              <a:ext cx="6417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C981F174-DEEF-9363-3996-7552953D15EA}"/>
                </a:ext>
              </a:extLst>
            </p:cNvPr>
            <p:cNvCxnSpPr>
              <a:cxnSpLocks/>
            </p:cNvCxnSpPr>
            <p:nvPr/>
          </p:nvCxnSpPr>
          <p:spPr>
            <a:xfrm>
              <a:off x="550545" y="650668"/>
              <a:ext cx="6417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B721A7DB-1C56-58B6-F7C5-A1ABBC24CCA2}"/>
                </a:ext>
              </a:extLst>
            </p:cNvPr>
            <p:cNvSpPr txBox="1"/>
            <p:nvPr/>
          </p:nvSpPr>
          <p:spPr>
            <a:xfrm>
              <a:off x="181106" y="541227"/>
              <a:ext cx="41214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0,16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DEB91C06-67E0-30F7-D4E6-3B838A656804}"/>
                </a:ext>
              </a:extLst>
            </p:cNvPr>
            <p:cNvSpPr txBox="1"/>
            <p:nvPr/>
          </p:nvSpPr>
          <p:spPr>
            <a:xfrm>
              <a:off x="181106" y="1115863"/>
              <a:ext cx="41214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0,12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0D460FE6-49BA-A131-B01D-0336D5937EB1}"/>
                </a:ext>
              </a:extLst>
            </p:cNvPr>
            <p:cNvSpPr txBox="1"/>
            <p:nvPr/>
          </p:nvSpPr>
          <p:spPr>
            <a:xfrm>
              <a:off x="181105" y="1690499"/>
              <a:ext cx="41214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0,08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D9E7EF81-AB4C-2EFE-FBB9-48CBFE359100}"/>
                </a:ext>
              </a:extLst>
            </p:cNvPr>
            <p:cNvSpPr txBox="1"/>
            <p:nvPr/>
          </p:nvSpPr>
          <p:spPr>
            <a:xfrm>
              <a:off x="181105" y="2265994"/>
              <a:ext cx="41214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0,04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8A06907F-8457-E947-E3B0-3B11B00B7271}"/>
                </a:ext>
              </a:extLst>
            </p:cNvPr>
            <p:cNvSpPr txBox="1"/>
            <p:nvPr/>
          </p:nvSpPr>
          <p:spPr>
            <a:xfrm>
              <a:off x="213190" y="2848371"/>
              <a:ext cx="41214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16130A72-B53A-0FFC-FF21-41B57CDA68B8}"/>
                </a:ext>
              </a:extLst>
            </p:cNvPr>
            <p:cNvSpPr txBox="1"/>
            <p:nvPr/>
          </p:nvSpPr>
          <p:spPr>
            <a:xfrm>
              <a:off x="434356" y="3030411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1EE4F030-7E5E-6278-3244-D2813CC18B29}"/>
                </a:ext>
              </a:extLst>
            </p:cNvPr>
            <p:cNvSpPr txBox="1"/>
            <p:nvPr/>
          </p:nvSpPr>
          <p:spPr>
            <a:xfrm>
              <a:off x="908462" y="3025596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89CF959-E7E1-7C61-46C4-2E98A5EF95B5}"/>
                </a:ext>
              </a:extLst>
            </p:cNvPr>
            <p:cNvSpPr txBox="1"/>
            <p:nvPr/>
          </p:nvSpPr>
          <p:spPr>
            <a:xfrm>
              <a:off x="1382568" y="3025595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DBE7F180-3B61-07D6-3C90-E46A0E995FF5}"/>
                </a:ext>
              </a:extLst>
            </p:cNvPr>
            <p:cNvSpPr txBox="1"/>
            <p:nvPr/>
          </p:nvSpPr>
          <p:spPr>
            <a:xfrm>
              <a:off x="1856674" y="3025594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A6107613-11D1-5E4B-4933-0A5FD50C5D8E}"/>
                </a:ext>
              </a:extLst>
            </p:cNvPr>
            <p:cNvSpPr txBox="1"/>
            <p:nvPr/>
          </p:nvSpPr>
          <p:spPr>
            <a:xfrm>
              <a:off x="2330780" y="3025593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CA4066A9-6BC8-B0F8-3E47-BA7B47274121}"/>
                </a:ext>
              </a:extLst>
            </p:cNvPr>
            <p:cNvSpPr txBox="1"/>
            <p:nvPr/>
          </p:nvSpPr>
          <p:spPr>
            <a:xfrm>
              <a:off x="2804886" y="3023580"/>
              <a:ext cx="356907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  <a:endParaRPr lang="de-DE" sz="8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62" name="Rechteck 61">
            <a:extLst>
              <a:ext uri="{FF2B5EF4-FFF2-40B4-BE49-F238E27FC236}">
                <a16:creationId xmlns:a16="http://schemas.microsoft.com/office/drawing/2014/main" id="{4C9A8623-824D-5A61-F8E1-0F7607F3BC5F}"/>
              </a:ext>
            </a:extLst>
          </p:cNvPr>
          <p:cNvSpPr/>
          <p:nvPr/>
        </p:nvSpPr>
        <p:spPr>
          <a:xfrm>
            <a:off x="2461030" y="1545193"/>
            <a:ext cx="254874" cy="137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546A3AD7-2388-FF4D-094F-AB47E15F56F8}"/>
              </a:ext>
            </a:extLst>
          </p:cNvPr>
          <p:cNvSpPr txBox="1"/>
          <p:nvPr/>
        </p:nvSpPr>
        <p:spPr>
          <a:xfrm>
            <a:off x="1711156" y="3126962"/>
            <a:ext cx="35690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endParaRPr lang="de-DE" sz="800" i="1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7F4CB9EF-4F44-BC04-E829-6A9E01CEEE50}"/>
              </a:ext>
            </a:extLst>
          </p:cNvPr>
          <p:cNvSpPr txBox="1"/>
          <p:nvPr/>
        </p:nvSpPr>
        <p:spPr>
          <a:xfrm>
            <a:off x="318711" y="768863"/>
            <a:ext cx="35690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δ</a:t>
            </a:r>
            <a:endParaRPr lang="de-DE" sz="800" i="1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B94B4EC5-74EE-1552-5E90-561BED20E40C}"/>
              </a:ext>
            </a:extLst>
          </p:cNvPr>
          <p:cNvSpPr/>
          <p:nvPr/>
        </p:nvSpPr>
        <p:spPr>
          <a:xfrm>
            <a:off x="710565" y="692064"/>
            <a:ext cx="2366010" cy="2106640"/>
          </a:xfrm>
          <a:custGeom>
            <a:avLst/>
            <a:gdLst>
              <a:gd name="csX0" fmla="*/ 0 w 2383076"/>
              <a:gd name="csY0" fmla="*/ 0 h 2082558"/>
              <a:gd name="csX1" fmla="*/ 303756 w 2383076"/>
              <a:gd name="csY1" fmla="*/ 1734855 h 2082558"/>
              <a:gd name="csX2" fmla="*/ 591854 w 2383076"/>
              <a:gd name="csY2" fmla="*/ 2076189 h 2082558"/>
              <a:gd name="csX3" fmla="*/ 1180578 w 2383076"/>
              <a:gd name="csY3" fmla="*/ 1910219 h 2082558"/>
              <a:gd name="csX4" fmla="*/ 1781827 w 2383076"/>
              <a:gd name="csY4" fmla="*/ 1349679 h 2082558"/>
              <a:gd name="csX5" fmla="*/ 2383076 w 2383076"/>
              <a:gd name="csY5" fmla="*/ 670142 h 2082558"/>
              <a:gd name="csX0" fmla="*/ 0 w 2383076"/>
              <a:gd name="csY0" fmla="*/ 0 h 2082558"/>
              <a:gd name="csX1" fmla="*/ 303756 w 2383076"/>
              <a:gd name="csY1" fmla="*/ 1734855 h 2082558"/>
              <a:gd name="csX2" fmla="*/ 591854 w 2383076"/>
              <a:gd name="csY2" fmla="*/ 2076189 h 2082558"/>
              <a:gd name="csX3" fmla="*/ 1180578 w 2383076"/>
              <a:gd name="csY3" fmla="*/ 1910219 h 2082558"/>
              <a:gd name="csX4" fmla="*/ 1781827 w 2383076"/>
              <a:gd name="csY4" fmla="*/ 1349679 h 2082558"/>
              <a:gd name="csX5" fmla="*/ 2383076 w 2383076"/>
              <a:gd name="csY5" fmla="*/ 670142 h 2082558"/>
              <a:gd name="csX0" fmla="*/ 0 w 2383076"/>
              <a:gd name="csY0" fmla="*/ 0 h 2103263"/>
              <a:gd name="csX1" fmla="*/ 303756 w 2383076"/>
              <a:gd name="csY1" fmla="*/ 1734855 h 2103263"/>
              <a:gd name="csX2" fmla="*/ 591854 w 2383076"/>
              <a:gd name="csY2" fmla="*/ 2076189 h 2103263"/>
              <a:gd name="csX3" fmla="*/ 1180578 w 2383076"/>
              <a:gd name="csY3" fmla="*/ 1910219 h 2103263"/>
              <a:gd name="csX4" fmla="*/ 1781827 w 2383076"/>
              <a:gd name="csY4" fmla="*/ 1349679 h 2103263"/>
              <a:gd name="csX5" fmla="*/ 2383076 w 2383076"/>
              <a:gd name="csY5" fmla="*/ 670142 h 2103263"/>
              <a:gd name="csX0" fmla="*/ 0 w 2383076"/>
              <a:gd name="csY0" fmla="*/ 0 h 2106144"/>
              <a:gd name="csX1" fmla="*/ 303756 w 2383076"/>
              <a:gd name="csY1" fmla="*/ 1734855 h 2106144"/>
              <a:gd name="csX2" fmla="*/ 591854 w 2383076"/>
              <a:gd name="csY2" fmla="*/ 2076189 h 2106144"/>
              <a:gd name="csX3" fmla="*/ 1180578 w 2383076"/>
              <a:gd name="csY3" fmla="*/ 1910219 h 2106144"/>
              <a:gd name="csX4" fmla="*/ 1781827 w 2383076"/>
              <a:gd name="csY4" fmla="*/ 1349679 h 2106144"/>
              <a:gd name="csX5" fmla="*/ 2383076 w 2383076"/>
              <a:gd name="csY5" fmla="*/ 670142 h 2106144"/>
              <a:gd name="csX0" fmla="*/ 0 w 2383076"/>
              <a:gd name="csY0" fmla="*/ 0 h 2108624"/>
              <a:gd name="csX1" fmla="*/ 303756 w 2383076"/>
              <a:gd name="csY1" fmla="*/ 1734855 h 2108624"/>
              <a:gd name="csX2" fmla="*/ 591854 w 2383076"/>
              <a:gd name="csY2" fmla="*/ 2076189 h 2108624"/>
              <a:gd name="csX3" fmla="*/ 1180578 w 2383076"/>
              <a:gd name="csY3" fmla="*/ 1910219 h 2108624"/>
              <a:gd name="csX4" fmla="*/ 1781827 w 2383076"/>
              <a:gd name="csY4" fmla="*/ 1349679 h 2108624"/>
              <a:gd name="csX5" fmla="*/ 2383076 w 2383076"/>
              <a:gd name="csY5" fmla="*/ 670142 h 2108624"/>
              <a:gd name="csX0" fmla="*/ 0 w 2383076"/>
              <a:gd name="csY0" fmla="*/ 0 h 2085300"/>
              <a:gd name="csX1" fmla="*/ 303756 w 2383076"/>
              <a:gd name="csY1" fmla="*/ 1734855 h 2085300"/>
              <a:gd name="csX2" fmla="*/ 591854 w 2383076"/>
              <a:gd name="csY2" fmla="*/ 2076189 h 2085300"/>
              <a:gd name="csX3" fmla="*/ 1178673 w 2383076"/>
              <a:gd name="csY3" fmla="*/ 1908314 h 2085300"/>
              <a:gd name="csX4" fmla="*/ 1781827 w 2383076"/>
              <a:gd name="csY4" fmla="*/ 1349679 h 2085300"/>
              <a:gd name="csX5" fmla="*/ 2383076 w 2383076"/>
              <a:gd name="csY5" fmla="*/ 670142 h 2085300"/>
              <a:gd name="csX0" fmla="*/ 0 w 2383076"/>
              <a:gd name="csY0" fmla="*/ 0 h 2104106"/>
              <a:gd name="csX1" fmla="*/ 303756 w 2383076"/>
              <a:gd name="csY1" fmla="*/ 1734855 h 2104106"/>
              <a:gd name="csX2" fmla="*/ 591854 w 2383076"/>
              <a:gd name="csY2" fmla="*/ 2076189 h 2104106"/>
              <a:gd name="csX3" fmla="*/ 1178673 w 2383076"/>
              <a:gd name="csY3" fmla="*/ 1908314 h 2104106"/>
              <a:gd name="csX4" fmla="*/ 1781827 w 2383076"/>
              <a:gd name="csY4" fmla="*/ 1349679 h 2104106"/>
              <a:gd name="csX5" fmla="*/ 2383076 w 2383076"/>
              <a:gd name="csY5" fmla="*/ 670142 h 2104106"/>
              <a:gd name="csX0" fmla="*/ 0 w 2383076"/>
              <a:gd name="csY0" fmla="*/ 0 h 2098989"/>
              <a:gd name="csX1" fmla="*/ 303756 w 2383076"/>
              <a:gd name="csY1" fmla="*/ 1734855 h 2098989"/>
              <a:gd name="csX2" fmla="*/ 591854 w 2383076"/>
              <a:gd name="csY2" fmla="*/ 2076189 h 2098989"/>
              <a:gd name="csX3" fmla="*/ 1178673 w 2383076"/>
              <a:gd name="csY3" fmla="*/ 1908314 h 2098989"/>
              <a:gd name="csX4" fmla="*/ 1774207 w 2383076"/>
              <a:gd name="csY4" fmla="*/ 1355394 h 2098989"/>
              <a:gd name="csX5" fmla="*/ 2383076 w 2383076"/>
              <a:gd name="csY5" fmla="*/ 670142 h 2098989"/>
              <a:gd name="csX0" fmla="*/ 0 w 2383076"/>
              <a:gd name="csY0" fmla="*/ 0 h 2104321"/>
              <a:gd name="csX1" fmla="*/ 303756 w 2383076"/>
              <a:gd name="csY1" fmla="*/ 1734855 h 2104321"/>
              <a:gd name="csX2" fmla="*/ 591854 w 2383076"/>
              <a:gd name="csY2" fmla="*/ 2076189 h 2104321"/>
              <a:gd name="csX3" fmla="*/ 1178673 w 2383076"/>
              <a:gd name="csY3" fmla="*/ 1908314 h 2104321"/>
              <a:gd name="csX4" fmla="*/ 1774207 w 2383076"/>
              <a:gd name="csY4" fmla="*/ 1355394 h 2104321"/>
              <a:gd name="csX5" fmla="*/ 2383076 w 2383076"/>
              <a:gd name="csY5" fmla="*/ 670142 h 2104321"/>
              <a:gd name="csX0" fmla="*/ 0 w 2383076"/>
              <a:gd name="csY0" fmla="*/ 0 h 2106640"/>
              <a:gd name="csX1" fmla="*/ 303756 w 2383076"/>
              <a:gd name="csY1" fmla="*/ 1734855 h 2106640"/>
              <a:gd name="csX2" fmla="*/ 591854 w 2383076"/>
              <a:gd name="csY2" fmla="*/ 2076189 h 2106640"/>
              <a:gd name="csX3" fmla="*/ 1178673 w 2383076"/>
              <a:gd name="csY3" fmla="*/ 1908314 h 2106640"/>
              <a:gd name="csX4" fmla="*/ 1774207 w 2383076"/>
              <a:gd name="csY4" fmla="*/ 1355394 h 2106640"/>
              <a:gd name="csX5" fmla="*/ 2383076 w 2383076"/>
              <a:gd name="csY5" fmla="*/ 670142 h 2106640"/>
              <a:gd name="csX0" fmla="*/ 0 w 2383076"/>
              <a:gd name="csY0" fmla="*/ 0 h 2106640"/>
              <a:gd name="csX1" fmla="*/ 303756 w 2383076"/>
              <a:gd name="csY1" fmla="*/ 1734855 h 2106640"/>
              <a:gd name="csX2" fmla="*/ 591854 w 2383076"/>
              <a:gd name="csY2" fmla="*/ 2076189 h 2106640"/>
              <a:gd name="csX3" fmla="*/ 1178673 w 2383076"/>
              <a:gd name="csY3" fmla="*/ 1908314 h 2106640"/>
              <a:gd name="csX4" fmla="*/ 1774207 w 2383076"/>
              <a:gd name="csY4" fmla="*/ 1355394 h 2106640"/>
              <a:gd name="csX5" fmla="*/ 2383076 w 2383076"/>
              <a:gd name="csY5" fmla="*/ 670142 h 2106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83076" h="2106640">
                <a:moveTo>
                  <a:pt x="0" y="0"/>
                </a:moveTo>
                <a:cubicBezTo>
                  <a:pt x="68267" y="1109702"/>
                  <a:pt x="218449" y="1567894"/>
                  <a:pt x="303756" y="1734855"/>
                </a:cubicBezTo>
                <a:cubicBezTo>
                  <a:pt x="389063" y="1901816"/>
                  <a:pt x="423175" y="1982509"/>
                  <a:pt x="591854" y="2076189"/>
                </a:cubicBezTo>
                <a:cubicBezTo>
                  <a:pt x="760533" y="2169869"/>
                  <a:pt x="981614" y="2028446"/>
                  <a:pt x="1178673" y="1908314"/>
                </a:cubicBezTo>
                <a:cubicBezTo>
                  <a:pt x="1375732" y="1788182"/>
                  <a:pt x="1573791" y="1562073"/>
                  <a:pt x="1774207" y="1355394"/>
                </a:cubicBezTo>
                <a:cubicBezTo>
                  <a:pt x="1974623" y="1148715"/>
                  <a:pt x="2182659" y="906571"/>
                  <a:pt x="2383076" y="670142"/>
                </a:cubicBezTo>
              </a:path>
            </a:pathLst>
          </a:custGeom>
          <a:noFill/>
          <a:ln cap="rnd">
            <a:solidFill>
              <a:schemeClr val="accent6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523CF2AF-B700-41B1-56DF-079E37A9F36F}"/>
              </a:ext>
            </a:extLst>
          </p:cNvPr>
          <p:cNvSpPr/>
          <p:nvPr/>
        </p:nvSpPr>
        <p:spPr>
          <a:xfrm>
            <a:off x="710565" y="986791"/>
            <a:ext cx="2367915" cy="1866984"/>
          </a:xfrm>
          <a:custGeom>
            <a:avLst/>
            <a:gdLst>
              <a:gd name="csX0" fmla="*/ 0 w 2377440"/>
              <a:gd name="csY0" fmla="*/ 0 h 1851059"/>
              <a:gd name="csX1" fmla="*/ 300990 w 2377440"/>
              <a:gd name="csY1" fmla="*/ 1550670 h 1851059"/>
              <a:gd name="csX2" fmla="*/ 586740 w 2377440"/>
              <a:gd name="csY2" fmla="*/ 1845945 h 1851059"/>
              <a:gd name="csX3" fmla="*/ 1175385 w 2377440"/>
              <a:gd name="csY3" fmla="*/ 1701165 h 1851059"/>
              <a:gd name="csX4" fmla="*/ 1771650 w 2377440"/>
              <a:gd name="csY4" fmla="*/ 1247775 h 1851059"/>
              <a:gd name="csX5" fmla="*/ 2377440 w 2377440"/>
              <a:gd name="csY5" fmla="*/ 672465 h 1851059"/>
              <a:gd name="csX0" fmla="*/ 0 w 2377440"/>
              <a:gd name="csY0" fmla="*/ 0 h 1851059"/>
              <a:gd name="csX1" fmla="*/ 300990 w 2377440"/>
              <a:gd name="csY1" fmla="*/ 1550670 h 1851059"/>
              <a:gd name="csX2" fmla="*/ 586740 w 2377440"/>
              <a:gd name="csY2" fmla="*/ 1845945 h 1851059"/>
              <a:gd name="csX3" fmla="*/ 1175385 w 2377440"/>
              <a:gd name="csY3" fmla="*/ 1701165 h 1851059"/>
              <a:gd name="csX4" fmla="*/ 1771650 w 2377440"/>
              <a:gd name="csY4" fmla="*/ 1247775 h 1851059"/>
              <a:gd name="csX5" fmla="*/ 2377440 w 2377440"/>
              <a:gd name="csY5" fmla="*/ 672465 h 1851059"/>
              <a:gd name="csX0" fmla="*/ 0 w 2377440"/>
              <a:gd name="csY0" fmla="*/ 0 h 1851059"/>
              <a:gd name="csX1" fmla="*/ 300990 w 2377440"/>
              <a:gd name="csY1" fmla="*/ 1550670 h 1851059"/>
              <a:gd name="csX2" fmla="*/ 586740 w 2377440"/>
              <a:gd name="csY2" fmla="*/ 1845945 h 1851059"/>
              <a:gd name="csX3" fmla="*/ 1175385 w 2377440"/>
              <a:gd name="csY3" fmla="*/ 1701165 h 1851059"/>
              <a:gd name="csX4" fmla="*/ 1771650 w 2377440"/>
              <a:gd name="csY4" fmla="*/ 1247775 h 1851059"/>
              <a:gd name="csX5" fmla="*/ 2377440 w 2377440"/>
              <a:gd name="csY5" fmla="*/ 672465 h 1851059"/>
              <a:gd name="csX0" fmla="*/ 0 w 2377440"/>
              <a:gd name="csY0" fmla="*/ 0 h 1866984"/>
              <a:gd name="csX1" fmla="*/ 300990 w 2377440"/>
              <a:gd name="csY1" fmla="*/ 1550670 h 1866984"/>
              <a:gd name="csX2" fmla="*/ 586740 w 2377440"/>
              <a:gd name="csY2" fmla="*/ 1845945 h 1866984"/>
              <a:gd name="csX3" fmla="*/ 1175385 w 2377440"/>
              <a:gd name="csY3" fmla="*/ 1701165 h 1866984"/>
              <a:gd name="csX4" fmla="*/ 1771650 w 2377440"/>
              <a:gd name="csY4" fmla="*/ 1247775 h 1866984"/>
              <a:gd name="csX5" fmla="*/ 2377440 w 2377440"/>
              <a:gd name="csY5" fmla="*/ 672465 h 1866984"/>
              <a:gd name="csX0" fmla="*/ 0 w 2377440"/>
              <a:gd name="csY0" fmla="*/ 0 h 1866984"/>
              <a:gd name="csX1" fmla="*/ 300990 w 2377440"/>
              <a:gd name="csY1" fmla="*/ 1550670 h 1866984"/>
              <a:gd name="csX2" fmla="*/ 586740 w 2377440"/>
              <a:gd name="csY2" fmla="*/ 1845945 h 1866984"/>
              <a:gd name="csX3" fmla="*/ 1175385 w 2377440"/>
              <a:gd name="csY3" fmla="*/ 1701165 h 1866984"/>
              <a:gd name="csX4" fmla="*/ 1771650 w 2377440"/>
              <a:gd name="csY4" fmla="*/ 1247775 h 1866984"/>
              <a:gd name="csX5" fmla="*/ 2377440 w 2377440"/>
              <a:gd name="csY5" fmla="*/ 672465 h 1866984"/>
              <a:gd name="csX0" fmla="*/ 0 w 2377440"/>
              <a:gd name="csY0" fmla="*/ 0 h 1866984"/>
              <a:gd name="csX1" fmla="*/ 300990 w 2377440"/>
              <a:gd name="csY1" fmla="*/ 1550670 h 1866984"/>
              <a:gd name="csX2" fmla="*/ 586740 w 2377440"/>
              <a:gd name="csY2" fmla="*/ 1845945 h 1866984"/>
              <a:gd name="csX3" fmla="*/ 1175385 w 2377440"/>
              <a:gd name="csY3" fmla="*/ 1701165 h 1866984"/>
              <a:gd name="csX4" fmla="*/ 1771650 w 2377440"/>
              <a:gd name="csY4" fmla="*/ 1247775 h 1866984"/>
              <a:gd name="csX5" fmla="*/ 2377440 w 2377440"/>
              <a:gd name="csY5" fmla="*/ 672465 h 1866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77440" h="1866984">
                <a:moveTo>
                  <a:pt x="0" y="0"/>
                </a:moveTo>
                <a:cubicBezTo>
                  <a:pt x="25400" y="741521"/>
                  <a:pt x="191770" y="1349692"/>
                  <a:pt x="300990" y="1550670"/>
                </a:cubicBezTo>
                <a:cubicBezTo>
                  <a:pt x="410210" y="1751648"/>
                  <a:pt x="427673" y="1777048"/>
                  <a:pt x="586740" y="1845945"/>
                </a:cubicBezTo>
                <a:cubicBezTo>
                  <a:pt x="745807" y="1914842"/>
                  <a:pt x="977900" y="1800860"/>
                  <a:pt x="1175385" y="1701165"/>
                </a:cubicBezTo>
                <a:cubicBezTo>
                  <a:pt x="1372870" y="1601470"/>
                  <a:pt x="1571307" y="1419225"/>
                  <a:pt x="1771650" y="1247775"/>
                </a:cubicBezTo>
                <a:cubicBezTo>
                  <a:pt x="1971993" y="1076325"/>
                  <a:pt x="2174716" y="874395"/>
                  <a:pt x="2377440" y="672465"/>
                </a:cubicBezTo>
              </a:path>
            </a:pathLst>
          </a:custGeom>
          <a:noFill/>
          <a:ln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15F09D-AD2B-4F98-AD3A-4C6409BD6D87}"/>
              </a:ext>
            </a:extLst>
          </p:cNvPr>
          <p:cNvSpPr/>
          <p:nvPr/>
        </p:nvSpPr>
        <p:spPr>
          <a:xfrm>
            <a:off x="710564" y="1327785"/>
            <a:ext cx="2367915" cy="1552444"/>
          </a:xfrm>
          <a:custGeom>
            <a:avLst/>
            <a:gdLst>
              <a:gd name="csX0" fmla="*/ 0 w 2377440"/>
              <a:gd name="csY0" fmla="*/ 0 h 1541972"/>
              <a:gd name="csX1" fmla="*/ 300990 w 2377440"/>
              <a:gd name="csY1" fmla="*/ 1301115 h 1541972"/>
              <a:gd name="csX2" fmla="*/ 588645 w 2377440"/>
              <a:gd name="csY2" fmla="*/ 1537335 h 1541972"/>
              <a:gd name="csX3" fmla="*/ 1181100 w 2377440"/>
              <a:gd name="csY3" fmla="*/ 1428750 h 1541972"/>
              <a:gd name="csX4" fmla="*/ 1781175 w 2377440"/>
              <a:gd name="csY4" fmla="*/ 1085850 h 1541972"/>
              <a:gd name="csX5" fmla="*/ 2377440 w 2377440"/>
              <a:gd name="csY5" fmla="*/ 645795 h 1541972"/>
              <a:gd name="csX0" fmla="*/ 0 w 2377440"/>
              <a:gd name="csY0" fmla="*/ 0 h 1541972"/>
              <a:gd name="csX1" fmla="*/ 300990 w 2377440"/>
              <a:gd name="csY1" fmla="*/ 1301115 h 1541972"/>
              <a:gd name="csX2" fmla="*/ 588645 w 2377440"/>
              <a:gd name="csY2" fmla="*/ 1537335 h 1541972"/>
              <a:gd name="csX3" fmla="*/ 1181100 w 2377440"/>
              <a:gd name="csY3" fmla="*/ 1428750 h 1541972"/>
              <a:gd name="csX4" fmla="*/ 1781175 w 2377440"/>
              <a:gd name="csY4" fmla="*/ 1085850 h 1541972"/>
              <a:gd name="csX5" fmla="*/ 2377440 w 2377440"/>
              <a:gd name="csY5" fmla="*/ 645795 h 1541972"/>
              <a:gd name="csX0" fmla="*/ 0 w 2377440"/>
              <a:gd name="csY0" fmla="*/ 0 h 1548034"/>
              <a:gd name="csX1" fmla="*/ 300990 w 2377440"/>
              <a:gd name="csY1" fmla="*/ 1301115 h 1548034"/>
              <a:gd name="csX2" fmla="*/ 588645 w 2377440"/>
              <a:gd name="csY2" fmla="*/ 1537335 h 1548034"/>
              <a:gd name="csX3" fmla="*/ 1181100 w 2377440"/>
              <a:gd name="csY3" fmla="*/ 1428750 h 1548034"/>
              <a:gd name="csX4" fmla="*/ 1781175 w 2377440"/>
              <a:gd name="csY4" fmla="*/ 1085850 h 1548034"/>
              <a:gd name="csX5" fmla="*/ 2377440 w 2377440"/>
              <a:gd name="csY5" fmla="*/ 645795 h 1548034"/>
              <a:gd name="csX0" fmla="*/ 0 w 2377440"/>
              <a:gd name="csY0" fmla="*/ 0 h 1552444"/>
              <a:gd name="csX1" fmla="*/ 300990 w 2377440"/>
              <a:gd name="csY1" fmla="*/ 1301115 h 1552444"/>
              <a:gd name="csX2" fmla="*/ 588645 w 2377440"/>
              <a:gd name="csY2" fmla="*/ 1537335 h 1552444"/>
              <a:gd name="csX3" fmla="*/ 1181100 w 2377440"/>
              <a:gd name="csY3" fmla="*/ 1428750 h 1552444"/>
              <a:gd name="csX4" fmla="*/ 1781175 w 2377440"/>
              <a:gd name="csY4" fmla="*/ 1085850 h 1552444"/>
              <a:gd name="csX5" fmla="*/ 2377440 w 2377440"/>
              <a:gd name="csY5" fmla="*/ 645795 h 1552444"/>
              <a:gd name="csX0" fmla="*/ 0 w 2377440"/>
              <a:gd name="csY0" fmla="*/ 0 h 1552444"/>
              <a:gd name="csX1" fmla="*/ 300990 w 2377440"/>
              <a:gd name="csY1" fmla="*/ 1301115 h 1552444"/>
              <a:gd name="csX2" fmla="*/ 588645 w 2377440"/>
              <a:gd name="csY2" fmla="*/ 1537335 h 1552444"/>
              <a:gd name="csX3" fmla="*/ 1181100 w 2377440"/>
              <a:gd name="csY3" fmla="*/ 1428750 h 1552444"/>
              <a:gd name="csX4" fmla="*/ 1781175 w 2377440"/>
              <a:gd name="csY4" fmla="*/ 1085850 h 1552444"/>
              <a:gd name="csX5" fmla="*/ 2377440 w 2377440"/>
              <a:gd name="csY5" fmla="*/ 645795 h 1552444"/>
              <a:gd name="csX0" fmla="*/ 0 w 2377440"/>
              <a:gd name="csY0" fmla="*/ 0 h 1552444"/>
              <a:gd name="csX1" fmla="*/ 300990 w 2377440"/>
              <a:gd name="csY1" fmla="*/ 1301115 h 1552444"/>
              <a:gd name="csX2" fmla="*/ 588645 w 2377440"/>
              <a:gd name="csY2" fmla="*/ 1537335 h 1552444"/>
              <a:gd name="csX3" fmla="*/ 1181100 w 2377440"/>
              <a:gd name="csY3" fmla="*/ 1428750 h 1552444"/>
              <a:gd name="csX4" fmla="*/ 1781175 w 2377440"/>
              <a:gd name="csY4" fmla="*/ 1085850 h 1552444"/>
              <a:gd name="csX5" fmla="*/ 2377440 w 2377440"/>
              <a:gd name="csY5" fmla="*/ 645795 h 1552444"/>
              <a:gd name="csX0" fmla="*/ 0 w 2377440"/>
              <a:gd name="csY0" fmla="*/ 0 h 1552444"/>
              <a:gd name="csX1" fmla="*/ 300990 w 2377440"/>
              <a:gd name="csY1" fmla="*/ 1301115 h 1552444"/>
              <a:gd name="csX2" fmla="*/ 588645 w 2377440"/>
              <a:gd name="csY2" fmla="*/ 1537335 h 1552444"/>
              <a:gd name="csX3" fmla="*/ 1181100 w 2377440"/>
              <a:gd name="csY3" fmla="*/ 1428750 h 1552444"/>
              <a:gd name="csX4" fmla="*/ 1781175 w 2377440"/>
              <a:gd name="csY4" fmla="*/ 1085850 h 1552444"/>
              <a:gd name="csX5" fmla="*/ 2377440 w 2377440"/>
              <a:gd name="csY5" fmla="*/ 645795 h 1552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77440" h="1552444">
                <a:moveTo>
                  <a:pt x="0" y="0"/>
                </a:moveTo>
                <a:cubicBezTo>
                  <a:pt x="70961" y="667226"/>
                  <a:pt x="216218" y="1159193"/>
                  <a:pt x="300990" y="1301115"/>
                </a:cubicBezTo>
                <a:cubicBezTo>
                  <a:pt x="385762" y="1443037"/>
                  <a:pt x="430530" y="1487488"/>
                  <a:pt x="588645" y="1537335"/>
                </a:cubicBezTo>
                <a:cubicBezTo>
                  <a:pt x="746760" y="1587182"/>
                  <a:pt x="982345" y="1503997"/>
                  <a:pt x="1181100" y="1428750"/>
                </a:cubicBezTo>
                <a:cubicBezTo>
                  <a:pt x="1379855" y="1353503"/>
                  <a:pt x="1581785" y="1216343"/>
                  <a:pt x="1781175" y="1085850"/>
                </a:cubicBezTo>
                <a:cubicBezTo>
                  <a:pt x="1980565" y="955358"/>
                  <a:pt x="2179002" y="800576"/>
                  <a:pt x="2377440" y="645795"/>
                </a:cubicBezTo>
              </a:path>
            </a:pathLst>
          </a:custGeom>
          <a:noFill/>
          <a:ln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Freihandform: Form 56">
            <a:extLst>
              <a:ext uri="{FF2B5EF4-FFF2-40B4-BE49-F238E27FC236}">
                <a16:creationId xmlns:a16="http://schemas.microsoft.com/office/drawing/2014/main" id="{4B657633-4455-548B-D0AE-A6DA3F8759BE}"/>
              </a:ext>
            </a:extLst>
          </p:cNvPr>
          <p:cNvSpPr/>
          <p:nvPr/>
        </p:nvSpPr>
        <p:spPr>
          <a:xfrm>
            <a:off x="710565" y="1794510"/>
            <a:ext cx="2369820" cy="1119167"/>
          </a:xfrm>
          <a:custGeom>
            <a:avLst/>
            <a:gdLst>
              <a:gd name="csX0" fmla="*/ 0 w 2375535"/>
              <a:gd name="csY0" fmla="*/ 0 h 1127289"/>
              <a:gd name="csX1" fmla="*/ 297180 w 2375535"/>
              <a:gd name="csY1" fmla="*/ 998220 h 1127289"/>
              <a:gd name="csX2" fmla="*/ 582930 w 2375535"/>
              <a:gd name="csY2" fmla="*/ 1118235 h 1127289"/>
              <a:gd name="csX3" fmla="*/ 1173480 w 2375535"/>
              <a:gd name="csY3" fmla="*/ 1032510 h 1127289"/>
              <a:gd name="csX4" fmla="*/ 1775460 w 2375535"/>
              <a:gd name="csY4" fmla="*/ 798195 h 1127289"/>
              <a:gd name="csX5" fmla="*/ 2375535 w 2375535"/>
              <a:gd name="csY5" fmla="*/ 502920 h 1127289"/>
              <a:gd name="csX0" fmla="*/ 0 w 2375535"/>
              <a:gd name="csY0" fmla="*/ 0 h 1127289"/>
              <a:gd name="csX1" fmla="*/ 297180 w 2375535"/>
              <a:gd name="csY1" fmla="*/ 998220 h 1127289"/>
              <a:gd name="csX2" fmla="*/ 582930 w 2375535"/>
              <a:gd name="csY2" fmla="*/ 1118235 h 1127289"/>
              <a:gd name="csX3" fmla="*/ 1173480 w 2375535"/>
              <a:gd name="csY3" fmla="*/ 1032510 h 1127289"/>
              <a:gd name="csX4" fmla="*/ 1775460 w 2375535"/>
              <a:gd name="csY4" fmla="*/ 798195 h 1127289"/>
              <a:gd name="csX5" fmla="*/ 2375535 w 2375535"/>
              <a:gd name="csY5" fmla="*/ 502920 h 1127289"/>
              <a:gd name="csX0" fmla="*/ 0 w 2375535"/>
              <a:gd name="csY0" fmla="*/ 0 h 1118802"/>
              <a:gd name="csX1" fmla="*/ 297180 w 2375535"/>
              <a:gd name="csY1" fmla="*/ 998220 h 1118802"/>
              <a:gd name="csX2" fmla="*/ 582930 w 2375535"/>
              <a:gd name="csY2" fmla="*/ 1118235 h 1118802"/>
              <a:gd name="csX3" fmla="*/ 1173480 w 2375535"/>
              <a:gd name="csY3" fmla="*/ 1032510 h 1118802"/>
              <a:gd name="csX4" fmla="*/ 1775460 w 2375535"/>
              <a:gd name="csY4" fmla="*/ 798195 h 1118802"/>
              <a:gd name="csX5" fmla="*/ 2375535 w 2375535"/>
              <a:gd name="csY5" fmla="*/ 502920 h 1118802"/>
              <a:gd name="csX0" fmla="*/ 0 w 2375535"/>
              <a:gd name="csY0" fmla="*/ 0 h 1119167"/>
              <a:gd name="csX1" fmla="*/ 297180 w 2375535"/>
              <a:gd name="csY1" fmla="*/ 998220 h 1119167"/>
              <a:gd name="csX2" fmla="*/ 582930 w 2375535"/>
              <a:gd name="csY2" fmla="*/ 1118235 h 1119167"/>
              <a:gd name="csX3" fmla="*/ 1173480 w 2375535"/>
              <a:gd name="csY3" fmla="*/ 1032510 h 1119167"/>
              <a:gd name="csX4" fmla="*/ 1775460 w 2375535"/>
              <a:gd name="csY4" fmla="*/ 798195 h 1119167"/>
              <a:gd name="csX5" fmla="*/ 2375535 w 2375535"/>
              <a:gd name="csY5" fmla="*/ 502920 h 1119167"/>
              <a:gd name="csX0" fmla="*/ 0 w 2375535"/>
              <a:gd name="csY0" fmla="*/ 0 h 1119167"/>
              <a:gd name="csX1" fmla="*/ 297180 w 2375535"/>
              <a:gd name="csY1" fmla="*/ 998220 h 1119167"/>
              <a:gd name="csX2" fmla="*/ 582930 w 2375535"/>
              <a:gd name="csY2" fmla="*/ 1118235 h 1119167"/>
              <a:gd name="csX3" fmla="*/ 1173480 w 2375535"/>
              <a:gd name="csY3" fmla="*/ 1032510 h 1119167"/>
              <a:gd name="csX4" fmla="*/ 1775460 w 2375535"/>
              <a:gd name="csY4" fmla="*/ 798195 h 1119167"/>
              <a:gd name="csX5" fmla="*/ 2375535 w 2375535"/>
              <a:gd name="csY5" fmla="*/ 502920 h 1119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75535" h="1119167">
                <a:moveTo>
                  <a:pt x="0" y="0"/>
                </a:moveTo>
                <a:cubicBezTo>
                  <a:pt x="46672" y="579279"/>
                  <a:pt x="175260" y="893763"/>
                  <a:pt x="297180" y="998220"/>
                </a:cubicBezTo>
                <a:cubicBezTo>
                  <a:pt x="419100" y="1102677"/>
                  <a:pt x="486410" y="1110615"/>
                  <a:pt x="582930" y="1118235"/>
                </a:cubicBezTo>
                <a:cubicBezTo>
                  <a:pt x="679450" y="1125855"/>
                  <a:pt x="974725" y="1085850"/>
                  <a:pt x="1173480" y="1032510"/>
                </a:cubicBezTo>
                <a:cubicBezTo>
                  <a:pt x="1372235" y="979170"/>
                  <a:pt x="1575118" y="886460"/>
                  <a:pt x="1775460" y="798195"/>
                </a:cubicBezTo>
                <a:cubicBezTo>
                  <a:pt x="1975802" y="709930"/>
                  <a:pt x="2175668" y="606425"/>
                  <a:pt x="2375535" y="502920"/>
                </a:cubicBezTo>
              </a:path>
            </a:pathLst>
          </a:custGeom>
          <a:noFill/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B7511FA-0BC9-8A60-4D77-A73A7BB6954D}"/>
              </a:ext>
            </a:extLst>
          </p:cNvPr>
          <p:cNvSpPr txBox="1"/>
          <p:nvPr/>
        </p:nvSpPr>
        <p:spPr>
          <a:xfrm>
            <a:off x="2196692" y="1522184"/>
            <a:ext cx="81917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chemeClr val="accent6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Λ</a:t>
            </a:r>
            <a:r>
              <a:rPr lang="de-DE" sz="800" dirty="0">
                <a:solidFill>
                  <a:schemeClr val="accent6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10</a:t>
            </a:r>
            <a:endParaRPr lang="de-DE" sz="800" baseline="-25000" dirty="0">
              <a:solidFill>
                <a:schemeClr val="accent6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C7297B51-2F35-F8F9-F307-C0E63B0B1DC3}"/>
              </a:ext>
            </a:extLst>
          </p:cNvPr>
          <p:cNvSpPr txBox="1"/>
          <p:nvPr/>
        </p:nvSpPr>
        <p:spPr>
          <a:xfrm>
            <a:off x="2649223" y="1745384"/>
            <a:ext cx="26671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8</a:t>
            </a:r>
            <a:endParaRPr lang="de-DE" sz="800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1F6F98CD-370F-2331-9B89-A0C2006DB1EC}"/>
              </a:ext>
            </a:extLst>
          </p:cNvPr>
          <p:cNvSpPr txBox="1"/>
          <p:nvPr/>
        </p:nvSpPr>
        <p:spPr>
          <a:xfrm>
            <a:off x="2729541" y="1926686"/>
            <a:ext cx="26671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6</a:t>
            </a:r>
            <a:endParaRPr lang="de-DE" sz="8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9949C8F-FD7E-0322-6959-3D6ADBCFE408}"/>
              </a:ext>
            </a:extLst>
          </p:cNvPr>
          <p:cNvSpPr txBox="1"/>
          <p:nvPr/>
        </p:nvSpPr>
        <p:spPr>
          <a:xfrm>
            <a:off x="2809860" y="2133160"/>
            <a:ext cx="26671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  <a:endParaRPr lang="de-DE" sz="800" baseline="-25000" dirty="0">
              <a:solidFill>
                <a:srgbClr val="C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0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108</Words>
  <Application>Microsoft Office PowerPoint</Application>
  <PresentationFormat>Benutzerdefiniert</PresentationFormat>
  <Paragraphs>83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105</cp:revision>
  <dcterms:created xsi:type="dcterms:W3CDTF">2025-08-17T20:55:38Z</dcterms:created>
  <dcterms:modified xsi:type="dcterms:W3CDTF">2026-06-12T12:37:36Z</dcterms:modified>
</cp:coreProperties>
</file>