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61" r:id="rId2"/>
    <p:sldId id="262" r:id="rId3"/>
    <p:sldId id="264" r:id="rId4"/>
    <p:sldId id="265" r:id="rId5"/>
    <p:sldId id="263" r:id="rId6"/>
    <p:sldId id="266" r:id="rId7"/>
    <p:sldId id="256" r:id="rId8"/>
    <p:sldId id="257" r:id="rId9"/>
    <p:sldId id="258" r:id="rId10"/>
    <p:sldId id="259" r:id="rId11"/>
    <p:sldId id="260" r:id="rId12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6FBD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92" autoAdjust="0"/>
    <p:restoredTop sz="94660"/>
  </p:normalViewPr>
  <p:slideViewPr>
    <p:cSldViewPr snapToGrid="0">
      <p:cViewPr>
        <p:scale>
          <a:sx n="150" d="100"/>
          <a:sy n="150" d="100"/>
        </p:scale>
        <p:origin x="5098" y="8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596C2D-C72C-406E-B79E-9BAC142DD20E}" type="datetimeFigureOut">
              <a:rPr lang="de-DE" smtClean="0"/>
              <a:t>03.09.2026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AFB0C1-D602-4320-B0C3-F0F0C4F5EA65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90890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03.09.2026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91031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03.09.2026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9941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03.09.2026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9082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03.09.2026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3260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03.09.2026</a:t>
            </a:fld>
            <a:endParaRPr lang="de-D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55124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03.09.2026</a:t>
            </a:fld>
            <a:endParaRPr lang="de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77757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03.09.2026</a:t>
            </a:fld>
            <a:endParaRPr lang="de-D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8684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03.09.2026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95741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 dirty="0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03.09.2026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3742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03.09.2026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84627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03.09.2026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56412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AE28AA-0912-4DA0-8B30-7F3CA3FE6671}" type="datetimeFigureOut">
              <a:rPr lang="de-DE" smtClean="0"/>
              <a:t>03.09.2026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4319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61EBCECE-EA98-8F05-0559-6E64B5C31AB9}"/>
              </a:ext>
            </a:extLst>
          </p:cNvPr>
          <p:cNvCxnSpPr>
            <a:cxnSpLocks/>
          </p:cNvCxnSpPr>
          <p:nvPr/>
        </p:nvCxnSpPr>
        <p:spPr>
          <a:xfrm>
            <a:off x="890588" y="1673034"/>
            <a:ext cx="2224087" cy="307809"/>
          </a:xfrm>
          <a:prstGeom prst="line">
            <a:avLst/>
          </a:prstGeom>
          <a:ln w="12700" cap="rnd">
            <a:solidFill>
              <a:schemeClr val="accent6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F34A9D5-D685-3566-7E74-19F4EDB439AC}"/>
              </a:ext>
            </a:extLst>
          </p:cNvPr>
          <p:cNvCxnSpPr>
            <a:cxnSpLocks/>
          </p:cNvCxnSpPr>
          <p:nvPr/>
        </p:nvCxnSpPr>
        <p:spPr>
          <a:xfrm>
            <a:off x="1216819" y="1480379"/>
            <a:ext cx="1897856" cy="500464"/>
          </a:xfrm>
          <a:prstGeom prst="line">
            <a:avLst/>
          </a:prstGeom>
          <a:ln w="12700" cap="rnd">
            <a:solidFill>
              <a:schemeClr val="accent5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2BD24CD-A4EE-48B4-83E4-05003ABA2DAF}"/>
              </a:ext>
            </a:extLst>
          </p:cNvPr>
          <p:cNvCxnSpPr>
            <a:cxnSpLocks/>
          </p:cNvCxnSpPr>
          <p:nvPr/>
        </p:nvCxnSpPr>
        <p:spPr>
          <a:xfrm>
            <a:off x="762000" y="933226"/>
            <a:ext cx="2352675" cy="1047617"/>
          </a:xfrm>
          <a:prstGeom prst="line">
            <a:avLst/>
          </a:prstGeom>
          <a:ln w="12700" cap="rnd">
            <a:solidFill>
              <a:schemeClr val="accent2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Bogen 20">
            <a:extLst>
              <a:ext uri="{FF2B5EF4-FFF2-40B4-BE49-F238E27FC236}">
                <a16:creationId xmlns:a16="http://schemas.microsoft.com/office/drawing/2014/main" id="{EE80967A-C581-E299-2987-2EA75AC1FF2C}"/>
              </a:ext>
            </a:extLst>
          </p:cNvPr>
          <p:cNvSpPr/>
          <p:nvPr/>
        </p:nvSpPr>
        <p:spPr>
          <a:xfrm>
            <a:off x="933450" y="-198391"/>
            <a:ext cx="4358468" cy="4358468"/>
          </a:xfrm>
          <a:prstGeom prst="arc">
            <a:avLst>
              <a:gd name="adj1" fmla="val 10807368"/>
              <a:gd name="adj2" fmla="val 11278212"/>
            </a:avLst>
          </a:prstGeom>
          <a:ln w="12700" cap="rnd">
            <a:solidFill>
              <a:schemeClr val="accent5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31" name="Bogen 30">
            <a:extLst>
              <a:ext uri="{FF2B5EF4-FFF2-40B4-BE49-F238E27FC236}">
                <a16:creationId xmlns:a16="http://schemas.microsoft.com/office/drawing/2014/main" id="{A2CD3D48-BCE0-8D3E-55A2-8FB0A69FAAF9}"/>
              </a:ext>
            </a:extLst>
          </p:cNvPr>
          <p:cNvSpPr/>
          <p:nvPr/>
        </p:nvSpPr>
        <p:spPr>
          <a:xfrm>
            <a:off x="654050" y="-477791"/>
            <a:ext cx="4917268" cy="4917268"/>
          </a:xfrm>
          <a:prstGeom prst="arc">
            <a:avLst>
              <a:gd name="adj1" fmla="val 10806806"/>
              <a:gd name="adj2" fmla="val 12236475"/>
            </a:avLst>
          </a:prstGeom>
          <a:ln w="12700" cap="rnd">
            <a:solidFill>
              <a:schemeClr val="accent5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36" name="Bogen 35">
            <a:extLst>
              <a:ext uri="{FF2B5EF4-FFF2-40B4-BE49-F238E27FC236}">
                <a16:creationId xmlns:a16="http://schemas.microsoft.com/office/drawing/2014/main" id="{A5605D81-2D68-D7DB-19FB-A6E0A9AEF949}"/>
              </a:ext>
            </a:extLst>
          </p:cNvPr>
          <p:cNvSpPr/>
          <p:nvPr/>
        </p:nvSpPr>
        <p:spPr>
          <a:xfrm>
            <a:off x="933450" y="-198391"/>
            <a:ext cx="4358468" cy="4358468"/>
          </a:xfrm>
          <a:prstGeom prst="arc">
            <a:avLst>
              <a:gd name="adj1" fmla="val 11277978"/>
              <a:gd name="adj2" fmla="val 12243559"/>
            </a:avLst>
          </a:prstGeom>
          <a:ln w="12700" cap="rnd">
            <a:solidFill>
              <a:schemeClr val="accent5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8E58FA40-3057-612C-34EC-22D2A1823A10}"/>
              </a:ext>
            </a:extLst>
          </p:cNvPr>
          <p:cNvSpPr/>
          <p:nvPr/>
        </p:nvSpPr>
        <p:spPr>
          <a:xfrm flipV="1">
            <a:off x="924400" y="1654178"/>
            <a:ext cx="59058" cy="5905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>
              <a:solidFill>
                <a:schemeClr val="accent5"/>
              </a:solidFill>
            </a:endParaRPr>
          </a:p>
        </p:txBody>
      </p:sp>
      <p:sp>
        <p:nvSpPr>
          <p:cNvPr id="41" name="Bogen 40">
            <a:extLst>
              <a:ext uri="{FF2B5EF4-FFF2-40B4-BE49-F238E27FC236}">
                <a16:creationId xmlns:a16="http://schemas.microsoft.com/office/drawing/2014/main" id="{9AA87E28-FACA-3095-D2E6-35CE44E4B0D7}"/>
              </a:ext>
            </a:extLst>
          </p:cNvPr>
          <p:cNvSpPr/>
          <p:nvPr/>
        </p:nvSpPr>
        <p:spPr>
          <a:xfrm>
            <a:off x="1281771" y="149930"/>
            <a:ext cx="3661826" cy="3661826"/>
          </a:xfrm>
          <a:prstGeom prst="arc">
            <a:avLst>
              <a:gd name="adj1" fmla="val 11691102"/>
              <a:gd name="adj2" fmla="val 12243559"/>
            </a:avLst>
          </a:prstGeom>
          <a:ln w="12700" cap="rnd">
            <a:solidFill>
              <a:schemeClr val="accent5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0DA17A62-256C-D55F-FC65-B955E0053177}"/>
              </a:ext>
            </a:extLst>
          </p:cNvPr>
          <p:cNvSpPr/>
          <p:nvPr/>
        </p:nvSpPr>
        <p:spPr>
          <a:xfrm rot="391201">
            <a:off x="1179651" y="1706921"/>
            <a:ext cx="105292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44" name="Bogen 43">
            <a:extLst>
              <a:ext uri="{FF2B5EF4-FFF2-40B4-BE49-F238E27FC236}">
                <a16:creationId xmlns:a16="http://schemas.microsoft.com/office/drawing/2014/main" id="{181A38BA-4A64-1310-A4D7-0163D40F42C7}"/>
              </a:ext>
            </a:extLst>
          </p:cNvPr>
          <p:cNvSpPr/>
          <p:nvPr/>
        </p:nvSpPr>
        <p:spPr>
          <a:xfrm>
            <a:off x="1214391" y="82550"/>
            <a:ext cx="3796586" cy="3796586"/>
          </a:xfrm>
          <a:prstGeom prst="arc">
            <a:avLst>
              <a:gd name="adj1" fmla="val 10798243"/>
              <a:gd name="adj2" fmla="val 11700586"/>
            </a:avLst>
          </a:prstGeom>
          <a:ln w="12700" cap="rnd">
            <a:solidFill>
              <a:schemeClr val="accent5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42DFF6CB-A72D-0E3E-E385-ED8D9D9696C0}"/>
              </a:ext>
            </a:extLst>
          </p:cNvPr>
          <p:cNvCxnSpPr>
            <a:cxnSpLocks/>
          </p:cNvCxnSpPr>
          <p:nvPr/>
        </p:nvCxnSpPr>
        <p:spPr>
          <a:xfrm>
            <a:off x="533400" y="1981203"/>
            <a:ext cx="2581275" cy="0"/>
          </a:xfrm>
          <a:prstGeom prst="line">
            <a:avLst/>
          </a:prstGeom>
          <a:ln w="15875" cap="rnd">
            <a:solidFill>
              <a:srgbClr val="086FBD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1EAC858C-8D80-3E2F-F28B-C4B9CAAFDC34}"/>
              </a:ext>
            </a:extLst>
          </p:cNvPr>
          <p:cNvGrpSpPr/>
          <p:nvPr/>
        </p:nvGrpSpPr>
        <p:grpSpPr>
          <a:xfrm rot="21139162">
            <a:off x="1504088" y="1369867"/>
            <a:ext cx="1567130" cy="719864"/>
            <a:chOff x="1283226" y="985114"/>
            <a:chExt cx="1567130" cy="719864"/>
          </a:xfrm>
        </p:grpSpPr>
        <p:sp>
          <p:nvSpPr>
            <p:cNvPr id="4" name="Freihandform: Form 3">
              <a:extLst>
                <a:ext uri="{FF2B5EF4-FFF2-40B4-BE49-F238E27FC236}">
                  <a16:creationId xmlns:a16="http://schemas.microsoft.com/office/drawing/2014/main" id="{C1DAC558-2041-5420-CD35-5EF1CF774D78}"/>
                </a:ext>
              </a:extLst>
            </p:cNvPr>
            <p:cNvSpPr/>
            <p:nvPr/>
          </p:nvSpPr>
          <p:spPr>
            <a:xfrm>
              <a:off x="1283493" y="985114"/>
              <a:ext cx="1566863" cy="719864"/>
            </a:xfrm>
            <a:custGeom>
              <a:avLst/>
              <a:gdLst>
                <a:gd name="csX0" fmla="*/ 1562100 w 1562100"/>
                <a:gd name="csY0" fmla="*/ 708250 h 708250"/>
                <a:gd name="csX1" fmla="*/ 828675 w 1562100"/>
                <a:gd name="csY1" fmla="*/ 174850 h 708250"/>
                <a:gd name="csX2" fmla="*/ 200025 w 1562100"/>
                <a:gd name="csY2" fmla="*/ 3400 h 708250"/>
                <a:gd name="csX3" fmla="*/ 0 w 1562100"/>
                <a:gd name="csY3" fmla="*/ 70075 h 708250"/>
                <a:gd name="csX0" fmla="*/ 1562100 w 1562100"/>
                <a:gd name="csY0" fmla="*/ 705305 h 705305"/>
                <a:gd name="csX1" fmla="*/ 828675 w 1562100"/>
                <a:gd name="csY1" fmla="*/ 171905 h 705305"/>
                <a:gd name="csX2" fmla="*/ 200025 w 1562100"/>
                <a:gd name="csY2" fmla="*/ 455 h 705305"/>
                <a:gd name="csX3" fmla="*/ 0 w 1562100"/>
                <a:gd name="csY3" fmla="*/ 67130 h 705305"/>
                <a:gd name="csX0" fmla="*/ 1562100 w 1562100"/>
                <a:gd name="csY0" fmla="*/ 714782 h 714782"/>
                <a:gd name="csX1" fmla="*/ 828675 w 1562100"/>
                <a:gd name="csY1" fmla="*/ 181382 h 714782"/>
                <a:gd name="csX2" fmla="*/ 271462 w 1562100"/>
                <a:gd name="csY2" fmla="*/ 407 h 714782"/>
                <a:gd name="csX3" fmla="*/ 0 w 1562100"/>
                <a:gd name="csY3" fmla="*/ 76607 h 714782"/>
                <a:gd name="csX0" fmla="*/ 1562100 w 1562100"/>
                <a:gd name="csY0" fmla="*/ 715619 h 715619"/>
                <a:gd name="csX1" fmla="*/ 828675 w 1562100"/>
                <a:gd name="csY1" fmla="*/ 182219 h 715619"/>
                <a:gd name="csX2" fmla="*/ 271462 w 1562100"/>
                <a:gd name="csY2" fmla="*/ 1244 h 715619"/>
                <a:gd name="csX3" fmla="*/ 0 w 1562100"/>
                <a:gd name="csY3" fmla="*/ 77444 h 715619"/>
                <a:gd name="csX0" fmla="*/ 1562100 w 1562100"/>
                <a:gd name="csY0" fmla="*/ 715619 h 715619"/>
                <a:gd name="csX1" fmla="*/ 828675 w 1562100"/>
                <a:gd name="csY1" fmla="*/ 182219 h 715619"/>
                <a:gd name="csX2" fmla="*/ 271462 w 1562100"/>
                <a:gd name="csY2" fmla="*/ 1244 h 715619"/>
                <a:gd name="csX3" fmla="*/ 0 w 1562100"/>
                <a:gd name="csY3" fmla="*/ 77444 h 715619"/>
                <a:gd name="csX0" fmla="*/ 1562100 w 1562100"/>
                <a:gd name="csY0" fmla="*/ 718988 h 718988"/>
                <a:gd name="csX1" fmla="*/ 876300 w 1562100"/>
                <a:gd name="csY1" fmla="*/ 218926 h 718988"/>
                <a:gd name="csX2" fmla="*/ 271462 w 1562100"/>
                <a:gd name="csY2" fmla="*/ 4613 h 718988"/>
                <a:gd name="csX3" fmla="*/ 0 w 1562100"/>
                <a:gd name="csY3" fmla="*/ 80813 h 718988"/>
                <a:gd name="csX0" fmla="*/ 1562100 w 1562100"/>
                <a:gd name="csY0" fmla="*/ 718988 h 718988"/>
                <a:gd name="csX1" fmla="*/ 876300 w 1562100"/>
                <a:gd name="csY1" fmla="*/ 218926 h 718988"/>
                <a:gd name="csX2" fmla="*/ 271462 w 1562100"/>
                <a:gd name="csY2" fmla="*/ 4613 h 718988"/>
                <a:gd name="csX3" fmla="*/ 0 w 1562100"/>
                <a:gd name="csY3" fmla="*/ 80813 h 718988"/>
                <a:gd name="csX0" fmla="*/ 1562100 w 1562100"/>
                <a:gd name="csY0" fmla="*/ 718988 h 718988"/>
                <a:gd name="csX1" fmla="*/ 876300 w 1562100"/>
                <a:gd name="csY1" fmla="*/ 218926 h 718988"/>
                <a:gd name="csX2" fmla="*/ 271462 w 1562100"/>
                <a:gd name="csY2" fmla="*/ 4613 h 718988"/>
                <a:gd name="csX3" fmla="*/ 0 w 1562100"/>
                <a:gd name="csY3" fmla="*/ 80813 h 718988"/>
                <a:gd name="csX0" fmla="*/ 1562100 w 1562100"/>
                <a:gd name="csY0" fmla="*/ 718988 h 718988"/>
                <a:gd name="csX1" fmla="*/ 876300 w 1562100"/>
                <a:gd name="csY1" fmla="*/ 218926 h 718988"/>
                <a:gd name="csX2" fmla="*/ 271462 w 1562100"/>
                <a:gd name="csY2" fmla="*/ 4613 h 718988"/>
                <a:gd name="csX3" fmla="*/ 0 w 1562100"/>
                <a:gd name="csY3" fmla="*/ 80813 h 718988"/>
                <a:gd name="csX0" fmla="*/ 1566863 w 1566863"/>
                <a:gd name="csY0" fmla="*/ 718299 h 718299"/>
                <a:gd name="csX1" fmla="*/ 881063 w 1566863"/>
                <a:gd name="csY1" fmla="*/ 218237 h 718299"/>
                <a:gd name="csX2" fmla="*/ 276225 w 1566863"/>
                <a:gd name="csY2" fmla="*/ 3924 h 718299"/>
                <a:gd name="csX3" fmla="*/ 0 w 1566863"/>
                <a:gd name="csY3" fmla="*/ 87268 h 718299"/>
                <a:gd name="csX0" fmla="*/ 1566863 w 1566863"/>
                <a:gd name="csY0" fmla="*/ 719694 h 719694"/>
                <a:gd name="csX1" fmla="*/ 881063 w 1566863"/>
                <a:gd name="csY1" fmla="*/ 219632 h 719694"/>
                <a:gd name="csX2" fmla="*/ 276225 w 1566863"/>
                <a:gd name="csY2" fmla="*/ 5319 h 719694"/>
                <a:gd name="csX3" fmla="*/ 0 w 1566863"/>
                <a:gd name="csY3" fmla="*/ 88663 h 719694"/>
                <a:gd name="csX0" fmla="*/ 1566863 w 1566863"/>
                <a:gd name="csY0" fmla="*/ 719864 h 719864"/>
                <a:gd name="csX1" fmla="*/ 881063 w 1566863"/>
                <a:gd name="csY1" fmla="*/ 219802 h 719864"/>
                <a:gd name="csX2" fmla="*/ 276225 w 1566863"/>
                <a:gd name="csY2" fmla="*/ 5489 h 719864"/>
                <a:gd name="csX3" fmla="*/ 0 w 1566863"/>
                <a:gd name="csY3" fmla="*/ 88833 h 719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66863" h="719864">
                  <a:moveTo>
                    <a:pt x="1566863" y="719864"/>
                  </a:moveTo>
                  <a:cubicBezTo>
                    <a:pt x="1313656" y="511901"/>
                    <a:pt x="1129507" y="348389"/>
                    <a:pt x="881063" y="219802"/>
                  </a:cubicBezTo>
                  <a:cubicBezTo>
                    <a:pt x="632619" y="91215"/>
                    <a:pt x="423069" y="27317"/>
                    <a:pt x="276225" y="5489"/>
                  </a:cubicBezTo>
                  <a:cubicBezTo>
                    <a:pt x="129381" y="-16339"/>
                    <a:pt x="11907" y="30095"/>
                    <a:pt x="0" y="88833"/>
                  </a:cubicBezTo>
                </a:path>
              </a:pathLst>
            </a:custGeom>
            <a:noFill/>
            <a:ln w="19050" cap="rnd"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000" dirty="0"/>
            </a:p>
          </p:txBody>
        </p:sp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6508E8EA-8657-EB5E-AEC2-3FFCC71B1D6D}"/>
                </a:ext>
              </a:extLst>
            </p:cNvPr>
            <p:cNvSpPr/>
            <p:nvPr/>
          </p:nvSpPr>
          <p:spPr>
            <a:xfrm>
              <a:off x="1283226" y="1071565"/>
              <a:ext cx="1565121" cy="633413"/>
            </a:xfrm>
            <a:custGeom>
              <a:avLst/>
              <a:gdLst>
                <a:gd name="csX0" fmla="*/ 1562100 w 1562100"/>
                <a:gd name="csY0" fmla="*/ 708250 h 708250"/>
                <a:gd name="csX1" fmla="*/ 828675 w 1562100"/>
                <a:gd name="csY1" fmla="*/ 174850 h 708250"/>
                <a:gd name="csX2" fmla="*/ 200025 w 1562100"/>
                <a:gd name="csY2" fmla="*/ 3400 h 708250"/>
                <a:gd name="csX3" fmla="*/ 0 w 1562100"/>
                <a:gd name="csY3" fmla="*/ 70075 h 708250"/>
                <a:gd name="csX0" fmla="*/ 1562100 w 1562100"/>
                <a:gd name="csY0" fmla="*/ 705305 h 705305"/>
                <a:gd name="csX1" fmla="*/ 828675 w 1562100"/>
                <a:gd name="csY1" fmla="*/ 171905 h 705305"/>
                <a:gd name="csX2" fmla="*/ 200025 w 1562100"/>
                <a:gd name="csY2" fmla="*/ 455 h 705305"/>
                <a:gd name="csX3" fmla="*/ 0 w 1562100"/>
                <a:gd name="csY3" fmla="*/ 67130 h 705305"/>
                <a:gd name="csX0" fmla="*/ 1562100 w 1562100"/>
                <a:gd name="csY0" fmla="*/ 714782 h 714782"/>
                <a:gd name="csX1" fmla="*/ 828675 w 1562100"/>
                <a:gd name="csY1" fmla="*/ 181382 h 714782"/>
                <a:gd name="csX2" fmla="*/ 271462 w 1562100"/>
                <a:gd name="csY2" fmla="*/ 407 h 714782"/>
                <a:gd name="csX3" fmla="*/ 0 w 1562100"/>
                <a:gd name="csY3" fmla="*/ 76607 h 714782"/>
                <a:gd name="csX0" fmla="*/ 1562100 w 1562100"/>
                <a:gd name="csY0" fmla="*/ 715619 h 715619"/>
                <a:gd name="csX1" fmla="*/ 828675 w 1562100"/>
                <a:gd name="csY1" fmla="*/ 182219 h 715619"/>
                <a:gd name="csX2" fmla="*/ 271462 w 1562100"/>
                <a:gd name="csY2" fmla="*/ 1244 h 715619"/>
                <a:gd name="csX3" fmla="*/ 0 w 1562100"/>
                <a:gd name="csY3" fmla="*/ 77444 h 715619"/>
                <a:gd name="csX0" fmla="*/ 1562100 w 1562100"/>
                <a:gd name="csY0" fmla="*/ 715619 h 715619"/>
                <a:gd name="csX1" fmla="*/ 828675 w 1562100"/>
                <a:gd name="csY1" fmla="*/ 182219 h 715619"/>
                <a:gd name="csX2" fmla="*/ 271462 w 1562100"/>
                <a:gd name="csY2" fmla="*/ 1244 h 715619"/>
                <a:gd name="csX3" fmla="*/ 0 w 1562100"/>
                <a:gd name="csY3" fmla="*/ 77444 h 715619"/>
                <a:gd name="csX0" fmla="*/ 1562100 w 1562100"/>
                <a:gd name="csY0" fmla="*/ 718988 h 718988"/>
                <a:gd name="csX1" fmla="*/ 876300 w 1562100"/>
                <a:gd name="csY1" fmla="*/ 218926 h 718988"/>
                <a:gd name="csX2" fmla="*/ 271462 w 1562100"/>
                <a:gd name="csY2" fmla="*/ 4613 h 718988"/>
                <a:gd name="csX3" fmla="*/ 0 w 1562100"/>
                <a:gd name="csY3" fmla="*/ 80813 h 718988"/>
                <a:gd name="csX0" fmla="*/ 1562100 w 1562100"/>
                <a:gd name="csY0" fmla="*/ 718988 h 718988"/>
                <a:gd name="csX1" fmla="*/ 876300 w 1562100"/>
                <a:gd name="csY1" fmla="*/ 218926 h 718988"/>
                <a:gd name="csX2" fmla="*/ 271462 w 1562100"/>
                <a:gd name="csY2" fmla="*/ 4613 h 718988"/>
                <a:gd name="csX3" fmla="*/ 0 w 1562100"/>
                <a:gd name="csY3" fmla="*/ 80813 h 718988"/>
                <a:gd name="csX0" fmla="*/ 1562100 w 1562100"/>
                <a:gd name="csY0" fmla="*/ 718988 h 718988"/>
                <a:gd name="csX1" fmla="*/ 876300 w 1562100"/>
                <a:gd name="csY1" fmla="*/ 218926 h 718988"/>
                <a:gd name="csX2" fmla="*/ 271462 w 1562100"/>
                <a:gd name="csY2" fmla="*/ 4613 h 718988"/>
                <a:gd name="csX3" fmla="*/ 0 w 1562100"/>
                <a:gd name="csY3" fmla="*/ 80813 h 718988"/>
                <a:gd name="csX0" fmla="*/ 1562100 w 1562100"/>
                <a:gd name="csY0" fmla="*/ 718988 h 718988"/>
                <a:gd name="csX1" fmla="*/ 876300 w 1562100"/>
                <a:gd name="csY1" fmla="*/ 218926 h 718988"/>
                <a:gd name="csX2" fmla="*/ 271462 w 1562100"/>
                <a:gd name="csY2" fmla="*/ 4613 h 718988"/>
                <a:gd name="csX3" fmla="*/ 0 w 1562100"/>
                <a:gd name="csY3" fmla="*/ 80813 h 718988"/>
                <a:gd name="csX0" fmla="*/ 1353141 w 1353141"/>
                <a:gd name="csY0" fmla="*/ 833458 h 833458"/>
                <a:gd name="csX1" fmla="*/ 667341 w 1353141"/>
                <a:gd name="csY1" fmla="*/ 333396 h 833458"/>
                <a:gd name="csX2" fmla="*/ 62503 w 1353141"/>
                <a:gd name="csY2" fmla="*/ 119083 h 833458"/>
                <a:gd name="csX3" fmla="*/ 57741 w 1353141"/>
                <a:gd name="csY3" fmla="*/ 4783 h 833458"/>
                <a:gd name="csX0" fmla="*/ 1295400 w 1295400"/>
                <a:gd name="csY0" fmla="*/ 832899 h 832899"/>
                <a:gd name="csX1" fmla="*/ 609600 w 1295400"/>
                <a:gd name="csY1" fmla="*/ 332837 h 832899"/>
                <a:gd name="csX2" fmla="*/ 116680 w 1295400"/>
                <a:gd name="csY2" fmla="*/ 137574 h 832899"/>
                <a:gd name="csX3" fmla="*/ 0 w 1295400"/>
                <a:gd name="csY3" fmla="*/ 4224 h 832899"/>
                <a:gd name="csX0" fmla="*/ 1295400 w 1295400"/>
                <a:gd name="csY0" fmla="*/ 832899 h 832899"/>
                <a:gd name="csX1" fmla="*/ 733425 w 1295400"/>
                <a:gd name="csY1" fmla="*/ 335218 h 832899"/>
                <a:gd name="csX2" fmla="*/ 116680 w 1295400"/>
                <a:gd name="csY2" fmla="*/ 137574 h 832899"/>
                <a:gd name="csX3" fmla="*/ 0 w 1295400"/>
                <a:gd name="csY3" fmla="*/ 4224 h 832899"/>
                <a:gd name="csX0" fmla="*/ 1564481 w 1564481"/>
                <a:gd name="csY0" fmla="*/ 637637 h 637637"/>
                <a:gd name="csX1" fmla="*/ 733425 w 1564481"/>
                <a:gd name="csY1" fmla="*/ 335218 h 637637"/>
                <a:gd name="csX2" fmla="*/ 116680 w 1564481"/>
                <a:gd name="csY2" fmla="*/ 137574 h 637637"/>
                <a:gd name="csX3" fmla="*/ 0 w 1564481"/>
                <a:gd name="csY3" fmla="*/ 4224 h 637637"/>
                <a:gd name="csX0" fmla="*/ 1564481 w 1564481"/>
                <a:gd name="csY0" fmla="*/ 637637 h 637637"/>
                <a:gd name="csX1" fmla="*/ 733425 w 1564481"/>
                <a:gd name="csY1" fmla="*/ 335218 h 637637"/>
                <a:gd name="csX2" fmla="*/ 116680 w 1564481"/>
                <a:gd name="csY2" fmla="*/ 137574 h 637637"/>
                <a:gd name="csX3" fmla="*/ 0 w 1564481"/>
                <a:gd name="csY3" fmla="*/ 4224 h 637637"/>
                <a:gd name="csX0" fmla="*/ 1564481 w 1564481"/>
                <a:gd name="csY0" fmla="*/ 637637 h 637637"/>
                <a:gd name="csX1" fmla="*/ 685800 w 1564481"/>
                <a:gd name="csY1" fmla="*/ 268543 h 637637"/>
                <a:gd name="csX2" fmla="*/ 116680 w 1564481"/>
                <a:gd name="csY2" fmla="*/ 137574 h 637637"/>
                <a:gd name="csX3" fmla="*/ 0 w 1564481"/>
                <a:gd name="csY3" fmla="*/ 4224 h 637637"/>
                <a:gd name="csX0" fmla="*/ 1568986 w 1568986"/>
                <a:gd name="csY0" fmla="*/ 633413 h 633413"/>
                <a:gd name="csX1" fmla="*/ 690305 w 1568986"/>
                <a:gd name="csY1" fmla="*/ 264319 h 633413"/>
                <a:gd name="csX2" fmla="*/ 121185 w 1568986"/>
                <a:gd name="csY2" fmla="*/ 133350 h 633413"/>
                <a:gd name="csX3" fmla="*/ 4505 w 1568986"/>
                <a:gd name="csY3" fmla="*/ 0 h 633413"/>
                <a:gd name="csX0" fmla="*/ 1564855 w 1564855"/>
                <a:gd name="csY0" fmla="*/ 633413 h 633413"/>
                <a:gd name="csX1" fmla="*/ 686174 w 1564855"/>
                <a:gd name="csY1" fmla="*/ 264319 h 633413"/>
                <a:gd name="csX2" fmla="*/ 181348 w 1564855"/>
                <a:gd name="csY2" fmla="*/ 128587 h 633413"/>
                <a:gd name="csX3" fmla="*/ 374 w 1564855"/>
                <a:gd name="csY3" fmla="*/ 0 h 633413"/>
                <a:gd name="csX0" fmla="*/ 1564855 w 1564855"/>
                <a:gd name="csY0" fmla="*/ 633413 h 633413"/>
                <a:gd name="csX1" fmla="*/ 736181 w 1564855"/>
                <a:gd name="csY1" fmla="*/ 259556 h 633413"/>
                <a:gd name="csX2" fmla="*/ 181348 w 1564855"/>
                <a:gd name="csY2" fmla="*/ 128587 h 633413"/>
                <a:gd name="csX3" fmla="*/ 374 w 1564855"/>
                <a:gd name="csY3" fmla="*/ 0 h 633413"/>
                <a:gd name="csX0" fmla="*/ 1564855 w 1564855"/>
                <a:gd name="csY0" fmla="*/ 633413 h 633413"/>
                <a:gd name="csX1" fmla="*/ 736181 w 1564855"/>
                <a:gd name="csY1" fmla="*/ 292894 h 633413"/>
                <a:gd name="csX2" fmla="*/ 181348 w 1564855"/>
                <a:gd name="csY2" fmla="*/ 128587 h 633413"/>
                <a:gd name="csX3" fmla="*/ 374 w 1564855"/>
                <a:gd name="csY3" fmla="*/ 0 h 633413"/>
                <a:gd name="csX0" fmla="*/ 1564855 w 1564855"/>
                <a:gd name="csY0" fmla="*/ 633413 h 633413"/>
                <a:gd name="csX1" fmla="*/ 736181 w 1564855"/>
                <a:gd name="csY1" fmla="*/ 292894 h 633413"/>
                <a:gd name="csX2" fmla="*/ 181348 w 1564855"/>
                <a:gd name="csY2" fmla="*/ 128587 h 633413"/>
                <a:gd name="csX3" fmla="*/ 374 w 1564855"/>
                <a:gd name="csY3" fmla="*/ 0 h 633413"/>
                <a:gd name="csX0" fmla="*/ 1566357 w 1566357"/>
                <a:gd name="csY0" fmla="*/ 633413 h 633413"/>
                <a:gd name="csX1" fmla="*/ 737683 w 1566357"/>
                <a:gd name="csY1" fmla="*/ 292894 h 633413"/>
                <a:gd name="csX2" fmla="*/ 182850 w 1566357"/>
                <a:gd name="csY2" fmla="*/ 128587 h 633413"/>
                <a:gd name="csX3" fmla="*/ 1876 w 1566357"/>
                <a:gd name="csY3" fmla="*/ 0 h 633413"/>
                <a:gd name="csX0" fmla="*/ 1564723 w 1564723"/>
                <a:gd name="csY0" fmla="*/ 633413 h 633413"/>
                <a:gd name="csX1" fmla="*/ 720174 w 1564723"/>
                <a:gd name="csY1" fmla="*/ 305594 h 633413"/>
                <a:gd name="csX2" fmla="*/ 181216 w 1564723"/>
                <a:gd name="csY2" fmla="*/ 128587 h 633413"/>
                <a:gd name="csX3" fmla="*/ 242 w 1564723"/>
                <a:gd name="csY3" fmla="*/ 0 h 633413"/>
                <a:gd name="csX0" fmla="*/ 1564874 w 1564874"/>
                <a:gd name="csY0" fmla="*/ 633413 h 633413"/>
                <a:gd name="csX1" fmla="*/ 720325 w 1564874"/>
                <a:gd name="csY1" fmla="*/ 305594 h 633413"/>
                <a:gd name="csX2" fmla="*/ 181367 w 1564874"/>
                <a:gd name="csY2" fmla="*/ 128587 h 633413"/>
                <a:gd name="csX3" fmla="*/ 393 w 1564874"/>
                <a:gd name="csY3" fmla="*/ 0 h 633413"/>
                <a:gd name="csX0" fmla="*/ 1565121 w 1565121"/>
                <a:gd name="csY0" fmla="*/ 633413 h 633413"/>
                <a:gd name="csX1" fmla="*/ 720572 w 1565121"/>
                <a:gd name="csY1" fmla="*/ 305594 h 633413"/>
                <a:gd name="csX2" fmla="*/ 181614 w 1565121"/>
                <a:gd name="csY2" fmla="*/ 128587 h 633413"/>
                <a:gd name="csX3" fmla="*/ 640 w 1565121"/>
                <a:gd name="csY3" fmla="*/ 0 h 6334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65121" h="633413">
                  <a:moveTo>
                    <a:pt x="1565121" y="633413"/>
                  </a:moveTo>
                  <a:cubicBezTo>
                    <a:pt x="1116651" y="430213"/>
                    <a:pt x="951157" y="389732"/>
                    <a:pt x="720572" y="305594"/>
                  </a:cubicBezTo>
                  <a:cubicBezTo>
                    <a:pt x="489988" y="221456"/>
                    <a:pt x="349228" y="189044"/>
                    <a:pt x="181614" y="128587"/>
                  </a:cubicBezTo>
                  <a:cubicBezTo>
                    <a:pt x="14000" y="68130"/>
                    <a:pt x="-4122" y="19843"/>
                    <a:pt x="640" y="0"/>
                  </a:cubicBezTo>
                </a:path>
              </a:pathLst>
            </a:custGeom>
            <a:noFill/>
            <a:ln w="19050" cap="rnd"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000" dirty="0"/>
            </a:p>
          </p:txBody>
        </p:sp>
      </p:grpSp>
      <p:sp>
        <p:nvSpPr>
          <p:cNvPr id="46" name="Textfeld 45">
            <a:extLst>
              <a:ext uri="{FF2B5EF4-FFF2-40B4-BE49-F238E27FC236}">
                <a16:creationId xmlns:a16="http://schemas.microsoft.com/office/drawing/2014/main" id="{FFD57AB5-C1D0-DBD2-4F6E-BED2ADA3DCB5}"/>
              </a:ext>
            </a:extLst>
          </p:cNvPr>
          <p:cNvSpPr txBox="1"/>
          <p:nvPr/>
        </p:nvSpPr>
        <p:spPr>
          <a:xfrm>
            <a:off x="1431390" y="761188"/>
            <a:ext cx="1079688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Profilsehne</a:t>
            </a:r>
            <a:endParaRPr lang="de-DE" sz="10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21DDD931-4F7E-F700-DBB6-72FFD09E8C97}"/>
              </a:ext>
            </a:extLst>
          </p:cNvPr>
          <p:cNvCxnSpPr>
            <a:cxnSpLocks/>
          </p:cNvCxnSpPr>
          <p:nvPr/>
        </p:nvCxnSpPr>
        <p:spPr>
          <a:xfrm flipH="1">
            <a:off x="1427211" y="971079"/>
            <a:ext cx="365374" cy="562758"/>
          </a:xfrm>
          <a:prstGeom prst="line">
            <a:avLst/>
          </a:prstGeom>
          <a:ln w="9525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076D8F81-62CB-0EE9-C2AC-DB98ED55DD31}"/>
              </a:ext>
            </a:extLst>
          </p:cNvPr>
          <p:cNvCxnSpPr>
            <a:cxnSpLocks/>
          </p:cNvCxnSpPr>
          <p:nvPr/>
        </p:nvCxnSpPr>
        <p:spPr>
          <a:xfrm flipH="1">
            <a:off x="2305247" y="1292226"/>
            <a:ext cx="212974" cy="328028"/>
          </a:xfrm>
          <a:prstGeom prst="line">
            <a:avLst/>
          </a:prstGeom>
          <a:ln w="9525" cap="rnd">
            <a:solidFill>
              <a:schemeClr val="accent2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feld 52">
            <a:extLst>
              <a:ext uri="{FF2B5EF4-FFF2-40B4-BE49-F238E27FC236}">
                <a16:creationId xmlns:a16="http://schemas.microsoft.com/office/drawing/2014/main" id="{3090B424-0B9D-1254-F8DC-5D2EBA987853}"/>
              </a:ext>
            </a:extLst>
          </p:cNvPr>
          <p:cNvSpPr txBox="1"/>
          <p:nvPr/>
        </p:nvSpPr>
        <p:spPr>
          <a:xfrm>
            <a:off x="1756918" y="1083470"/>
            <a:ext cx="1583928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Nullauftriebsrichtung</a:t>
            </a:r>
            <a:endParaRPr lang="de-DE" sz="1000" baseline="-25000" dirty="0">
              <a:solidFill>
                <a:schemeClr val="accent2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BAE2F541-6641-D327-4811-F3F335B9FF44}"/>
              </a:ext>
            </a:extLst>
          </p:cNvPr>
          <p:cNvSpPr txBox="1"/>
          <p:nvPr/>
        </p:nvSpPr>
        <p:spPr>
          <a:xfrm>
            <a:off x="1082278" y="2027872"/>
            <a:ext cx="2224087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lokale Anströmrichtung</a:t>
            </a:r>
            <a:endParaRPr lang="de-DE" sz="10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C5990BEA-643A-893E-FADD-6EC4984A9601}"/>
              </a:ext>
            </a:extLst>
          </p:cNvPr>
          <p:cNvCxnSpPr>
            <a:cxnSpLocks/>
          </p:cNvCxnSpPr>
          <p:nvPr/>
        </p:nvCxnSpPr>
        <p:spPr>
          <a:xfrm flipH="1" flipV="1">
            <a:off x="1556794" y="1767203"/>
            <a:ext cx="146777" cy="302103"/>
          </a:xfrm>
          <a:prstGeom prst="line">
            <a:avLst/>
          </a:prstGeom>
          <a:ln w="9525" cap="rnd">
            <a:solidFill>
              <a:schemeClr val="accent6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202B8B56-4F3A-F42D-4C99-B2484372642C}"/>
              </a:ext>
            </a:extLst>
          </p:cNvPr>
          <p:cNvSpPr txBox="1"/>
          <p:nvPr/>
        </p:nvSpPr>
        <p:spPr>
          <a:xfrm>
            <a:off x="312786" y="2215351"/>
            <a:ext cx="2224087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ungestörte Anströmrichtung</a:t>
            </a:r>
            <a:endParaRPr lang="de-DE" sz="10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E39897FE-F184-C5B8-2010-BBB78D69F9F1}"/>
              </a:ext>
            </a:extLst>
          </p:cNvPr>
          <p:cNvCxnSpPr>
            <a:cxnSpLocks/>
          </p:cNvCxnSpPr>
          <p:nvPr/>
        </p:nvCxnSpPr>
        <p:spPr>
          <a:xfrm flipH="1" flipV="1">
            <a:off x="810296" y="1981203"/>
            <a:ext cx="135359" cy="278603"/>
          </a:xfrm>
          <a:prstGeom prst="line">
            <a:avLst/>
          </a:prstGeom>
          <a:ln w="9525" cap="rnd">
            <a:solidFill>
              <a:srgbClr val="086FBD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feld 66">
            <a:extLst>
              <a:ext uri="{FF2B5EF4-FFF2-40B4-BE49-F238E27FC236}">
                <a16:creationId xmlns:a16="http://schemas.microsoft.com/office/drawing/2014/main" id="{968BD3B8-732B-81A2-097A-0E0E66A3623E}"/>
              </a:ext>
            </a:extLst>
          </p:cNvPr>
          <p:cNvSpPr txBox="1"/>
          <p:nvPr/>
        </p:nvSpPr>
        <p:spPr>
          <a:xfrm>
            <a:off x="424836" y="1329691"/>
            <a:ext cx="32483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3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000" baseline="-25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4C09C36F-5800-20EE-348D-DF5FAC03BE72}"/>
              </a:ext>
            </a:extLst>
          </p:cNvPr>
          <p:cNvSpPr txBox="1"/>
          <p:nvPr/>
        </p:nvSpPr>
        <p:spPr>
          <a:xfrm>
            <a:off x="652102" y="1682974"/>
            <a:ext cx="32483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3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000" baseline="-25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ACA95078-F32C-88B9-7AED-804DC1C1C414}"/>
              </a:ext>
            </a:extLst>
          </p:cNvPr>
          <p:cNvSpPr txBox="1"/>
          <p:nvPr/>
        </p:nvSpPr>
        <p:spPr>
          <a:xfrm>
            <a:off x="727723" y="1244098"/>
            <a:ext cx="32483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3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000" baseline="-25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4730B169-5BFA-065B-0341-25F3C4928CB3}"/>
              </a:ext>
            </a:extLst>
          </p:cNvPr>
          <p:cNvSpPr txBox="1"/>
          <p:nvPr/>
        </p:nvSpPr>
        <p:spPr>
          <a:xfrm>
            <a:off x="954014" y="1229188"/>
            <a:ext cx="518171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3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000" baseline="-25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A=0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59B16198-21A8-3109-D22A-CFEDCF5EF684}"/>
              </a:ext>
            </a:extLst>
          </p:cNvPr>
          <p:cNvSpPr txBox="1"/>
          <p:nvPr/>
        </p:nvSpPr>
        <p:spPr>
          <a:xfrm>
            <a:off x="944418" y="1748734"/>
            <a:ext cx="32483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0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endParaRPr lang="de-DE" sz="10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601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Bogen 111">
            <a:extLst>
              <a:ext uri="{FF2B5EF4-FFF2-40B4-BE49-F238E27FC236}">
                <a16:creationId xmlns:a16="http://schemas.microsoft.com/office/drawing/2014/main" id="{04F5DCF1-C6BC-42B7-903D-4F37214858B7}"/>
              </a:ext>
            </a:extLst>
          </p:cNvPr>
          <p:cNvSpPr/>
          <p:nvPr/>
        </p:nvSpPr>
        <p:spPr>
          <a:xfrm>
            <a:off x="-1244893" y="-20248"/>
            <a:ext cx="3973754" cy="3973754"/>
          </a:xfrm>
          <a:prstGeom prst="arc">
            <a:avLst>
              <a:gd name="adj1" fmla="val 2897"/>
              <a:gd name="adj2" fmla="val 808961"/>
            </a:avLst>
          </a:prstGeom>
          <a:ln w="12700" cap="rnd">
            <a:solidFill>
              <a:schemeClr val="accent2">
                <a:lumMod val="7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7" name="Bogen 106">
            <a:extLst>
              <a:ext uri="{FF2B5EF4-FFF2-40B4-BE49-F238E27FC236}">
                <a16:creationId xmlns:a16="http://schemas.microsoft.com/office/drawing/2014/main" id="{3BCE6A63-2FA3-1C09-1191-931D1C9A3616}"/>
              </a:ext>
            </a:extLst>
          </p:cNvPr>
          <p:cNvSpPr/>
          <p:nvPr/>
        </p:nvSpPr>
        <p:spPr>
          <a:xfrm>
            <a:off x="1976645" y="930831"/>
            <a:ext cx="2072278" cy="2072278"/>
          </a:xfrm>
          <a:prstGeom prst="arc">
            <a:avLst>
              <a:gd name="adj1" fmla="val 10799897"/>
              <a:gd name="adj2" fmla="val 11773488"/>
            </a:avLst>
          </a:prstGeom>
          <a:ln w="12700" cap="rnd">
            <a:solidFill>
              <a:schemeClr val="tx2">
                <a:lumMod val="75000"/>
                <a:lumOff val="2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453BC48D-6BD2-D25B-237D-0C3EAE2A0000}"/>
              </a:ext>
            </a:extLst>
          </p:cNvPr>
          <p:cNvCxnSpPr>
            <a:cxnSpLocks/>
          </p:cNvCxnSpPr>
          <p:nvPr/>
        </p:nvCxnSpPr>
        <p:spPr>
          <a:xfrm>
            <a:off x="767228" y="1493701"/>
            <a:ext cx="1094910" cy="0"/>
          </a:xfrm>
          <a:prstGeom prst="line">
            <a:avLst/>
          </a:prstGeom>
          <a:ln w="9525" cap="rnd">
            <a:solidFill>
              <a:schemeClr val="accent6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89B54080-D4D6-AA94-A2FB-CFCAD04DE0A0}"/>
              </a:ext>
            </a:extLst>
          </p:cNvPr>
          <p:cNvGrpSpPr/>
          <p:nvPr/>
        </p:nvGrpSpPr>
        <p:grpSpPr>
          <a:xfrm>
            <a:off x="3217688" y="1726119"/>
            <a:ext cx="297655" cy="495659"/>
            <a:chOff x="2818943" y="1913621"/>
            <a:chExt cx="297655" cy="495659"/>
          </a:xfrm>
        </p:grpSpPr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937F024C-E0CE-29AD-4A69-50C7D45F4728}"/>
                </a:ext>
              </a:extLst>
            </p:cNvPr>
            <p:cNvCxnSpPr>
              <a:cxnSpLocks/>
            </p:cNvCxnSpPr>
            <p:nvPr/>
          </p:nvCxnSpPr>
          <p:spPr>
            <a:xfrm>
              <a:off x="2917031" y="2152650"/>
              <a:ext cx="132274" cy="0"/>
            </a:xfrm>
            <a:prstGeom prst="line">
              <a:avLst/>
            </a:prstGeom>
            <a:ln w="9525" cap="rnd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BAF698DC-FA0C-426C-9404-BD71C453BA1F}"/>
                </a:ext>
              </a:extLst>
            </p:cNvPr>
            <p:cNvSpPr txBox="1"/>
            <p:nvPr/>
          </p:nvSpPr>
          <p:spPr>
            <a:xfrm>
              <a:off x="2821323" y="1913621"/>
              <a:ext cx="295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D8AAA2D7-F45A-DB20-FFFD-04070662CF77}"/>
                </a:ext>
              </a:extLst>
            </p:cNvPr>
            <p:cNvSpPr txBox="1"/>
            <p:nvPr/>
          </p:nvSpPr>
          <p:spPr>
            <a:xfrm>
              <a:off x="2818943" y="2101503"/>
              <a:ext cx="295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331DD641-0D8D-BECA-7277-6338168DD72B}"/>
                </a:ext>
              </a:extLst>
            </p:cNvPr>
            <p:cNvCxnSpPr>
              <a:cxnSpLocks/>
            </p:cNvCxnSpPr>
            <p:nvPr/>
          </p:nvCxnSpPr>
          <p:spPr>
            <a:xfrm>
              <a:off x="2961354" y="2006371"/>
              <a:ext cx="45088" cy="0"/>
            </a:xfrm>
            <a:prstGeom prst="line">
              <a:avLst/>
            </a:prstGeom>
            <a:ln w="6350" cap="sq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645D39D7-F402-76FE-0B00-05165234E951}"/>
              </a:ext>
            </a:extLst>
          </p:cNvPr>
          <p:cNvGrpSpPr/>
          <p:nvPr/>
        </p:nvGrpSpPr>
        <p:grpSpPr>
          <a:xfrm>
            <a:off x="749367" y="670774"/>
            <a:ext cx="370706" cy="509527"/>
            <a:chOff x="2794809" y="1896424"/>
            <a:chExt cx="370706" cy="509527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B0408617-AFEC-0F84-FCFF-6B687B21CA0C}"/>
                </a:ext>
              </a:extLst>
            </p:cNvPr>
            <p:cNvCxnSpPr>
              <a:cxnSpLocks/>
            </p:cNvCxnSpPr>
            <p:nvPr/>
          </p:nvCxnSpPr>
          <p:spPr>
            <a:xfrm>
              <a:off x="2917031" y="2152650"/>
              <a:ext cx="134145" cy="0"/>
            </a:xfrm>
            <a:prstGeom prst="line">
              <a:avLst/>
            </a:prstGeom>
            <a:ln w="9525" cap="rnd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9BAFC275-6F8C-7B94-8ECE-02D43025F532}"/>
                </a:ext>
              </a:extLst>
            </p:cNvPr>
            <p:cNvSpPr txBox="1"/>
            <p:nvPr/>
          </p:nvSpPr>
          <p:spPr>
            <a:xfrm>
              <a:off x="2794809" y="1896424"/>
              <a:ext cx="37070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z</a:t>
              </a:r>
              <a:r>
                <a:rPr lang="de-DE" sz="1400" i="1" baseline="-25000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i</a:t>
              </a:r>
              <a:endParaRPr lang="de-DE" sz="1400" i="1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B4F68DF5-FCED-DD46-C21F-0FBE6EB6AD40}"/>
                </a:ext>
              </a:extLst>
            </p:cNvPr>
            <p:cNvSpPr txBox="1"/>
            <p:nvPr/>
          </p:nvSpPr>
          <p:spPr>
            <a:xfrm>
              <a:off x="2815033" y="2098174"/>
              <a:ext cx="295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AD13F007-62EA-3298-F1BD-A0D6B01C3E94}"/>
                </a:ext>
              </a:extLst>
            </p:cNvPr>
            <p:cNvCxnSpPr>
              <a:cxnSpLocks/>
            </p:cNvCxnSpPr>
            <p:nvPr/>
          </p:nvCxnSpPr>
          <p:spPr>
            <a:xfrm>
              <a:off x="2961982" y="1992880"/>
              <a:ext cx="38341" cy="0"/>
            </a:xfrm>
            <a:prstGeom prst="line">
              <a:avLst/>
            </a:prstGeom>
            <a:ln w="6350" cap="sq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CAD4F6CE-908C-CADC-4B1C-F148A3018359}"/>
              </a:ext>
            </a:extLst>
          </p:cNvPr>
          <p:cNvCxnSpPr>
            <a:cxnSpLocks/>
          </p:cNvCxnSpPr>
          <p:nvPr/>
        </p:nvCxnSpPr>
        <p:spPr>
          <a:xfrm>
            <a:off x="767228" y="2510493"/>
            <a:ext cx="2247435" cy="0"/>
          </a:xfrm>
          <a:prstGeom prst="line">
            <a:avLst/>
          </a:prstGeom>
          <a:ln w="9525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8A79E886-09FA-D72B-7905-596213EBBF7B}"/>
              </a:ext>
            </a:extLst>
          </p:cNvPr>
          <p:cNvCxnSpPr>
            <a:cxnSpLocks/>
          </p:cNvCxnSpPr>
          <p:nvPr/>
        </p:nvCxnSpPr>
        <p:spPr>
          <a:xfrm>
            <a:off x="738648" y="1965148"/>
            <a:ext cx="2276013" cy="544689"/>
          </a:xfrm>
          <a:prstGeom prst="line">
            <a:avLst/>
          </a:prstGeom>
          <a:ln w="9525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20077038-76F6-0F2E-C7A6-C76EABDDD354}"/>
              </a:ext>
            </a:extLst>
          </p:cNvPr>
          <p:cNvCxnSpPr>
            <a:cxnSpLocks/>
          </p:cNvCxnSpPr>
          <p:nvPr/>
        </p:nvCxnSpPr>
        <p:spPr>
          <a:xfrm flipV="1">
            <a:off x="738648" y="888205"/>
            <a:ext cx="0" cy="1824039"/>
          </a:xfrm>
          <a:prstGeom prst="straightConnector1">
            <a:avLst/>
          </a:prstGeom>
          <a:ln cap="rnd"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D00EDF71-6A13-262B-5688-4580747AC6A5}"/>
              </a:ext>
            </a:extLst>
          </p:cNvPr>
          <p:cNvCxnSpPr>
            <a:cxnSpLocks/>
          </p:cNvCxnSpPr>
          <p:nvPr/>
        </p:nvCxnSpPr>
        <p:spPr>
          <a:xfrm>
            <a:off x="738648" y="1966682"/>
            <a:ext cx="2506536" cy="0"/>
          </a:xfrm>
          <a:prstGeom prst="straightConnector1">
            <a:avLst/>
          </a:prstGeom>
          <a:ln cap="rnd"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5D821EC9-6D0A-96BA-B6EA-F80A1D9F2C33}"/>
              </a:ext>
            </a:extLst>
          </p:cNvPr>
          <p:cNvCxnSpPr>
            <a:cxnSpLocks/>
          </p:cNvCxnSpPr>
          <p:nvPr/>
        </p:nvCxnSpPr>
        <p:spPr>
          <a:xfrm flipV="1">
            <a:off x="3012281" y="1909779"/>
            <a:ext cx="0" cy="109521"/>
          </a:xfrm>
          <a:prstGeom prst="line">
            <a:avLst/>
          </a:prstGeom>
          <a:ln w="12700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E8E14171-6560-FF27-1C62-146DED2131B9}"/>
              </a:ext>
            </a:extLst>
          </p:cNvPr>
          <p:cNvSpPr/>
          <p:nvPr/>
        </p:nvSpPr>
        <p:spPr>
          <a:xfrm>
            <a:off x="741029" y="1850185"/>
            <a:ext cx="2271251" cy="784599"/>
          </a:xfrm>
          <a:custGeom>
            <a:avLst/>
            <a:gdLst>
              <a:gd name="csX0" fmla="*/ 0 w 2278857"/>
              <a:gd name="csY0" fmla="*/ 145011 h 836190"/>
              <a:gd name="csX1" fmla="*/ 504825 w 2278857"/>
              <a:gd name="csY1" fmla="*/ 11661 h 836190"/>
              <a:gd name="csX2" fmla="*/ 1116807 w 2278857"/>
              <a:gd name="csY2" fmla="*/ 409330 h 836190"/>
              <a:gd name="csX3" fmla="*/ 1671638 w 2278857"/>
              <a:gd name="csY3" fmla="*/ 823668 h 836190"/>
              <a:gd name="csX4" fmla="*/ 2278857 w 2278857"/>
              <a:gd name="csY4" fmla="*/ 687936 h 836190"/>
              <a:gd name="csX0" fmla="*/ 0 w 2278857"/>
              <a:gd name="csY0" fmla="*/ 145011 h 836190"/>
              <a:gd name="csX1" fmla="*/ 504825 w 2278857"/>
              <a:gd name="csY1" fmla="*/ 11661 h 836190"/>
              <a:gd name="csX2" fmla="*/ 1116807 w 2278857"/>
              <a:gd name="csY2" fmla="*/ 409330 h 836190"/>
              <a:gd name="csX3" fmla="*/ 1671638 w 2278857"/>
              <a:gd name="csY3" fmla="*/ 823668 h 836190"/>
              <a:gd name="csX4" fmla="*/ 2278857 w 2278857"/>
              <a:gd name="csY4" fmla="*/ 687936 h 836190"/>
              <a:gd name="csX0" fmla="*/ 0 w 2278857"/>
              <a:gd name="csY0" fmla="*/ 117505 h 808684"/>
              <a:gd name="csX1" fmla="*/ 609600 w 2278857"/>
              <a:gd name="csY1" fmla="*/ 15112 h 808684"/>
              <a:gd name="csX2" fmla="*/ 1116807 w 2278857"/>
              <a:gd name="csY2" fmla="*/ 381824 h 808684"/>
              <a:gd name="csX3" fmla="*/ 1671638 w 2278857"/>
              <a:gd name="csY3" fmla="*/ 796162 h 808684"/>
              <a:gd name="csX4" fmla="*/ 2278857 w 2278857"/>
              <a:gd name="csY4" fmla="*/ 660430 h 808684"/>
              <a:gd name="csX0" fmla="*/ 0 w 2278857"/>
              <a:gd name="csY0" fmla="*/ 117505 h 771236"/>
              <a:gd name="csX1" fmla="*/ 609600 w 2278857"/>
              <a:gd name="csY1" fmla="*/ 15112 h 771236"/>
              <a:gd name="csX2" fmla="*/ 1116807 w 2278857"/>
              <a:gd name="csY2" fmla="*/ 381824 h 771236"/>
              <a:gd name="csX3" fmla="*/ 1588294 w 2278857"/>
              <a:gd name="csY3" fmla="*/ 753299 h 771236"/>
              <a:gd name="csX4" fmla="*/ 2278857 w 2278857"/>
              <a:gd name="csY4" fmla="*/ 660430 h 771236"/>
              <a:gd name="csX0" fmla="*/ 0 w 2278857"/>
              <a:gd name="csY0" fmla="*/ 117505 h 779235"/>
              <a:gd name="csX1" fmla="*/ 609600 w 2278857"/>
              <a:gd name="csY1" fmla="*/ 15112 h 779235"/>
              <a:gd name="csX2" fmla="*/ 1116807 w 2278857"/>
              <a:gd name="csY2" fmla="*/ 381824 h 779235"/>
              <a:gd name="csX3" fmla="*/ 1624013 w 2278857"/>
              <a:gd name="csY3" fmla="*/ 762824 h 779235"/>
              <a:gd name="csX4" fmla="*/ 2278857 w 2278857"/>
              <a:gd name="csY4" fmla="*/ 660430 h 779235"/>
              <a:gd name="csX0" fmla="*/ 0 w 2278857"/>
              <a:gd name="csY0" fmla="*/ 117505 h 785376"/>
              <a:gd name="csX1" fmla="*/ 609600 w 2278857"/>
              <a:gd name="csY1" fmla="*/ 15112 h 785376"/>
              <a:gd name="csX2" fmla="*/ 1116807 w 2278857"/>
              <a:gd name="csY2" fmla="*/ 381824 h 785376"/>
              <a:gd name="csX3" fmla="*/ 1628775 w 2278857"/>
              <a:gd name="csY3" fmla="*/ 769968 h 785376"/>
              <a:gd name="csX4" fmla="*/ 2278857 w 2278857"/>
              <a:gd name="csY4" fmla="*/ 660430 h 785376"/>
              <a:gd name="csX0" fmla="*/ 0 w 2278857"/>
              <a:gd name="csY0" fmla="*/ 117505 h 785376"/>
              <a:gd name="csX1" fmla="*/ 609600 w 2278857"/>
              <a:gd name="csY1" fmla="*/ 15112 h 785376"/>
              <a:gd name="csX2" fmla="*/ 1116807 w 2278857"/>
              <a:gd name="csY2" fmla="*/ 381824 h 785376"/>
              <a:gd name="csX3" fmla="*/ 1628775 w 2278857"/>
              <a:gd name="csY3" fmla="*/ 769968 h 785376"/>
              <a:gd name="csX4" fmla="*/ 2278857 w 2278857"/>
              <a:gd name="csY4" fmla="*/ 660430 h 785376"/>
              <a:gd name="csX0" fmla="*/ 0 w 2278857"/>
              <a:gd name="csY0" fmla="*/ 117505 h 785376"/>
              <a:gd name="csX1" fmla="*/ 609600 w 2278857"/>
              <a:gd name="csY1" fmla="*/ 15112 h 785376"/>
              <a:gd name="csX2" fmla="*/ 1116807 w 2278857"/>
              <a:gd name="csY2" fmla="*/ 381824 h 785376"/>
              <a:gd name="csX3" fmla="*/ 1628775 w 2278857"/>
              <a:gd name="csY3" fmla="*/ 769968 h 785376"/>
              <a:gd name="csX4" fmla="*/ 2278857 w 2278857"/>
              <a:gd name="csY4" fmla="*/ 660430 h 785376"/>
              <a:gd name="csX0" fmla="*/ 0 w 2278857"/>
              <a:gd name="csY0" fmla="*/ 117505 h 785376"/>
              <a:gd name="csX1" fmla="*/ 609600 w 2278857"/>
              <a:gd name="csY1" fmla="*/ 15112 h 785376"/>
              <a:gd name="csX2" fmla="*/ 1116807 w 2278857"/>
              <a:gd name="csY2" fmla="*/ 381824 h 785376"/>
              <a:gd name="csX3" fmla="*/ 1628775 w 2278857"/>
              <a:gd name="csY3" fmla="*/ 769968 h 785376"/>
              <a:gd name="csX4" fmla="*/ 2278857 w 2278857"/>
              <a:gd name="csY4" fmla="*/ 660430 h 785376"/>
              <a:gd name="csX0" fmla="*/ 0 w 2278857"/>
              <a:gd name="csY0" fmla="*/ 117505 h 785376"/>
              <a:gd name="csX1" fmla="*/ 609600 w 2278857"/>
              <a:gd name="csY1" fmla="*/ 15112 h 785376"/>
              <a:gd name="csX2" fmla="*/ 1116807 w 2278857"/>
              <a:gd name="csY2" fmla="*/ 381824 h 785376"/>
              <a:gd name="csX3" fmla="*/ 1628775 w 2278857"/>
              <a:gd name="csY3" fmla="*/ 769968 h 785376"/>
              <a:gd name="csX4" fmla="*/ 2278857 w 2278857"/>
              <a:gd name="csY4" fmla="*/ 660430 h 785376"/>
              <a:gd name="csX0" fmla="*/ 0 w 2278857"/>
              <a:gd name="csY0" fmla="*/ 116728 h 784599"/>
              <a:gd name="csX1" fmla="*/ 609600 w 2278857"/>
              <a:gd name="csY1" fmla="*/ 14335 h 784599"/>
              <a:gd name="csX2" fmla="*/ 1116807 w 2278857"/>
              <a:gd name="csY2" fmla="*/ 381047 h 784599"/>
              <a:gd name="csX3" fmla="*/ 1628775 w 2278857"/>
              <a:gd name="csY3" fmla="*/ 769191 h 784599"/>
              <a:gd name="csX4" fmla="*/ 2278857 w 2278857"/>
              <a:gd name="csY4" fmla="*/ 659653 h 784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78857" h="784599">
                <a:moveTo>
                  <a:pt x="0" y="116728"/>
                </a:moveTo>
                <a:cubicBezTo>
                  <a:pt x="178459" y="34376"/>
                  <a:pt x="423466" y="-29718"/>
                  <a:pt x="609600" y="14335"/>
                </a:cubicBezTo>
                <a:cubicBezTo>
                  <a:pt x="795735" y="58388"/>
                  <a:pt x="949325" y="202850"/>
                  <a:pt x="1116807" y="381047"/>
                </a:cubicBezTo>
                <a:cubicBezTo>
                  <a:pt x="1284289" y="559244"/>
                  <a:pt x="1435100" y="722757"/>
                  <a:pt x="1628775" y="769191"/>
                </a:cubicBezTo>
                <a:cubicBezTo>
                  <a:pt x="1822450" y="815625"/>
                  <a:pt x="2072085" y="750736"/>
                  <a:pt x="2278857" y="659653"/>
                </a:cubicBezTo>
              </a:path>
            </a:pathLst>
          </a:custGeom>
          <a:noFill/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37B3E4A2-869B-375B-123E-030E3259FB0C}"/>
              </a:ext>
            </a:extLst>
          </p:cNvPr>
          <p:cNvSpPr/>
          <p:nvPr/>
        </p:nvSpPr>
        <p:spPr>
          <a:xfrm>
            <a:off x="741029" y="1495115"/>
            <a:ext cx="2271252" cy="471950"/>
          </a:xfrm>
          <a:custGeom>
            <a:avLst/>
            <a:gdLst>
              <a:gd name="csX0" fmla="*/ 0 w 2271252"/>
              <a:gd name="csY0" fmla="*/ 471949 h 471949"/>
              <a:gd name="csX1" fmla="*/ 1165123 w 2271252"/>
              <a:gd name="csY1" fmla="*/ 1 h 471949"/>
              <a:gd name="csX2" fmla="*/ 2271252 w 2271252"/>
              <a:gd name="csY2" fmla="*/ 467033 h 471949"/>
              <a:gd name="csX0" fmla="*/ 0 w 2271252"/>
              <a:gd name="csY0" fmla="*/ 471950 h 471950"/>
              <a:gd name="csX1" fmla="*/ 1165123 w 2271252"/>
              <a:gd name="csY1" fmla="*/ 2 h 471950"/>
              <a:gd name="csX2" fmla="*/ 2271252 w 2271252"/>
              <a:gd name="csY2" fmla="*/ 467034 h 471950"/>
              <a:gd name="csX0" fmla="*/ 0 w 2271252"/>
              <a:gd name="csY0" fmla="*/ 471950 h 471950"/>
              <a:gd name="csX1" fmla="*/ 1165123 w 2271252"/>
              <a:gd name="csY1" fmla="*/ 2 h 471950"/>
              <a:gd name="csX2" fmla="*/ 2271252 w 2271252"/>
              <a:gd name="csY2" fmla="*/ 467034 h 471950"/>
              <a:gd name="csX0" fmla="*/ 0 w 2271252"/>
              <a:gd name="csY0" fmla="*/ 471950 h 471950"/>
              <a:gd name="csX1" fmla="*/ 1138929 w 2271252"/>
              <a:gd name="csY1" fmla="*/ 2 h 471950"/>
              <a:gd name="csX2" fmla="*/ 2271252 w 2271252"/>
              <a:gd name="csY2" fmla="*/ 467034 h 471950"/>
              <a:gd name="csX0" fmla="*/ 0 w 2271252"/>
              <a:gd name="csY0" fmla="*/ 471950 h 471950"/>
              <a:gd name="csX1" fmla="*/ 1127023 w 2271252"/>
              <a:gd name="csY1" fmla="*/ 2 h 471950"/>
              <a:gd name="csX2" fmla="*/ 2271252 w 2271252"/>
              <a:gd name="csY2" fmla="*/ 467034 h 471950"/>
              <a:gd name="csX0" fmla="*/ 0 w 2271252"/>
              <a:gd name="csY0" fmla="*/ 471950 h 471950"/>
              <a:gd name="csX1" fmla="*/ 1127023 w 2271252"/>
              <a:gd name="csY1" fmla="*/ 2 h 471950"/>
              <a:gd name="csX2" fmla="*/ 2271252 w 2271252"/>
              <a:gd name="csY2" fmla="*/ 467034 h 47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271252" h="471950">
                <a:moveTo>
                  <a:pt x="0" y="471950"/>
                </a:moveTo>
                <a:cubicBezTo>
                  <a:pt x="255177" y="236385"/>
                  <a:pt x="598463" y="821"/>
                  <a:pt x="1127023" y="2"/>
                </a:cubicBezTo>
                <a:cubicBezTo>
                  <a:pt x="1655583" y="-817"/>
                  <a:pt x="2020017" y="244451"/>
                  <a:pt x="2271252" y="467034"/>
                </a:cubicBezTo>
              </a:path>
            </a:pathLst>
          </a:custGeom>
          <a:noFill/>
          <a:ln cap="rnd">
            <a:solidFill>
              <a:schemeClr val="accent6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 dirty="0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EE292886-2442-A765-7EEC-271C7E80AC9A}"/>
              </a:ext>
            </a:extLst>
          </p:cNvPr>
          <p:cNvCxnSpPr>
            <a:cxnSpLocks/>
          </p:cNvCxnSpPr>
          <p:nvPr/>
        </p:nvCxnSpPr>
        <p:spPr>
          <a:xfrm>
            <a:off x="741029" y="1307306"/>
            <a:ext cx="2273787" cy="657842"/>
          </a:xfrm>
          <a:prstGeom prst="line">
            <a:avLst/>
          </a:prstGeom>
          <a:ln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6EA20DC9-08D9-7982-4B05-219673E02F94}"/>
              </a:ext>
            </a:extLst>
          </p:cNvPr>
          <p:cNvSpPr txBox="1"/>
          <p:nvPr/>
        </p:nvSpPr>
        <p:spPr>
          <a:xfrm>
            <a:off x="2866827" y="2005322"/>
            <a:ext cx="2952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B97206D2-138F-0735-FDD0-784B0AB88B32}"/>
              </a:ext>
            </a:extLst>
          </p:cNvPr>
          <p:cNvSpPr txBox="1"/>
          <p:nvPr/>
        </p:nvSpPr>
        <p:spPr>
          <a:xfrm>
            <a:off x="-179360" y="1126519"/>
            <a:ext cx="11656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 </a:t>
            </a:r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− </a:t>
            </a:r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*</a:t>
            </a:r>
          </a:p>
        </p:txBody>
      </p: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713D471E-01EB-A78C-F933-16E1D979DFCF}"/>
              </a:ext>
            </a:extLst>
          </p:cNvPr>
          <p:cNvGrpSpPr/>
          <p:nvPr/>
        </p:nvGrpSpPr>
        <p:grpSpPr>
          <a:xfrm>
            <a:off x="324341" y="1292925"/>
            <a:ext cx="361102" cy="459140"/>
            <a:chOff x="250934" y="1346504"/>
            <a:chExt cx="361102" cy="459140"/>
          </a:xfrm>
        </p:grpSpPr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DD556F77-DA42-9F3D-49CD-28518B720246}"/>
                </a:ext>
              </a:extLst>
            </p:cNvPr>
            <p:cNvSpPr txBox="1"/>
            <p:nvPr/>
          </p:nvSpPr>
          <p:spPr>
            <a:xfrm>
              <a:off x="251088" y="1346504"/>
              <a:ext cx="3609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100" i="1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  <a:r>
                <a:rPr lang="de-DE" sz="1100" baseline="-25000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  <a:endParaRPr lang="de-DE" sz="11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10122D72-9D41-5FF4-F7EB-884CDA4A41B2}"/>
                </a:ext>
              </a:extLst>
            </p:cNvPr>
            <p:cNvSpPr txBox="1"/>
            <p:nvPr/>
          </p:nvSpPr>
          <p:spPr>
            <a:xfrm>
              <a:off x="250934" y="1544034"/>
              <a:ext cx="3609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100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4</a:t>
              </a:r>
            </a:p>
          </p:txBody>
        </p: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7D380A19-5FD4-7BA4-762A-6D4671E438A2}"/>
                </a:ext>
              </a:extLst>
            </p:cNvPr>
            <p:cNvCxnSpPr>
              <a:cxnSpLocks/>
            </p:cNvCxnSpPr>
            <p:nvPr/>
          </p:nvCxnSpPr>
          <p:spPr>
            <a:xfrm>
              <a:off x="345603" y="1572093"/>
              <a:ext cx="173510" cy="0"/>
            </a:xfrm>
            <a:prstGeom prst="line">
              <a:avLst/>
            </a:prstGeom>
            <a:ln w="9525" cap="rnd">
              <a:solidFill>
                <a:schemeClr val="accent6">
                  <a:lumMod val="75000"/>
                </a:schemeClr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C5DF7631-2738-394C-17AB-80FDE6E4101C}"/>
              </a:ext>
            </a:extLst>
          </p:cNvPr>
          <p:cNvCxnSpPr>
            <a:cxnSpLocks/>
          </p:cNvCxnSpPr>
          <p:nvPr/>
        </p:nvCxnSpPr>
        <p:spPr>
          <a:xfrm>
            <a:off x="678924" y="1493701"/>
            <a:ext cx="114686" cy="0"/>
          </a:xfrm>
          <a:prstGeom prst="line">
            <a:avLst/>
          </a:prstGeom>
          <a:ln w="19050" cap="rnd">
            <a:solidFill>
              <a:schemeClr val="accent6">
                <a:lumMod val="75000"/>
              </a:schemeClr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108AE4B0-CEF5-85F8-D472-A742D53A551C}"/>
              </a:ext>
            </a:extLst>
          </p:cNvPr>
          <p:cNvCxnSpPr>
            <a:cxnSpLocks/>
          </p:cNvCxnSpPr>
          <p:nvPr/>
        </p:nvCxnSpPr>
        <p:spPr>
          <a:xfrm>
            <a:off x="678924" y="1310344"/>
            <a:ext cx="114686" cy="0"/>
          </a:xfrm>
          <a:prstGeom prst="line">
            <a:avLst/>
          </a:prstGeom>
          <a:ln w="19050" cap="rnd">
            <a:solidFill>
              <a:schemeClr val="tx2">
                <a:lumMod val="75000"/>
                <a:lumOff val="25000"/>
              </a:schemeClr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96A71507-2FF4-ADBE-C89A-F449215E80F7}"/>
              </a:ext>
            </a:extLst>
          </p:cNvPr>
          <p:cNvGrpSpPr/>
          <p:nvPr/>
        </p:nvGrpSpPr>
        <p:grpSpPr>
          <a:xfrm>
            <a:off x="347684" y="2348920"/>
            <a:ext cx="361102" cy="459140"/>
            <a:chOff x="250934" y="1346504"/>
            <a:chExt cx="361102" cy="459140"/>
          </a:xfrm>
        </p:grpSpPr>
        <p:sp>
          <p:nvSpPr>
            <p:cNvPr id="69" name="Textfeld 68">
              <a:extLst>
                <a:ext uri="{FF2B5EF4-FFF2-40B4-BE49-F238E27FC236}">
                  <a16:creationId xmlns:a16="http://schemas.microsoft.com/office/drawing/2014/main" id="{D7D69520-2A8A-B1F5-2450-7E3FA2DB0719}"/>
                </a:ext>
              </a:extLst>
            </p:cNvPr>
            <p:cNvSpPr txBox="1"/>
            <p:nvPr/>
          </p:nvSpPr>
          <p:spPr>
            <a:xfrm>
              <a:off x="251088" y="1346504"/>
              <a:ext cx="3609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100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  <a:r>
                <a:rPr lang="de-DE" sz="1100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  <a:endPara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A1FE0EEB-CE4A-6344-9878-73C30C0072D7}"/>
                </a:ext>
              </a:extLst>
            </p:cNvPr>
            <p:cNvSpPr txBox="1"/>
            <p:nvPr/>
          </p:nvSpPr>
          <p:spPr>
            <a:xfrm>
              <a:off x="250934" y="1544034"/>
              <a:ext cx="3609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1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3</a:t>
              </a:r>
            </a:p>
          </p:txBody>
        </p:sp>
        <p:cxnSp>
          <p:nvCxnSpPr>
            <p:cNvPr id="71" name="Gerader Verbinder 70">
              <a:extLst>
                <a:ext uri="{FF2B5EF4-FFF2-40B4-BE49-F238E27FC236}">
                  <a16:creationId xmlns:a16="http://schemas.microsoft.com/office/drawing/2014/main" id="{339AEEE7-F688-7EFF-EB85-76378834C9B0}"/>
                </a:ext>
              </a:extLst>
            </p:cNvPr>
            <p:cNvCxnSpPr>
              <a:cxnSpLocks/>
            </p:cNvCxnSpPr>
            <p:nvPr/>
          </p:nvCxnSpPr>
          <p:spPr>
            <a:xfrm>
              <a:off x="345603" y="1572093"/>
              <a:ext cx="173510" cy="0"/>
            </a:xfrm>
            <a:prstGeom prst="line">
              <a:avLst/>
            </a:prstGeom>
            <a:ln w="9525" cap="rnd">
              <a:solidFill>
                <a:schemeClr val="accent2">
                  <a:lumMod val="75000"/>
                </a:schemeClr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B917696B-0EED-EC17-47AD-B14488BDBB2C}"/>
              </a:ext>
            </a:extLst>
          </p:cNvPr>
          <p:cNvCxnSpPr>
            <a:cxnSpLocks/>
          </p:cNvCxnSpPr>
          <p:nvPr/>
        </p:nvCxnSpPr>
        <p:spPr>
          <a:xfrm>
            <a:off x="678924" y="2509837"/>
            <a:ext cx="114686" cy="0"/>
          </a:xfrm>
          <a:prstGeom prst="line">
            <a:avLst/>
          </a:prstGeom>
          <a:ln w="19050" cap="rnd">
            <a:solidFill>
              <a:schemeClr val="accent2">
                <a:lumMod val="75000"/>
              </a:schemeClr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 Verbindung mit Pfeil 73">
            <a:extLst>
              <a:ext uri="{FF2B5EF4-FFF2-40B4-BE49-F238E27FC236}">
                <a16:creationId xmlns:a16="http://schemas.microsoft.com/office/drawing/2014/main" id="{B312C4DE-8640-0F6F-29C9-690DCD651DBA}"/>
              </a:ext>
            </a:extLst>
          </p:cNvPr>
          <p:cNvCxnSpPr>
            <a:cxnSpLocks/>
          </p:cNvCxnSpPr>
          <p:nvPr/>
        </p:nvCxnSpPr>
        <p:spPr>
          <a:xfrm>
            <a:off x="281892" y="1964539"/>
            <a:ext cx="321008" cy="0"/>
          </a:xfrm>
          <a:prstGeom prst="straightConnector1">
            <a:avLst/>
          </a:prstGeom>
          <a:ln w="12700" cap="rnd"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AAABCFCA-DCF3-7B03-6801-1FAD0C3DE912}"/>
              </a:ext>
            </a:extLst>
          </p:cNvPr>
          <p:cNvCxnSpPr>
            <a:cxnSpLocks/>
          </p:cNvCxnSpPr>
          <p:nvPr/>
        </p:nvCxnSpPr>
        <p:spPr>
          <a:xfrm flipV="1">
            <a:off x="354806" y="2035975"/>
            <a:ext cx="273388" cy="191790"/>
          </a:xfrm>
          <a:prstGeom prst="straightConnector1">
            <a:avLst/>
          </a:prstGeom>
          <a:ln w="12700" cap="rnd"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Textfeld 81">
            <a:extLst>
              <a:ext uri="{FF2B5EF4-FFF2-40B4-BE49-F238E27FC236}">
                <a16:creationId xmlns:a16="http://schemas.microsoft.com/office/drawing/2014/main" id="{7AFD5268-EAEB-C5F9-6551-D9104CD813B1}"/>
              </a:ext>
            </a:extLst>
          </p:cNvPr>
          <p:cNvSpPr txBox="1"/>
          <p:nvPr/>
        </p:nvSpPr>
        <p:spPr>
          <a:xfrm>
            <a:off x="7178" y="1711045"/>
            <a:ext cx="7036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∞</a:t>
            </a:r>
            <a:r>
              <a:rPr lang="de-DE" sz="11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/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∞</a:t>
            </a:r>
            <a:endParaRPr lang="de-DE" sz="11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  <a:p>
            <a:pPr algn="ctr"/>
            <a:endParaRPr lang="de-DE" sz="11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3C707EEF-AC0F-B5A4-B08D-6A1583344E7B}"/>
              </a:ext>
            </a:extLst>
          </p:cNvPr>
          <p:cNvSpPr txBox="1"/>
          <p:nvPr/>
        </p:nvSpPr>
        <p:spPr>
          <a:xfrm>
            <a:off x="96869" y="2200105"/>
            <a:ext cx="3744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∞</a:t>
            </a:r>
            <a:endParaRPr lang="de-DE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5" name="Bogen 84">
            <a:extLst>
              <a:ext uri="{FF2B5EF4-FFF2-40B4-BE49-F238E27FC236}">
                <a16:creationId xmlns:a16="http://schemas.microsoft.com/office/drawing/2014/main" id="{0B6D7B31-023B-B3C1-EEE3-C2CF9016B86A}"/>
              </a:ext>
            </a:extLst>
          </p:cNvPr>
          <p:cNvSpPr/>
          <p:nvPr/>
        </p:nvSpPr>
        <p:spPr>
          <a:xfrm>
            <a:off x="392906" y="1621178"/>
            <a:ext cx="686722" cy="686722"/>
          </a:xfrm>
          <a:prstGeom prst="arc">
            <a:avLst>
              <a:gd name="adj1" fmla="val 8858262"/>
              <a:gd name="adj2" fmla="val 10621352"/>
            </a:avLst>
          </a:prstGeom>
          <a:ln w="12700" cap="rnd">
            <a:solidFill>
              <a:schemeClr val="accent5"/>
            </a:solidFill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D6B011DB-B875-B25A-24F5-767EAAAEDD70}"/>
              </a:ext>
            </a:extLst>
          </p:cNvPr>
          <p:cNvSpPr txBox="1"/>
          <p:nvPr/>
        </p:nvSpPr>
        <p:spPr>
          <a:xfrm>
            <a:off x="107121" y="1990857"/>
            <a:ext cx="36666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11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*</a:t>
            </a:r>
            <a:endParaRPr lang="de-DE" dirty="0">
              <a:solidFill>
                <a:schemeClr val="accent5"/>
              </a:solidFill>
            </a:endParaRPr>
          </a:p>
        </p:txBody>
      </p:sp>
      <p:sp>
        <p:nvSpPr>
          <p:cNvPr id="89" name="Textfeld 88">
            <a:extLst>
              <a:ext uri="{FF2B5EF4-FFF2-40B4-BE49-F238E27FC236}">
                <a16:creationId xmlns:a16="http://schemas.microsoft.com/office/drawing/2014/main" id="{E49A7E6C-C58A-C10C-14FF-E975C0DA7BD5}"/>
              </a:ext>
            </a:extLst>
          </p:cNvPr>
          <p:cNvSpPr txBox="1"/>
          <p:nvPr/>
        </p:nvSpPr>
        <p:spPr>
          <a:xfrm>
            <a:off x="1165810" y="1012124"/>
            <a:ext cx="5129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0</a:t>
            </a: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15019017-63D1-ED4A-FF20-F6FB3D206934}"/>
              </a:ext>
            </a:extLst>
          </p:cNvPr>
          <p:cNvSpPr txBox="1"/>
          <p:nvPr/>
        </p:nvSpPr>
        <p:spPr>
          <a:xfrm>
            <a:off x="1696828" y="1012124"/>
            <a:ext cx="5129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1</a:t>
            </a:r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B9993E86-959C-6AE3-65EA-F90303403977}"/>
              </a:ext>
            </a:extLst>
          </p:cNvPr>
          <p:cNvSpPr txBox="1"/>
          <p:nvPr/>
        </p:nvSpPr>
        <p:spPr>
          <a:xfrm>
            <a:off x="1165810" y="2631527"/>
            <a:ext cx="5129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2</a:t>
            </a:r>
          </a:p>
        </p:txBody>
      </p: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F5D3A26A-AD07-C4C6-4C64-089BF3EC611B}"/>
              </a:ext>
            </a:extLst>
          </p:cNvPr>
          <p:cNvCxnSpPr>
            <a:cxnSpLocks/>
            <a:stCxn id="30" idx="1"/>
          </p:cNvCxnSpPr>
          <p:nvPr/>
        </p:nvCxnSpPr>
        <p:spPr>
          <a:xfrm flipV="1">
            <a:off x="1868052" y="1222706"/>
            <a:ext cx="72423" cy="272411"/>
          </a:xfrm>
          <a:prstGeom prst="line">
            <a:avLst/>
          </a:prstGeom>
          <a:ln w="6350" cap="rnd">
            <a:solidFill>
              <a:schemeClr val="accent6">
                <a:lumMod val="75000"/>
              </a:schemeClr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FCA54879-7E73-9417-929D-2B745A82576C}"/>
              </a:ext>
            </a:extLst>
          </p:cNvPr>
          <p:cNvCxnSpPr>
            <a:cxnSpLocks/>
          </p:cNvCxnSpPr>
          <p:nvPr/>
        </p:nvCxnSpPr>
        <p:spPr>
          <a:xfrm flipV="1">
            <a:off x="1223963" y="1219756"/>
            <a:ext cx="167018" cy="225663"/>
          </a:xfrm>
          <a:prstGeom prst="line">
            <a:avLst/>
          </a:prstGeom>
          <a:ln w="6350" cap="rnd">
            <a:solidFill>
              <a:schemeClr val="tx2">
                <a:lumMod val="75000"/>
                <a:lumOff val="25000"/>
              </a:schemeClr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1772B2E7-A891-FD8D-9B1C-E650CC810C09}"/>
              </a:ext>
            </a:extLst>
          </p:cNvPr>
          <p:cNvCxnSpPr>
            <a:cxnSpLocks/>
          </p:cNvCxnSpPr>
          <p:nvPr/>
        </p:nvCxnSpPr>
        <p:spPr>
          <a:xfrm flipV="1">
            <a:off x="1463675" y="2298700"/>
            <a:ext cx="450850" cy="377825"/>
          </a:xfrm>
          <a:prstGeom prst="line">
            <a:avLst/>
          </a:prstGeom>
          <a:ln w="6350" cap="rnd">
            <a:solidFill>
              <a:schemeClr val="accent2">
                <a:lumMod val="75000"/>
              </a:schemeClr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3A11952F-744E-4740-773F-7374777233CE}"/>
              </a:ext>
            </a:extLst>
          </p:cNvPr>
          <p:cNvSpPr txBox="1"/>
          <p:nvPr/>
        </p:nvSpPr>
        <p:spPr>
          <a:xfrm>
            <a:off x="952616" y="1627408"/>
            <a:ext cx="11656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11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</a:t>
            </a:r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 </a:t>
            </a:r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− </a:t>
            </a:r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*</a:t>
            </a:r>
          </a:p>
        </p:txBody>
      </p:sp>
      <p:sp>
        <p:nvSpPr>
          <p:cNvPr id="114" name="Textfeld 113">
            <a:extLst>
              <a:ext uri="{FF2B5EF4-FFF2-40B4-BE49-F238E27FC236}">
                <a16:creationId xmlns:a16="http://schemas.microsoft.com/office/drawing/2014/main" id="{BCB4D91D-C06A-C935-D3EE-A2E534FBF164}"/>
              </a:ext>
            </a:extLst>
          </p:cNvPr>
          <p:cNvSpPr txBox="1"/>
          <p:nvPr/>
        </p:nvSpPr>
        <p:spPr>
          <a:xfrm>
            <a:off x="1698598" y="1970501"/>
            <a:ext cx="11656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r>
              <a:rPr lang="de-DE" sz="11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 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/3</a:t>
            </a:r>
          </a:p>
        </p:txBody>
      </p:sp>
    </p:spTree>
    <p:extLst>
      <p:ext uri="{BB962C8B-B14F-4D97-AF65-F5344CB8AC3E}">
        <p14:creationId xmlns:p14="http://schemas.microsoft.com/office/powerpoint/2010/main" val="2248130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ABE8C-0631-F2E6-BDED-92AEB65BD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C93ACA81-9180-CFEB-5B4C-9444191A75D3}"/>
              </a:ext>
            </a:extLst>
          </p:cNvPr>
          <p:cNvGrpSpPr/>
          <p:nvPr/>
        </p:nvGrpSpPr>
        <p:grpSpPr>
          <a:xfrm>
            <a:off x="3063700" y="1759457"/>
            <a:ext cx="297655" cy="495659"/>
            <a:chOff x="2818943" y="1913621"/>
            <a:chExt cx="297655" cy="495659"/>
          </a:xfrm>
        </p:grpSpPr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BADDE350-52D7-B9CA-ED85-7891713AC68F}"/>
                </a:ext>
              </a:extLst>
            </p:cNvPr>
            <p:cNvCxnSpPr>
              <a:cxnSpLocks/>
            </p:cNvCxnSpPr>
            <p:nvPr/>
          </p:nvCxnSpPr>
          <p:spPr>
            <a:xfrm>
              <a:off x="2917031" y="2152650"/>
              <a:ext cx="132274" cy="0"/>
            </a:xfrm>
            <a:prstGeom prst="line">
              <a:avLst/>
            </a:prstGeom>
            <a:ln w="9525" cap="rnd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C6FD2DB6-E6D6-E278-CB11-2E5423938AAD}"/>
                </a:ext>
              </a:extLst>
            </p:cNvPr>
            <p:cNvSpPr txBox="1"/>
            <p:nvPr/>
          </p:nvSpPr>
          <p:spPr>
            <a:xfrm>
              <a:off x="2821323" y="1913621"/>
              <a:ext cx="295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B38EA8C7-0D88-F005-D19B-3C1245AC0656}"/>
                </a:ext>
              </a:extLst>
            </p:cNvPr>
            <p:cNvSpPr txBox="1"/>
            <p:nvPr/>
          </p:nvSpPr>
          <p:spPr>
            <a:xfrm>
              <a:off x="2818943" y="2101503"/>
              <a:ext cx="295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C6BC13BE-4DA4-6279-A038-0B0ADD496EFE}"/>
                </a:ext>
              </a:extLst>
            </p:cNvPr>
            <p:cNvCxnSpPr>
              <a:cxnSpLocks/>
            </p:cNvCxnSpPr>
            <p:nvPr/>
          </p:nvCxnSpPr>
          <p:spPr>
            <a:xfrm>
              <a:off x="2961354" y="2006371"/>
              <a:ext cx="45088" cy="0"/>
            </a:xfrm>
            <a:prstGeom prst="line">
              <a:avLst/>
            </a:prstGeom>
            <a:ln w="6350" cap="sq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AE38ADD2-05CC-AA48-7A27-10E90F077F6A}"/>
              </a:ext>
            </a:extLst>
          </p:cNvPr>
          <p:cNvGrpSpPr/>
          <p:nvPr/>
        </p:nvGrpSpPr>
        <p:grpSpPr>
          <a:xfrm>
            <a:off x="214518" y="746425"/>
            <a:ext cx="370706" cy="492860"/>
            <a:chOff x="2792428" y="1913091"/>
            <a:chExt cx="370706" cy="492860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62767AD4-7226-FC79-7A90-EF04635B0611}"/>
                </a:ext>
              </a:extLst>
            </p:cNvPr>
            <p:cNvCxnSpPr>
              <a:cxnSpLocks/>
            </p:cNvCxnSpPr>
            <p:nvPr/>
          </p:nvCxnSpPr>
          <p:spPr>
            <a:xfrm>
              <a:off x="2917031" y="2152650"/>
              <a:ext cx="134145" cy="0"/>
            </a:xfrm>
            <a:prstGeom prst="line">
              <a:avLst/>
            </a:prstGeom>
            <a:ln w="9525" cap="rnd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BD690850-6E7E-FD04-A6FE-3F9B54320004}"/>
                </a:ext>
              </a:extLst>
            </p:cNvPr>
            <p:cNvSpPr txBox="1"/>
            <p:nvPr/>
          </p:nvSpPr>
          <p:spPr>
            <a:xfrm>
              <a:off x="2792428" y="1913091"/>
              <a:ext cx="37070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 err="1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γ</a:t>
              </a:r>
              <a:r>
                <a:rPr lang="de-DE" sz="1400" i="1" baseline="-25000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i</a:t>
              </a:r>
              <a:endParaRPr lang="de-DE" sz="1400" i="1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3CF0E126-A898-772F-2820-C997606DA49A}"/>
                </a:ext>
              </a:extLst>
            </p:cNvPr>
            <p:cNvSpPr txBox="1"/>
            <p:nvPr/>
          </p:nvSpPr>
          <p:spPr>
            <a:xfrm>
              <a:off x="2815033" y="2098174"/>
              <a:ext cx="295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</p:grp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4942828F-CF00-632D-A0D4-FF13B839B253}"/>
              </a:ext>
            </a:extLst>
          </p:cNvPr>
          <p:cNvCxnSpPr>
            <a:cxnSpLocks/>
          </p:cNvCxnSpPr>
          <p:nvPr/>
        </p:nvCxnSpPr>
        <p:spPr>
          <a:xfrm flipV="1">
            <a:off x="584660" y="921543"/>
            <a:ext cx="0" cy="1824039"/>
          </a:xfrm>
          <a:prstGeom prst="straightConnector1">
            <a:avLst/>
          </a:prstGeom>
          <a:ln cap="rnd"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FD7BE870-A661-B8B4-06EA-D9500116FD98}"/>
              </a:ext>
            </a:extLst>
          </p:cNvPr>
          <p:cNvCxnSpPr>
            <a:cxnSpLocks/>
          </p:cNvCxnSpPr>
          <p:nvPr/>
        </p:nvCxnSpPr>
        <p:spPr>
          <a:xfrm>
            <a:off x="584660" y="2000020"/>
            <a:ext cx="2506536" cy="0"/>
          </a:xfrm>
          <a:prstGeom prst="straightConnector1">
            <a:avLst/>
          </a:prstGeom>
          <a:ln cap="rnd"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A696138A-8C91-CE31-9F4E-1C93777C8E82}"/>
              </a:ext>
            </a:extLst>
          </p:cNvPr>
          <p:cNvCxnSpPr>
            <a:cxnSpLocks/>
          </p:cNvCxnSpPr>
          <p:nvPr/>
        </p:nvCxnSpPr>
        <p:spPr>
          <a:xfrm flipV="1">
            <a:off x="2858293" y="1943117"/>
            <a:ext cx="0" cy="109521"/>
          </a:xfrm>
          <a:prstGeom prst="line">
            <a:avLst/>
          </a:prstGeom>
          <a:ln w="12700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2831359E-5A88-CB77-964F-68B78AD9610D}"/>
              </a:ext>
            </a:extLst>
          </p:cNvPr>
          <p:cNvSpPr txBox="1"/>
          <p:nvPr/>
        </p:nvSpPr>
        <p:spPr>
          <a:xfrm>
            <a:off x="2712839" y="2038660"/>
            <a:ext cx="2952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279C83AE-48A4-A4D6-AE0B-B5B64A0D5186}"/>
              </a:ext>
            </a:extLst>
          </p:cNvPr>
          <p:cNvSpPr/>
          <p:nvPr/>
        </p:nvSpPr>
        <p:spPr>
          <a:xfrm>
            <a:off x="585786" y="1277924"/>
            <a:ext cx="2273301" cy="720740"/>
          </a:xfrm>
          <a:custGeom>
            <a:avLst/>
            <a:gdLst>
              <a:gd name="csX0" fmla="*/ 0 w 2273300"/>
              <a:gd name="csY0" fmla="*/ 784225 h 787400"/>
              <a:gd name="csX1" fmla="*/ 1165225 w 2273300"/>
              <a:gd name="csY1" fmla="*/ 0 h 787400"/>
              <a:gd name="csX2" fmla="*/ 2273300 w 2273300"/>
              <a:gd name="csY2" fmla="*/ 787400 h 787400"/>
              <a:gd name="csX0" fmla="*/ 0 w 2273300"/>
              <a:gd name="csY0" fmla="*/ 784225 h 787400"/>
              <a:gd name="csX1" fmla="*/ 1165225 w 2273300"/>
              <a:gd name="csY1" fmla="*/ 0 h 787400"/>
              <a:gd name="csX2" fmla="*/ 2273300 w 2273300"/>
              <a:gd name="csY2" fmla="*/ 787400 h 787400"/>
              <a:gd name="csX0" fmla="*/ 0 w 2273300"/>
              <a:gd name="csY0" fmla="*/ 784225 h 787400"/>
              <a:gd name="csX1" fmla="*/ 1165225 w 2273300"/>
              <a:gd name="csY1" fmla="*/ 0 h 787400"/>
              <a:gd name="csX2" fmla="*/ 2273300 w 2273300"/>
              <a:gd name="csY2" fmla="*/ 787400 h 787400"/>
              <a:gd name="csX0" fmla="*/ 0 w 2273300"/>
              <a:gd name="csY0" fmla="*/ 784225 h 787400"/>
              <a:gd name="csX1" fmla="*/ 1165225 w 2273300"/>
              <a:gd name="csY1" fmla="*/ 0 h 787400"/>
              <a:gd name="csX2" fmla="*/ 2273300 w 2273300"/>
              <a:gd name="csY2" fmla="*/ 787400 h 787400"/>
              <a:gd name="csX0" fmla="*/ 0 w 2273300"/>
              <a:gd name="csY0" fmla="*/ 787400 h 790575"/>
              <a:gd name="csX1" fmla="*/ 1136650 w 2273300"/>
              <a:gd name="csY1" fmla="*/ 0 h 790575"/>
              <a:gd name="csX2" fmla="*/ 2273300 w 2273300"/>
              <a:gd name="csY2" fmla="*/ 790575 h 790575"/>
              <a:gd name="csX0" fmla="*/ 0 w 2273300"/>
              <a:gd name="csY0" fmla="*/ 787418 h 790593"/>
              <a:gd name="csX1" fmla="*/ 1136650 w 2273300"/>
              <a:gd name="csY1" fmla="*/ 18 h 790593"/>
              <a:gd name="csX2" fmla="*/ 2273300 w 2273300"/>
              <a:gd name="csY2" fmla="*/ 790593 h 790593"/>
              <a:gd name="csX0" fmla="*/ 0 w 2273300"/>
              <a:gd name="csY0" fmla="*/ 717575 h 720750"/>
              <a:gd name="csX1" fmla="*/ 1136650 w 2273300"/>
              <a:gd name="csY1" fmla="*/ 25 h 720750"/>
              <a:gd name="csX2" fmla="*/ 2273300 w 2273300"/>
              <a:gd name="csY2" fmla="*/ 720750 h 720750"/>
              <a:gd name="csX0" fmla="*/ 20 w 2273320"/>
              <a:gd name="csY0" fmla="*/ 717575 h 720750"/>
              <a:gd name="csX1" fmla="*/ 1136670 w 2273320"/>
              <a:gd name="csY1" fmla="*/ 25 h 720750"/>
              <a:gd name="csX2" fmla="*/ 2273320 w 2273320"/>
              <a:gd name="csY2" fmla="*/ 720750 h 720750"/>
              <a:gd name="csX0" fmla="*/ 20 w 2273320"/>
              <a:gd name="csY0" fmla="*/ 717568 h 720743"/>
              <a:gd name="csX1" fmla="*/ 1136670 w 2273320"/>
              <a:gd name="csY1" fmla="*/ 18 h 720743"/>
              <a:gd name="csX2" fmla="*/ 2273320 w 2273320"/>
              <a:gd name="csY2" fmla="*/ 720743 h 720743"/>
              <a:gd name="csX0" fmla="*/ 20 w 2273320"/>
              <a:gd name="csY0" fmla="*/ 717565 h 720740"/>
              <a:gd name="csX1" fmla="*/ 1136670 w 2273320"/>
              <a:gd name="csY1" fmla="*/ 15 h 720740"/>
              <a:gd name="csX2" fmla="*/ 2273320 w 2273320"/>
              <a:gd name="csY2" fmla="*/ 720740 h 720740"/>
              <a:gd name="csX0" fmla="*/ 1 w 2273301"/>
              <a:gd name="csY0" fmla="*/ 717565 h 720740"/>
              <a:gd name="csX1" fmla="*/ 1136651 w 2273301"/>
              <a:gd name="csY1" fmla="*/ 15 h 720740"/>
              <a:gd name="csX2" fmla="*/ 2273301 w 2273301"/>
              <a:gd name="csY2" fmla="*/ 720740 h 720740"/>
              <a:gd name="csX0" fmla="*/ 1 w 2273301"/>
              <a:gd name="csY0" fmla="*/ 717565 h 720740"/>
              <a:gd name="csX1" fmla="*/ 1146176 w 2273301"/>
              <a:gd name="csY1" fmla="*/ 15 h 720740"/>
              <a:gd name="csX2" fmla="*/ 2273301 w 2273301"/>
              <a:gd name="csY2" fmla="*/ 720740 h 720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273301" h="720740">
                <a:moveTo>
                  <a:pt x="1" y="717565"/>
                </a:moveTo>
                <a:cubicBezTo>
                  <a:pt x="-528" y="334713"/>
                  <a:pt x="494243" y="2661"/>
                  <a:pt x="1146176" y="15"/>
                </a:cubicBezTo>
                <a:cubicBezTo>
                  <a:pt x="1798109" y="-2631"/>
                  <a:pt x="2270655" y="352704"/>
                  <a:pt x="2273301" y="720740"/>
                </a:cubicBezTo>
              </a:path>
            </a:pathLst>
          </a:custGeom>
          <a:noFill/>
          <a:ln cap="rnd">
            <a:solidFill>
              <a:schemeClr val="accent6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Freihandform: Form 4">
            <a:extLst>
              <a:ext uri="{FF2B5EF4-FFF2-40B4-BE49-F238E27FC236}">
                <a16:creationId xmlns:a16="http://schemas.microsoft.com/office/drawing/2014/main" id="{BE39D794-1B22-2E30-B374-B02D30D978C4}"/>
              </a:ext>
            </a:extLst>
          </p:cNvPr>
          <p:cNvSpPr/>
          <p:nvPr/>
        </p:nvSpPr>
        <p:spPr>
          <a:xfrm>
            <a:off x="741362" y="954088"/>
            <a:ext cx="2117725" cy="1044575"/>
          </a:xfrm>
          <a:custGeom>
            <a:avLst/>
            <a:gdLst>
              <a:gd name="csX0" fmla="*/ 0 w 2117725"/>
              <a:gd name="csY0" fmla="*/ 0 h 1044575"/>
              <a:gd name="csX1" fmla="*/ 993775 w 2117725"/>
              <a:gd name="csY1" fmla="*/ 615950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993775 w 2117725"/>
              <a:gd name="csY1" fmla="*/ 615950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993775 w 2117725"/>
              <a:gd name="csY1" fmla="*/ 615950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993775 w 2117725"/>
              <a:gd name="csY1" fmla="*/ 615950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990600 w 2117725"/>
              <a:gd name="csY1" fmla="*/ 584200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1022350 w 2117725"/>
              <a:gd name="csY1" fmla="*/ 593725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1022350 w 2117725"/>
              <a:gd name="csY1" fmla="*/ 593725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1022350 w 2117725"/>
              <a:gd name="csY1" fmla="*/ 593725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1022350 w 2117725"/>
              <a:gd name="csY1" fmla="*/ 593725 h 1044575"/>
              <a:gd name="csX2" fmla="*/ 2117725 w 2117725"/>
              <a:gd name="csY2" fmla="*/ 1044575 h 1044575"/>
              <a:gd name="csX0" fmla="*/ 0 w 2117725"/>
              <a:gd name="csY0" fmla="*/ 0 h 1044575"/>
              <a:gd name="csX1" fmla="*/ 1022350 w 2117725"/>
              <a:gd name="csY1" fmla="*/ 593725 h 1044575"/>
              <a:gd name="csX2" fmla="*/ 2117725 w 2117725"/>
              <a:gd name="csY2" fmla="*/ 1044575 h 10445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117725" h="1044575">
                <a:moveTo>
                  <a:pt x="0" y="0"/>
                </a:moveTo>
                <a:cubicBezTo>
                  <a:pt x="82285" y="411427"/>
                  <a:pt x="555096" y="489479"/>
                  <a:pt x="1022350" y="593725"/>
                </a:cubicBezTo>
                <a:cubicBezTo>
                  <a:pt x="1489604" y="697971"/>
                  <a:pt x="2070629" y="762000"/>
                  <a:pt x="2117725" y="1044575"/>
                </a:cubicBezTo>
              </a:path>
            </a:pathLst>
          </a:custGeom>
          <a:noFill/>
          <a:ln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8B356C88-0CDA-6570-3EC9-4DE57FD943A6}"/>
              </a:ext>
            </a:extLst>
          </p:cNvPr>
          <p:cNvSpPr/>
          <p:nvPr/>
        </p:nvSpPr>
        <p:spPr>
          <a:xfrm>
            <a:off x="585787" y="1607331"/>
            <a:ext cx="2273300" cy="786621"/>
          </a:xfrm>
          <a:custGeom>
            <a:avLst/>
            <a:gdLst>
              <a:gd name="csX0" fmla="*/ 0 w 2273300"/>
              <a:gd name="csY0" fmla="*/ 422275 h 841375"/>
              <a:gd name="csX1" fmla="*/ 488950 w 2273300"/>
              <a:gd name="csY1" fmla="*/ 0 h 841375"/>
              <a:gd name="csX2" fmla="*/ 1155700 w 2273300"/>
              <a:gd name="csY2" fmla="*/ 419100 h 841375"/>
              <a:gd name="csX3" fmla="*/ 1749425 w 2273300"/>
              <a:gd name="csY3" fmla="*/ 841375 h 841375"/>
              <a:gd name="csX4" fmla="*/ 2273300 w 2273300"/>
              <a:gd name="csY4" fmla="*/ 419100 h 841375"/>
              <a:gd name="csX0" fmla="*/ 0 w 2273300"/>
              <a:gd name="csY0" fmla="*/ 415132 h 834232"/>
              <a:gd name="csX1" fmla="*/ 534194 w 2273300"/>
              <a:gd name="csY1" fmla="*/ 1 h 834232"/>
              <a:gd name="csX2" fmla="*/ 1155700 w 2273300"/>
              <a:gd name="csY2" fmla="*/ 411957 h 834232"/>
              <a:gd name="csX3" fmla="*/ 1749425 w 2273300"/>
              <a:gd name="csY3" fmla="*/ 834232 h 834232"/>
              <a:gd name="csX4" fmla="*/ 2273300 w 2273300"/>
              <a:gd name="csY4" fmla="*/ 411957 h 834232"/>
              <a:gd name="csX0" fmla="*/ 0 w 2273300"/>
              <a:gd name="csY0" fmla="*/ 412751 h 831851"/>
              <a:gd name="csX1" fmla="*/ 584200 w 2273300"/>
              <a:gd name="csY1" fmla="*/ 1 h 831851"/>
              <a:gd name="csX2" fmla="*/ 1155700 w 2273300"/>
              <a:gd name="csY2" fmla="*/ 409576 h 831851"/>
              <a:gd name="csX3" fmla="*/ 1749425 w 2273300"/>
              <a:gd name="csY3" fmla="*/ 831851 h 831851"/>
              <a:gd name="csX4" fmla="*/ 2273300 w 2273300"/>
              <a:gd name="csY4" fmla="*/ 409576 h 831851"/>
              <a:gd name="csX0" fmla="*/ 0 w 2273300"/>
              <a:gd name="csY0" fmla="*/ 412751 h 831851"/>
              <a:gd name="csX1" fmla="*/ 584200 w 2273300"/>
              <a:gd name="csY1" fmla="*/ 1 h 831851"/>
              <a:gd name="csX2" fmla="*/ 1165225 w 2273300"/>
              <a:gd name="csY2" fmla="*/ 414339 h 831851"/>
              <a:gd name="csX3" fmla="*/ 1749425 w 2273300"/>
              <a:gd name="csY3" fmla="*/ 831851 h 831851"/>
              <a:gd name="csX4" fmla="*/ 2273300 w 2273300"/>
              <a:gd name="csY4" fmla="*/ 409576 h 831851"/>
              <a:gd name="csX0" fmla="*/ 0 w 2273300"/>
              <a:gd name="csY0" fmla="*/ 412751 h 831851"/>
              <a:gd name="csX1" fmla="*/ 584200 w 2273300"/>
              <a:gd name="csY1" fmla="*/ 1 h 831851"/>
              <a:gd name="csX2" fmla="*/ 1165225 w 2273300"/>
              <a:gd name="csY2" fmla="*/ 414339 h 831851"/>
              <a:gd name="csX3" fmla="*/ 1749425 w 2273300"/>
              <a:gd name="csY3" fmla="*/ 831851 h 831851"/>
              <a:gd name="csX4" fmla="*/ 2273300 w 2273300"/>
              <a:gd name="csY4" fmla="*/ 409576 h 831851"/>
              <a:gd name="csX0" fmla="*/ 0 w 2273300"/>
              <a:gd name="csY0" fmla="*/ 396083 h 815183"/>
              <a:gd name="csX1" fmla="*/ 562768 w 2273300"/>
              <a:gd name="csY1" fmla="*/ 1 h 815183"/>
              <a:gd name="csX2" fmla="*/ 1165225 w 2273300"/>
              <a:gd name="csY2" fmla="*/ 397671 h 815183"/>
              <a:gd name="csX3" fmla="*/ 1749425 w 2273300"/>
              <a:gd name="csY3" fmla="*/ 815183 h 815183"/>
              <a:gd name="csX4" fmla="*/ 2273300 w 2273300"/>
              <a:gd name="csY4" fmla="*/ 392908 h 815183"/>
              <a:gd name="csX0" fmla="*/ 0 w 2273300"/>
              <a:gd name="csY0" fmla="*/ 396083 h 815183"/>
              <a:gd name="csX1" fmla="*/ 562768 w 2273300"/>
              <a:gd name="csY1" fmla="*/ 1 h 815183"/>
              <a:gd name="csX2" fmla="*/ 1165225 w 2273300"/>
              <a:gd name="csY2" fmla="*/ 397671 h 815183"/>
              <a:gd name="csX3" fmla="*/ 1749425 w 2273300"/>
              <a:gd name="csY3" fmla="*/ 815183 h 815183"/>
              <a:gd name="csX4" fmla="*/ 2273300 w 2273300"/>
              <a:gd name="csY4" fmla="*/ 392908 h 815183"/>
              <a:gd name="csX0" fmla="*/ 0 w 2273300"/>
              <a:gd name="csY0" fmla="*/ 396083 h 815183"/>
              <a:gd name="csX1" fmla="*/ 562768 w 2273300"/>
              <a:gd name="csY1" fmla="*/ 1 h 815183"/>
              <a:gd name="csX2" fmla="*/ 1165225 w 2273300"/>
              <a:gd name="csY2" fmla="*/ 397671 h 815183"/>
              <a:gd name="csX3" fmla="*/ 1749425 w 2273300"/>
              <a:gd name="csY3" fmla="*/ 815183 h 815183"/>
              <a:gd name="csX4" fmla="*/ 2273300 w 2273300"/>
              <a:gd name="csY4" fmla="*/ 392908 h 815183"/>
              <a:gd name="csX0" fmla="*/ 0 w 2273300"/>
              <a:gd name="csY0" fmla="*/ 396083 h 815183"/>
              <a:gd name="csX1" fmla="*/ 562768 w 2273300"/>
              <a:gd name="csY1" fmla="*/ 1 h 815183"/>
              <a:gd name="csX2" fmla="*/ 1165225 w 2273300"/>
              <a:gd name="csY2" fmla="*/ 397671 h 815183"/>
              <a:gd name="csX3" fmla="*/ 1749425 w 2273300"/>
              <a:gd name="csY3" fmla="*/ 815183 h 815183"/>
              <a:gd name="csX4" fmla="*/ 2273300 w 2273300"/>
              <a:gd name="csY4" fmla="*/ 392908 h 815183"/>
              <a:gd name="csX0" fmla="*/ 0 w 2273300"/>
              <a:gd name="csY0" fmla="*/ 396083 h 815183"/>
              <a:gd name="csX1" fmla="*/ 562768 w 2273300"/>
              <a:gd name="csY1" fmla="*/ 1 h 815183"/>
              <a:gd name="csX2" fmla="*/ 1165225 w 2273300"/>
              <a:gd name="csY2" fmla="*/ 397671 h 815183"/>
              <a:gd name="csX3" fmla="*/ 1749425 w 2273300"/>
              <a:gd name="csY3" fmla="*/ 815183 h 815183"/>
              <a:gd name="csX4" fmla="*/ 2273300 w 2273300"/>
              <a:gd name="csY4" fmla="*/ 392908 h 815183"/>
              <a:gd name="csX0" fmla="*/ 0 w 2273300"/>
              <a:gd name="csY0" fmla="*/ 396083 h 791371"/>
              <a:gd name="csX1" fmla="*/ 562768 w 2273300"/>
              <a:gd name="csY1" fmla="*/ 1 h 791371"/>
              <a:gd name="csX2" fmla="*/ 1165225 w 2273300"/>
              <a:gd name="csY2" fmla="*/ 397671 h 791371"/>
              <a:gd name="csX3" fmla="*/ 1751806 w 2273300"/>
              <a:gd name="csY3" fmla="*/ 791371 h 791371"/>
              <a:gd name="csX4" fmla="*/ 2273300 w 2273300"/>
              <a:gd name="csY4" fmla="*/ 392908 h 791371"/>
              <a:gd name="csX0" fmla="*/ 0 w 2273300"/>
              <a:gd name="csY0" fmla="*/ 396083 h 791371"/>
              <a:gd name="csX1" fmla="*/ 562768 w 2273300"/>
              <a:gd name="csY1" fmla="*/ 1 h 791371"/>
              <a:gd name="csX2" fmla="*/ 1165225 w 2273300"/>
              <a:gd name="csY2" fmla="*/ 397671 h 791371"/>
              <a:gd name="csX3" fmla="*/ 1751806 w 2273300"/>
              <a:gd name="csY3" fmla="*/ 791371 h 791371"/>
              <a:gd name="csX4" fmla="*/ 2273300 w 2273300"/>
              <a:gd name="csY4" fmla="*/ 392908 h 791371"/>
              <a:gd name="csX0" fmla="*/ 0 w 2273300"/>
              <a:gd name="csY0" fmla="*/ 396083 h 791371"/>
              <a:gd name="csX1" fmla="*/ 562768 w 2273300"/>
              <a:gd name="csY1" fmla="*/ 1 h 791371"/>
              <a:gd name="csX2" fmla="*/ 1165225 w 2273300"/>
              <a:gd name="csY2" fmla="*/ 397671 h 791371"/>
              <a:gd name="csX3" fmla="*/ 1751806 w 2273300"/>
              <a:gd name="csY3" fmla="*/ 791371 h 791371"/>
              <a:gd name="csX4" fmla="*/ 2273300 w 2273300"/>
              <a:gd name="csY4" fmla="*/ 392908 h 791371"/>
              <a:gd name="csX0" fmla="*/ 0 w 2273300"/>
              <a:gd name="csY0" fmla="*/ 396106 h 791394"/>
              <a:gd name="csX1" fmla="*/ 562768 w 2273300"/>
              <a:gd name="csY1" fmla="*/ 24 h 791394"/>
              <a:gd name="csX2" fmla="*/ 1165225 w 2273300"/>
              <a:gd name="csY2" fmla="*/ 397694 h 791394"/>
              <a:gd name="csX3" fmla="*/ 1751806 w 2273300"/>
              <a:gd name="csY3" fmla="*/ 791394 h 791394"/>
              <a:gd name="csX4" fmla="*/ 2273300 w 2273300"/>
              <a:gd name="csY4" fmla="*/ 392931 h 791394"/>
              <a:gd name="csX0" fmla="*/ 0 w 2273300"/>
              <a:gd name="csY0" fmla="*/ 396106 h 791394"/>
              <a:gd name="csX1" fmla="*/ 562768 w 2273300"/>
              <a:gd name="csY1" fmla="*/ 24 h 791394"/>
              <a:gd name="csX2" fmla="*/ 1165225 w 2273300"/>
              <a:gd name="csY2" fmla="*/ 397694 h 791394"/>
              <a:gd name="csX3" fmla="*/ 1751806 w 2273300"/>
              <a:gd name="csY3" fmla="*/ 791394 h 791394"/>
              <a:gd name="csX4" fmla="*/ 2273300 w 2273300"/>
              <a:gd name="csY4" fmla="*/ 392931 h 791394"/>
              <a:gd name="csX0" fmla="*/ 0 w 2273300"/>
              <a:gd name="csY0" fmla="*/ 396106 h 791394"/>
              <a:gd name="csX1" fmla="*/ 562768 w 2273300"/>
              <a:gd name="csY1" fmla="*/ 24 h 791394"/>
              <a:gd name="csX2" fmla="*/ 1165225 w 2273300"/>
              <a:gd name="csY2" fmla="*/ 397694 h 791394"/>
              <a:gd name="csX3" fmla="*/ 1751806 w 2273300"/>
              <a:gd name="csY3" fmla="*/ 791394 h 791394"/>
              <a:gd name="csX4" fmla="*/ 2273300 w 2273300"/>
              <a:gd name="csY4" fmla="*/ 392931 h 791394"/>
              <a:gd name="csX0" fmla="*/ 0 w 2273300"/>
              <a:gd name="csY0" fmla="*/ 396096 h 791384"/>
              <a:gd name="csX1" fmla="*/ 562768 w 2273300"/>
              <a:gd name="csY1" fmla="*/ 14 h 791384"/>
              <a:gd name="csX2" fmla="*/ 1165225 w 2273300"/>
              <a:gd name="csY2" fmla="*/ 397684 h 791384"/>
              <a:gd name="csX3" fmla="*/ 1751806 w 2273300"/>
              <a:gd name="csY3" fmla="*/ 791384 h 791384"/>
              <a:gd name="csX4" fmla="*/ 2273300 w 2273300"/>
              <a:gd name="csY4" fmla="*/ 392921 h 791384"/>
              <a:gd name="csX0" fmla="*/ 0 w 2273300"/>
              <a:gd name="csY0" fmla="*/ 396096 h 791384"/>
              <a:gd name="csX1" fmla="*/ 562768 w 2273300"/>
              <a:gd name="csY1" fmla="*/ 14 h 791384"/>
              <a:gd name="csX2" fmla="*/ 1165225 w 2273300"/>
              <a:gd name="csY2" fmla="*/ 397684 h 791384"/>
              <a:gd name="csX3" fmla="*/ 1751806 w 2273300"/>
              <a:gd name="csY3" fmla="*/ 791384 h 791384"/>
              <a:gd name="csX4" fmla="*/ 2273300 w 2273300"/>
              <a:gd name="csY4" fmla="*/ 392921 h 791384"/>
              <a:gd name="csX0" fmla="*/ 0 w 2273300"/>
              <a:gd name="csY0" fmla="*/ 396095 h 791383"/>
              <a:gd name="csX1" fmla="*/ 562768 w 2273300"/>
              <a:gd name="csY1" fmla="*/ 13 h 791383"/>
              <a:gd name="csX2" fmla="*/ 1165225 w 2273300"/>
              <a:gd name="csY2" fmla="*/ 397683 h 791383"/>
              <a:gd name="csX3" fmla="*/ 1727993 w 2273300"/>
              <a:gd name="csY3" fmla="*/ 791383 h 791383"/>
              <a:gd name="csX4" fmla="*/ 2273300 w 2273300"/>
              <a:gd name="csY4" fmla="*/ 392920 h 791383"/>
              <a:gd name="csX0" fmla="*/ 0 w 2273300"/>
              <a:gd name="csY0" fmla="*/ 396097 h 791385"/>
              <a:gd name="csX1" fmla="*/ 562768 w 2273300"/>
              <a:gd name="csY1" fmla="*/ 15 h 791385"/>
              <a:gd name="csX2" fmla="*/ 1165225 w 2273300"/>
              <a:gd name="csY2" fmla="*/ 397685 h 791385"/>
              <a:gd name="csX3" fmla="*/ 1727993 w 2273300"/>
              <a:gd name="csY3" fmla="*/ 791385 h 791385"/>
              <a:gd name="csX4" fmla="*/ 2273300 w 2273300"/>
              <a:gd name="csY4" fmla="*/ 392922 h 791385"/>
              <a:gd name="csX0" fmla="*/ 0 w 2273300"/>
              <a:gd name="csY0" fmla="*/ 391333 h 786621"/>
              <a:gd name="csX1" fmla="*/ 586581 w 2273300"/>
              <a:gd name="csY1" fmla="*/ 13 h 786621"/>
              <a:gd name="csX2" fmla="*/ 1165225 w 2273300"/>
              <a:gd name="csY2" fmla="*/ 392921 h 786621"/>
              <a:gd name="csX3" fmla="*/ 1727993 w 2273300"/>
              <a:gd name="csY3" fmla="*/ 786621 h 786621"/>
              <a:gd name="csX4" fmla="*/ 2273300 w 2273300"/>
              <a:gd name="csY4" fmla="*/ 388158 h 786621"/>
              <a:gd name="csX0" fmla="*/ 0 w 2273300"/>
              <a:gd name="csY0" fmla="*/ 391333 h 786621"/>
              <a:gd name="csX1" fmla="*/ 586581 w 2273300"/>
              <a:gd name="csY1" fmla="*/ 13 h 786621"/>
              <a:gd name="csX2" fmla="*/ 1165225 w 2273300"/>
              <a:gd name="csY2" fmla="*/ 392921 h 786621"/>
              <a:gd name="csX3" fmla="*/ 1727993 w 2273300"/>
              <a:gd name="csY3" fmla="*/ 786621 h 786621"/>
              <a:gd name="csX4" fmla="*/ 2273300 w 2273300"/>
              <a:gd name="csY4" fmla="*/ 388158 h 786621"/>
              <a:gd name="csX0" fmla="*/ 0 w 2273300"/>
              <a:gd name="csY0" fmla="*/ 391333 h 786621"/>
              <a:gd name="csX1" fmla="*/ 586581 w 2273300"/>
              <a:gd name="csY1" fmla="*/ 13 h 786621"/>
              <a:gd name="csX2" fmla="*/ 1165225 w 2273300"/>
              <a:gd name="csY2" fmla="*/ 392921 h 786621"/>
              <a:gd name="csX3" fmla="*/ 1727993 w 2273300"/>
              <a:gd name="csY3" fmla="*/ 786621 h 786621"/>
              <a:gd name="csX4" fmla="*/ 2273300 w 2273300"/>
              <a:gd name="csY4" fmla="*/ 388158 h 7866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73300" h="786621">
                <a:moveTo>
                  <a:pt x="0" y="391333"/>
                </a:moveTo>
                <a:cubicBezTo>
                  <a:pt x="145785" y="209035"/>
                  <a:pt x="344752" y="2130"/>
                  <a:pt x="586581" y="13"/>
                </a:cubicBezTo>
                <a:cubicBezTo>
                  <a:pt x="828410" y="-2104"/>
                  <a:pt x="1051190" y="261819"/>
                  <a:pt x="1165225" y="392921"/>
                </a:cubicBezTo>
                <a:cubicBezTo>
                  <a:pt x="1279260" y="524023"/>
                  <a:pt x="1470288" y="786621"/>
                  <a:pt x="1727993" y="786621"/>
                </a:cubicBezTo>
                <a:cubicBezTo>
                  <a:pt x="1985698" y="786621"/>
                  <a:pt x="2121165" y="580245"/>
                  <a:pt x="2273300" y="388158"/>
                </a:cubicBezTo>
              </a:path>
            </a:pathLst>
          </a:custGeom>
          <a:noFill/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8DB379-2808-7EE7-2DF2-97C15FE30FFF}"/>
              </a:ext>
            </a:extLst>
          </p:cNvPr>
          <p:cNvSpPr txBox="1"/>
          <p:nvPr/>
        </p:nvSpPr>
        <p:spPr>
          <a:xfrm>
            <a:off x="754647" y="863458"/>
            <a:ext cx="5129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0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C14636E-63D0-C4C7-97CD-E04B6B239B81}"/>
              </a:ext>
            </a:extLst>
          </p:cNvPr>
          <p:cNvSpPr txBox="1"/>
          <p:nvPr/>
        </p:nvSpPr>
        <p:spPr>
          <a:xfrm>
            <a:off x="1646237" y="1022829"/>
            <a:ext cx="12645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1  (elliptisch)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EE15E482-E8F9-3ABC-42EF-7B801811ED51}"/>
              </a:ext>
            </a:extLst>
          </p:cNvPr>
          <p:cNvSpPr txBox="1"/>
          <p:nvPr/>
        </p:nvSpPr>
        <p:spPr>
          <a:xfrm>
            <a:off x="1324958" y="2052638"/>
            <a:ext cx="5129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2</a:t>
            </a:r>
          </a:p>
        </p:txBody>
      </p:sp>
    </p:spTree>
    <p:extLst>
      <p:ext uri="{BB962C8B-B14F-4D97-AF65-F5344CB8AC3E}">
        <p14:creationId xmlns:p14="http://schemas.microsoft.com/office/powerpoint/2010/main" val="1300493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27ED4-CD45-D298-8BF9-7CE30C4C1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FF5AB41-C51E-1B59-FA26-839019B262C1}"/>
              </a:ext>
            </a:extLst>
          </p:cNvPr>
          <p:cNvGrpSpPr/>
          <p:nvPr/>
        </p:nvGrpSpPr>
        <p:grpSpPr>
          <a:xfrm>
            <a:off x="3063700" y="1759457"/>
            <a:ext cx="297655" cy="495659"/>
            <a:chOff x="2818943" y="1913621"/>
            <a:chExt cx="297655" cy="495659"/>
          </a:xfrm>
        </p:grpSpPr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291C5C54-04FA-1DBB-515D-BE01F0E720F3}"/>
                </a:ext>
              </a:extLst>
            </p:cNvPr>
            <p:cNvCxnSpPr>
              <a:cxnSpLocks/>
            </p:cNvCxnSpPr>
            <p:nvPr/>
          </p:nvCxnSpPr>
          <p:spPr>
            <a:xfrm>
              <a:off x="2917031" y="2152650"/>
              <a:ext cx="132274" cy="0"/>
            </a:xfrm>
            <a:prstGeom prst="line">
              <a:avLst/>
            </a:prstGeom>
            <a:ln w="9525" cap="rnd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406D1307-7EEB-D40B-052B-CA4C2051E65C}"/>
                </a:ext>
              </a:extLst>
            </p:cNvPr>
            <p:cNvSpPr txBox="1"/>
            <p:nvPr/>
          </p:nvSpPr>
          <p:spPr>
            <a:xfrm>
              <a:off x="2821323" y="1913621"/>
              <a:ext cx="295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776B7766-B8B3-D65D-EBF6-1112AF9B688D}"/>
                </a:ext>
              </a:extLst>
            </p:cNvPr>
            <p:cNvSpPr txBox="1"/>
            <p:nvPr/>
          </p:nvSpPr>
          <p:spPr>
            <a:xfrm>
              <a:off x="2818943" y="2101503"/>
              <a:ext cx="295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0A546A60-0666-0455-B46B-B1601BFB1723}"/>
                </a:ext>
              </a:extLst>
            </p:cNvPr>
            <p:cNvCxnSpPr>
              <a:cxnSpLocks/>
            </p:cNvCxnSpPr>
            <p:nvPr/>
          </p:nvCxnSpPr>
          <p:spPr>
            <a:xfrm>
              <a:off x="2961354" y="2006371"/>
              <a:ext cx="45088" cy="0"/>
            </a:xfrm>
            <a:prstGeom prst="line">
              <a:avLst/>
            </a:prstGeom>
            <a:ln w="6350" cap="sq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F4B4208C-DBC2-5F12-63C3-B8F1F4AFEF0A}"/>
              </a:ext>
            </a:extLst>
          </p:cNvPr>
          <p:cNvGrpSpPr/>
          <p:nvPr/>
        </p:nvGrpSpPr>
        <p:grpSpPr>
          <a:xfrm>
            <a:off x="214518" y="746425"/>
            <a:ext cx="370706" cy="492860"/>
            <a:chOff x="2792428" y="1913091"/>
            <a:chExt cx="370706" cy="492860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0C832285-B7CF-8BAF-2207-D834CAAD9205}"/>
                </a:ext>
              </a:extLst>
            </p:cNvPr>
            <p:cNvCxnSpPr>
              <a:cxnSpLocks/>
            </p:cNvCxnSpPr>
            <p:nvPr/>
          </p:nvCxnSpPr>
          <p:spPr>
            <a:xfrm>
              <a:off x="2917031" y="2152650"/>
              <a:ext cx="134145" cy="0"/>
            </a:xfrm>
            <a:prstGeom prst="line">
              <a:avLst/>
            </a:prstGeom>
            <a:ln w="9525" cap="rnd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C5F70A09-FB60-6E25-C848-8435CD3BB1AB}"/>
                </a:ext>
              </a:extLst>
            </p:cNvPr>
            <p:cNvSpPr txBox="1"/>
            <p:nvPr/>
          </p:nvSpPr>
          <p:spPr>
            <a:xfrm>
              <a:off x="2792428" y="1913091"/>
              <a:ext cx="37070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w</a:t>
              </a:r>
              <a:r>
                <a:rPr lang="de-DE" sz="1400" i="1" baseline="-25000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i</a:t>
              </a:r>
              <a:endParaRPr lang="de-DE" sz="1400" i="1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4ECB5D55-6B12-500A-1A65-D2DD65DD8AA1}"/>
                </a:ext>
              </a:extLst>
            </p:cNvPr>
            <p:cNvSpPr txBox="1"/>
            <p:nvPr/>
          </p:nvSpPr>
          <p:spPr>
            <a:xfrm>
              <a:off x="2815033" y="2098174"/>
              <a:ext cx="2952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</p:grp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FDCC2E98-C548-DE2D-63FD-15F1E1E7660D}"/>
              </a:ext>
            </a:extLst>
          </p:cNvPr>
          <p:cNvCxnSpPr>
            <a:cxnSpLocks/>
          </p:cNvCxnSpPr>
          <p:nvPr/>
        </p:nvCxnSpPr>
        <p:spPr>
          <a:xfrm flipV="1">
            <a:off x="584660" y="921543"/>
            <a:ext cx="0" cy="1824039"/>
          </a:xfrm>
          <a:prstGeom prst="straightConnector1">
            <a:avLst/>
          </a:prstGeom>
          <a:ln cap="rnd"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C7E6E52-95C6-7607-4FFF-A181341367D0}"/>
              </a:ext>
            </a:extLst>
          </p:cNvPr>
          <p:cNvCxnSpPr>
            <a:cxnSpLocks/>
          </p:cNvCxnSpPr>
          <p:nvPr/>
        </p:nvCxnSpPr>
        <p:spPr>
          <a:xfrm>
            <a:off x="584660" y="2000020"/>
            <a:ext cx="2506536" cy="0"/>
          </a:xfrm>
          <a:prstGeom prst="straightConnector1">
            <a:avLst/>
          </a:prstGeom>
          <a:ln cap="rnd"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17409D2F-7A0C-169C-CE3B-FA6E0E3EF0E6}"/>
              </a:ext>
            </a:extLst>
          </p:cNvPr>
          <p:cNvCxnSpPr>
            <a:cxnSpLocks/>
          </p:cNvCxnSpPr>
          <p:nvPr/>
        </p:nvCxnSpPr>
        <p:spPr>
          <a:xfrm flipV="1">
            <a:off x="2858293" y="1943117"/>
            <a:ext cx="0" cy="109521"/>
          </a:xfrm>
          <a:prstGeom prst="line">
            <a:avLst/>
          </a:prstGeom>
          <a:ln w="12700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EDFC3AB1-DA71-6A3A-57CD-408A606EEADF}"/>
              </a:ext>
            </a:extLst>
          </p:cNvPr>
          <p:cNvSpPr txBox="1"/>
          <p:nvPr/>
        </p:nvSpPr>
        <p:spPr>
          <a:xfrm>
            <a:off x="2712839" y="2038660"/>
            <a:ext cx="2952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46D3696-03E6-FB87-DBA2-C2EB57E89DE5}"/>
              </a:ext>
            </a:extLst>
          </p:cNvPr>
          <p:cNvSpPr txBox="1"/>
          <p:nvPr/>
        </p:nvSpPr>
        <p:spPr>
          <a:xfrm>
            <a:off x="1471974" y="2458891"/>
            <a:ext cx="5129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0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0337EBA-A3A7-313C-CB8F-4AA239969B60}"/>
              </a:ext>
            </a:extLst>
          </p:cNvPr>
          <p:cNvSpPr txBox="1"/>
          <p:nvPr/>
        </p:nvSpPr>
        <p:spPr>
          <a:xfrm>
            <a:off x="1647119" y="2174233"/>
            <a:ext cx="12645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1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EF9059F7-0934-5AF3-94A9-CE9BA0F59D22}"/>
              </a:ext>
            </a:extLst>
          </p:cNvPr>
          <p:cNvSpPr txBox="1"/>
          <p:nvPr/>
        </p:nvSpPr>
        <p:spPr>
          <a:xfrm>
            <a:off x="2207044" y="1448823"/>
            <a:ext cx="5129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2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55DA62EC-2950-994C-A3E1-72EB5ED33B1C}"/>
              </a:ext>
            </a:extLst>
          </p:cNvPr>
          <p:cNvCxnSpPr/>
          <p:nvPr/>
        </p:nvCxnSpPr>
        <p:spPr>
          <a:xfrm>
            <a:off x="584660" y="2458891"/>
            <a:ext cx="2273633" cy="0"/>
          </a:xfrm>
          <a:prstGeom prst="line">
            <a:avLst/>
          </a:prstGeom>
          <a:ln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E06F970F-7CF7-9A90-94DF-C282D2803731}"/>
              </a:ext>
            </a:extLst>
          </p:cNvPr>
          <p:cNvSpPr txBox="1"/>
          <p:nvPr/>
        </p:nvSpPr>
        <p:spPr>
          <a:xfrm>
            <a:off x="2835739" y="2328086"/>
            <a:ext cx="5836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const</a:t>
            </a:r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.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3BAED1A0-8ACA-1A8A-8A14-9165903490F6}"/>
              </a:ext>
            </a:extLst>
          </p:cNvPr>
          <p:cNvSpPr txBox="1"/>
          <p:nvPr/>
        </p:nvSpPr>
        <p:spPr>
          <a:xfrm>
            <a:off x="150383" y="2328086"/>
            <a:ext cx="4419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−</a:t>
            </a:r>
            <a:r>
              <a:rPr lang="de-DE" sz="11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  <a:endParaRPr lang="de-DE" sz="1100" dirty="0">
              <a:solidFill>
                <a:schemeClr val="tx2">
                  <a:lumMod val="75000"/>
                  <a:lumOff val="2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AD0E8EA6-C88C-D358-666A-7D2794EFD00F}"/>
              </a:ext>
            </a:extLst>
          </p:cNvPr>
          <p:cNvCxnSpPr>
            <a:cxnSpLocks/>
          </p:cNvCxnSpPr>
          <p:nvPr/>
        </p:nvCxnSpPr>
        <p:spPr>
          <a:xfrm>
            <a:off x="584097" y="1682455"/>
            <a:ext cx="2275308" cy="626405"/>
          </a:xfrm>
          <a:prstGeom prst="line">
            <a:avLst/>
          </a:prstGeom>
          <a:ln cap="rnd">
            <a:solidFill>
              <a:schemeClr val="accent6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038BC301-9199-A40E-01CE-45C85B8A985B}"/>
              </a:ext>
            </a:extLst>
          </p:cNvPr>
          <p:cNvSpPr txBox="1"/>
          <p:nvPr/>
        </p:nvSpPr>
        <p:spPr>
          <a:xfrm>
            <a:off x="150383" y="1551651"/>
            <a:ext cx="4419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+</a:t>
            </a:r>
            <a:r>
              <a:rPr lang="de-DE" sz="1100" i="1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baseline="-250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1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6E96D426-6209-6457-36A2-072C456F1E67}"/>
              </a:ext>
            </a:extLst>
          </p:cNvPr>
          <p:cNvSpPr/>
          <p:nvPr/>
        </p:nvSpPr>
        <p:spPr>
          <a:xfrm>
            <a:off x="584890" y="1482161"/>
            <a:ext cx="2273404" cy="766923"/>
          </a:xfrm>
          <a:custGeom>
            <a:avLst/>
            <a:gdLst>
              <a:gd name="csX0" fmla="*/ 0 w 2128007"/>
              <a:gd name="csY0" fmla="*/ 0 h 755951"/>
              <a:gd name="csX1" fmla="*/ 1093592 w 2128007"/>
              <a:gd name="csY1" fmla="*/ 755932 h 755951"/>
              <a:gd name="csX2" fmla="*/ 2128007 w 2128007"/>
              <a:gd name="csY2" fmla="*/ 5362 h 7559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128007" h="755951">
                <a:moveTo>
                  <a:pt x="0" y="0"/>
                </a:moveTo>
                <a:cubicBezTo>
                  <a:pt x="370205" y="367347"/>
                  <a:pt x="738627" y="759107"/>
                  <a:pt x="1093592" y="755932"/>
                </a:cubicBezTo>
                <a:cubicBezTo>
                  <a:pt x="1448557" y="752757"/>
                  <a:pt x="1788282" y="379059"/>
                  <a:pt x="2128007" y="5362"/>
                </a:cubicBezTo>
              </a:path>
            </a:pathLst>
          </a:custGeom>
          <a:noFill/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EF64627B-4496-CD21-7D2D-0B046A1245D0}"/>
              </a:ext>
            </a:extLst>
          </p:cNvPr>
          <p:cNvSpPr txBox="1"/>
          <p:nvPr/>
        </p:nvSpPr>
        <p:spPr>
          <a:xfrm>
            <a:off x="150383" y="1333287"/>
            <a:ext cx="4419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−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endParaRPr lang="de-DE" sz="11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20836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BE6B5-B784-7829-6FC5-E4C259D78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B5E9B793-9D44-42F1-3BB0-04C8A86054A8}"/>
              </a:ext>
            </a:extLst>
          </p:cNvPr>
          <p:cNvCxnSpPr>
            <a:cxnSpLocks/>
          </p:cNvCxnSpPr>
          <p:nvPr/>
        </p:nvCxnSpPr>
        <p:spPr>
          <a:xfrm flipV="1">
            <a:off x="1720215" y="1668871"/>
            <a:ext cx="0" cy="1203563"/>
          </a:xfrm>
          <a:prstGeom prst="straightConnector1">
            <a:avLst/>
          </a:prstGeom>
          <a:ln cap="rnd">
            <a:round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6BBD1F47-E349-C415-FDEC-02F8804B0B18}"/>
              </a:ext>
            </a:extLst>
          </p:cNvPr>
          <p:cNvCxnSpPr>
            <a:cxnSpLocks/>
          </p:cNvCxnSpPr>
          <p:nvPr/>
        </p:nvCxnSpPr>
        <p:spPr>
          <a:xfrm>
            <a:off x="1373148" y="1432670"/>
            <a:ext cx="1333340" cy="1393330"/>
          </a:xfrm>
          <a:prstGeom prst="straightConnector1">
            <a:avLst/>
          </a:prstGeom>
          <a:ln cap="rnd"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29F0472-E9FC-184B-DB52-CBC5EF379070}"/>
              </a:ext>
            </a:extLst>
          </p:cNvPr>
          <p:cNvCxnSpPr>
            <a:cxnSpLocks/>
          </p:cNvCxnSpPr>
          <p:nvPr/>
        </p:nvCxnSpPr>
        <p:spPr>
          <a:xfrm flipV="1">
            <a:off x="496996" y="1264495"/>
            <a:ext cx="2446437" cy="1051322"/>
          </a:xfrm>
          <a:prstGeom prst="straightConnector1">
            <a:avLst/>
          </a:prstGeom>
          <a:ln cap="rnd"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66CD9F39-45DA-AACE-FF5F-C6BC25C1D883}"/>
              </a:ext>
            </a:extLst>
          </p:cNvPr>
          <p:cNvSpPr/>
          <p:nvPr/>
        </p:nvSpPr>
        <p:spPr>
          <a:xfrm>
            <a:off x="788526" y="1359018"/>
            <a:ext cx="1863733" cy="882413"/>
          </a:xfrm>
          <a:custGeom>
            <a:avLst/>
            <a:gdLst>
              <a:gd name="csX0" fmla="*/ 15385 w 1863733"/>
              <a:gd name="csY0" fmla="*/ 830552 h 882413"/>
              <a:gd name="csX1" fmla="*/ 807865 w 1863733"/>
              <a:gd name="csY1" fmla="*/ 294612 h 882413"/>
              <a:gd name="csX2" fmla="*/ 1856885 w 1863733"/>
              <a:gd name="csY2" fmla="*/ 32992 h 882413"/>
              <a:gd name="csX3" fmla="*/ 1143145 w 1863733"/>
              <a:gd name="csY3" fmla="*/ 667992 h 882413"/>
              <a:gd name="csX4" fmla="*/ 15385 w 1863733"/>
              <a:gd name="csY4" fmla="*/ 830552 h 8824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863733" h="882413">
                <a:moveTo>
                  <a:pt x="15385" y="830552"/>
                </a:moveTo>
                <a:cubicBezTo>
                  <a:pt x="-103995" y="709902"/>
                  <a:pt x="500948" y="427539"/>
                  <a:pt x="807865" y="294612"/>
                </a:cubicBezTo>
                <a:cubicBezTo>
                  <a:pt x="1114782" y="161685"/>
                  <a:pt x="1793385" y="-90198"/>
                  <a:pt x="1856885" y="32992"/>
                </a:cubicBezTo>
                <a:cubicBezTo>
                  <a:pt x="1920385" y="156182"/>
                  <a:pt x="1531342" y="489345"/>
                  <a:pt x="1143145" y="667992"/>
                </a:cubicBezTo>
                <a:cubicBezTo>
                  <a:pt x="754948" y="846639"/>
                  <a:pt x="134765" y="951202"/>
                  <a:pt x="15385" y="830552"/>
                </a:cubicBezTo>
                <a:close/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699D9FFA-E261-9A9C-8089-E582C1E369BD}"/>
              </a:ext>
            </a:extLst>
          </p:cNvPr>
          <p:cNvCxnSpPr>
            <a:cxnSpLocks/>
          </p:cNvCxnSpPr>
          <p:nvPr/>
        </p:nvCxnSpPr>
        <p:spPr>
          <a:xfrm flipV="1">
            <a:off x="1720214" y="680811"/>
            <a:ext cx="0" cy="1145540"/>
          </a:xfrm>
          <a:prstGeom prst="straightConnector1">
            <a:avLst/>
          </a:prstGeom>
          <a:ln cap="rnd"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Freihandform: Form 20">
            <a:extLst>
              <a:ext uri="{FF2B5EF4-FFF2-40B4-BE49-F238E27FC236}">
                <a16:creationId xmlns:a16="http://schemas.microsoft.com/office/drawing/2014/main" id="{7ACE082F-DD59-9671-7921-F8FFB7EFDD19}"/>
              </a:ext>
            </a:extLst>
          </p:cNvPr>
          <p:cNvSpPr/>
          <p:nvPr/>
        </p:nvSpPr>
        <p:spPr>
          <a:xfrm>
            <a:off x="1225078" y="1816790"/>
            <a:ext cx="334853" cy="333796"/>
          </a:xfrm>
          <a:custGeom>
            <a:avLst/>
            <a:gdLst>
              <a:gd name="csX0" fmla="*/ 5693 w 276203"/>
              <a:gd name="csY0" fmla="*/ 10296 h 362721"/>
              <a:gd name="csX1" fmla="*/ 22077 w 276203"/>
              <a:gd name="csY1" fmla="*/ 69429 h 362721"/>
              <a:gd name="csX2" fmla="*/ 129518 w 276203"/>
              <a:gd name="csY2" fmla="*/ 166506 h 362721"/>
              <a:gd name="csX3" fmla="*/ 276203 w 276203"/>
              <a:gd name="csY3" fmla="*/ 362721 h 362721"/>
              <a:gd name="csX4" fmla="*/ 108563 w 276203"/>
              <a:gd name="csY4" fmla="*/ 42681 h 362721"/>
              <a:gd name="csX5" fmla="*/ 5693 w 276203"/>
              <a:gd name="csY5" fmla="*/ 10296 h 3627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76203" h="362721">
                <a:moveTo>
                  <a:pt x="5693" y="10296"/>
                </a:moveTo>
                <a:cubicBezTo>
                  <a:pt x="-6588" y="27550"/>
                  <a:pt x="1973" y="43927"/>
                  <a:pt x="22077" y="69429"/>
                </a:cubicBezTo>
                <a:cubicBezTo>
                  <a:pt x="42181" y="94931"/>
                  <a:pt x="93030" y="128288"/>
                  <a:pt x="129518" y="166506"/>
                </a:cubicBezTo>
                <a:cubicBezTo>
                  <a:pt x="166006" y="204724"/>
                  <a:pt x="227878" y="282142"/>
                  <a:pt x="276203" y="362721"/>
                </a:cubicBezTo>
                <a:cubicBezTo>
                  <a:pt x="224569" y="212923"/>
                  <a:pt x="157381" y="91821"/>
                  <a:pt x="108563" y="42681"/>
                </a:cubicBezTo>
                <a:cubicBezTo>
                  <a:pt x="59745" y="-6459"/>
                  <a:pt x="17974" y="-6958"/>
                  <a:pt x="5693" y="10296"/>
                </a:cubicBezTo>
                <a:close/>
              </a:path>
            </a:pathLst>
          </a:custGeom>
          <a:solidFill>
            <a:schemeClr val="bg1">
              <a:alpha val="50000"/>
            </a:schemeClr>
          </a:solidFill>
          <a:ln w="9525" cap="rnd"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B0815EA-56B5-9289-4945-0E2894AEBC94}"/>
              </a:ext>
            </a:extLst>
          </p:cNvPr>
          <p:cNvCxnSpPr>
            <a:cxnSpLocks/>
          </p:cNvCxnSpPr>
          <p:nvPr/>
        </p:nvCxnSpPr>
        <p:spPr>
          <a:xfrm flipV="1">
            <a:off x="1323417" y="1936841"/>
            <a:ext cx="57351" cy="24646"/>
          </a:xfrm>
          <a:prstGeom prst="straightConnector1">
            <a:avLst/>
          </a:prstGeom>
          <a:ln cap="rnd">
            <a:round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Freihandform: Form 23">
            <a:extLst>
              <a:ext uri="{FF2B5EF4-FFF2-40B4-BE49-F238E27FC236}">
                <a16:creationId xmlns:a16="http://schemas.microsoft.com/office/drawing/2014/main" id="{3903B541-CF64-D25E-10FD-F432464AF2BC}"/>
              </a:ext>
            </a:extLst>
          </p:cNvPr>
          <p:cNvSpPr/>
          <p:nvPr/>
        </p:nvSpPr>
        <p:spPr>
          <a:xfrm>
            <a:off x="1875905" y="1494882"/>
            <a:ext cx="407307" cy="392430"/>
          </a:xfrm>
          <a:custGeom>
            <a:avLst/>
            <a:gdLst>
              <a:gd name="csX0" fmla="*/ 0 w 407660"/>
              <a:gd name="csY0" fmla="*/ 47349 h 411388"/>
              <a:gd name="csX1" fmla="*/ 180951 w 407660"/>
              <a:gd name="csY1" fmla="*/ 209918 h 411388"/>
              <a:gd name="csX2" fmla="*/ 310508 w 407660"/>
              <a:gd name="csY2" fmla="*/ 411388 h 411388"/>
              <a:gd name="csX3" fmla="*/ 407660 w 407660"/>
              <a:gd name="csY3" fmla="*/ 344437 h 411388"/>
              <a:gd name="csX4" fmla="*/ 285717 w 407660"/>
              <a:gd name="csY4" fmla="*/ 145148 h 411388"/>
              <a:gd name="csX5" fmla="*/ 127633 w 407660"/>
              <a:gd name="csY5" fmla="*/ 0 h 411388"/>
              <a:gd name="csX6" fmla="*/ 0 w 407660"/>
              <a:gd name="csY6" fmla="*/ 47349 h 4113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7660" h="411388">
                <a:moveTo>
                  <a:pt x="0" y="47349"/>
                </a:moveTo>
                <a:cubicBezTo>
                  <a:pt x="77311" y="91640"/>
                  <a:pt x="129200" y="149245"/>
                  <a:pt x="180951" y="209918"/>
                </a:cubicBezTo>
                <a:cubicBezTo>
                  <a:pt x="232702" y="270591"/>
                  <a:pt x="286061" y="351063"/>
                  <a:pt x="310508" y="411388"/>
                </a:cubicBezTo>
                <a:lnTo>
                  <a:pt x="407660" y="344437"/>
                </a:lnTo>
                <a:cubicBezTo>
                  <a:pt x="375910" y="272682"/>
                  <a:pt x="333977" y="203886"/>
                  <a:pt x="285717" y="145148"/>
                </a:cubicBezTo>
                <a:cubicBezTo>
                  <a:pt x="237457" y="86410"/>
                  <a:pt x="200658" y="39211"/>
                  <a:pt x="127633" y="0"/>
                </a:cubicBezTo>
                <a:lnTo>
                  <a:pt x="0" y="47349"/>
                </a:lnTo>
                <a:close/>
              </a:path>
            </a:pathLst>
          </a:custGeom>
          <a:solidFill>
            <a:schemeClr val="accent2">
              <a:lumMod val="75000"/>
              <a:alpha val="50000"/>
            </a:schemeClr>
          </a:solidFill>
          <a:ln w="12700"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Bogen 24">
            <a:extLst>
              <a:ext uri="{FF2B5EF4-FFF2-40B4-BE49-F238E27FC236}">
                <a16:creationId xmlns:a16="http://schemas.microsoft.com/office/drawing/2014/main" id="{06729D36-4692-90DD-0FDC-3EA6A626E495}"/>
              </a:ext>
            </a:extLst>
          </p:cNvPr>
          <p:cNvSpPr/>
          <p:nvPr/>
        </p:nvSpPr>
        <p:spPr>
          <a:xfrm>
            <a:off x="1544239" y="1140566"/>
            <a:ext cx="351949" cy="172018"/>
          </a:xfrm>
          <a:prstGeom prst="arc">
            <a:avLst>
              <a:gd name="adj1" fmla="val 18208173"/>
              <a:gd name="adj2" fmla="val 13754952"/>
            </a:avLst>
          </a:prstGeom>
          <a:ln cap="rnd">
            <a:solidFill>
              <a:schemeClr val="accent6">
                <a:lumMod val="75000"/>
              </a:schemeClr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Bogen 26">
            <a:extLst>
              <a:ext uri="{FF2B5EF4-FFF2-40B4-BE49-F238E27FC236}">
                <a16:creationId xmlns:a16="http://schemas.microsoft.com/office/drawing/2014/main" id="{00F7E143-85A3-6EF0-F7B5-FE9E741B7A4E}"/>
              </a:ext>
            </a:extLst>
          </p:cNvPr>
          <p:cNvSpPr/>
          <p:nvPr/>
        </p:nvSpPr>
        <p:spPr>
          <a:xfrm rot="8237875">
            <a:off x="2184691" y="2370960"/>
            <a:ext cx="351949" cy="182028"/>
          </a:xfrm>
          <a:prstGeom prst="arc">
            <a:avLst>
              <a:gd name="adj1" fmla="val 18208173"/>
              <a:gd name="adj2" fmla="val 13754952"/>
            </a:avLst>
          </a:prstGeom>
          <a:ln cap="rnd">
            <a:solidFill>
              <a:schemeClr val="accent6">
                <a:lumMod val="75000"/>
              </a:schemeClr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2EAF12C2-741F-D215-B4CE-44455BD936C1}"/>
              </a:ext>
            </a:extLst>
          </p:cNvPr>
          <p:cNvSpPr txBox="1"/>
          <p:nvPr/>
        </p:nvSpPr>
        <p:spPr>
          <a:xfrm>
            <a:off x="974860" y="894753"/>
            <a:ext cx="84158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1400" i="1" baseline="-25000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endParaRPr lang="de-DE" sz="1400" i="1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D7CD437B-BC0B-ACEA-0C29-525CFCF0357F}"/>
              </a:ext>
            </a:extLst>
          </p:cNvPr>
          <p:cNvSpPr txBox="1"/>
          <p:nvPr/>
        </p:nvSpPr>
        <p:spPr>
          <a:xfrm>
            <a:off x="1694385" y="2564657"/>
            <a:ext cx="84158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1400" i="1" baseline="-25000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endParaRPr lang="de-DE" sz="1400" i="1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028C3DEF-087E-EABC-3C6A-3EDD9B0FB0DC}"/>
              </a:ext>
            </a:extLst>
          </p:cNvPr>
          <p:cNvSpPr txBox="1"/>
          <p:nvPr/>
        </p:nvSpPr>
        <p:spPr>
          <a:xfrm>
            <a:off x="2610000" y="2745763"/>
            <a:ext cx="348666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endParaRPr lang="de-DE" sz="14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56871D21-EA9C-94A8-1073-6F555C5EC441}"/>
              </a:ext>
            </a:extLst>
          </p:cNvPr>
          <p:cNvSpPr txBox="1"/>
          <p:nvPr/>
        </p:nvSpPr>
        <p:spPr>
          <a:xfrm>
            <a:off x="2886297" y="1058710"/>
            <a:ext cx="348666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endParaRPr lang="de-DE" sz="14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198B1FDB-6746-4BB4-FA6E-B856010870CE}"/>
              </a:ext>
            </a:extLst>
          </p:cNvPr>
          <p:cNvSpPr txBox="1"/>
          <p:nvPr/>
        </p:nvSpPr>
        <p:spPr>
          <a:xfrm>
            <a:off x="1534383" y="405385"/>
            <a:ext cx="348666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endParaRPr lang="de-DE" sz="14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22DD482F-5103-A442-27E4-EFA6F8A51436}"/>
              </a:ext>
            </a:extLst>
          </p:cNvPr>
          <p:cNvCxnSpPr>
            <a:cxnSpLocks/>
          </p:cNvCxnSpPr>
          <p:nvPr/>
        </p:nvCxnSpPr>
        <p:spPr>
          <a:xfrm flipV="1">
            <a:off x="2017394" y="1129787"/>
            <a:ext cx="0" cy="447009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Textfeld 40">
            <a:extLst>
              <a:ext uri="{FF2B5EF4-FFF2-40B4-BE49-F238E27FC236}">
                <a16:creationId xmlns:a16="http://schemas.microsoft.com/office/drawing/2014/main" id="{20A1D1EA-04B6-FD22-96D3-80EE12BF591B}"/>
              </a:ext>
            </a:extLst>
          </p:cNvPr>
          <p:cNvSpPr txBox="1"/>
          <p:nvPr/>
        </p:nvSpPr>
        <p:spPr>
          <a:xfrm>
            <a:off x="1768420" y="910376"/>
            <a:ext cx="84158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4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400" i="1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D1CCFCDF-4009-E00A-3C5F-48ACFD65A3C6}"/>
              </a:ext>
            </a:extLst>
          </p:cNvPr>
          <p:cNvCxnSpPr>
            <a:cxnSpLocks/>
          </p:cNvCxnSpPr>
          <p:nvPr/>
        </p:nvCxnSpPr>
        <p:spPr>
          <a:xfrm>
            <a:off x="2187512" y="1777369"/>
            <a:ext cx="332456" cy="346886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BCDFC50D-E9EF-E48D-7C4C-82F437A30C59}"/>
              </a:ext>
            </a:extLst>
          </p:cNvPr>
          <p:cNvSpPr txBox="1"/>
          <p:nvPr/>
        </p:nvSpPr>
        <p:spPr>
          <a:xfrm>
            <a:off x="2290115" y="1818875"/>
            <a:ext cx="84158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4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r>
              <a:rPr lang="de-DE" sz="14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endParaRPr lang="de-DE" sz="14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1771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0921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3" name="Gerader Verbinder 232">
            <a:extLst>
              <a:ext uri="{FF2B5EF4-FFF2-40B4-BE49-F238E27FC236}">
                <a16:creationId xmlns:a16="http://schemas.microsoft.com/office/drawing/2014/main" id="{3DB0AEF5-D159-E01C-EF52-90725CDDB93A}"/>
              </a:ext>
            </a:extLst>
          </p:cNvPr>
          <p:cNvCxnSpPr>
            <a:cxnSpLocks/>
          </p:cNvCxnSpPr>
          <p:nvPr/>
        </p:nvCxnSpPr>
        <p:spPr>
          <a:xfrm>
            <a:off x="1044632" y="308453"/>
            <a:ext cx="0" cy="2335404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Rechteck 234">
            <a:extLst>
              <a:ext uri="{FF2B5EF4-FFF2-40B4-BE49-F238E27FC236}">
                <a16:creationId xmlns:a16="http://schemas.microsoft.com/office/drawing/2014/main" id="{FC2960B8-F96A-7F40-EA2B-46E1CF76A729}"/>
              </a:ext>
            </a:extLst>
          </p:cNvPr>
          <p:cNvSpPr/>
          <p:nvPr/>
        </p:nvSpPr>
        <p:spPr>
          <a:xfrm>
            <a:off x="1007744" y="1123116"/>
            <a:ext cx="74085" cy="6398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96" name="Gerader Verbinder 195">
            <a:extLst>
              <a:ext uri="{FF2B5EF4-FFF2-40B4-BE49-F238E27FC236}">
                <a16:creationId xmlns:a16="http://schemas.microsoft.com/office/drawing/2014/main" id="{13931DE4-81F8-D59B-7CD9-43B5EA477955}"/>
              </a:ext>
            </a:extLst>
          </p:cNvPr>
          <p:cNvCxnSpPr>
            <a:cxnSpLocks/>
          </p:cNvCxnSpPr>
          <p:nvPr/>
        </p:nvCxnSpPr>
        <p:spPr>
          <a:xfrm>
            <a:off x="1800485" y="1138587"/>
            <a:ext cx="0" cy="1505270"/>
          </a:xfrm>
          <a:prstGeom prst="line">
            <a:avLst/>
          </a:prstGeom>
          <a:ln w="9525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9" name="Gruppieren 158">
            <a:extLst>
              <a:ext uri="{FF2B5EF4-FFF2-40B4-BE49-F238E27FC236}">
                <a16:creationId xmlns:a16="http://schemas.microsoft.com/office/drawing/2014/main" id="{14947FE9-CF5A-3AC2-A80A-321BD0896238}"/>
              </a:ext>
            </a:extLst>
          </p:cNvPr>
          <p:cNvGrpSpPr/>
          <p:nvPr/>
        </p:nvGrpSpPr>
        <p:grpSpPr>
          <a:xfrm>
            <a:off x="1744596" y="23404"/>
            <a:ext cx="1235390" cy="1206993"/>
            <a:chOff x="1744295" y="78490"/>
            <a:chExt cx="1235390" cy="1206993"/>
          </a:xfrm>
        </p:grpSpPr>
        <p:cxnSp>
          <p:nvCxnSpPr>
            <p:cNvPr id="152" name="Gerade Verbindung mit Pfeil 151">
              <a:extLst>
                <a:ext uri="{FF2B5EF4-FFF2-40B4-BE49-F238E27FC236}">
                  <a16:creationId xmlns:a16="http://schemas.microsoft.com/office/drawing/2014/main" id="{A16EA0DD-CEF0-114C-3089-775A77EA9F0E}"/>
                </a:ext>
              </a:extLst>
            </p:cNvPr>
            <p:cNvCxnSpPr>
              <a:cxnSpLocks/>
            </p:cNvCxnSpPr>
            <p:nvPr/>
          </p:nvCxnSpPr>
          <p:spPr>
            <a:xfrm>
              <a:off x="1799257" y="1165530"/>
              <a:ext cx="994245" cy="0"/>
            </a:xfrm>
            <a:prstGeom prst="straightConnector1">
              <a:avLst/>
            </a:prstGeom>
            <a:ln cap="rnd">
              <a:solidFill>
                <a:schemeClr val="accent6">
                  <a:lumMod val="75000"/>
                </a:schemeClr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Gerade Verbindung mit Pfeil 148">
              <a:extLst>
                <a:ext uri="{FF2B5EF4-FFF2-40B4-BE49-F238E27FC236}">
                  <a16:creationId xmlns:a16="http://schemas.microsoft.com/office/drawing/2014/main" id="{3FAC5893-211D-90D3-27F6-6B55FCDC6E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99287" y="143255"/>
              <a:ext cx="0" cy="1022605"/>
            </a:xfrm>
            <a:prstGeom prst="straightConnector1">
              <a:avLst/>
            </a:prstGeom>
            <a:ln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8" name="Gruppieren 137">
              <a:extLst>
                <a:ext uri="{FF2B5EF4-FFF2-40B4-BE49-F238E27FC236}">
                  <a16:creationId xmlns:a16="http://schemas.microsoft.com/office/drawing/2014/main" id="{73932575-8BA1-CBF2-6947-BE2C8BD7F704}"/>
                </a:ext>
              </a:extLst>
            </p:cNvPr>
            <p:cNvGrpSpPr/>
            <p:nvPr/>
          </p:nvGrpSpPr>
          <p:grpSpPr>
            <a:xfrm>
              <a:off x="1744295" y="1106551"/>
              <a:ext cx="113333" cy="113199"/>
              <a:chOff x="2864153" y="492915"/>
              <a:chExt cx="113333" cy="113199"/>
            </a:xfrm>
          </p:grpSpPr>
          <p:sp>
            <p:nvSpPr>
              <p:cNvPr id="135" name="Ellipse 134">
                <a:extLst>
                  <a:ext uri="{FF2B5EF4-FFF2-40B4-BE49-F238E27FC236}">
                    <a16:creationId xmlns:a16="http://schemas.microsoft.com/office/drawing/2014/main" id="{60A689A3-42E9-C877-7E64-C517152DC8F1}"/>
                  </a:ext>
                </a:extLst>
              </p:cNvPr>
              <p:cNvSpPr/>
              <p:nvPr/>
            </p:nvSpPr>
            <p:spPr>
              <a:xfrm>
                <a:off x="2867025" y="495304"/>
                <a:ext cx="106650" cy="106650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1100" dirty="0"/>
              </a:p>
            </p:txBody>
          </p:sp>
          <p:sp>
            <p:nvSpPr>
              <p:cNvPr id="136" name="Bogen 135">
                <a:extLst>
                  <a:ext uri="{FF2B5EF4-FFF2-40B4-BE49-F238E27FC236}">
                    <a16:creationId xmlns:a16="http://schemas.microsoft.com/office/drawing/2014/main" id="{7911D55A-DAB9-D818-4A28-DD09CFE54E7A}"/>
                  </a:ext>
                </a:extLst>
              </p:cNvPr>
              <p:cNvSpPr/>
              <p:nvPr/>
            </p:nvSpPr>
            <p:spPr>
              <a:xfrm>
                <a:off x="2864153" y="494686"/>
                <a:ext cx="111428" cy="111428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 sz="1100" dirty="0"/>
              </a:p>
            </p:txBody>
          </p:sp>
          <p:sp>
            <p:nvSpPr>
              <p:cNvPr id="137" name="Bogen 136">
                <a:extLst>
                  <a:ext uri="{FF2B5EF4-FFF2-40B4-BE49-F238E27FC236}">
                    <a16:creationId xmlns:a16="http://schemas.microsoft.com/office/drawing/2014/main" id="{7087ED3E-FE4A-A807-7C56-4175F073E6FD}"/>
                  </a:ext>
                </a:extLst>
              </p:cNvPr>
              <p:cNvSpPr/>
              <p:nvPr/>
            </p:nvSpPr>
            <p:spPr>
              <a:xfrm rot="10800000">
                <a:off x="2866058" y="492915"/>
                <a:ext cx="111428" cy="111428"/>
              </a:xfrm>
              <a:prstGeom prst="arc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de-DE" sz="1100" dirty="0"/>
              </a:p>
            </p:txBody>
          </p:sp>
        </p:grpSp>
        <p:sp>
          <p:nvSpPr>
            <p:cNvPr id="155" name="Textfeld 154">
              <a:extLst>
                <a:ext uri="{FF2B5EF4-FFF2-40B4-BE49-F238E27FC236}">
                  <a16:creationId xmlns:a16="http://schemas.microsoft.com/office/drawing/2014/main" id="{94D4F988-BF9E-2D08-BAD5-4AE03672DE7F}"/>
                </a:ext>
              </a:extLst>
            </p:cNvPr>
            <p:cNvSpPr txBox="1"/>
            <p:nvPr/>
          </p:nvSpPr>
          <p:spPr>
            <a:xfrm>
              <a:off x="1822782" y="78490"/>
              <a:ext cx="215265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  <p:sp>
          <p:nvSpPr>
            <p:cNvPr id="156" name="Textfeld 155">
              <a:extLst>
                <a:ext uri="{FF2B5EF4-FFF2-40B4-BE49-F238E27FC236}">
                  <a16:creationId xmlns:a16="http://schemas.microsoft.com/office/drawing/2014/main" id="{3C9650AB-4BBF-F967-AB7E-FA7498041E96}"/>
                </a:ext>
              </a:extLst>
            </p:cNvPr>
            <p:cNvSpPr txBox="1"/>
            <p:nvPr/>
          </p:nvSpPr>
          <p:spPr>
            <a:xfrm>
              <a:off x="2764420" y="1023873"/>
              <a:ext cx="215265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</p:grpSp>
      <p:grpSp>
        <p:nvGrpSpPr>
          <p:cNvPr id="160" name="Gruppieren 159">
            <a:extLst>
              <a:ext uri="{FF2B5EF4-FFF2-40B4-BE49-F238E27FC236}">
                <a16:creationId xmlns:a16="http://schemas.microsoft.com/office/drawing/2014/main" id="{7193EE74-CD01-E4C7-F8BD-0A4DFF2E74FB}"/>
              </a:ext>
            </a:extLst>
          </p:cNvPr>
          <p:cNvGrpSpPr/>
          <p:nvPr/>
        </p:nvGrpSpPr>
        <p:grpSpPr>
          <a:xfrm>
            <a:off x="426155" y="314133"/>
            <a:ext cx="2748140" cy="2537935"/>
            <a:chOff x="234001" y="312753"/>
            <a:chExt cx="3132447" cy="2892846"/>
          </a:xfrm>
        </p:grpSpPr>
        <p:grpSp>
          <p:nvGrpSpPr>
            <p:cNvPr id="134" name="Gruppieren 133">
              <a:extLst>
                <a:ext uri="{FF2B5EF4-FFF2-40B4-BE49-F238E27FC236}">
                  <a16:creationId xmlns:a16="http://schemas.microsoft.com/office/drawing/2014/main" id="{68807D5C-2254-C3EF-F8BB-6205B79D42D0}"/>
                </a:ext>
              </a:extLst>
            </p:cNvPr>
            <p:cNvGrpSpPr/>
            <p:nvPr/>
          </p:nvGrpSpPr>
          <p:grpSpPr>
            <a:xfrm>
              <a:off x="234001" y="312753"/>
              <a:ext cx="3132447" cy="2892846"/>
              <a:chOff x="217824" y="281438"/>
              <a:chExt cx="3132447" cy="2892846"/>
            </a:xfrm>
          </p:grpSpPr>
          <p:grpSp>
            <p:nvGrpSpPr>
              <p:cNvPr id="107" name="Gruppieren 106">
                <a:extLst>
                  <a:ext uri="{FF2B5EF4-FFF2-40B4-BE49-F238E27FC236}">
                    <a16:creationId xmlns:a16="http://schemas.microsoft.com/office/drawing/2014/main" id="{C0368744-29E7-08D7-2A2A-816927FAA1FE}"/>
                  </a:ext>
                </a:extLst>
              </p:cNvPr>
              <p:cNvGrpSpPr/>
              <p:nvPr/>
            </p:nvGrpSpPr>
            <p:grpSpPr>
              <a:xfrm>
                <a:off x="217824" y="281438"/>
                <a:ext cx="1565256" cy="2892846"/>
                <a:chOff x="217824" y="281438"/>
                <a:chExt cx="1565256" cy="2892846"/>
              </a:xfrm>
            </p:grpSpPr>
            <p:sp>
              <p:nvSpPr>
                <p:cNvPr id="3" name="Freihandform: Form 2">
                  <a:extLst>
                    <a:ext uri="{FF2B5EF4-FFF2-40B4-BE49-F238E27FC236}">
                      <a16:creationId xmlns:a16="http://schemas.microsoft.com/office/drawing/2014/main" id="{926299B9-693A-ADA1-6805-78016F8B58D9}"/>
                    </a:ext>
                  </a:extLst>
                </p:cNvPr>
                <p:cNvSpPr/>
                <p:nvPr/>
              </p:nvSpPr>
              <p:spPr>
                <a:xfrm>
                  <a:off x="1612697" y="281438"/>
                  <a:ext cx="169131" cy="2655518"/>
                </a:xfrm>
                <a:custGeom>
                  <a:avLst/>
                  <a:gdLst>
                    <a:gd name="csX0" fmla="*/ 169131 w 169131"/>
                    <a:gd name="csY0" fmla="*/ 0 h 2655518"/>
                    <a:gd name="csX1" fmla="*/ 21950 w 169131"/>
                    <a:gd name="csY1" fmla="*/ 313151 h 2655518"/>
                    <a:gd name="csX2" fmla="*/ 15687 w 169131"/>
                    <a:gd name="csY2" fmla="*/ 1813142 h 2655518"/>
                    <a:gd name="csX3" fmla="*/ 166000 w 169131"/>
                    <a:gd name="csY3" fmla="*/ 2655518 h 265551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69131" h="2655518">
                      <a:moveTo>
                        <a:pt x="169131" y="0"/>
                      </a:moveTo>
                      <a:cubicBezTo>
                        <a:pt x="108327" y="5480"/>
                        <a:pt x="47524" y="10961"/>
                        <a:pt x="21950" y="313151"/>
                      </a:cubicBezTo>
                      <a:cubicBezTo>
                        <a:pt x="-3624" y="615341"/>
                        <a:pt x="-8321" y="1422748"/>
                        <a:pt x="15687" y="1813142"/>
                      </a:cubicBezTo>
                      <a:cubicBezTo>
                        <a:pt x="39695" y="2203536"/>
                        <a:pt x="102847" y="2429527"/>
                        <a:pt x="166000" y="2655518"/>
                      </a:cubicBezTo>
                    </a:path>
                  </a:pathLst>
                </a:cu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7" name="Gerader Verbinder 6">
                  <a:extLst>
                    <a:ext uri="{FF2B5EF4-FFF2-40B4-BE49-F238E27FC236}">
                      <a16:creationId xmlns:a16="http://schemas.microsoft.com/office/drawing/2014/main" id="{A3F90E0A-715A-A678-8A85-8D2B975B61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00518" y="944639"/>
                  <a:ext cx="1315989" cy="990841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Gerader Verbinder 11">
                  <a:extLst>
                    <a:ext uri="{FF2B5EF4-FFF2-40B4-BE49-F238E27FC236}">
                      <a16:creationId xmlns:a16="http://schemas.microsoft.com/office/drawing/2014/main" id="{1F01F4A6-359A-8EB6-6515-3C614020D0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56235" y="1579004"/>
                  <a:ext cx="1256462" cy="552691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Gerader Verbinder 15">
                  <a:extLst>
                    <a:ext uri="{FF2B5EF4-FFF2-40B4-BE49-F238E27FC236}">
                      <a16:creationId xmlns:a16="http://schemas.microsoft.com/office/drawing/2014/main" id="{A1B3CCD4-9708-9119-5A94-C1B70D3E98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0874" y="1935480"/>
                  <a:ext cx="0" cy="15811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r Verbinder 19">
                  <a:extLst>
                    <a:ext uri="{FF2B5EF4-FFF2-40B4-BE49-F238E27FC236}">
                      <a16:creationId xmlns:a16="http://schemas.microsoft.com/office/drawing/2014/main" id="{9BA1ACD2-55CD-508A-DD52-4C01653E24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50478" y="1333500"/>
                  <a:ext cx="0" cy="1065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Gerader Verbinder 21">
                  <a:extLst>
                    <a:ext uri="{FF2B5EF4-FFF2-40B4-BE49-F238E27FC236}">
                      <a16:creationId xmlns:a16="http://schemas.microsoft.com/office/drawing/2014/main" id="{0CFF1954-E057-220D-76DC-A7B77FFDC9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00009" y="1333500"/>
                  <a:ext cx="0" cy="7620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Gerader Verbinder 25">
                  <a:extLst>
                    <a:ext uri="{FF2B5EF4-FFF2-40B4-BE49-F238E27FC236}">
                      <a16:creationId xmlns:a16="http://schemas.microsoft.com/office/drawing/2014/main" id="{86E1CC4E-D4E5-88A5-23A2-B631539570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50478" y="1333500"/>
                  <a:ext cx="4953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Gerader Verbinder 29">
                  <a:extLst>
                    <a:ext uri="{FF2B5EF4-FFF2-40B4-BE49-F238E27FC236}">
                      <a16:creationId xmlns:a16="http://schemas.microsoft.com/office/drawing/2014/main" id="{D1BD9EF4-6C39-714E-A9C4-75A624B970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02854" y="1266825"/>
                  <a:ext cx="0" cy="20764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Gerader Verbinder 31">
                  <a:extLst>
                    <a:ext uri="{FF2B5EF4-FFF2-40B4-BE49-F238E27FC236}">
                      <a16:creationId xmlns:a16="http://schemas.microsoft.com/office/drawing/2014/main" id="{16DDF715-6AB7-30B9-6071-F894A646E7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5729" y="1266825"/>
                  <a:ext cx="0" cy="10477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Gerader Verbinder 34">
                  <a:extLst>
                    <a:ext uri="{FF2B5EF4-FFF2-40B4-BE49-F238E27FC236}">
                      <a16:creationId xmlns:a16="http://schemas.microsoft.com/office/drawing/2014/main" id="{A1CCB693-8B57-33FC-3044-D86C88847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30360" y="1235152"/>
                  <a:ext cx="8869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1" name="Bogen 50">
                  <a:extLst>
                    <a:ext uri="{FF2B5EF4-FFF2-40B4-BE49-F238E27FC236}">
                      <a16:creationId xmlns:a16="http://schemas.microsoft.com/office/drawing/2014/main" id="{5471F87C-6BBC-EFA4-AA73-2DE9132EA100}"/>
                    </a:ext>
                  </a:extLst>
                </p:cNvPr>
                <p:cNvSpPr/>
                <p:nvPr/>
              </p:nvSpPr>
              <p:spPr>
                <a:xfrm>
                  <a:off x="992389" y="1235152"/>
                  <a:ext cx="53340" cy="53340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sp>
              <p:nvSpPr>
                <p:cNvPr id="53" name="Bogen 52">
                  <a:extLst>
                    <a:ext uri="{FF2B5EF4-FFF2-40B4-BE49-F238E27FC236}">
                      <a16:creationId xmlns:a16="http://schemas.microsoft.com/office/drawing/2014/main" id="{97A80CE1-DD1B-6EEC-963D-F78A71EBBE62}"/>
                    </a:ext>
                  </a:extLst>
                </p:cNvPr>
                <p:cNvSpPr/>
                <p:nvPr/>
              </p:nvSpPr>
              <p:spPr>
                <a:xfrm rot="16200000">
                  <a:off x="901541" y="1235453"/>
                  <a:ext cx="53340" cy="53340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sp>
              <p:nvSpPr>
                <p:cNvPr id="54" name="Bogen 53">
                  <a:extLst>
                    <a:ext uri="{FF2B5EF4-FFF2-40B4-BE49-F238E27FC236}">
                      <a16:creationId xmlns:a16="http://schemas.microsoft.com/office/drawing/2014/main" id="{DB859863-8271-B647-42C1-8BF0B79FEB2C}"/>
                    </a:ext>
                  </a:extLst>
                </p:cNvPr>
                <p:cNvSpPr/>
                <p:nvPr/>
              </p:nvSpPr>
              <p:spPr>
                <a:xfrm flipH="1" flipV="1">
                  <a:off x="300518" y="2052641"/>
                  <a:ext cx="80723" cy="80723"/>
                </a:xfrm>
                <a:prstGeom prst="arc">
                  <a:avLst>
                    <a:gd name="adj1" fmla="val 14677203"/>
                    <a:gd name="adj2" fmla="val 0"/>
                  </a:avLst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63" name="Gerader Verbinder 62">
                  <a:extLst>
                    <a:ext uri="{FF2B5EF4-FFF2-40B4-BE49-F238E27FC236}">
                      <a16:creationId xmlns:a16="http://schemas.microsoft.com/office/drawing/2014/main" id="{FD21F753-F13C-0D4A-6293-E4F1A62BDC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99210" y="2687926"/>
                  <a:ext cx="413292" cy="172816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Gerader Verbinder 65">
                  <a:extLst>
                    <a:ext uri="{FF2B5EF4-FFF2-40B4-BE49-F238E27FC236}">
                      <a16:creationId xmlns:a16="http://schemas.microsoft.com/office/drawing/2014/main" id="{21F05631-D2BC-5665-EB95-F2C826F3CA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802" y="2936956"/>
                  <a:ext cx="520026" cy="11866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0" name="Bogen 69">
                  <a:extLst>
                    <a:ext uri="{FF2B5EF4-FFF2-40B4-BE49-F238E27FC236}">
                      <a16:creationId xmlns:a16="http://schemas.microsoft.com/office/drawing/2014/main" id="{923AB6BF-CA31-749A-E07C-545100BB8E0E}"/>
                    </a:ext>
                  </a:extLst>
                </p:cNvPr>
                <p:cNvSpPr/>
                <p:nvPr/>
              </p:nvSpPr>
              <p:spPr>
                <a:xfrm flipH="1">
                  <a:off x="1261803" y="2856932"/>
                  <a:ext cx="115771" cy="115771"/>
                </a:xfrm>
                <a:prstGeom prst="arc">
                  <a:avLst>
                    <a:gd name="adj1" fmla="val 17609614"/>
                    <a:gd name="adj2" fmla="val 0"/>
                  </a:avLst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71" name="Gerader Verbinder 70">
                  <a:extLst>
                    <a:ext uri="{FF2B5EF4-FFF2-40B4-BE49-F238E27FC236}">
                      <a16:creationId xmlns:a16="http://schemas.microsoft.com/office/drawing/2014/main" id="{3F4E6D31-7CB4-8283-A95E-B855E5E25A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803" y="2922796"/>
                  <a:ext cx="0" cy="13282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Gerader Verbinder 74">
                  <a:extLst>
                    <a:ext uri="{FF2B5EF4-FFF2-40B4-BE49-F238E27FC236}">
                      <a16:creationId xmlns:a16="http://schemas.microsoft.com/office/drawing/2014/main" id="{4E4548B5-D830-CC7D-840A-3A8B12D60E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769" y="3064085"/>
                  <a:ext cx="466066" cy="11019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Gerader Verbinder 76">
                  <a:extLst>
                    <a:ext uri="{FF2B5EF4-FFF2-40B4-BE49-F238E27FC236}">
                      <a16:creationId xmlns:a16="http://schemas.microsoft.com/office/drawing/2014/main" id="{D09C9BA6-E1AD-3BCE-DBE4-B3A9424956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770" y="3055620"/>
                  <a:ext cx="0" cy="11866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Gerader Verbinder 80">
                  <a:extLst>
                    <a:ext uri="{FF2B5EF4-FFF2-40B4-BE49-F238E27FC236}">
                      <a16:creationId xmlns:a16="http://schemas.microsoft.com/office/drawing/2014/main" id="{54F4BA96-D88B-2560-F516-8EDCDA2750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27835" y="2936956"/>
                  <a:ext cx="53993" cy="12712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1" name="Freihandform: Form 90">
                  <a:extLst>
                    <a:ext uri="{FF2B5EF4-FFF2-40B4-BE49-F238E27FC236}">
                      <a16:creationId xmlns:a16="http://schemas.microsoft.com/office/drawing/2014/main" id="{E4BCBED0-3BD7-9612-2677-40AADFAB11F6}"/>
                    </a:ext>
                  </a:extLst>
                </p:cNvPr>
                <p:cNvSpPr/>
                <p:nvPr/>
              </p:nvSpPr>
              <p:spPr>
                <a:xfrm>
                  <a:off x="1744980" y="2586990"/>
                  <a:ext cx="38100" cy="356235"/>
                </a:xfrm>
                <a:custGeom>
                  <a:avLst/>
                  <a:gdLst>
                    <a:gd name="csX0" fmla="*/ 38100 w 38100"/>
                    <a:gd name="csY0" fmla="*/ 0 h 356235"/>
                    <a:gd name="csX1" fmla="*/ 0 w 38100"/>
                    <a:gd name="csY1" fmla="*/ 72390 h 356235"/>
                    <a:gd name="csX2" fmla="*/ 38100 w 38100"/>
                    <a:gd name="csY2" fmla="*/ 356235 h 35623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38100" h="356235">
                      <a:moveTo>
                        <a:pt x="38100" y="0"/>
                      </a:moveTo>
                      <a:cubicBezTo>
                        <a:pt x="19050" y="6509"/>
                        <a:pt x="0" y="13018"/>
                        <a:pt x="0" y="72390"/>
                      </a:cubicBezTo>
                      <a:cubicBezTo>
                        <a:pt x="0" y="131762"/>
                        <a:pt x="19050" y="243998"/>
                        <a:pt x="38100" y="356235"/>
                      </a:cubicBezTo>
                    </a:path>
                  </a:pathLst>
                </a:cu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92" name="Gerader Verbinder 91">
                  <a:extLst>
                    <a:ext uri="{FF2B5EF4-FFF2-40B4-BE49-F238E27FC236}">
                      <a16:creationId xmlns:a16="http://schemas.microsoft.com/office/drawing/2014/main" id="{8523F548-6609-505C-4F2A-B6B29F3DC9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9075" y="1003090"/>
                  <a:ext cx="1561502" cy="1035260"/>
                </a:xfrm>
                <a:prstGeom prst="line">
                  <a:avLst/>
                </a:prstGeom>
                <a:ln w="9525" cap="rnd">
                  <a:solidFill>
                    <a:schemeClr val="tx2">
                      <a:lumMod val="75000"/>
                      <a:lumOff val="25000"/>
                    </a:schemeClr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" name="Gerader Verbinder 97">
                  <a:extLst>
                    <a:ext uri="{FF2B5EF4-FFF2-40B4-BE49-F238E27FC236}">
                      <a16:creationId xmlns:a16="http://schemas.microsoft.com/office/drawing/2014/main" id="{F8CEA970-9192-7B1E-EBFB-2136B82C91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612696" y="822220"/>
                  <a:ext cx="167881" cy="126402"/>
                </a:xfrm>
                <a:prstGeom prst="line">
                  <a:avLst/>
                </a:prstGeom>
                <a:ln w="9525" cap="rnd">
                  <a:solidFill>
                    <a:schemeClr val="tx1"/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Gerader Verbinder 101">
                  <a:extLst>
                    <a:ext uri="{FF2B5EF4-FFF2-40B4-BE49-F238E27FC236}">
                      <a16:creationId xmlns:a16="http://schemas.microsoft.com/office/drawing/2014/main" id="{1038A1EF-D3D7-5702-0469-DC2449FE80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7824" y="1348740"/>
                  <a:ext cx="1560194" cy="803925"/>
                </a:xfrm>
                <a:prstGeom prst="line">
                  <a:avLst/>
                </a:prstGeom>
                <a:ln w="9525" cap="rnd">
                  <a:solidFill>
                    <a:schemeClr val="tx2">
                      <a:lumMod val="75000"/>
                      <a:lumOff val="25000"/>
                    </a:schemeClr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Gerader Verbinder 104">
                  <a:extLst>
                    <a:ext uri="{FF2B5EF4-FFF2-40B4-BE49-F238E27FC236}">
                      <a16:creationId xmlns:a16="http://schemas.microsoft.com/office/drawing/2014/main" id="{208ED2A9-C712-B91B-BBAA-1F4C95A763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606390" y="1506855"/>
                  <a:ext cx="175669" cy="77273"/>
                </a:xfrm>
                <a:prstGeom prst="line">
                  <a:avLst/>
                </a:prstGeom>
                <a:ln w="9525" cap="rnd">
                  <a:solidFill>
                    <a:schemeClr val="tx1"/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8" name="Gruppieren 107">
                <a:extLst>
                  <a:ext uri="{FF2B5EF4-FFF2-40B4-BE49-F238E27FC236}">
                    <a16:creationId xmlns:a16="http://schemas.microsoft.com/office/drawing/2014/main" id="{A8973A00-0B64-C3E6-8966-6513D65CCAF4}"/>
                  </a:ext>
                </a:extLst>
              </p:cNvPr>
              <p:cNvGrpSpPr/>
              <p:nvPr/>
            </p:nvGrpSpPr>
            <p:grpSpPr>
              <a:xfrm flipH="1">
                <a:off x="1785015" y="281438"/>
                <a:ext cx="1565256" cy="2892846"/>
                <a:chOff x="217824" y="281438"/>
                <a:chExt cx="1565256" cy="2892846"/>
              </a:xfrm>
            </p:grpSpPr>
            <p:sp>
              <p:nvSpPr>
                <p:cNvPr id="109" name="Freihandform: Form 108">
                  <a:extLst>
                    <a:ext uri="{FF2B5EF4-FFF2-40B4-BE49-F238E27FC236}">
                      <a16:creationId xmlns:a16="http://schemas.microsoft.com/office/drawing/2014/main" id="{83E748BE-7A35-BAE0-348F-7DACB73BA2AB}"/>
                    </a:ext>
                  </a:extLst>
                </p:cNvPr>
                <p:cNvSpPr/>
                <p:nvPr/>
              </p:nvSpPr>
              <p:spPr>
                <a:xfrm>
                  <a:off x="1612697" y="281438"/>
                  <a:ext cx="169131" cy="2655518"/>
                </a:xfrm>
                <a:custGeom>
                  <a:avLst/>
                  <a:gdLst>
                    <a:gd name="csX0" fmla="*/ 169131 w 169131"/>
                    <a:gd name="csY0" fmla="*/ 0 h 2655518"/>
                    <a:gd name="csX1" fmla="*/ 21950 w 169131"/>
                    <a:gd name="csY1" fmla="*/ 313151 h 2655518"/>
                    <a:gd name="csX2" fmla="*/ 15687 w 169131"/>
                    <a:gd name="csY2" fmla="*/ 1813142 h 2655518"/>
                    <a:gd name="csX3" fmla="*/ 166000 w 169131"/>
                    <a:gd name="csY3" fmla="*/ 2655518 h 265551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69131" h="2655518">
                      <a:moveTo>
                        <a:pt x="169131" y="0"/>
                      </a:moveTo>
                      <a:cubicBezTo>
                        <a:pt x="108327" y="5480"/>
                        <a:pt x="47524" y="10961"/>
                        <a:pt x="21950" y="313151"/>
                      </a:cubicBezTo>
                      <a:cubicBezTo>
                        <a:pt x="-3624" y="615341"/>
                        <a:pt x="-8321" y="1422748"/>
                        <a:pt x="15687" y="1813142"/>
                      </a:cubicBezTo>
                      <a:cubicBezTo>
                        <a:pt x="39695" y="2203536"/>
                        <a:pt x="102847" y="2429527"/>
                        <a:pt x="166000" y="2655518"/>
                      </a:cubicBezTo>
                    </a:path>
                  </a:pathLst>
                </a:cu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110" name="Gerader Verbinder 109">
                  <a:extLst>
                    <a:ext uri="{FF2B5EF4-FFF2-40B4-BE49-F238E27FC236}">
                      <a16:creationId xmlns:a16="http://schemas.microsoft.com/office/drawing/2014/main" id="{BD5021BB-8708-38F7-9850-BC2224B353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00518" y="944639"/>
                  <a:ext cx="1315989" cy="990841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Gerader Verbinder 110">
                  <a:extLst>
                    <a:ext uri="{FF2B5EF4-FFF2-40B4-BE49-F238E27FC236}">
                      <a16:creationId xmlns:a16="http://schemas.microsoft.com/office/drawing/2014/main" id="{AB9363EF-633E-65B8-995C-9CB41D424B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56235" y="1579004"/>
                  <a:ext cx="1256462" cy="552691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Gerader Verbinder 111">
                  <a:extLst>
                    <a:ext uri="{FF2B5EF4-FFF2-40B4-BE49-F238E27FC236}">
                      <a16:creationId xmlns:a16="http://schemas.microsoft.com/office/drawing/2014/main" id="{AF6616C2-8539-127E-6582-B9DFA073E8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0874" y="1935480"/>
                  <a:ext cx="0" cy="15811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Gerader Verbinder 112">
                  <a:extLst>
                    <a:ext uri="{FF2B5EF4-FFF2-40B4-BE49-F238E27FC236}">
                      <a16:creationId xmlns:a16="http://schemas.microsoft.com/office/drawing/2014/main" id="{C25C71A6-B3FA-DC83-008B-9584CBD769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50478" y="1333500"/>
                  <a:ext cx="0" cy="1065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Gerader Verbinder 113">
                  <a:extLst>
                    <a:ext uri="{FF2B5EF4-FFF2-40B4-BE49-F238E27FC236}">
                      <a16:creationId xmlns:a16="http://schemas.microsoft.com/office/drawing/2014/main" id="{6D6FCA13-AF04-81BC-7BB9-78CE6C039C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00009" y="1333500"/>
                  <a:ext cx="0" cy="7620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Gerader Verbinder 114">
                  <a:extLst>
                    <a:ext uri="{FF2B5EF4-FFF2-40B4-BE49-F238E27FC236}">
                      <a16:creationId xmlns:a16="http://schemas.microsoft.com/office/drawing/2014/main" id="{FAA35C60-FA58-D9FB-1FFD-6E34E469B3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50478" y="1333500"/>
                  <a:ext cx="4953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Gerader Verbinder 115">
                  <a:extLst>
                    <a:ext uri="{FF2B5EF4-FFF2-40B4-BE49-F238E27FC236}">
                      <a16:creationId xmlns:a16="http://schemas.microsoft.com/office/drawing/2014/main" id="{E8EBEAE2-4E76-1D48-07B5-F77ED54E2A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02854" y="1266825"/>
                  <a:ext cx="0" cy="20764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Gerader Verbinder 116">
                  <a:extLst>
                    <a:ext uri="{FF2B5EF4-FFF2-40B4-BE49-F238E27FC236}">
                      <a16:creationId xmlns:a16="http://schemas.microsoft.com/office/drawing/2014/main" id="{876B37FE-9555-B67C-A593-F0616D63F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5729" y="1266825"/>
                  <a:ext cx="0" cy="104775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Gerader Verbinder 117">
                  <a:extLst>
                    <a:ext uri="{FF2B5EF4-FFF2-40B4-BE49-F238E27FC236}">
                      <a16:creationId xmlns:a16="http://schemas.microsoft.com/office/drawing/2014/main" id="{4BB50CC3-BC31-9DD3-4786-4BBB4B9550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30360" y="1235152"/>
                  <a:ext cx="8869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9" name="Bogen 118">
                  <a:extLst>
                    <a:ext uri="{FF2B5EF4-FFF2-40B4-BE49-F238E27FC236}">
                      <a16:creationId xmlns:a16="http://schemas.microsoft.com/office/drawing/2014/main" id="{8C549DA7-BEF7-58F1-C6C9-6CE0C08A9314}"/>
                    </a:ext>
                  </a:extLst>
                </p:cNvPr>
                <p:cNvSpPr/>
                <p:nvPr/>
              </p:nvSpPr>
              <p:spPr>
                <a:xfrm>
                  <a:off x="992389" y="1235152"/>
                  <a:ext cx="53340" cy="53340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sp>
              <p:nvSpPr>
                <p:cNvPr id="120" name="Bogen 119">
                  <a:extLst>
                    <a:ext uri="{FF2B5EF4-FFF2-40B4-BE49-F238E27FC236}">
                      <a16:creationId xmlns:a16="http://schemas.microsoft.com/office/drawing/2014/main" id="{5491A7DC-6130-7C5F-406A-FF3825294114}"/>
                    </a:ext>
                  </a:extLst>
                </p:cNvPr>
                <p:cNvSpPr/>
                <p:nvPr/>
              </p:nvSpPr>
              <p:spPr>
                <a:xfrm rot="16200000">
                  <a:off x="901541" y="1235453"/>
                  <a:ext cx="53340" cy="53340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sp>
              <p:nvSpPr>
                <p:cNvPr id="121" name="Bogen 120">
                  <a:extLst>
                    <a:ext uri="{FF2B5EF4-FFF2-40B4-BE49-F238E27FC236}">
                      <a16:creationId xmlns:a16="http://schemas.microsoft.com/office/drawing/2014/main" id="{C4AF38D7-923A-044D-3CC5-18C8A89255AC}"/>
                    </a:ext>
                  </a:extLst>
                </p:cNvPr>
                <p:cNvSpPr/>
                <p:nvPr/>
              </p:nvSpPr>
              <p:spPr>
                <a:xfrm flipH="1" flipV="1">
                  <a:off x="300517" y="2052641"/>
                  <a:ext cx="80723" cy="80723"/>
                </a:xfrm>
                <a:prstGeom prst="arc">
                  <a:avLst>
                    <a:gd name="adj1" fmla="val 14677203"/>
                    <a:gd name="adj2" fmla="val 0"/>
                  </a:avLst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122" name="Gerader Verbinder 121">
                  <a:extLst>
                    <a:ext uri="{FF2B5EF4-FFF2-40B4-BE49-F238E27FC236}">
                      <a16:creationId xmlns:a16="http://schemas.microsoft.com/office/drawing/2014/main" id="{B5D7180E-BC36-A86C-2E73-4F0F183799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99210" y="2687926"/>
                  <a:ext cx="413292" cy="172816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3" name="Gerader Verbinder 122">
                  <a:extLst>
                    <a:ext uri="{FF2B5EF4-FFF2-40B4-BE49-F238E27FC236}">
                      <a16:creationId xmlns:a16="http://schemas.microsoft.com/office/drawing/2014/main" id="{02685404-72EA-7111-F528-7B81BE0F1A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802" y="2936956"/>
                  <a:ext cx="520026" cy="11866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4" name="Bogen 123">
                  <a:extLst>
                    <a:ext uri="{FF2B5EF4-FFF2-40B4-BE49-F238E27FC236}">
                      <a16:creationId xmlns:a16="http://schemas.microsoft.com/office/drawing/2014/main" id="{B6B826B0-FE9E-7A0D-4DA1-445E30317160}"/>
                    </a:ext>
                  </a:extLst>
                </p:cNvPr>
                <p:cNvSpPr/>
                <p:nvPr/>
              </p:nvSpPr>
              <p:spPr>
                <a:xfrm flipH="1">
                  <a:off x="1261803" y="2856932"/>
                  <a:ext cx="115771" cy="115771"/>
                </a:xfrm>
                <a:prstGeom prst="arc">
                  <a:avLst>
                    <a:gd name="adj1" fmla="val 17609614"/>
                    <a:gd name="adj2" fmla="val 0"/>
                  </a:avLst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125" name="Gerader Verbinder 124">
                  <a:extLst>
                    <a:ext uri="{FF2B5EF4-FFF2-40B4-BE49-F238E27FC236}">
                      <a16:creationId xmlns:a16="http://schemas.microsoft.com/office/drawing/2014/main" id="{065D71A9-73DE-9254-559F-E1FA5D5B8D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803" y="2922796"/>
                  <a:ext cx="0" cy="13282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Gerader Verbinder 125">
                  <a:extLst>
                    <a:ext uri="{FF2B5EF4-FFF2-40B4-BE49-F238E27FC236}">
                      <a16:creationId xmlns:a16="http://schemas.microsoft.com/office/drawing/2014/main" id="{18304D79-113A-FC3E-821B-9A51D5E45B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769" y="3064085"/>
                  <a:ext cx="466066" cy="11019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Gerader Verbinder 126">
                  <a:extLst>
                    <a:ext uri="{FF2B5EF4-FFF2-40B4-BE49-F238E27FC236}">
                      <a16:creationId xmlns:a16="http://schemas.microsoft.com/office/drawing/2014/main" id="{E9C99162-25A0-557B-5B56-7A6AEA917D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261770" y="3055620"/>
                  <a:ext cx="0" cy="118664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Gerader Verbinder 127">
                  <a:extLst>
                    <a:ext uri="{FF2B5EF4-FFF2-40B4-BE49-F238E27FC236}">
                      <a16:creationId xmlns:a16="http://schemas.microsoft.com/office/drawing/2014/main" id="{DA62C37A-8612-9934-E6B6-124A2A5A77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27835" y="2936956"/>
                  <a:ext cx="53993" cy="12712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9" name="Freihandform: Form 128">
                  <a:extLst>
                    <a:ext uri="{FF2B5EF4-FFF2-40B4-BE49-F238E27FC236}">
                      <a16:creationId xmlns:a16="http://schemas.microsoft.com/office/drawing/2014/main" id="{D6CD5BDA-A1DE-52D6-9F2A-3C593A22CBD2}"/>
                    </a:ext>
                  </a:extLst>
                </p:cNvPr>
                <p:cNvSpPr/>
                <p:nvPr/>
              </p:nvSpPr>
              <p:spPr>
                <a:xfrm>
                  <a:off x="1744980" y="2586990"/>
                  <a:ext cx="38100" cy="356235"/>
                </a:xfrm>
                <a:custGeom>
                  <a:avLst/>
                  <a:gdLst>
                    <a:gd name="csX0" fmla="*/ 38100 w 38100"/>
                    <a:gd name="csY0" fmla="*/ 0 h 356235"/>
                    <a:gd name="csX1" fmla="*/ 0 w 38100"/>
                    <a:gd name="csY1" fmla="*/ 72390 h 356235"/>
                    <a:gd name="csX2" fmla="*/ 38100 w 38100"/>
                    <a:gd name="csY2" fmla="*/ 356235 h 35623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38100" h="356235">
                      <a:moveTo>
                        <a:pt x="38100" y="0"/>
                      </a:moveTo>
                      <a:cubicBezTo>
                        <a:pt x="19050" y="6509"/>
                        <a:pt x="0" y="13018"/>
                        <a:pt x="0" y="72390"/>
                      </a:cubicBezTo>
                      <a:cubicBezTo>
                        <a:pt x="0" y="131762"/>
                        <a:pt x="19050" y="243998"/>
                        <a:pt x="38100" y="356235"/>
                      </a:cubicBezTo>
                    </a:path>
                  </a:pathLst>
                </a:cu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sz="1100" dirty="0"/>
                </a:p>
              </p:txBody>
            </p:sp>
            <p:cxnSp>
              <p:nvCxnSpPr>
                <p:cNvPr id="130" name="Gerader Verbinder 129">
                  <a:extLst>
                    <a:ext uri="{FF2B5EF4-FFF2-40B4-BE49-F238E27FC236}">
                      <a16:creationId xmlns:a16="http://schemas.microsoft.com/office/drawing/2014/main" id="{A3B8D5D2-7043-28B0-80D9-2DDC4B7C79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9075" y="1003090"/>
                  <a:ext cx="1561502" cy="1035260"/>
                </a:xfrm>
                <a:prstGeom prst="line">
                  <a:avLst/>
                </a:prstGeom>
                <a:ln w="9525" cap="rnd">
                  <a:solidFill>
                    <a:schemeClr val="tx2">
                      <a:lumMod val="75000"/>
                      <a:lumOff val="25000"/>
                    </a:schemeClr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Gerader Verbinder 130">
                  <a:extLst>
                    <a:ext uri="{FF2B5EF4-FFF2-40B4-BE49-F238E27FC236}">
                      <a16:creationId xmlns:a16="http://schemas.microsoft.com/office/drawing/2014/main" id="{FEBF9504-370B-26BD-5D4C-5F3ECFD487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612696" y="822220"/>
                  <a:ext cx="167881" cy="126402"/>
                </a:xfrm>
                <a:prstGeom prst="line">
                  <a:avLst/>
                </a:prstGeom>
                <a:ln w="9525" cap="rnd">
                  <a:solidFill>
                    <a:schemeClr val="tx1"/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Gerader Verbinder 131">
                  <a:extLst>
                    <a:ext uri="{FF2B5EF4-FFF2-40B4-BE49-F238E27FC236}">
                      <a16:creationId xmlns:a16="http://schemas.microsoft.com/office/drawing/2014/main" id="{1B15A872-557B-39A4-E8DB-4C85D28A57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7824" y="1348740"/>
                  <a:ext cx="1560194" cy="803925"/>
                </a:xfrm>
                <a:prstGeom prst="line">
                  <a:avLst/>
                </a:prstGeom>
                <a:ln w="9525" cap="rnd">
                  <a:solidFill>
                    <a:schemeClr val="tx2">
                      <a:lumMod val="75000"/>
                      <a:lumOff val="25000"/>
                    </a:schemeClr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3" name="Gerader Verbinder 132">
                  <a:extLst>
                    <a:ext uri="{FF2B5EF4-FFF2-40B4-BE49-F238E27FC236}">
                      <a16:creationId xmlns:a16="http://schemas.microsoft.com/office/drawing/2014/main" id="{B1AE21C0-182A-383E-48E6-511B2C9E33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606390" y="1506855"/>
                  <a:ext cx="175669" cy="77273"/>
                </a:xfrm>
                <a:prstGeom prst="line">
                  <a:avLst/>
                </a:prstGeom>
                <a:ln w="9525" cap="rnd">
                  <a:solidFill>
                    <a:schemeClr val="tx1"/>
                  </a:solidFill>
                  <a:prstDash val="sysDash"/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39" name="Bogen 138">
              <a:extLst>
                <a:ext uri="{FF2B5EF4-FFF2-40B4-BE49-F238E27FC236}">
                  <a16:creationId xmlns:a16="http://schemas.microsoft.com/office/drawing/2014/main" id="{8A26C5E0-76EF-5B61-D58A-2F04355FFAA6}"/>
                </a:ext>
              </a:extLst>
            </p:cNvPr>
            <p:cNvSpPr/>
            <p:nvPr/>
          </p:nvSpPr>
          <p:spPr>
            <a:xfrm>
              <a:off x="1702191" y="485765"/>
              <a:ext cx="191629" cy="145357"/>
            </a:xfrm>
            <a:prstGeom prst="arc">
              <a:avLst>
                <a:gd name="adj1" fmla="val 12954784"/>
                <a:gd name="adj2" fmla="val 19472477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1100" dirty="0"/>
            </a:p>
          </p:txBody>
        </p:sp>
        <p:sp>
          <p:nvSpPr>
            <p:cNvPr id="140" name="Bogen 139">
              <a:extLst>
                <a:ext uri="{FF2B5EF4-FFF2-40B4-BE49-F238E27FC236}">
                  <a16:creationId xmlns:a16="http://schemas.microsoft.com/office/drawing/2014/main" id="{81D30F62-4871-A310-751D-C2F21C99E678}"/>
                </a:ext>
              </a:extLst>
            </p:cNvPr>
            <p:cNvSpPr/>
            <p:nvPr/>
          </p:nvSpPr>
          <p:spPr>
            <a:xfrm>
              <a:off x="1702191" y="442334"/>
              <a:ext cx="191629" cy="203339"/>
            </a:xfrm>
            <a:prstGeom prst="arc">
              <a:avLst>
                <a:gd name="adj1" fmla="val 12954784"/>
                <a:gd name="adj2" fmla="val 19472477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1100" dirty="0"/>
            </a:p>
          </p:txBody>
        </p:sp>
        <p:cxnSp>
          <p:nvCxnSpPr>
            <p:cNvPr id="141" name="Gerader Verbinder 140">
              <a:extLst>
                <a:ext uri="{FF2B5EF4-FFF2-40B4-BE49-F238E27FC236}">
                  <a16:creationId xmlns:a16="http://schemas.microsoft.com/office/drawing/2014/main" id="{2D8C6D7F-AF3F-0936-B25C-7E50DD8C8C37}"/>
                </a:ext>
              </a:extLst>
            </p:cNvPr>
            <p:cNvCxnSpPr>
              <a:cxnSpLocks/>
              <a:stCxn id="139" idx="0"/>
            </p:cNvCxnSpPr>
            <p:nvPr/>
          </p:nvCxnSpPr>
          <p:spPr>
            <a:xfrm flipH="1" flipV="1">
              <a:off x="1720215" y="487680"/>
              <a:ext cx="8490" cy="20575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Gerader Verbinder 143">
              <a:extLst>
                <a:ext uri="{FF2B5EF4-FFF2-40B4-BE49-F238E27FC236}">
                  <a16:creationId xmlns:a16="http://schemas.microsoft.com/office/drawing/2014/main" id="{D7F6C3F4-C760-AA45-4DB0-683A97C8E623}"/>
                </a:ext>
              </a:extLst>
            </p:cNvPr>
            <p:cNvCxnSpPr>
              <a:cxnSpLocks/>
              <a:stCxn id="139" idx="2"/>
              <a:endCxn id="140" idx="2"/>
            </p:cNvCxnSpPr>
            <p:nvPr/>
          </p:nvCxnSpPr>
          <p:spPr>
            <a:xfrm flipV="1">
              <a:off x="1867856" y="487343"/>
              <a:ext cx="9705" cy="21352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4" name="Gerader Verbinder 163">
            <a:extLst>
              <a:ext uri="{FF2B5EF4-FFF2-40B4-BE49-F238E27FC236}">
                <a16:creationId xmlns:a16="http://schemas.microsoft.com/office/drawing/2014/main" id="{2EF4C4B8-1157-281B-DC19-987B3DAEA714}"/>
              </a:ext>
            </a:extLst>
          </p:cNvPr>
          <p:cNvCxnSpPr>
            <a:cxnSpLocks/>
          </p:cNvCxnSpPr>
          <p:nvPr/>
        </p:nvCxnSpPr>
        <p:spPr>
          <a:xfrm>
            <a:off x="1799558" y="788569"/>
            <a:ext cx="1330357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r Verbinder 166">
            <a:extLst>
              <a:ext uri="{FF2B5EF4-FFF2-40B4-BE49-F238E27FC236}">
                <a16:creationId xmlns:a16="http://schemas.microsoft.com/office/drawing/2014/main" id="{19013A52-3C55-4277-A160-C62B169A1F4D}"/>
              </a:ext>
            </a:extLst>
          </p:cNvPr>
          <p:cNvCxnSpPr>
            <a:cxnSpLocks/>
          </p:cNvCxnSpPr>
          <p:nvPr/>
        </p:nvCxnSpPr>
        <p:spPr>
          <a:xfrm>
            <a:off x="1801965" y="1388850"/>
            <a:ext cx="1331170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Gerader Verbinder 167">
            <a:extLst>
              <a:ext uri="{FF2B5EF4-FFF2-40B4-BE49-F238E27FC236}">
                <a16:creationId xmlns:a16="http://schemas.microsoft.com/office/drawing/2014/main" id="{679D3D92-A847-9C31-EDE7-7834FCF2FF70}"/>
              </a:ext>
            </a:extLst>
          </p:cNvPr>
          <p:cNvCxnSpPr>
            <a:cxnSpLocks/>
          </p:cNvCxnSpPr>
          <p:nvPr/>
        </p:nvCxnSpPr>
        <p:spPr>
          <a:xfrm>
            <a:off x="3066337" y="793341"/>
            <a:ext cx="0" cy="595509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feld 170">
            <a:extLst>
              <a:ext uri="{FF2B5EF4-FFF2-40B4-BE49-F238E27FC236}">
                <a16:creationId xmlns:a16="http://schemas.microsoft.com/office/drawing/2014/main" id="{7C77326D-D1A5-123F-2CCD-E5702FE2C587}"/>
              </a:ext>
            </a:extLst>
          </p:cNvPr>
          <p:cNvSpPr txBox="1"/>
          <p:nvPr/>
        </p:nvSpPr>
        <p:spPr>
          <a:xfrm>
            <a:off x="2981243" y="960289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E58DE240-8EAB-8C21-0CB3-FAB18BB6D60E}"/>
              </a:ext>
            </a:extLst>
          </p:cNvPr>
          <p:cNvCxnSpPr>
            <a:cxnSpLocks/>
          </p:cNvCxnSpPr>
          <p:nvPr/>
        </p:nvCxnSpPr>
        <p:spPr>
          <a:xfrm>
            <a:off x="3101434" y="1765248"/>
            <a:ext cx="401861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r Verbinder 172">
            <a:extLst>
              <a:ext uri="{FF2B5EF4-FFF2-40B4-BE49-F238E27FC236}">
                <a16:creationId xmlns:a16="http://schemas.microsoft.com/office/drawing/2014/main" id="{D24B65A6-3DCB-34C2-C3BC-7C8DA0304A6F}"/>
              </a:ext>
            </a:extLst>
          </p:cNvPr>
          <p:cNvCxnSpPr>
            <a:cxnSpLocks/>
          </p:cNvCxnSpPr>
          <p:nvPr/>
        </p:nvCxnSpPr>
        <p:spPr>
          <a:xfrm>
            <a:off x="3101434" y="1960763"/>
            <a:ext cx="401861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r Verbinder 173">
            <a:extLst>
              <a:ext uri="{FF2B5EF4-FFF2-40B4-BE49-F238E27FC236}">
                <a16:creationId xmlns:a16="http://schemas.microsoft.com/office/drawing/2014/main" id="{D2411071-F956-66B9-7444-2F19DACCE254}"/>
              </a:ext>
            </a:extLst>
          </p:cNvPr>
          <p:cNvCxnSpPr>
            <a:cxnSpLocks/>
          </p:cNvCxnSpPr>
          <p:nvPr/>
        </p:nvCxnSpPr>
        <p:spPr>
          <a:xfrm>
            <a:off x="3429861" y="1720473"/>
            <a:ext cx="0" cy="29718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r Verbinder 178">
            <a:extLst>
              <a:ext uri="{FF2B5EF4-FFF2-40B4-BE49-F238E27FC236}">
                <a16:creationId xmlns:a16="http://schemas.microsoft.com/office/drawing/2014/main" id="{BF79ECD7-8ED3-7463-8D5F-59D31CA92CF3}"/>
              </a:ext>
            </a:extLst>
          </p:cNvPr>
          <p:cNvCxnSpPr>
            <a:cxnSpLocks/>
          </p:cNvCxnSpPr>
          <p:nvPr/>
        </p:nvCxnSpPr>
        <p:spPr>
          <a:xfrm>
            <a:off x="3429861" y="1955787"/>
            <a:ext cx="0" cy="176166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r Verbinder 180">
            <a:extLst>
              <a:ext uri="{FF2B5EF4-FFF2-40B4-BE49-F238E27FC236}">
                <a16:creationId xmlns:a16="http://schemas.microsoft.com/office/drawing/2014/main" id="{EBFAB0BC-45BD-BF4B-87B1-7B63C7BBA6BA}"/>
              </a:ext>
            </a:extLst>
          </p:cNvPr>
          <p:cNvCxnSpPr>
            <a:cxnSpLocks/>
          </p:cNvCxnSpPr>
          <p:nvPr/>
        </p:nvCxnSpPr>
        <p:spPr>
          <a:xfrm flipV="1">
            <a:off x="3429861" y="1582314"/>
            <a:ext cx="0" cy="189594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Textfeld 182">
            <a:extLst>
              <a:ext uri="{FF2B5EF4-FFF2-40B4-BE49-F238E27FC236}">
                <a16:creationId xmlns:a16="http://schemas.microsoft.com/office/drawing/2014/main" id="{1089B23E-A428-6C89-5BF0-4C1BCCAFDC63}"/>
              </a:ext>
            </a:extLst>
          </p:cNvPr>
          <p:cNvSpPr txBox="1"/>
          <p:nvPr/>
        </p:nvSpPr>
        <p:spPr>
          <a:xfrm>
            <a:off x="3275807" y="1324754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cxnSp>
        <p:nvCxnSpPr>
          <p:cNvPr id="184" name="Gerader Verbinder 183">
            <a:extLst>
              <a:ext uri="{FF2B5EF4-FFF2-40B4-BE49-F238E27FC236}">
                <a16:creationId xmlns:a16="http://schemas.microsoft.com/office/drawing/2014/main" id="{98A92D56-AA7F-B94C-EB91-31E79C806F4F}"/>
              </a:ext>
            </a:extLst>
          </p:cNvPr>
          <p:cNvCxnSpPr>
            <a:cxnSpLocks/>
            <a:stCxn id="121" idx="2"/>
          </p:cNvCxnSpPr>
          <p:nvPr/>
        </p:nvCxnSpPr>
        <p:spPr>
          <a:xfrm>
            <a:off x="3101747" y="1903444"/>
            <a:ext cx="0" cy="1596299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r Verbinder 185">
            <a:extLst>
              <a:ext uri="{FF2B5EF4-FFF2-40B4-BE49-F238E27FC236}">
                <a16:creationId xmlns:a16="http://schemas.microsoft.com/office/drawing/2014/main" id="{3CAB1523-B650-228C-40AF-2F66D616706F}"/>
              </a:ext>
            </a:extLst>
          </p:cNvPr>
          <p:cNvCxnSpPr>
            <a:cxnSpLocks/>
          </p:cNvCxnSpPr>
          <p:nvPr/>
        </p:nvCxnSpPr>
        <p:spPr>
          <a:xfrm flipH="1">
            <a:off x="495846" y="3458041"/>
            <a:ext cx="2602730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Gerader Verbinder 188">
            <a:extLst>
              <a:ext uri="{FF2B5EF4-FFF2-40B4-BE49-F238E27FC236}">
                <a16:creationId xmlns:a16="http://schemas.microsoft.com/office/drawing/2014/main" id="{E720EC2B-F287-4045-BE25-C9A29163AB07}"/>
              </a:ext>
            </a:extLst>
          </p:cNvPr>
          <p:cNvCxnSpPr>
            <a:cxnSpLocks/>
          </p:cNvCxnSpPr>
          <p:nvPr/>
        </p:nvCxnSpPr>
        <p:spPr>
          <a:xfrm>
            <a:off x="498704" y="1903444"/>
            <a:ext cx="0" cy="1596299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Textfeld 192">
            <a:extLst>
              <a:ext uri="{FF2B5EF4-FFF2-40B4-BE49-F238E27FC236}">
                <a16:creationId xmlns:a16="http://schemas.microsoft.com/office/drawing/2014/main" id="{F7766F65-BD31-CDFA-E2FC-7D619B2C2EEB}"/>
              </a:ext>
            </a:extLst>
          </p:cNvPr>
          <p:cNvSpPr txBox="1"/>
          <p:nvPr/>
        </p:nvSpPr>
        <p:spPr>
          <a:xfrm>
            <a:off x="1472913" y="3253298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  <a:endParaRPr lang="de-DE" sz="11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98" name="Gerader Verbinder 197">
            <a:extLst>
              <a:ext uri="{FF2B5EF4-FFF2-40B4-BE49-F238E27FC236}">
                <a16:creationId xmlns:a16="http://schemas.microsoft.com/office/drawing/2014/main" id="{0131B375-6D23-0EA0-5240-C72999583CF6}"/>
              </a:ext>
            </a:extLst>
          </p:cNvPr>
          <p:cNvCxnSpPr>
            <a:cxnSpLocks/>
          </p:cNvCxnSpPr>
          <p:nvPr/>
        </p:nvCxnSpPr>
        <p:spPr>
          <a:xfrm>
            <a:off x="1800060" y="2631434"/>
            <a:ext cx="0" cy="723529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Gerader Verbinder 200">
            <a:extLst>
              <a:ext uri="{FF2B5EF4-FFF2-40B4-BE49-F238E27FC236}">
                <a16:creationId xmlns:a16="http://schemas.microsoft.com/office/drawing/2014/main" id="{6FE8A40E-B4FA-CD82-C7D3-E6FA0580CC67}"/>
              </a:ext>
            </a:extLst>
          </p:cNvPr>
          <p:cNvCxnSpPr>
            <a:cxnSpLocks/>
          </p:cNvCxnSpPr>
          <p:nvPr/>
        </p:nvCxnSpPr>
        <p:spPr>
          <a:xfrm flipH="1">
            <a:off x="1801843" y="3311356"/>
            <a:ext cx="1296733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Textfeld 202">
            <a:extLst>
              <a:ext uri="{FF2B5EF4-FFF2-40B4-BE49-F238E27FC236}">
                <a16:creationId xmlns:a16="http://schemas.microsoft.com/office/drawing/2014/main" id="{C92C4193-1B1F-F815-5956-BEAEB5706FC5}"/>
              </a:ext>
            </a:extLst>
          </p:cNvPr>
          <p:cNvSpPr txBox="1"/>
          <p:nvPr/>
        </p:nvSpPr>
        <p:spPr>
          <a:xfrm>
            <a:off x="2296680" y="3094617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1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07" name="Gerader Verbinder 206">
            <a:extLst>
              <a:ext uri="{FF2B5EF4-FFF2-40B4-BE49-F238E27FC236}">
                <a16:creationId xmlns:a16="http://schemas.microsoft.com/office/drawing/2014/main" id="{EA82A55D-6875-F997-8426-BB06C129E183}"/>
              </a:ext>
            </a:extLst>
          </p:cNvPr>
          <p:cNvCxnSpPr>
            <a:cxnSpLocks/>
          </p:cNvCxnSpPr>
          <p:nvPr/>
        </p:nvCxnSpPr>
        <p:spPr>
          <a:xfrm>
            <a:off x="1340955" y="2835083"/>
            <a:ext cx="0" cy="373195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Gerader Verbinder 210">
            <a:extLst>
              <a:ext uri="{FF2B5EF4-FFF2-40B4-BE49-F238E27FC236}">
                <a16:creationId xmlns:a16="http://schemas.microsoft.com/office/drawing/2014/main" id="{D32D4FC3-1192-AA92-2610-EB1721EE5E2A}"/>
              </a:ext>
            </a:extLst>
          </p:cNvPr>
          <p:cNvCxnSpPr>
            <a:cxnSpLocks/>
          </p:cNvCxnSpPr>
          <p:nvPr/>
        </p:nvCxnSpPr>
        <p:spPr>
          <a:xfrm>
            <a:off x="2259165" y="2845653"/>
            <a:ext cx="0" cy="362625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Gerader Verbinder 211">
            <a:extLst>
              <a:ext uri="{FF2B5EF4-FFF2-40B4-BE49-F238E27FC236}">
                <a16:creationId xmlns:a16="http://schemas.microsoft.com/office/drawing/2014/main" id="{9160DC51-53B1-2B3B-8828-CCACE3F7A2AB}"/>
              </a:ext>
            </a:extLst>
          </p:cNvPr>
          <p:cNvCxnSpPr>
            <a:cxnSpLocks/>
          </p:cNvCxnSpPr>
          <p:nvPr/>
        </p:nvCxnSpPr>
        <p:spPr>
          <a:xfrm flipH="1">
            <a:off x="1345484" y="3164585"/>
            <a:ext cx="913681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Textfeld 212">
            <a:extLst>
              <a:ext uri="{FF2B5EF4-FFF2-40B4-BE49-F238E27FC236}">
                <a16:creationId xmlns:a16="http://schemas.microsoft.com/office/drawing/2014/main" id="{8CA4D319-8247-9A1B-1D91-7AC1325B7CBC}"/>
              </a:ext>
            </a:extLst>
          </p:cNvPr>
          <p:cNvSpPr txBox="1"/>
          <p:nvPr/>
        </p:nvSpPr>
        <p:spPr>
          <a:xfrm>
            <a:off x="1410012" y="2924760"/>
            <a:ext cx="35850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</a:p>
        </p:txBody>
      </p:sp>
      <p:cxnSp>
        <p:nvCxnSpPr>
          <p:cNvPr id="217" name="Gerader Verbinder 216">
            <a:extLst>
              <a:ext uri="{FF2B5EF4-FFF2-40B4-BE49-F238E27FC236}">
                <a16:creationId xmlns:a16="http://schemas.microsoft.com/office/drawing/2014/main" id="{46DE2C19-F1B7-BA56-17FF-91B01CF1FED1}"/>
              </a:ext>
            </a:extLst>
          </p:cNvPr>
          <p:cNvCxnSpPr>
            <a:cxnSpLocks/>
          </p:cNvCxnSpPr>
          <p:nvPr/>
        </p:nvCxnSpPr>
        <p:spPr>
          <a:xfrm flipH="1">
            <a:off x="1802324" y="3017992"/>
            <a:ext cx="456841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Textfeld 218">
            <a:extLst>
              <a:ext uri="{FF2B5EF4-FFF2-40B4-BE49-F238E27FC236}">
                <a16:creationId xmlns:a16="http://schemas.microsoft.com/office/drawing/2014/main" id="{6128413F-23FC-70E7-043B-D3A31CB0EAF1}"/>
              </a:ext>
            </a:extLst>
          </p:cNvPr>
          <p:cNvSpPr txBox="1"/>
          <p:nvPr/>
        </p:nvSpPr>
        <p:spPr>
          <a:xfrm>
            <a:off x="1843240" y="2767204"/>
            <a:ext cx="35850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</a:p>
        </p:txBody>
      </p:sp>
      <p:sp>
        <p:nvSpPr>
          <p:cNvPr id="220" name="Textfeld 219">
            <a:extLst>
              <a:ext uri="{FF2B5EF4-FFF2-40B4-BE49-F238E27FC236}">
                <a16:creationId xmlns:a16="http://schemas.microsoft.com/office/drawing/2014/main" id="{4260CD5A-8379-BF52-D6B8-F7F176E58ABD}"/>
              </a:ext>
            </a:extLst>
          </p:cNvPr>
          <p:cNvSpPr txBox="1"/>
          <p:nvPr/>
        </p:nvSpPr>
        <p:spPr>
          <a:xfrm>
            <a:off x="2038348" y="258085"/>
            <a:ext cx="1144611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Draufsicht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22" name="Textfeld 221">
            <a:extLst>
              <a:ext uri="{FF2B5EF4-FFF2-40B4-BE49-F238E27FC236}">
                <a16:creationId xmlns:a16="http://schemas.microsoft.com/office/drawing/2014/main" id="{2AFDC6D7-66CC-5057-6DBC-B1BBA070B393}"/>
              </a:ext>
            </a:extLst>
          </p:cNvPr>
          <p:cNvSpPr txBox="1"/>
          <p:nvPr/>
        </p:nvSpPr>
        <p:spPr>
          <a:xfrm>
            <a:off x="-43998" y="802494"/>
            <a:ext cx="107968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Dreiviertellinie</a:t>
            </a:r>
            <a:endParaRPr lang="de-DE" sz="1100" baseline="-25000" dirty="0">
              <a:solidFill>
                <a:schemeClr val="tx2">
                  <a:lumMod val="75000"/>
                  <a:lumOff val="2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23" name="Gerader Verbinder 222">
            <a:extLst>
              <a:ext uri="{FF2B5EF4-FFF2-40B4-BE49-F238E27FC236}">
                <a16:creationId xmlns:a16="http://schemas.microsoft.com/office/drawing/2014/main" id="{40D3A179-A9CD-766B-9C74-10F6C85E9496}"/>
              </a:ext>
            </a:extLst>
          </p:cNvPr>
          <p:cNvCxnSpPr>
            <a:cxnSpLocks/>
          </p:cNvCxnSpPr>
          <p:nvPr/>
        </p:nvCxnSpPr>
        <p:spPr>
          <a:xfrm>
            <a:off x="683489" y="1010100"/>
            <a:ext cx="255676" cy="681798"/>
          </a:xfrm>
          <a:prstGeom prst="line">
            <a:avLst/>
          </a:prstGeom>
          <a:ln w="9525"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Gerader Verbinder 224">
            <a:extLst>
              <a:ext uri="{FF2B5EF4-FFF2-40B4-BE49-F238E27FC236}">
                <a16:creationId xmlns:a16="http://schemas.microsoft.com/office/drawing/2014/main" id="{5945540A-C4D5-BB93-A3D9-7F723F65D0B6}"/>
              </a:ext>
            </a:extLst>
          </p:cNvPr>
          <p:cNvCxnSpPr>
            <a:cxnSpLocks/>
          </p:cNvCxnSpPr>
          <p:nvPr/>
        </p:nvCxnSpPr>
        <p:spPr>
          <a:xfrm>
            <a:off x="1087178" y="777571"/>
            <a:ext cx="193591" cy="508562"/>
          </a:xfrm>
          <a:prstGeom prst="line">
            <a:avLst/>
          </a:prstGeom>
          <a:ln w="9525"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Gerader Verbinder 226">
            <a:extLst>
              <a:ext uri="{FF2B5EF4-FFF2-40B4-BE49-F238E27FC236}">
                <a16:creationId xmlns:a16="http://schemas.microsoft.com/office/drawing/2014/main" id="{1C5E39B9-2C89-0152-434F-7FA8D4FA3A91}"/>
              </a:ext>
            </a:extLst>
          </p:cNvPr>
          <p:cNvCxnSpPr>
            <a:cxnSpLocks/>
          </p:cNvCxnSpPr>
          <p:nvPr/>
        </p:nvCxnSpPr>
        <p:spPr>
          <a:xfrm flipH="1">
            <a:off x="983293" y="310323"/>
            <a:ext cx="81498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r Verbinder 231">
            <a:extLst>
              <a:ext uri="{FF2B5EF4-FFF2-40B4-BE49-F238E27FC236}">
                <a16:creationId xmlns:a16="http://schemas.microsoft.com/office/drawing/2014/main" id="{2BEF7068-CA01-5DC0-5228-488C2D8418A2}"/>
              </a:ext>
            </a:extLst>
          </p:cNvPr>
          <p:cNvCxnSpPr>
            <a:cxnSpLocks/>
          </p:cNvCxnSpPr>
          <p:nvPr/>
        </p:nvCxnSpPr>
        <p:spPr>
          <a:xfrm flipH="1">
            <a:off x="982226" y="2643857"/>
            <a:ext cx="81498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Rechteck 235">
            <a:extLst>
              <a:ext uri="{FF2B5EF4-FFF2-40B4-BE49-F238E27FC236}">
                <a16:creationId xmlns:a16="http://schemas.microsoft.com/office/drawing/2014/main" id="{F8FC558C-B761-6E8C-BB8A-D8CBF7D9C12C}"/>
              </a:ext>
            </a:extLst>
          </p:cNvPr>
          <p:cNvSpPr/>
          <p:nvPr/>
        </p:nvSpPr>
        <p:spPr>
          <a:xfrm>
            <a:off x="1002979" y="625817"/>
            <a:ext cx="74085" cy="1349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21" name="Textfeld 220">
            <a:extLst>
              <a:ext uri="{FF2B5EF4-FFF2-40B4-BE49-F238E27FC236}">
                <a16:creationId xmlns:a16="http://schemas.microsoft.com/office/drawing/2014/main" id="{524709FF-8C8F-0708-94B9-2581BB645D25}"/>
              </a:ext>
            </a:extLst>
          </p:cNvPr>
          <p:cNvSpPr txBox="1"/>
          <p:nvPr/>
        </p:nvSpPr>
        <p:spPr>
          <a:xfrm>
            <a:off x="255972" y="568051"/>
            <a:ext cx="1144611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Viertellinie</a:t>
            </a:r>
            <a:endParaRPr lang="de-DE" sz="1100" baseline="-25000" dirty="0">
              <a:solidFill>
                <a:schemeClr val="tx2">
                  <a:lumMod val="75000"/>
                  <a:lumOff val="2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37" name="Textfeld 236">
            <a:extLst>
              <a:ext uri="{FF2B5EF4-FFF2-40B4-BE49-F238E27FC236}">
                <a16:creationId xmlns:a16="http://schemas.microsoft.com/office/drawing/2014/main" id="{D4B82AC9-2344-8D45-2BBC-7B1F6348F214}"/>
              </a:ext>
            </a:extLst>
          </p:cNvPr>
          <p:cNvSpPr txBox="1"/>
          <p:nvPr/>
        </p:nvSpPr>
        <p:spPr>
          <a:xfrm>
            <a:off x="759911" y="2043870"/>
            <a:ext cx="35850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</a:p>
        </p:txBody>
      </p:sp>
      <p:sp>
        <p:nvSpPr>
          <p:cNvPr id="240" name="Bogen 239">
            <a:extLst>
              <a:ext uri="{FF2B5EF4-FFF2-40B4-BE49-F238E27FC236}">
                <a16:creationId xmlns:a16="http://schemas.microsoft.com/office/drawing/2014/main" id="{4576EF42-A58A-47ED-B29B-D9251FE30B20}"/>
              </a:ext>
            </a:extLst>
          </p:cNvPr>
          <p:cNvSpPr/>
          <p:nvPr/>
        </p:nvSpPr>
        <p:spPr>
          <a:xfrm>
            <a:off x="1278923" y="267467"/>
            <a:ext cx="1048050" cy="1048050"/>
          </a:xfrm>
          <a:prstGeom prst="arc">
            <a:avLst>
              <a:gd name="adj1" fmla="val 8654717"/>
              <a:gd name="adj2" fmla="val 10795575"/>
            </a:avLst>
          </a:prstGeom>
          <a:ln w="9525" cap="rnd">
            <a:solidFill>
              <a:schemeClr val="accent5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42" name="Textfeld 241">
            <a:extLst>
              <a:ext uri="{FF2B5EF4-FFF2-40B4-BE49-F238E27FC236}">
                <a16:creationId xmlns:a16="http://schemas.microsoft.com/office/drawing/2014/main" id="{1220002E-B60B-9801-FF2F-5A2B4666CC53}"/>
              </a:ext>
            </a:extLst>
          </p:cNvPr>
          <p:cNvSpPr txBox="1"/>
          <p:nvPr/>
        </p:nvSpPr>
        <p:spPr>
          <a:xfrm>
            <a:off x="1221958" y="789076"/>
            <a:ext cx="358507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cxnSp>
        <p:nvCxnSpPr>
          <p:cNvPr id="243" name="Gerader Verbinder 242">
            <a:extLst>
              <a:ext uri="{FF2B5EF4-FFF2-40B4-BE49-F238E27FC236}">
                <a16:creationId xmlns:a16="http://schemas.microsoft.com/office/drawing/2014/main" id="{5456CED9-C881-3ED4-18D3-A29690842BDB}"/>
              </a:ext>
            </a:extLst>
          </p:cNvPr>
          <p:cNvCxnSpPr>
            <a:cxnSpLocks/>
          </p:cNvCxnSpPr>
          <p:nvPr/>
        </p:nvCxnSpPr>
        <p:spPr>
          <a:xfrm>
            <a:off x="1799838" y="948500"/>
            <a:ext cx="474732" cy="0"/>
          </a:xfrm>
          <a:prstGeom prst="line">
            <a:avLst/>
          </a:prstGeom>
          <a:ln w="9525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Bogen 244">
            <a:extLst>
              <a:ext uri="{FF2B5EF4-FFF2-40B4-BE49-F238E27FC236}">
                <a16:creationId xmlns:a16="http://schemas.microsoft.com/office/drawing/2014/main" id="{CF8B4CED-6CAB-CFAA-351A-69CEA68A2254}"/>
              </a:ext>
            </a:extLst>
          </p:cNvPr>
          <p:cNvSpPr/>
          <p:nvPr/>
        </p:nvSpPr>
        <p:spPr>
          <a:xfrm>
            <a:off x="1376293" y="519613"/>
            <a:ext cx="853310" cy="853310"/>
          </a:xfrm>
          <a:prstGeom prst="arc">
            <a:avLst>
              <a:gd name="adj1" fmla="val 21597231"/>
              <a:gd name="adj2" fmla="val 1995873"/>
            </a:avLst>
          </a:prstGeom>
          <a:ln w="9525" cap="rnd">
            <a:solidFill>
              <a:schemeClr val="accent5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46" name="Textfeld 245">
            <a:extLst>
              <a:ext uri="{FF2B5EF4-FFF2-40B4-BE49-F238E27FC236}">
                <a16:creationId xmlns:a16="http://schemas.microsoft.com/office/drawing/2014/main" id="{6021EE9E-B351-9A24-4D5A-AF2BA1083021}"/>
              </a:ext>
            </a:extLst>
          </p:cNvPr>
          <p:cNvSpPr txBox="1"/>
          <p:nvPr/>
        </p:nvSpPr>
        <p:spPr>
          <a:xfrm>
            <a:off x="2202756" y="840437"/>
            <a:ext cx="4072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25</a:t>
            </a:r>
          </a:p>
        </p:txBody>
      </p:sp>
      <p:cxnSp>
        <p:nvCxnSpPr>
          <p:cNvPr id="247" name="Gerader Verbinder 246">
            <a:extLst>
              <a:ext uri="{FF2B5EF4-FFF2-40B4-BE49-F238E27FC236}">
                <a16:creationId xmlns:a16="http://schemas.microsoft.com/office/drawing/2014/main" id="{CEAA5826-BA69-E40F-8E28-48786C2072E6}"/>
              </a:ext>
            </a:extLst>
          </p:cNvPr>
          <p:cNvCxnSpPr>
            <a:cxnSpLocks/>
          </p:cNvCxnSpPr>
          <p:nvPr/>
        </p:nvCxnSpPr>
        <p:spPr>
          <a:xfrm flipH="1">
            <a:off x="2262975" y="2588612"/>
            <a:ext cx="54880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Gerader Verbinder 248">
            <a:extLst>
              <a:ext uri="{FF2B5EF4-FFF2-40B4-BE49-F238E27FC236}">
                <a16:creationId xmlns:a16="http://schemas.microsoft.com/office/drawing/2014/main" id="{8D4410CE-0888-2A59-2935-B32FFC75CE15}"/>
              </a:ext>
            </a:extLst>
          </p:cNvPr>
          <p:cNvCxnSpPr>
            <a:cxnSpLocks/>
          </p:cNvCxnSpPr>
          <p:nvPr/>
        </p:nvCxnSpPr>
        <p:spPr>
          <a:xfrm flipH="1">
            <a:off x="2259165" y="2746727"/>
            <a:ext cx="28210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Gerader Verbinder 249">
            <a:extLst>
              <a:ext uri="{FF2B5EF4-FFF2-40B4-BE49-F238E27FC236}">
                <a16:creationId xmlns:a16="http://schemas.microsoft.com/office/drawing/2014/main" id="{1BE174EA-F1F9-837F-FE7E-92D9EEE220F6}"/>
              </a:ext>
            </a:extLst>
          </p:cNvPr>
          <p:cNvCxnSpPr>
            <a:cxnSpLocks/>
          </p:cNvCxnSpPr>
          <p:nvPr/>
        </p:nvCxnSpPr>
        <p:spPr>
          <a:xfrm flipH="1">
            <a:off x="2259165" y="2849463"/>
            <a:ext cx="54880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Gerader Verbinder 254">
            <a:extLst>
              <a:ext uri="{FF2B5EF4-FFF2-40B4-BE49-F238E27FC236}">
                <a16:creationId xmlns:a16="http://schemas.microsoft.com/office/drawing/2014/main" id="{6661F51C-1BA1-3331-E6F4-8A989C216BEE}"/>
              </a:ext>
            </a:extLst>
          </p:cNvPr>
          <p:cNvCxnSpPr>
            <a:cxnSpLocks/>
          </p:cNvCxnSpPr>
          <p:nvPr/>
        </p:nvCxnSpPr>
        <p:spPr>
          <a:xfrm>
            <a:off x="2764721" y="2551053"/>
            <a:ext cx="0" cy="373707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Gerader Verbinder 255">
            <a:extLst>
              <a:ext uri="{FF2B5EF4-FFF2-40B4-BE49-F238E27FC236}">
                <a16:creationId xmlns:a16="http://schemas.microsoft.com/office/drawing/2014/main" id="{23C1F4A0-0A69-7E22-4102-3A9DFFAFBFD2}"/>
              </a:ext>
            </a:extLst>
          </p:cNvPr>
          <p:cNvCxnSpPr>
            <a:cxnSpLocks/>
          </p:cNvCxnSpPr>
          <p:nvPr/>
        </p:nvCxnSpPr>
        <p:spPr>
          <a:xfrm>
            <a:off x="2764721" y="2852648"/>
            <a:ext cx="0" cy="176166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Gerader Verbinder 256">
            <a:extLst>
              <a:ext uri="{FF2B5EF4-FFF2-40B4-BE49-F238E27FC236}">
                <a16:creationId xmlns:a16="http://schemas.microsoft.com/office/drawing/2014/main" id="{E3C84C54-46ED-30DB-72B2-72A5547A387F}"/>
              </a:ext>
            </a:extLst>
          </p:cNvPr>
          <p:cNvCxnSpPr>
            <a:cxnSpLocks/>
          </p:cNvCxnSpPr>
          <p:nvPr/>
        </p:nvCxnSpPr>
        <p:spPr>
          <a:xfrm flipV="1">
            <a:off x="2764721" y="2412894"/>
            <a:ext cx="0" cy="189594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Gerader Verbinder 258">
            <a:extLst>
              <a:ext uri="{FF2B5EF4-FFF2-40B4-BE49-F238E27FC236}">
                <a16:creationId xmlns:a16="http://schemas.microsoft.com/office/drawing/2014/main" id="{3F18DF93-16CA-820B-A2E6-209324D647BC}"/>
              </a:ext>
            </a:extLst>
          </p:cNvPr>
          <p:cNvCxnSpPr>
            <a:cxnSpLocks/>
          </p:cNvCxnSpPr>
          <p:nvPr/>
        </p:nvCxnSpPr>
        <p:spPr>
          <a:xfrm>
            <a:off x="2498316" y="2705417"/>
            <a:ext cx="0" cy="194251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Gerader Verbinder 259">
            <a:extLst>
              <a:ext uri="{FF2B5EF4-FFF2-40B4-BE49-F238E27FC236}">
                <a16:creationId xmlns:a16="http://schemas.microsoft.com/office/drawing/2014/main" id="{B1D64386-BE61-AE61-80F4-48F3D80920DD}"/>
              </a:ext>
            </a:extLst>
          </p:cNvPr>
          <p:cNvCxnSpPr>
            <a:cxnSpLocks/>
          </p:cNvCxnSpPr>
          <p:nvPr/>
        </p:nvCxnSpPr>
        <p:spPr>
          <a:xfrm>
            <a:off x="2498316" y="2855333"/>
            <a:ext cx="0" cy="176166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Gerader Verbinder 260">
            <a:extLst>
              <a:ext uri="{FF2B5EF4-FFF2-40B4-BE49-F238E27FC236}">
                <a16:creationId xmlns:a16="http://schemas.microsoft.com/office/drawing/2014/main" id="{C7D88B17-FFF4-96BB-5163-27DB333675A8}"/>
              </a:ext>
            </a:extLst>
          </p:cNvPr>
          <p:cNvCxnSpPr>
            <a:cxnSpLocks/>
          </p:cNvCxnSpPr>
          <p:nvPr/>
        </p:nvCxnSpPr>
        <p:spPr>
          <a:xfrm flipV="1">
            <a:off x="2498316" y="2507691"/>
            <a:ext cx="0" cy="249161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Textfeld 263">
            <a:extLst>
              <a:ext uri="{FF2B5EF4-FFF2-40B4-BE49-F238E27FC236}">
                <a16:creationId xmlns:a16="http://schemas.microsoft.com/office/drawing/2014/main" id="{B2C1EA18-B7CC-D83F-8855-B27A4D8090FE}"/>
              </a:ext>
            </a:extLst>
          </p:cNvPr>
          <p:cNvSpPr txBox="1"/>
          <p:nvPr/>
        </p:nvSpPr>
        <p:spPr>
          <a:xfrm>
            <a:off x="2270773" y="2245661"/>
            <a:ext cx="43650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aH</a:t>
            </a:r>
          </a:p>
        </p:txBody>
      </p:sp>
      <p:sp>
        <p:nvSpPr>
          <p:cNvPr id="265" name="Textfeld 264">
            <a:extLst>
              <a:ext uri="{FF2B5EF4-FFF2-40B4-BE49-F238E27FC236}">
                <a16:creationId xmlns:a16="http://schemas.microsoft.com/office/drawing/2014/main" id="{14D9F653-5FE5-04AD-8519-57A2C3E5A95D}"/>
              </a:ext>
            </a:extLst>
          </p:cNvPr>
          <p:cNvSpPr txBox="1"/>
          <p:nvPr/>
        </p:nvSpPr>
        <p:spPr>
          <a:xfrm>
            <a:off x="2582003" y="2156733"/>
            <a:ext cx="36543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aH</a:t>
            </a:r>
          </a:p>
        </p:txBody>
      </p:sp>
      <p:cxnSp>
        <p:nvCxnSpPr>
          <p:cNvPr id="266" name="Gerader Verbinder 265">
            <a:extLst>
              <a:ext uri="{FF2B5EF4-FFF2-40B4-BE49-F238E27FC236}">
                <a16:creationId xmlns:a16="http://schemas.microsoft.com/office/drawing/2014/main" id="{7A00C119-87D1-BA20-AFF1-0C99A94A51E2}"/>
              </a:ext>
            </a:extLst>
          </p:cNvPr>
          <p:cNvCxnSpPr>
            <a:cxnSpLocks/>
          </p:cNvCxnSpPr>
          <p:nvPr/>
        </p:nvCxnSpPr>
        <p:spPr>
          <a:xfrm flipH="1">
            <a:off x="1138523" y="2336685"/>
            <a:ext cx="66103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Gerader Verbinder 266">
            <a:extLst>
              <a:ext uri="{FF2B5EF4-FFF2-40B4-BE49-F238E27FC236}">
                <a16:creationId xmlns:a16="http://schemas.microsoft.com/office/drawing/2014/main" id="{78482E53-C39B-7261-9DE0-DF2445C4C879}"/>
              </a:ext>
            </a:extLst>
          </p:cNvPr>
          <p:cNvCxnSpPr>
            <a:cxnSpLocks/>
          </p:cNvCxnSpPr>
          <p:nvPr/>
        </p:nvCxnSpPr>
        <p:spPr>
          <a:xfrm flipH="1">
            <a:off x="1139190" y="2757556"/>
            <a:ext cx="653415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Gerader Verbinder 267">
            <a:extLst>
              <a:ext uri="{FF2B5EF4-FFF2-40B4-BE49-F238E27FC236}">
                <a16:creationId xmlns:a16="http://schemas.microsoft.com/office/drawing/2014/main" id="{7D94A679-0E86-7E22-8D9D-A40B7CB17E27}"/>
              </a:ext>
            </a:extLst>
          </p:cNvPr>
          <p:cNvCxnSpPr>
            <a:cxnSpLocks/>
          </p:cNvCxnSpPr>
          <p:nvPr/>
        </p:nvCxnSpPr>
        <p:spPr>
          <a:xfrm>
            <a:off x="1192782" y="2305480"/>
            <a:ext cx="0" cy="527373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Gerader Verbinder 268">
            <a:extLst>
              <a:ext uri="{FF2B5EF4-FFF2-40B4-BE49-F238E27FC236}">
                <a16:creationId xmlns:a16="http://schemas.microsoft.com/office/drawing/2014/main" id="{5A80D96B-FBE7-CA63-8A68-3A0F1E0B85BB}"/>
              </a:ext>
            </a:extLst>
          </p:cNvPr>
          <p:cNvCxnSpPr>
            <a:cxnSpLocks/>
          </p:cNvCxnSpPr>
          <p:nvPr/>
        </p:nvCxnSpPr>
        <p:spPr>
          <a:xfrm>
            <a:off x="1192782" y="2760741"/>
            <a:ext cx="0" cy="243702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Gerader Verbinder 269">
            <a:extLst>
              <a:ext uri="{FF2B5EF4-FFF2-40B4-BE49-F238E27FC236}">
                <a16:creationId xmlns:a16="http://schemas.microsoft.com/office/drawing/2014/main" id="{2559C74C-D1C2-4A28-4E86-0B8A25C8EEE1}"/>
              </a:ext>
            </a:extLst>
          </p:cNvPr>
          <p:cNvCxnSpPr>
            <a:cxnSpLocks/>
          </p:cNvCxnSpPr>
          <p:nvPr/>
        </p:nvCxnSpPr>
        <p:spPr>
          <a:xfrm flipV="1">
            <a:off x="1192782" y="2154828"/>
            <a:ext cx="0" cy="189594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1" name="Textfeld 270">
            <a:extLst>
              <a:ext uri="{FF2B5EF4-FFF2-40B4-BE49-F238E27FC236}">
                <a16:creationId xmlns:a16="http://schemas.microsoft.com/office/drawing/2014/main" id="{C6C1904C-5946-3DFB-D556-1DD2ECD03821}"/>
              </a:ext>
            </a:extLst>
          </p:cNvPr>
          <p:cNvSpPr txBox="1"/>
          <p:nvPr/>
        </p:nvSpPr>
        <p:spPr>
          <a:xfrm>
            <a:off x="878167" y="2803862"/>
            <a:ext cx="36543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iH</a:t>
            </a:r>
          </a:p>
        </p:txBody>
      </p:sp>
      <p:grpSp>
        <p:nvGrpSpPr>
          <p:cNvPr id="300" name="Gruppieren 299">
            <a:extLst>
              <a:ext uri="{FF2B5EF4-FFF2-40B4-BE49-F238E27FC236}">
                <a16:creationId xmlns:a16="http://schemas.microsoft.com/office/drawing/2014/main" id="{EB9AF31A-3F5D-B622-F8A9-833F2290840F}"/>
              </a:ext>
            </a:extLst>
          </p:cNvPr>
          <p:cNvGrpSpPr/>
          <p:nvPr/>
        </p:nvGrpSpPr>
        <p:grpSpPr>
          <a:xfrm>
            <a:off x="700373" y="1649988"/>
            <a:ext cx="365560" cy="219075"/>
            <a:chOff x="700373" y="1668780"/>
            <a:chExt cx="365560" cy="219075"/>
          </a:xfrm>
        </p:grpSpPr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52942CFA-8195-D1EB-03A8-42E39372C175}"/>
                </a:ext>
              </a:extLst>
            </p:cNvPr>
            <p:cNvCxnSpPr>
              <a:cxnSpLocks/>
            </p:cNvCxnSpPr>
            <p:nvPr/>
          </p:nvCxnSpPr>
          <p:spPr>
            <a:xfrm>
              <a:off x="700373" y="1849755"/>
              <a:ext cx="0" cy="38100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Gerader Verbinder 292">
              <a:extLst>
                <a:ext uri="{FF2B5EF4-FFF2-40B4-BE49-F238E27FC236}">
                  <a16:creationId xmlns:a16="http://schemas.microsoft.com/office/drawing/2014/main" id="{F8154D41-0E1D-CCBF-A708-6437BA5F33EF}"/>
                </a:ext>
              </a:extLst>
            </p:cNvPr>
            <p:cNvCxnSpPr>
              <a:cxnSpLocks/>
            </p:cNvCxnSpPr>
            <p:nvPr/>
          </p:nvCxnSpPr>
          <p:spPr>
            <a:xfrm>
              <a:off x="1065933" y="1668780"/>
              <a:ext cx="0" cy="59055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Gerader Verbinder 294">
              <a:extLst>
                <a:ext uri="{FF2B5EF4-FFF2-40B4-BE49-F238E27FC236}">
                  <a16:creationId xmlns:a16="http://schemas.microsoft.com/office/drawing/2014/main" id="{DF74E8B4-8DE5-1519-84F1-0ABE1414F9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373" y="1668780"/>
              <a:ext cx="364522" cy="180975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1" name="Gruppieren 300">
            <a:extLst>
              <a:ext uri="{FF2B5EF4-FFF2-40B4-BE49-F238E27FC236}">
                <a16:creationId xmlns:a16="http://schemas.microsoft.com/office/drawing/2014/main" id="{35A0672D-8502-5A4A-9035-957E9209544F}"/>
              </a:ext>
            </a:extLst>
          </p:cNvPr>
          <p:cNvGrpSpPr/>
          <p:nvPr/>
        </p:nvGrpSpPr>
        <p:grpSpPr>
          <a:xfrm flipH="1">
            <a:off x="2521047" y="1645061"/>
            <a:ext cx="365560" cy="443077"/>
            <a:chOff x="700373" y="1668780"/>
            <a:chExt cx="365560" cy="443077"/>
          </a:xfrm>
        </p:grpSpPr>
        <p:cxnSp>
          <p:nvCxnSpPr>
            <p:cNvPr id="302" name="Gerader Verbinder 301">
              <a:extLst>
                <a:ext uri="{FF2B5EF4-FFF2-40B4-BE49-F238E27FC236}">
                  <a16:creationId xmlns:a16="http://schemas.microsoft.com/office/drawing/2014/main" id="{5934F6BC-C597-4BF9-FEE5-1CBF38C1D8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373" y="1849755"/>
              <a:ext cx="0" cy="262102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Gerader Verbinder 302">
              <a:extLst>
                <a:ext uri="{FF2B5EF4-FFF2-40B4-BE49-F238E27FC236}">
                  <a16:creationId xmlns:a16="http://schemas.microsoft.com/office/drawing/2014/main" id="{551675E5-8816-26F5-A905-FCB4C39F2D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5933" y="1668780"/>
              <a:ext cx="0" cy="443077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Gerader Verbinder 303">
              <a:extLst>
                <a:ext uri="{FF2B5EF4-FFF2-40B4-BE49-F238E27FC236}">
                  <a16:creationId xmlns:a16="http://schemas.microsoft.com/office/drawing/2014/main" id="{12B8C7B0-5AD8-576F-8248-0F069CA79A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373" y="1668780"/>
              <a:ext cx="364522" cy="180975"/>
            </a:xfrm>
            <a:prstGeom prst="line">
              <a:avLst/>
            </a:prstGeom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09" name="Gerader Verbinder 308">
            <a:extLst>
              <a:ext uri="{FF2B5EF4-FFF2-40B4-BE49-F238E27FC236}">
                <a16:creationId xmlns:a16="http://schemas.microsoft.com/office/drawing/2014/main" id="{7BAB9383-746D-8F3F-F037-AA7F65B7B1DD}"/>
              </a:ext>
            </a:extLst>
          </p:cNvPr>
          <p:cNvCxnSpPr>
            <a:cxnSpLocks/>
          </p:cNvCxnSpPr>
          <p:nvPr/>
        </p:nvCxnSpPr>
        <p:spPr>
          <a:xfrm flipH="1">
            <a:off x="2467550" y="2038608"/>
            <a:ext cx="479889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non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Gerader Verbinder 310">
            <a:extLst>
              <a:ext uri="{FF2B5EF4-FFF2-40B4-BE49-F238E27FC236}">
                <a16:creationId xmlns:a16="http://schemas.microsoft.com/office/drawing/2014/main" id="{532B570D-117D-720D-45F9-BFCF1B9E6A31}"/>
              </a:ext>
            </a:extLst>
          </p:cNvPr>
          <p:cNvCxnSpPr>
            <a:cxnSpLocks/>
          </p:cNvCxnSpPr>
          <p:nvPr/>
        </p:nvCxnSpPr>
        <p:spPr>
          <a:xfrm flipH="1">
            <a:off x="2886607" y="2038608"/>
            <a:ext cx="155678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Gerader Verbinder 315">
            <a:extLst>
              <a:ext uri="{FF2B5EF4-FFF2-40B4-BE49-F238E27FC236}">
                <a16:creationId xmlns:a16="http://schemas.microsoft.com/office/drawing/2014/main" id="{CA0AE762-F6A7-7370-D665-3F1C98CCE7A5}"/>
              </a:ext>
            </a:extLst>
          </p:cNvPr>
          <p:cNvCxnSpPr>
            <a:cxnSpLocks/>
          </p:cNvCxnSpPr>
          <p:nvPr/>
        </p:nvCxnSpPr>
        <p:spPr>
          <a:xfrm>
            <a:off x="2358390" y="2038608"/>
            <a:ext cx="162657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non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0" name="Textfeld 319">
            <a:extLst>
              <a:ext uri="{FF2B5EF4-FFF2-40B4-BE49-F238E27FC236}">
                <a16:creationId xmlns:a16="http://schemas.microsoft.com/office/drawing/2014/main" id="{34A5208E-EF35-033D-185F-6F09CFE0FD1D}"/>
              </a:ext>
            </a:extLst>
          </p:cNvPr>
          <p:cNvSpPr txBox="1"/>
          <p:nvPr/>
        </p:nvSpPr>
        <p:spPr>
          <a:xfrm>
            <a:off x="2511552" y="1796449"/>
            <a:ext cx="36543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0C5A7A4B-6933-C8AF-6C11-01C5F3CF6880}"/>
              </a:ext>
            </a:extLst>
          </p:cNvPr>
          <p:cNvCxnSpPr>
            <a:cxnSpLocks/>
          </p:cNvCxnSpPr>
          <p:nvPr/>
        </p:nvCxnSpPr>
        <p:spPr>
          <a:xfrm>
            <a:off x="1232535" y="788569"/>
            <a:ext cx="568389" cy="0"/>
          </a:xfrm>
          <a:prstGeom prst="line">
            <a:avLst/>
          </a:prstGeom>
          <a:ln w="9525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93673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Bogen 69">
            <a:extLst>
              <a:ext uri="{FF2B5EF4-FFF2-40B4-BE49-F238E27FC236}">
                <a16:creationId xmlns:a16="http://schemas.microsoft.com/office/drawing/2014/main" id="{04F1BF66-D7EF-7980-8704-9D75A9A1D213}"/>
              </a:ext>
            </a:extLst>
          </p:cNvPr>
          <p:cNvSpPr/>
          <p:nvPr/>
        </p:nvSpPr>
        <p:spPr>
          <a:xfrm>
            <a:off x="480138" y="1296646"/>
            <a:ext cx="1274550" cy="1274556"/>
          </a:xfrm>
          <a:prstGeom prst="arc">
            <a:avLst>
              <a:gd name="adj1" fmla="val 9654032"/>
              <a:gd name="adj2" fmla="val 10808280"/>
            </a:avLst>
          </a:prstGeom>
          <a:ln w="1270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1B88EF54-26DA-B53E-62D9-92AF9934970E}"/>
              </a:ext>
            </a:extLst>
          </p:cNvPr>
          <p:cNvCxnSpPr>
            <a:cxnSpLocks/>
          </p:cNvCxnSpPr>
          <p:nvPr/>
        </p:nvCxnSpPr>
        <p:spPr>
          <a:xfrm>
            <a:off x="430217" y="1932140"/>
            <a:ext cx="2916555" cy="0"/>
          </a:xfrm>
          <a:prstGeom prst="line">
            <a:avLst/>
          </a:prstGeom>
          <a:ln w="9525" cap="rnd">
            <a:solidFill>
              <a:schemeClr val="tx2">
                <a:lumMod val="75000"/>
                <a:lumOff val="2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Ellipse 5">
            <a:extLst>
              <a:ext uri="{FF2B5EF4-FFF2-40B4-BE49-F238E27FC236}">
                <a16:creationId xmlns:a16="http://schemas.microsoft.com/office/drawing/2014/main" id="{48BC8A09-1936-237F-E8AC-4BC71186E5B7}"/>
              </a:ext>
            </a:extLst>
          </p:cNvPr>
          <p:cNvSpPr/>
          <p:nvPr/>
        </p:nvSpPr>
        <p:spPr>
          <a:xfrm>
            <a:off x="1114113" y="1767291"/>
            <a:ext cx="255270" cy="255270"/>
          </a:xfrm>
          <a:prstGeom prst="ellipse">
            <a:avLst/>
          </a:prstGeom>
          <a:noFill/>
          <a:ln w="9525" cap="rnd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832D6D20-9730-4FE8-B7FD-5405B7155090}"/>
              </a:ext>
            </a:extLst>
          </p:cNvPr>
          <p:cNvSpPr/>
          <p:nvPr/>
        </p:nvSpPr>
        <p:spPr>
          <a:xfrm>
            <a:off x="1485589" y="1590127"/>
            <a:ext cx="396238" cy="396238"/>
          </a:xfrm>
          <a:prstGeom prst="ellipse">
            <a:avLst/>
          </a:prstGeom>
          <a:noFill/>
          <a:ln w="9525" cap="rnd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86AF1042-2ABC-AEBE-BA25-C24596C34C0F}"/>
              </a:ext>
            </a:extLst>
          </p:cNvPr>
          <p:cNvCxnSpPr>
            <a:cxnSpLocks/>
            <a:stCxn id="7" idx="5"/>
            <a:endCxn id="7" idx="1"/>
          </p:cNvCxnSpPr>
          <p:nvPr/>
        </p:nvCxnSpPr>
        <p:spPr>
          <a:xfrm flipH="1" flipV="1">
            <a:off x="1543617" y="1648155"/>
            <a:ext cx="280182" cy="280182"/>
          </a:xfrm>
          <a:prstGeom prst="straightConnector1">
            <a:avLst/>
          </a:prstGeom>
          <a:ln w="12700" cap="rnd">
            <a:solidFill>
              <a:schemeClr val="accent2">
                <a:lumMod val="75000"/>
              </a:schemeClr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96C1356C-325D-F397-8557-463999D7B6E2}"/>
              </a:ext>
            </a:extLst>
          </p:cNvPr>
          <p:cNvCxnSpPr>
            <a:cxnSpLocks/>
          </p:cNvCxnSpPr>
          <p:nvPr/>
        </p:nvCxnSpPr>
        <p:spPr>
          <a:xfrm flipH="1" flipV="1">
            <a:off x="1203503" y="1776426"/>
            <a:ext cx="38244" cy="114691"/>
          </a:xfrm>
          <a:prstGeom prst="straightConnector1">
            <a:avLst/>
          </a:prstGeom>
          <a:ln w="12700" cap="rnd">
            <a:solidFill>
              <a:schemeClr val="accent6">
                <a:lumMod val="75000"/>
              </a:schemeClr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llipse 10">
            <a:extLst>
              <a:ext uri="{FF2B5EF4-FFF2-40B4-BE49-F238E27FC236}">
                <a16:creationId xmlns:a16="http://schemas.microsoft.com/office/drawing/2014/main" id="{8EEEF9A7-E792-6DE8-D2AA-1D2F777D61AD}"/>
              </a:ext>
            </a:extLst>
          </p:cNvPr>
          <p:cNvSpPr/>
          <p:nvPr/>
        </p:nvSpPr>
        <p:spPr>
          <a:xfrm>
            <a:off x="1218888" y="1870798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8839CC4B-705A-4BE2-4453-90FE8AC8F73C}"/>
              </a:ext>
            </a:extLst>
          </p:cNvPr>
          <p:cNvSpPr/>
          <p:nvPr/>
        </p:nvSpPr>
        <p:spPr>
          <a:xfrm>
            <a:off x="1660848" y="1765387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4B89C47D-381D-D134-E298-45337AC4A453}"/>
              </a:ext>
            </a:extLst>
          </p:cNvPr>
          <p:cNvCxnSpPr>
            <a:cxnSpLocks/>
          </p:cNvCxnSpPr>
          <p:nvPr/>
        </p:nvCxnSpPr>
        <p:spPr>
          <a:xfrm>
            <a:off x="1116019" y="929092"/>
            <a:ext cx="0" cy="1726584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E2720740-8611-090D-C417-1EB5052925DD}"/>
              </a:ext>
            </a:extLst>
          </p:cNvPr>
          <p:cNvCxnSpPr>
            <a:cxnSpLocks/>
          </p:cNvCxnSpPr>
          <p:nvPr/>
        </p:nvCxnSpPr>
        <p:spPr>
          <a:xfrm flipH="1">
            <a:off x="1114113" y="2594528"/>
            <a:ext cx="1971674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43228B13-4C48-9536-CCEA-8F592C899BC3}"/>
              </a:ext>
            </a:extLst>
          </p:cNvPr>
          <p:cNvCxnSpPr>
            <a:cxnSpLocks/>
          </p:cNvCxnSpPr>
          <p:nvPr/>
        </p:nvCxnSpPr>
        <p:spPr>
          <a:xfrm>
            <a:off x="3083885" y="1932147"/>
            <a:ext cx="0" cy="723529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1ABFCD7E-E928-7DC7-8311-34C4E9FB4FB5}"/>
              </a:ext>
            </a:extLst>
          </p:cNvPr>
          <p:cNvSpPr txBox="1"/>
          <p:nvPr/>
        </p:nvSpPr>
        <p:spPr>
          <a:xfrm>
            <a:off x="1945568" y="2380543"/>
            <a:ext cx="29542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endParaRPr lang="de-DE" sz="11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26247018-7CA9-5F57-7A68-265FBF8CD651}"/>
              </a:ext>
            </a:extLst>
          </p:cNvPr>
          <p:cNvCxnSpPr>
            <a:cxnSpLocks/>
          </p:cNvCxnSpPr>
          <p:nvPr/>
        </p:nvCxnSpPr>
        <p:spPr>
          <a:xfrm>
            <a:off x="1681802" y="1180552"/>
            <a:ext cx="0" cy="603494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E7093387-D037-49A3-19B7-F8749B1B88F6}"/>
              </a:ext>
            </a:extLst>
          </p:cNvPr>
          <p:cNvCxnSpPr>
            <a:cxnSpLocks/>
          </p:cNvCxnSpPr>
          <p:nvPr/>
        </p:nvCxnSpPr>
        <p:spPr>
          <a:xfrm flipH="1">
            <a:off x="1114113" y="1240073"/>
            <a:ext cx="567689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AD479641-EA21-3FBC-EBC4-CCCB0A86E1BF}"/>
              </a:ext>
            </a:extLst>
          </p:cNvPr>
          <p:cNvCxnSpPr>
            <a:cxnSpLocks/>
          </p:cNvCxnSpPr>
          <p:nvPr/>
        </p:nvCxnSpPr>
        <p:spPr>
          <a:xfrm flipH="1">
            <a:off x="1112208" y="988613"/>
            <a:ext cx="967739" cy="0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lg"/>
            <a:tailEnd type="triangle" w="sm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04EC62EB-A4BE-D8B8-6626-D17931935E9B}"/>
              </a:ext>
            </a:extLst>
          </p:cNvPr>
          <p:cNvCxnSpPr>
            <a:cxnSpLocks/>
          </p:cNvCxnSpPr>
          <p:nvPr/>
        </p:nvCxnSpPr>
        <p:spPr>
          <a:xfrm>
            <a:off x="2079947" y="934807"/>
            <a:ext cx="0" cy="857577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18C7FC02-0785-78BF-9704-586D64C5F0E9}"/>
              </a:ext>
            </a:extLst>
          </p:cNvPr>
          <p:cNvSpPr txBox="1"/>
          <p:nvPr/>
        </p:nvSpPr>
        <p:spPr>
          <a:xfrm>
            <a:off x="1191267" y="1008143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100" i="1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1C7B034C-30B2-910E-E49F-1E925CA130C2}"/>
              </a:ext>
            </a:extLst>
          </p:cNvPr>
          <p:cNvSpPr txBox="1"/>
          <p:nvPr/>
        </p:nvSpPr>
        <p:spPr>
          <a:xfrm>
            <a:off x="1389387" y="754109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100" i="1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46" name="Bogen 45">
            <a:extLst>
              <a:ext uri="{FF2B5EF4-FFF2-40B4-BE49-F238E27FC236}">
                <a16:creationId xmlns:a16="http://schemas.microsoft.com/office/drawing/2014/main" id="{A1C94398-CB22-5255-7466-B9F58C5AF5F2}"/>
              </a:ext>
            </a:extLst>
          </p:cNvPr>
          <p:cNvSpPr/>
          <p:nvPr/>
        </p:nvSpPr>
        <p:spPr>
          <a:xfrm>
            <a:off x="2855283" y="1698900"/>
            <a:ext cx="459105" cy="459105"/>
          </a:xfrm>
          <a:prstGeom prst="arc">
            <a:avLst>
              <a:gd name="adj1" fmla="val 12460643"/>
              <a:gd name="adj2" fmla="val 14795137"/>
            </a:avLst>
          </a:prstGeom>
          <a:ln w="12700" cap="rnd">
            <a:solidFill>
              <a:srgbClr val="C00000"/>
            </a:solidFill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7" name="Bogen 46">
            <a:extLst>
              <a:ext uri="{FF2B5EF4-FFF2-40B4-BE49-F238E27FC236}">
                <a16:creationId xmlns:a16="http://schemas.microsoft.com/office/drawing/2014/main" id="{6943F7E0-D47E-84E9-6CE9-76929A5F78F1}"/>
              </a:ext>
            </a:extLst>
          </p:cNvPr>
          <p:cNvSpPr/>
          <p:nvPr/>
        </p:nvSpPr>
        <p:spPr>
          <a:xfrm>
            <a:off x="2855282" y="1698900"/>
            <a:ext cx="459105" cy="459105"/>
          </a:xfrm>
          <a:prstGeom prst="arc">
            <a:avLst>
              <a:gd name="adj1" fmla="val 8832096"/>
              <a:gd name="adj2" fmla="val 10883571"/>
            </a:avLst>
          </a:prstGeom>
          <a:ln w="12700" cap="rnd">
            <a:solidFill>
              <a:srgbClr val="C00000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F62AACE-EF1C-E17E-C548-98F483140A84}"/>
              </a:ext>
            </a:extLst>
          </p:cNvPr>
          <p:cNvGrpSpPr/>
          <p:nvPr/>
        </p:nvGrpSpPr>
        <p:grpSpPr>
          <a:xfrm>
            <a:off x="-690001" y="1569829"/>
            <a:ext cx="5566566" cy="5753665"/>
            <a:chOff x="-690001" y="1569829"/>
            <a:chExt cx="5566566" cy="5753665"/>
          </a:xfrm>
        </p:grpSpPr>
        <p:sp>
          <p:nvSpPr>
            <p:cNvPr id="5" name="Bogen 4">
              <a:extLst>
                <a:ext uri="{FF2B5EF4-FFF2-40B4-BE49-F238E27FC236}">
                  <a16:creationId xmlns:a16="http://schemas.microsoft.com/office/drawing/2014/main" id="{361B5BE5-AEB5-5097-CAF7-B2EFA99289B6}"/>
                </a:ext>
              </a:extLst>
            </p:cNvPr>
            <p:cNvSpPr/>
            <p:nvPr/>
          </p:nvSpPr>
          <p:spPr>
            <a:xfrm>
              <a:off x="-690001" y="1756928"/>
              <a:ext cx="5566566" cy="5566566"/>
            </a:xfrm>
            <a:prstGeom prst="arc">
              <a:avLst>
                <a:gd name="adj1" fmla="val 14966539"/>
                <a:gd name="adj2" fmla="val 17428325"/>
              </a:avLst>
            </a:prstGeom>
            <a:ln w="9525" cap="rnd">
              <a:solidFill>
                <a:schemeClr val="accent5"/>
              </a:solidFill>
              <a:prstDash val="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26A87A15-4E61-073D-0325-A46EF5FD08CF}"/>
                </a:ext>
              </a:extLst>
            </p:cNvPr>
            <p:cNvSpPr/>
            <p:nvPr/>
          </p:nvSpPr>
          <p:spPr>
            <a:xfrm>
              <a:off x="1117922" y="1900895"/>
              <a:ext cx="1965960" cy="126915"/>
            </a:xfrm>
            <a:custGeom>
              <a:avLst/>
              <a:gdLst>
                <a:gd name="csX0" fmla="*/ 0 w 1965960"/>
                <a:gd name="csY0" fmla="*/ 32132 h 126915"/>
                <a:gd name="csX1" fmla="*/ 137160 w 1965960"/>
                <a:gd name="csY1" fmla="*/ 125477 h 126915"/>
                <a:gd name="csX2" fmla="*/ 598170 w 1965960"/>
                <a:gd name="csY2" fmla="*/ 83567 h 126915"/>
                <a:gd name="csX3" fmla="*/ 1116330 w 1965960"/>
                <a:gd name="csY3" fmla="*/ 13082 h 126915"/>
                <a:gd name="csX4" fmla="*/ 1423035 w 1965960"/>
                <a:gd name="csY4" fmla="*/ 1652 h 126915"/>
                <a:gd name="csX5" fmla="*/ 1965960 w 1965960"/>
                <a:gd name="csY5" fmla="*/ 34037 h 126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965960" h="126915">
                  <a:moveTo>
                    <a:pt x="0" y="32132"/>
                  </a:moveTo>
                  <a:cubicBezTo>
                    <a:pt x="18732" y="74518"/>
                    <a:pt x="37465" y="116905"/>
                    <a:pt x="137160" y="125477"/>
                  </a:cubicBezTo>
                  <a:cubicBezTo>
                    <a:pt x="236855" y="134049"/>
                    <a:pt x="434975" y="102300"/>
                    <a:pt x="598170" y="83567"/>
                  </a:cubicBezTo>
                  <a:cubicBezTo>
                    <a:pt x="761365" y="64835"/>
                    <a:pt x="978853" y="26734"/>
                    <a:pt x="1116330" y="13082"/>
                  </a:cubicBezTo>
                  <a:cubicBezTo>
                    <a:pt x="1253807" y="-570"/>
                    <a:pt x="1281430" y="-1841"/>
                    <a:pt x="1423035" y="1652"/>
                  </a:cubicBezTo>
                  <a:cubicBezTo>
                    <a:pt x="1564640" y="5145"/>
                    <a:pt x="1765300" y="19591"/>
                    <a:pt x="1965960" y="34037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E75CC784-F8D8-8D36-BB79-A9BF4AF2ADD7}"/>
                </a:ext>
              </a:extLst>
            </p:cNvPr>
            <p:cNvSpPr/>
            <p:nvPr/>
          </p:nvSpPr>
          <p:spPr>
            <a:xfrm>
              <a:off x="1112208" y="1569829"/>
              <a:ext cx="1973575" cy="362312"/>
            </a:xfrm>
            <a:custGeom>
              <a:avLst/>
              <a:gdLst>
                <a:gd name="csX0" fmla="*/ 0 w 1960245"/>
                <a:gd name="csY0" fmla="*/ 363199 h 370819"/>
                <a:gd name="csX1" fmla="*/ 49530 w 1960245"/>
                <a:gd name="csY1" fmla="*/ 220324 h 370819"/>
                <a:gd name="csX2" fmla="*/ 274320 w 1960245"/>
                <a:gd name="csY2" fmla="*/ 98404 h 370819"/>
                <a:gd name="csX3" fmla="*/ 579120 w 1960245"/>
                <a:gd name="csY3" fmla="*/ 14584 h 370819"/>
                <a:gd name="csX4" fmla="*/ 1000125 w 1960245"/>
                <a:gd name="csY4" fmla="*/ 12679 h 370819"/>
                <a:gd name="csX5" fmla="*/ 1495425 w 1960245"/>
                <a:gd name="csY5" fmla="*/ 142219 h 370819"/>
                <a:gd name="csX6" fmla="*/ 1960245 w 1960245"/>
                <a:gd name="csY6" fmla="*/ 370819 h 3708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60245" h="370819">
                  <a:moveTo>
                    <a:pt x="0" y="363199"/>
                  </a:moveTo>
                  <a:cubicBezTo>
                    <a:pt x="1905" y="313827"/>
                    <a:pt x="3810" y="264456"/>
                    <a:pt x="49530" y="220324"/>
                  </a:cubicBezTo>
                  <a:cubicBezTo>
                    <a:pt x="95250" y="176192"/>
                    <a:pt x="186055" y="132694"/>
                    <a:pt x="274320" y="98404"/>
                  </a:cubicBezTo>
                  <a:cubicBezTo>
                    <a:pt x="362585" y="64114"/>
                    <a:pt x="458153" y="28871"/>
                    <a:pt x="579120" y="14584"/>
                  </a:cubicBezTo>
                  <a:cubicBezTo>
                    <a:pt x="700087" y="297"/>
                    <a:pt x="847408" y="-8593"/>
                    <a:pt x="1000125" y="12679"/>
                  </a:cubicBezTo>
                  <a:cubicBezTo>
                    <a:pt x="1152842" y="33951"/>
                    <a:pt x="1335405" y="82529"/>
                    <a:pt x="1495425" y="142219"/>
                  </a:cubicBezTo>
                  <a:cubicBezTo>
                    <a:pt x="1655445" y="201909"/>
                    <a:pt x="1807845" y="286364"/>
                    <a:pt x="1960245" y="370819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sp>
        <p:nvSpPr>
          <p:cNvPr id="48" name="Textfeld 47">
            <a:extLst>
              <a:ext uri="{FF2B5EF4-FFF2-40B4-BE49-F238E27FC236}">
                <a16:creationId xmlns:a16="http://schemas.microsoft.com/office/drawing/2014/main" id="{7E937090-DB4D-A71B-BA13-3F1293C1B6DA}"/>
              </a:ext>
            </a:extLst>
          </p:cNvPr>
          <p:cNvSpPr txBox="1"/>
          <p:nvPr/>
        </p:nvSpPr>
        <p:spPr>
          <a:xfrm>
            <a:off x="2916717" y="1601014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rgbClr val="C0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r>
              <a:rPr lang="de-DE" sz="1100" i="1" dirty="0">
                <a:solidFill>
                  <a:srgbClr val="C00000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τ</a:t>
            </a:r>
            <a:endParaRPr lang="de-DE" sz="1100" i="1" baseline="-25000" dirty="0">
              <a:solidFill>
                <a:srgbClr val="C0000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5A353445-2097-D12F-0D03-D6A6DC692699}"/>
              </a:ext>
            </a:extLst>
          </p:cNvPr>
          <p:cNvSpPr txBox="1"/>
          <p:nvPr/>
        </p:nvSpPr>
        <p:spPr>
          <a:xfrm>
            <a:off x="1526072" y="1578671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endParaRPr lang="de-DE" sz="1100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867A4B6C-584F-4D63-2AE9-9D87A7807E80}"/>
              </a:ext>
            </a:extLst>
          </p:cNvPr>
          <p:cNvSpPr txBox="1"/>
          <p:nvPr/>
        </p:nvSpPr>
        <p:spPr>
          <a:xfrm>
            <a:off x="982163" y="1558529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ρ</a:t>
            </a:r>
            <a:endParaRPr lang="de-DE" sz="1100" i="1" baseline="-25000" dirty="0">
              <a:solidFill>
                <a:schemeClr val="accent6">
                  <a:lumMod val="75000"/>
                </a:schemeClr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DFF4095C-5A55-16F3-EA37-DB291C0AB5FB}"/>
              </a:ext>
            </a:extLst>
          </p:cNvPr>
          <p:cNvSpPr txBox="1"/>
          <p:nvPr/>
        </p:nvSpPr>
        <p:spPr>
          <a:xfrm>
            <a:off x="109165" y="1031164"/>
            <a:ext cx="107968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Sehne</a:t>
            </a:r>
            <a:endParaRPr lang="de-DE" sz="1100" baseline="-25000" dirty="0">
              <a:solidFill>
                <a:schemeClr val="tx2">
                  <a:lumMod val="75000"/>
                  <a:lumOff val="2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93388E5-71BD-F968-55C6-EFBF959DC134}"/>
              </a:ext>
            </a:extLst>
          </p:cNvPr>
          <p:cNvCxnSpPr>
            <a:cxnSpLocks/>
          </p:cNvCxnSpPr>
          <p:nvPr/>
        </p:nvCxnSpPr>
        <p:spPr>
          <a:xfrm>
            <a:off x="705953" y="1249228"/>
            <a:ext cx="255676" cy="681798"/>
          </a:xfrm>
          <a:prstGeom prst="line">
            <a:avLst/>
          </a:prstGeom>
          <a:ln w="9525"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feld 52">
            <a:extLst>
              <a:ext uri="{FF2B5EF4-FFF2-40B4-BE49-F238E27FC236}">
                <a16:creationId xmlns:a16="http://schemas.microsoft.com/office/drawing/2014/main" id="{92695A04-7E1F-5F27-52C2-7B81C5685D50}"/>
              </a:ext>
            </a:extLst>
          </p:cNvPr>
          <p:cNvSpPr txBox="1"/>
          <p:nvPr/>
        </p:nvSpPr>
        <p:spPr>
          <a:xfrm>
            <a:off x="2250409" y="1031936"/>
            <a:ext cx="107968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Skelettlinie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0A0B1688-BD60-3436-1293-955F908379B8}"/>
              </a:ext>
            </a:extLst>
          </p:cNvPr>
          <p:cNvCxnSpPr>
            <a:cxnSpLocks/>
          </p:cNvCxnSpPr>
          <p:nvPr/>
        </p:nvCxnSpPr>
        <p:spPr>
          <a:xfrm flipH="1">
            <a:off x="2365697" y="1253161"/>
            <a:ext cx="219110" cy="517941"/>
          </a:xfrm>
          <a:prstGeom prst="line">
            <a:avLst/>
          </a:prstGeom>
          <a:ln w="9525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B6057207-EE7A-9B9E-F9B1-A0C0B3C1B539}"/>
              </a:ext>
            </a:extLst>
          </p:cNvPr>
          <p:cNvCxnSpPr>
            <a:cxnSpLocks/>
          </p:cNvCxnSpPr>
          <p:nvPr/>
        </p:nvCxnSpPr>
        <p:spPr>
          <a:xfrm>
            <a:off x="2079947" y="1750985"/>
            <a:ext cx="0" cy="177352"/>
          </a:xfrm>
          <a:prstGeom prst="line">
            <a:avLst/>
          </a:prstGeom>
          <a:ln w="9525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7D03AD45-432E-9899-8541-15B4838D1FF2}"/>
              </a:ext>
            </a:extLst>
          </p:cNvPr>
          <p:cNvSpPr txBox="1"/>
          <p:nvPr/>
        </p:nvSpPr>
        <p:spPr>
          <a:xfrm>
            <a:off x="1945568" y="1728353"/>
            <a:ext cx="413380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9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5F076471-A3F2-EF04-CEB5-6B0066F66DB8}"/>
              </a:ext>
            </a:extLst>
          </p:cNvPr>
          <p:cNvCxnSpPr>
            <a:cxnSpLocks/>
          </p:cNvCxnSpPr>
          <p:nvPr/>
        </p:nvCxnSpPr>
        <p:spPr>
          <a:xfrm flipV="1">
            <a:off x="394022" y="1995351"/>
            <a:ext cx="545067" cy="189957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9F20BC39-0942-386B-8876-F0B137F0BF37}"/>
              </a:ext>
            </a:extLst>
          </p:cNvPr>
          <p:cNvSpPr txBox="1"/>
          <p:nvPr/>
        </p:nvSpPr>
        <p:spPr>
          <a:xfrm>
            <a:off x="541901" y="2032301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100" i="1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4B48729F-189E-820B-C98C-559E428D0DCC}"/>
              </a:ext>
            </a:extLst>
          </p:cNvPr>
          <p:cNvSpPr txBox="1"/>
          <p:nvPr/>
        </p:nvSpPr>
        <p:spPr>
          <a:xfrm>
            <a:off x="138197" y="1947764"/>
            <a:ext cx="41338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  <a:endParaRPr lang="de-DE" sz="11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66412F88-9365-81E5-37EC-5F3D5156D184}"/>
              </a:ext>
            </a:extLst>
          </p:cNvPr>
          <p:cNvCxnSpPr>
            <a:cxnSpLocks/>
          </p:cNvCxnSpPr>
          <p:nvPr/>
        </p:nvCxnSpPr>
        <p:spPr>
          <a:xfrm flipV="1">
            <a:off x="893132" y="1936837"/>
            <a:ext cx="213360" cy="72390"/>
          </a:xfrm>
          <a:prstGeom prst="line">
            <a:avLst/>
          </a:prstGeom>
          <a:ln w="9525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54032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4DCE6737-D821-330A-8D79-3B40B201CD72}"/>
              </a:ext>
            </a:extLst>
          </p:cNvPr>
          <p:cNvCxnSpPr>
            <a:cxnSpLocks/>
          </p:cNvCxnSpPr>
          <p:nvPr/>
        </p:nvCxnSpPr>
        <p:spPr>
          <a:xfrm flipV="1">
            <a:off x="888435" y="1464496"/>
            <a:ext cx="1618857" cy="1093945"/>
          </a:xfrm>
          <a:prstGeom prst="line">
            <a:avLst/>
          </a:prstGeom>
          <a:ln w="12700" cap="rnd"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21EA963A-B307-98D3-98FE-91FEAD4BE2C3}"/>
              </a:ext>
            </a:extLst>
          </p:cNvPr>
          <p:cNvCxnSpPr/>
          <p:nvPr/>
        </p:nvCxnSpPr>
        <p:spPr>
          <a:xfrm>
            <a:off x="888435" y="2007296"/>
            <a:ext cx="1701321" cy="0"/>
          </a:xfrm>
          <a:prstGeom prst="line">
            <a:avLst/>
          </a:prstGeom>
          <a:ln w="12700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0FAA555A-4E85-C572-BE97-09867CDEE58F}"/>
              </a:ext>
            </a:extLst>
          </p:cNvPr>
          <p:cNvCxnSpPr/>
          <p:nvPr/>
        </p:nvCxnSpPr>
        <p:spPr>
          <a:xfrm flipV="1">
            <a:off x="888435" y="851770"/>
            <a:ext cx="0" cy="1706671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98BF43D2-163A-E046-5ACE-5728381A1227}"/>
              </a:ext>
            </a:extLst>
          </p:cNvPr>
          <p:cNvSpPr txBox="1"/>
          <p:nvPr/>
        </p:nvSpPr>
        <p:spPr>
          <a:xfrm>
            <a:off x="836113" y="757380"/>
            <a:ext cx="450936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χ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29D3C29-FB50-02F5-367F-1B4E6109C580}"/>
              </a:ext>
            </a:extLst>
          </p:cNvPr>
          <p:cNvSpPr txBox="1"/>
          <p:nvPr/>
        </p:nvSpPr>
        <p:spPr>
          <a:xfrm>
            <a:off x="2507292" y="2406636"/>
            <a:ext cx="450936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3DD8C586-4BE1-3355-6B9D-1A55021D8279}"/>
              </a:ext>
            </a:extLst>
          </p:cNvPr>
          <p:cNvSpPr/>
          <p:nvPr/>
        </p:nvSpPr>
        <p:spPr>
          <a:xfrm>
            <a:off x="1249472" y="1121080"/>
            <a:ext cx="980161" cy="886216"/>
          </a:xfrm>
          <a:custGeom>
            <a:avLst/>
            <a:gdLst>
              <a:gd name="csX0" fmla="*/ 0 w 980161"/>
              <a:gd name="csY0" fmla="*/ 40710 h 1029878"/>
              <a:gd name="csX1" fmla="*/ 244257 w 980161"/>
              <a:gd name="csY1" fmla="*/ 939452 h 1029878"/>
              <a:gd name="csX2" fmla="*/ 604381 w 980161"/>
              <a:gd name="csY2" fmla="*/ 892479 h 1029878"/>
              <a:gd name="csX3" fmla="*/ 980161 w 980161"/>
              <a:gd name="csY3" fmla="*/ 0 h 1029878"/>
              <a:gd name="csX0" fmla="*/ 0 w 980161"/>
              <a:gd name="csY0" fmla="*/ 40710 h 1029878"/>
              <a:gd name="csX1" fmla="*/ 244257 w 980161"/>
              <a:gd name="csY1" fmla="*/ 939452 h 1029878"/>
              <a:gd name="csX2" fmla="*/ 604381 w 980161"/>
              <a:gd name="csY2" fmla="*/ 892479 h 1029878"/>
              <a:gd name="csX3" fmla="*/ 980161 w 980161"/>
              <a:gd name="csY3" fmla="*/ 0 h 1029878"/>
              <a:gd name="csX0" fmla="*/ 0 w 980161"/>
              <a:gd name="csY0" fmla="*/ 40710 h 1029878"/>
              <a:gd name="csX1" fmla="*/ 244257 w 980161"/>
              <a:gd name="csY1" fmla="*/ 939452 h 1029878"/>
              <a:gd name="csX2" fmla="*/ 604381 w 980161"/>
              <a:gd name="csY2" fmla="*/ 892479 h 1029878"/>
              <a:gd name="csX3" fmla="*/ 980161 w 980161"/>
              <a:gd name="csY3" fmla="*/ 0 h 10298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80161" h="1029878">
                <a:moveTo>
                  <a:pt x="0" y="40710"/>
                </a:moveTo>
                <a:cubicBezTo>
                  <a:pt x="45093" y="416886"/>
                  <a:pt x="143527" y="797490"/>
                  <a:pt x="244257" y="939452"/>
                </a:cubicBezTo>
                <a:cubicBezTo>
                  <a:pt x="344987" y="1081414"/>
                  <a:pt x="481730" y="1049054"/>
                  <a:pt x="604381" y="892479"/>
                </a:cubicBezTo>
                <a:cubicBezTo>
                  <a:pt x="727032" y="735904"/>
                  <a:pt x="891696" y="372380"/>
                  <a:pt x="980161" y="0"/>
                </a:cubicBezTo>
              </a:path>
            </a:pathLst>
          </a:cu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E996857E-A6BB-F900-D30B-E1F7FB182328}"/>
              </a:ext>
            </a:extLst>
          </p:cNvPr>
          <p:cNvSpPr/>
          <p:nvPr/>
        </p:nvSpPr>
        <p:spPr>
          <a:xfrm>
            <a:off x="1749886" y="1937411"/>
            <a:ext cx="45719" cy="4571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9F42A8E9-4357-0D33-77AC-C9B620F56EED}"/>
              </a:ext>
            </a:extLst>
          </p:cNvPr>
          <p:cNvSpPr/>
          <p:nvPr/>
        </p:nvSpPr>
        <p:spPr>
          <a:xfrm>
            <a:off x="1618441" y="1985036"/>
            <a:ext cx="45719" cy="45719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07676432-51C0-EFB0-A632-51B22CEA8103}"/>
              </a:ext>
            </a:extLst>
          </p:cNvPr>
          <p:cNvCxnSpPr>
            <a:cxnSpLocks/>
            <a:endCxn id="17" idx="4"/>
          </p:cNvCxnSpPr>
          <p:nvPr/>
        </p:nvCxnSpPr>
        <p:spPr>
          <a:xfrm flipV="1">
            <a:off x="1641300" y="2030755"/>
            <a:ext cx="1" cy="527686"/>
          </a:xfrm>
          <a:prstGeom prst="line">
            <a:avLst/>
          </a:prstGeom>
          <a:ln w="12700" cap="rnd">
            <a:solidFill>
              <a:schemeClr val="accent2">
                <a:lumMod val="75000"/>
              </a:schemeClr>
            </a:solidFill>
            <a:prstDash val="solid"/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AC0AC09-61FC-6919-56F7-26919F532C67}"/>
              </a:ext>
            </a:extLst>
          </p:cNvPr>
          <p:cNvCxnSpPr>
            <a:cxnSpLocks/>
            <a:endCxn id="16" idx="4"/>
          </p:cNvCxnSpPr>
          <p:nvPr/>
        </p:nvCxnSpPr>
        <p:spPr>
          <a:xfrm flipV="1">
            <a:off x="1772745" y="1983130"/>
            <a:ext cx="1" cy="575311"/>
          </a:xfrm>
          <a:prstGeom prst="line">
            <a:avLst/>
          </a:prstGeom>
          <a:ln w="12700" cap="rnd">
            <a:solidFill>
              <a:schemeClr val="accent1"/>
            </a:solidFill>
            <a:prstDash val="solid"/>
            <a:round/>
            <a:head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9D82C0B4-EF39-2168-2AD7-6FE8F444F077}"/>
              </a:ext>
            </a:extLst>
          </p:cNvPr>
          <p:cNvCxnSpPr>
            <a:cxnSpLocks/>
          </p:cNvCxnSpPr>
          <p:nvPr/>
        </p:nvCxnSpPr>
        <p:spPr>
          <a:xfrm>
            <a:off x="888435" y="2560528"/>
            <a:ext cx="1748424" cy="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B116B872-F152-3DB2-6777-229C62D5CB3A}"/>
              </a:ext>
            </a:extLst>
          </p:cNvPr>
          <p:cNvSpPr txBox="1"/>
          <p:nvPr/>
        </p:nvSpPr>
        <p:spPr>
          <a:xfrm>
            <a:off x="1070514" y="2506210"/>
            <a:ext cx="752301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400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5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4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max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E749AB0C-B985-4164-DFCA-8B87FD599201}"/>
              </a:ext>
            </a:extLst>
          </p:cNvPr>
          <p:cNvSpPr txBox="1"/>
          <p:nvPr/>
        </p:nvSpPr>
        <p:spPr>
          <a:xfrm>
            <a:off x="1609686" y="2503670"/>
            <a:ext cx="752301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400" i="1" baseline="-250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500" baseline="-250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400" baseline="-250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max</a:t>
            </a:r>
          </a:p>
        </p:txBody>
      </p:sp>
    </p:spTree>
    <p:extLst>
      <p:ext uri="{BB962C8B-B14F-4D97-AF65-F5344CB8AC3E}">
        <p14:creationId xmlns:p14="http://schemas.microsoft.com/office/powerpoint/2010/main" val="4010601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0" name="Gerader Verbinder 89">
            <a:extLst>
              <a:ext uri="{FF2B5EF4-FFF2-40B4-BE49-F238E27FC236}">
                <a16:creationId xmlns:a16="http://schemas.microsoft.com/office/drawing/2014/main" id="{EDF8C47F-9B9F-B367-5DC1-C4460D3C5F67}"/>
              </a:ext>
            </a:extLst>
          </p:cNvPr>
          <p:cNvCxnSpPr>
            <a:cxnSpLocks/>
          </p:cNvCxnSpPr>
          <p:nvPr/>
        </p:nvCxnSpPr>
        <p:spPr>
          <a:xfrm flipH="1">
            <a:off x="651843" y="2480597"/>
            <a:ext cx="574298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15DC9AE8-69B3-6FDC-3261-D4006F003BF2}"/>
              </a:ext>
            </a:extLst>
          </p:cNvPr>
          <p:cNvCxnSpPr>
            <a:cxnSpLocks/>
          </p:cNvCxnSpPr>
          <p:nvPr/>
        </p:nvCxnSpPr>
        <p:spPr>
          <a:xfrm flipH="1">
            <a:off x="1233089" y="2480597"/>
            <a:ext cx="1738962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F386A702-4DE4-6FB2-A979-1B4E70F9F708}"/>
              </a:ext>
            </a:extLst>
          </p:cNvPr>
          <p:cNvCxnSpPr>
            <a:cxnSpLocks/>
          </p:cNvCxnSpPr>
          <p:nvPr/>
        </p:nvCxnSpPr>
        <p:spPr>
          <a:xfrm flipH="1">
            <a:off x="1233090" y="1941427"/>
            <a:ext cx="290231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405C7A3A-ECE8-6788-80B1-A1E6C0E957FD}"/>
              </a:ext>
            </a:extLst>
          </p:cNvPr>
          <p:cNvCxnSpPr>
            <a:cxnSpLocks/>
          </p:cNvCxnSpPr>
          <p:nvPr/>
        </p:nvCxnSpPr>
        <p:spPr>
          <a:xfrm flipH="1">
            <a:off x="863757" y="1941427"/>
            <a:ext cx="362384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ED8BFC9F-2DC8-48CA-8C41-A51D694DCCD7}"/>
              </a:ext>
            </a:extLst>
          </p:cNvPr>
          <p:cNvCxnSpPr>
            <a:cxnSpLocks/>
          </p:cNvCxnSpPr>
          <p:nvPr/>
        </p:nvCxnSpPr>
        <p:spPr>
          <a:xfrm flipH="1">
            <a:off x="863757" y="1264186"/>
            <a:ext cx="2103554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70C8645-88AC-7063-02BA-0E01AD557D13}"/>
              </a:ext>
            </a:extLst>
          </p:cNvPr>
          <p:cNvGrpSpPr/>
          <p:nvPr/>
        </p:nvGrpSpPr>
        <p:grpSpPr>
          <a:xfrm>
            <a:off x="653748" y="1563077"/>
            <a:ext cx="972020" cy="208859"/>
            <a:chOff x="401400" y="1422760"/>
            <a:chExt cx="1101645" cy="246020"/>
          </a:xfrm>
        </p:grpSpPr>
        <p:sp>
          <p:nvSpPr>
            <p:cNvPr id="5" name="Freihandform: Form 4">
              <a:extLst>
                <a:ext uri="{FF2B5EF4-FFF2-40B4-BE49-F238E27FC236}">
                  <a16:creationId xmlns:a16="http://schemas.microsoft.com/office/drawing/2014/main" id="{8DC15251-2E4D-6DC9-91E3-7164A43A5BD3}"/>
                </a:ext>
              </a:extLst>
            </p:cNvPr>
            <p:cNvSpPr/>
            <p:nvPr/>
          </p:nvSpPr>
          <p:spPr>
            <a:xfrm>
              <a:off x="403860" y="1422760"/>
              <a:ext cx="1099185" cy="246020"/>
            </a:xfrm>
            <a:custGeom>
              <a:avLst/>
              <a:gdLst>
                <a:gd name="csX0" fmla="*/ 0 w 1099185"/>
                <a:gd name="csY0" fmla="*/ 74523 h 259308"/>
                <a:gd name="csX1" fmla="*/ 259080 w 1099185"/>
                <a:gd name="csY1" fmla="*/ 9753 h 259308"/>
                <a:gd name="csX2" fmla="*/ 1099185 w 1099185"/>
                <a:gd name="csY2" fmla="*/ 259308 h 259308"/>
                <a:gd name="csX0" fmla="*/ 0 w 1099185"/>
                <a:gd name="csY0" fmla="*/ 76197 h 260982"/>
                <a:gd name="csX1" fmla="*/ 226695 w 1099185"/>
                <a:gd name="csY1" fmla="*/ 9522 h 260982"/>
                <a:gd name="csX2" fmla="*/ 1099185 w 1099185"/>
                <a:gd name="csY2" fmla="*/ 260982 h 260982"/>
                <a:gd name="csX0" fmla="*/ 0 w 1099185"/>
                <a:gd name="csY0" fmla="*/ 68602 h 253387"/>
                <a:gd name="csX1" fmla="*/ 226695 w 1099185"/>
                <a:gd name="csY1" fmla="*/ 1927 h 253387"/>
                <a:gd name="csX2" fmla="*/ 1099185 w 1099185"/>
                <a:gd name="csY2" fmla="*/ 253387 h 253387"/>
                <a:gd name="csX0" fmla="*/ 0 w 1099185"/>
                <a:gd name="csY0" fmla="*/ 56168 h 240953"/>
                <a:gd name="csX1" fmla="*/ 320040 w 1099185"/>
                <a:gd name="csY1" fmla="*/ 2828 h 240953"/>
                <a:gd name="csX2" fmla="*/ 1099185 w 1099185"/>
                <a:gd name="csY2" fmla="*/ 240953 h 240953"/>
                <a:gd name="csX0" fmla="*/ 0 w 1099185"/>
                <a:gd name="csY0" fmla="*/ 58433 h 243218"/>
                <a:gd name="csX1" fmla="*/ 320040 w 1099185"/>
                <a:gd name="csY1" fmla="*/ 5093 h 243218"/>
                <a:gd name="csX2" fmla="*/ 1099185 w 1099185"/>
                <a:gd name="csY2" fmla="*/ 243218 h 243218"/>
                <a:gd name="csX0" fmla="*/ 0 w 1099185"/>
                <a:gd name="csY0" fmla="*/ 56534 h 241319"/>
                <a:gd name="csX1" fmla="*/ 320040 w 1099185"/>
                <a:gd name="csY1" fmla="*/ 3194 h 241319"/>
                <a:gd name="csX2" fmla="*/ 1099185 w 1099185"/>
                <a:gd name="csY2" fmla="*/ 241319 h 241319"/>
                <a:gd name="csX0" fmla="*/ 0 w 1099185"/>
                <a:gd name="csY0" fmla="*/ 61235 h 246020"/>
                <a:gd name="csX1" fmla="*/ 320040 w 1099185"/>
                <a:gd name="csY1" fmla="*/ 7895 h 246020"/>
                <a:gd name="csX2" fmla="*/ 1099185 w 1099185"/>
                <a:gd name="csY2" fmla="*/ 246020 h 246020"/>
                <a:gd name="csX0" fmla="*/ 0 w 1099185"/>
                <a:gd name="csY0" fmla="*/ 61235 h 246020"/>
                <a:gd name="csX1" fmla="*/ 320040 w 1099185"/>
                <a:gd name="csY1" fmla="*/ 7895 h 246020"/>
                <a:gd name="csX2" fmla="*/ 1099185 w 1099185"/>
                <a:gd name="csY2" fmla="*/ 246020 h 246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99185" h="246020">
                  <a:moveTo>
                    <a:pt x="0" y="61235"/>
                  </a:moveTo>
                  <a:cubicBezTo>
                    <a:pt x="11271" y="9641"/>
                    <a:pt x="110172" y="-13378"/>
                    <a:pt x="320040" y="7895"/>
                  </a:cubicBezTo>
                  <a:cubicBezTo>
                    <a:pt x="529908" y="29168"/>
                    <a:pt x="782161" y="111876"/>
                    <a:pt x="1099185" y="246020"/>
                  </a:cubicBezTo>
                </a:path>
              </a:pathLst>
            </a:custGeom>
            <a:noFill/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246FA57C-45C3-1559-52A6-A075FE195E38}"/>
                </a:ext>
              </a:extLst>
            </p:cNvPr>
            <p:cNvSpPr/>
            <p:nvPr/>
          </p:nvSpPr>
          <p:spPr>
            <a:xfrm>
              <a:off x="401400" y="1482090"/>
              <a:ext cx="1097835" cy="186690"/>
            </a:xfrm>
            <a:custGeom>
              <a:avLst/>
              <a:gdLst>
                <a:gd name="csX0" fmla="*/ 3248 w 1092908"/>
                <a:gd name="csY0" fmla="*/ 0 h 186690"/>
                <a:gd name="csX1" fmla="*/ 168983 w 1092908"/>
                <a:gd name="csY1" fmla="*/ 140970 h 186690"/>
                <a:gd name="csX2" fmla="*/ 1092908 w 1092908"/>
                <a:gd name="csY2" fmla="*/ 186690 h 186690"/>
                <a:gd name="csX0" fmla="*/ 1906 w 1091566"/>
                <a:gd name="csY0" fmla="*/ 0 h 186690"/>
                <a:gd name="csX1" fmla="*/ 184689 w 1091566"/>
                <a:gd name="csY1" fmla="*/ 133350 h 186690"/>
                <a:gd name="csX2" fmla="*/ 1091566 w 1091566"/>
                <a:gd name="csY2" fmla="*/ 186690 h 186690"/>
                <a:gd name="csX0" fmla="*/ 1906 w 1091566"/>
                <a:gd name="csY0" fmla="*/ 0 h 186690"/>
                <a:gd name="csX1" fmla="*/ 184689 w 1091566"/>
                <a:gd name="csY1" fmla="*/ 133350 h 186690"/>
                <a:gd name="csX2" fmla="*/ 1091566 w 1091566"/>
                <a:gd name="csY2" fmla="*/ 186690 h 1866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91566" h="186690">
                  <a:moveTo>
                    <a:pt x="1906" y="0"/>
                  </a:moveTo>
                  <a:cubicBezTo>
                    <a:pt x="-6032" y="54927"/>
                    <a:pt x="3079" y="102235"/>
                    <a:pt x="184689" y="133350"/>
                  </a:cubicBezTo>
                  <a:cubicBezTo>
                    <a:pt x="366299" y="164465"/>
                    <a:pt x="665478" y="181292"/>
                    <a:pt x="1091566" y="186690"/>
                  </a:cubicBezTo>
                </a:path>
              </a:pathLst>
            </a:custGeom>
            <a:noFill/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</p:grpSp>
      <p:sp>
        <p:nvSpPr>
          <p:cNvPr id="8" name="Textfeld 7">
            <a:extLst>
              <a:ext uri="{FF2B5EF4-FFF2-40B4-BE49-F238E27FC236}">
                <a16:creationId xmlns:a16="http://schemas.microsoft.com/office/drawing/2014/main" id="{DD11CB4C-3EC0-B6F7-DF76-4709A5C796B2}"/>
              </a:ext>
            </a:extLst>
          </p:cNvPr>
          <p:cNvSpPr txBox="1"/>
          <p:nvPr/>
        </p:nvSpPr>
        <p:spPr>
          <a:xfrm>
            <a:off x="243305" y="1624918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8E1CFED-EFFC-5F05-2D08-82DF9A11C9D7}"/>
              </a:ext>
            </a:extLst>
          </p:cNvPr>
          <p:cNvCxnSpPr>
            <a:cxnSpLocks/>
          </p:cNvCxnSpPr>
          <p:nvPr/>
        </p:nvCxnSpPr>
        <p:spPr>
          <a:xfrm>
            <a:off x="191726" y="1622681"/>
            <a:ext cx="418761" cy="0"/>
          </a:xfrm>
          <a:prstGeom prst="straightConnector1">
            <a:avLst/>
          </a:prstGeom>
          <a:ln w="15875" cap="rnd">
            <a:solidFill>
              <a:schemeClr val="tx2">
                <a:lumMod val="75000"/>
                <a:lumOff val="2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11B0308-50A7-143F-D433-8A0781855D71}"/>
              </a:ext>
            </a:extLst>
          </p:cNvPr>
          <p:cNvCxnSpPr>
            <a:cxnSpLocks/>
          </p:cNvCxnSpPr>
          <p:nvPr/>
        </p:nvCxnSpPr>
        <p:spPr>
          <a:xfrm>
            <a:off x="197308" y="1510952"/>
            <a:ext cx="1579378" cy="287655"/>
          </a:xfrm>
          <a:prstGeom prst="line">
            <a:avLst/>
          </a:prstGeom>
          <a:ln w="635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Bogen 16">
            <a:extLst>
              <a:ext uri="{FF2B5EF4-FFF2-40B4-BE49-F238E27FC236}">
                <a16:creationId xmlns:a16="http://schemas.microsoft.com/office/drawing/2014/main" id="{BD4AFE16-EE88-49B0-7283-2D8E21D33ED7}"/>
              </a:ext>
            </a:extLst>
          </p:cNvPr>
          <p:cNvSpPr/>
          <p:nvPr/>
        </p:nvSpPr>
        <p:spPr>
          <a:xfrm>
            <a:off x="324113" y="1254120"/>
            <a:ext cx="669280" cy="669278"/>
          </a:xfrm>
          <a:prstGeom prst="arc">
            <a:avLst>
              <a:gd name="adj1" fmla="val 11292003"/>
              <a:gd name="adj2" fmla="val 12806432"/>
            </a:avLst>
          </a:prstGeom>
          <a:ln w="9525" cap="rnd">
            <a:solidFill>
              <a:schemeClr val="tx1"/>
            </a:solidFill>
            <a:round/>
            <a:headEnd type="triangle" w="sm" len="sm"/>
            <a:tailEnd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sp>
        <p:nvSpPr>
          <p:cNvPr id="18" name="Bogen 17">
            <a:extLst>
              <a:ext uri="{FF2B5EF4-FFF2-40B4-BE49-F238E27FC236}">
                <a16:creationId xmlns:a16="http://schemas.microsoft.com/office/drawing/2014/main" id="{8ABA536B-D52F-236B-485F-F221CCDF5EDC}"/>
              </a:ext>
            </a:extLst>
          </p:cNvPr>
          <p:cNvSpPr/>
          <p:nvPr/>
        </p:nvSpPr>
        <p:spPr>
          <a:xfrm>
            <a:off x="324113" y="1254120"/>
            <a:ext cx="669280" cy="669278"/>
          </a:xfrm>
          <a:prstGeom prst="arc">
            <a:avLst>
              <a:gd name="adj1" fmla="val 9219348"/>
              <a:gd name="adj2" fmla="val 10439424"/>
            </a:avLst>
          </a:prstGeom>
          <a:ln w="9525" cap="rnd">
            <a:solidFill>
              <a:schemeClr val="tx1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sp>
        <p:nvSpPr>
          <p:cNvPr id="19" name="Bogen 18">
            <a:extLst>
              <a:ext uri="{FF2B5EF4-FFF2-40B4-BE49-F238E27FC236}">
                <a16:creationId xmlns:a16="http://schemas.microsoft.com/office/drawing/2014/main" id="{7C66FEAD-9F53-26D8-FEEA-3D350381C44A}"/>
              </a:ext>
            </a:extLst>
          </p:cNvPr>
          <p:cNvSpPr/>
          <p:nvPr/>
        </p:nvSpPr>
        <p:spPr>
          <a:xfrm>
            <a:off x="324113" y="1254120"/>
            <a:ext cx="669280" cy="669278"/>
          </a:xfrm>
          <a:prstGeom prst="arc">
            <a:avLst>
              <a:gd name="adj1" fmla="val 9980127"/>
              <a:gd name="adj2" fmla="val 11586429"/>
            </a:avLst>
          </a:prstGeom>
          <a:ln w="9525" cap="rnd">
            <a:solidFill>
              <a:schemeClr val="tx1"/>
            </a:solidFill>
            <a:round/>
            <a:headEnd type="none" w="sm" len="sm"/>
            <a:tailEnd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C7E5661A-1D70-EAFA-6474-AEB0D376F705}"/>
              </a:ext>
            </a:extLst>
          </p:cNvPr>
          <p:cNvSpPr txBox="1"/>
          <p:nvPr/>
        </p:nvSpPr>
        <p:spPr>
          <a:xfrm>
            <a:off x="24404" y="1321553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ECBF27D5-844B-1F43-E501-8A1D17226679}"/>
              </a:ext>
            </a:extLst>
          </p:cNvPr>
          <p:cNvCxnSpPr>
            <a:cxnSpLocks/>
          </p:cNvCxnSpPr>
          <p:nvPr/>
        </p:nvCxnSpPr>
        <p:spPr>
          <a:xfrm flipV="1">
            <a:off x="863757" y="988982"/>
            <a:ext cx="0" cy="632473"/>
          </a:xfrm>
          <a:prstGeom prst="straightConnector1">
            <a:avLst/>
          </a:prstGeom>
          <a:ln w="15875" cap="rnd">
            <a:solidFill>
              <a:schemeClr val="accent3"/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1DD59D24-6641-A34B-4AB4-47CCAE8543DF}"/>
              </a:ext>
            </a:extLst>
          </p:cNvPr>
          <p:cNvSpPr txBox="1"/>
          <p:nvPr/>
        </p:nvSpPr>
        <p:spPr>
          <a:xfrm>
            <a:off x="773702" y="908975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800" baseline="-25000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342B5DA0-B165-08EE-0B30-33BA952E86EB}"/>
              </a:ext>
            </a:extLst>
          </p:cNvPr>
          <p:cNvGrpSpPr/>
          <p:nvPr/>
        </p:nvGrpSpPr>
        <p:grpSpPr>
          <a:xfrm rot="20192606">
            <a:off x="2821559" y="1562534"/>
            <a:ext cx="527683" cy="117842"/>
            <a:chOff x="401400" y="1422760"/>
            <a:chExt cx="1101645" cy="246020"/>
          </a:xfrm>
        </p:grpSpPr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490BA162-0A45-C25B-81F5-6C54DC1E4182}"/>
                </a:ext>
              </a:extLst>
            </p:cNvPr>
            <p:cNvSpPr/>
            <p:nvPr/>
          </p:nvSpPr>
          <p:spPr>
            <a:xfrm>
              <a:off x="403860" y="1422760"/>
              <a:ext cx="1099185" cy="246020"/>
            </a:xfrm>
            <a:custGeom>
              <a:avLst/>
              <a:gdLst>
                <a:gd name="csX0" fmla="*/ 0 w 1099185"/>
                <a:gd name="csY0" fmla="*/ 74523 h 259308"/>
                <a:gd name="csX1" fmla="*/ 259080 w 1099185"/>
                <a:gd name="csY1" fmla="*/ 9753 h 259308"/>
                <a:gd name="csX2" fmla="*/ 1099185 w 1099185"/>
                <a:gd name="csY2" fmla="*/ 259308 h 259308"/>
                <a:gd name="csX0" fmla="*/ 0 w 1099185"/>
                <a:gd name="csY0" fmla="*/ 76197 h 260982"/>
                <a:gd name="csX1" fmla="*/ 226695 w 1099185"/>
                <a:gd name="csY1" fmla="*/ 9522 h 260982"/>
                <a:gd name="csX2" fmla="*/ 1099185 w 1099185"/>
                <a:gd name="csY2" fmla="*/ 260982 h 260982"/>
                <a:gd name="csX0" fmla="*/ 0 w 1099185"/>
                <a:gd name="csY0" fmla="*/ 68602 h 253387"/>
                <a:gd name="csX1" fmla="*/ 226695 w 1099185"/>
                <a:gd name="csY1" fmla="*/ 1927 h 253387"/>
                <a:gd name="csX2" fmla="*/ 1099185 w 1099185"/>
                <a:gd name="csY2" fmla="*/ 253387 h 253387"/>
                <a:gd name="csX0" fmla="*/ 0 w 1099185"/>
                <a:gd name="csY0" fmla="*/ 56168 h 240953"/>
                <a:gd name="csX1" fmla="*/ 320040 w 1099185"/>
                <a:gd name="csY1" fmla="*/ 2828 h 240953"/>
                <a:gd name="csX2" fmla="*/ 1099185 w 1099185"/>
                <a:gd name="csY2" fmla="*/ 240953 h 240953"/>
                <a:gd name="csX0" fmla="*/ 0 w 1099185"/>
                <a:gd name="csY0" fmla="*/ 58433 h 243218"/>
                <a:gd name="csX1" fmla="*/ 320040 w 1099185"/>
                <a:gd name="csY1" fmla="*/ 5093 h 243218"/>
                <a:gd name="csX2" fmla="*/ 1099185 w 1099185"/>
                <a:gd name="csY2" fmla="*/ 243218 h 243218"/>
                <a:gd name="csX0" fmla="*/ 0 w 1099185"/>
                <a:gd name="csY0" fmla="*/ 56534 h 241319"/>
                <a:gd name="csX1" fmla="*/ 320040 w 1099185"/>
                <a:gd name="csY1" fmla="*/ 3194 h 241319"/>
                <a:gd name="csX2" fmla="*/ 1099185 w 1099185"/>
                <a:gd name="csY2" fmla="*/ 241319 h 241319"/>
                <a:gd name="csX0" fmla="*/ 0 w 1099185"/>
                <a:gd name="csY0" fmla="*/ 61235 h 246020"/>
                <a:gd name="csX1" fmla="*/ 320040 w 1099185"/>
                <a:gd name="csY1" fmla="*/ 7895 h 246020"/>
                <a:gd name="csX2" fmla="*/ 1099185 w 1099185"/>
                <a:gd name="csY2" fmla="*/ 246020 h 246020"/>
                <a:gd name="csX0" fmla="*/ 0 w 1099185"/>
                <a:gd name="csY0" fmla="*/ 61235 h 246020"/>
                <a:gd name="csX1" fmla="*/ 320040 w 1099185"/>
                <a:gd name="csY1" fmla="*/ 7895 h 246020"/>
                <a:gd name="csX2" fmla="*/ 1099185 w 1099185"/>
                <a:gd name="csY2" fmla="*/ 246020 h 246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99185" h="246020">
                  <a:moveTo>
                    <a:pt x="0" y="61235"/>
                  </a:moveTo>
                  <a:cubicBezTo>
                    <a:pt x="11271" y="9641"/>
                    <a:pt x="110172" y="-13378"/>
                    <a:pt x="320040" y="7895"/>
                  </a:cubicBezTo>
                  <a:cubicBezTo>
                    <a:pt x="529908" y="29168"/>
                    <a:pt x="782161" y="111876"/>
                    <a:pt x="1099185" y="246020"/>
                  </a:cubicBezTo>
                </a:path>
              </a:pathLst>
            </a:custGeom>
            <a:noFill/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29" name="Freihandform: Form 28">
              <a:extLst>
                <a:ext uri="{FF2B5EF4-FFF2-40B4-BE49-F238E27FC236}">
                  <a16:creationId xmlns:a16="http://schemas.microsoft.com/office/drawing/2014/main" id="{86FD859F-4BB5-7FFF-F929-7ED0C423CB9A}"/>
                </a:ext>
              </a:extLst>
            </p:cNvPr>
            <p:cNvSpPr/>
            <p:nvPr/>
          </p:nvSpPr>
          <p:spPr>
            <a:xfrm>
              <a:off x="401400" y="1482090"/>
              <a:ext cx="1097835" cy="186690"/>
            </a:xfrm>
            <a:custGeom>
              <a:avLst/>
              <a:gdLst>
                <a:gd name="csX0" fmla="*/ 3248 w 1092908"/>
                <a:gd name="csY0" fmla="*/ 0 h 186690"/>
                <a:gd name="csX1" fmla="*/ 168983 w 1092908"/>
                <a:gd name="csY1" fmla="*/ 140970 h 186690"/>
                <a:gd name="csX2" fmla="*/ 1092908 w 1092908"/>
                <a:gd name="csY2" fmla="*/ 186690 h 186690"/>
                <a:gd name="csX0" fmla="*/ 1906 w 1091566"/>
                <a:gd name="csY0" fmla="*/ 0 h 186690"/>
                <a:gd name="csX1" fmla="*/ 184689 w 1091566"/>
                <a:gd name="csY1" fmla="*/ 133350 h 186690"/>
                <a:gd name="csX2" fmla="*/ 1091566 w 1091566"/>
                <a:gd name="csY2" fmla="*/ 186690 h 186690"/>
                <a:gd name="csX0" fmla="*/ 1906 w 1091566"/>
                <a:gd name="csY0" fmla="*/ 0 h 186690"/>
                <a:gd name="csX1" fmla="*/ 184689 w 1091566"/>
                <a:gd name="csY1" fmla="*/ 133350 h 186690"/>
                <a:gd name="csX2" fmla="*/ 1091566 w 1091566"/>
                <a:gd name="csY2" fmla="*/ 186690 h 1866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91566" h="186690">
                  <a:moveTo>
                    <a:pt x="1906" y="0"/>
                  </a:moveTo>
                  <a:cubicBezTo>
                    <a:pt x="-6032" y="54927"/>
                    <a:pt x="3079" y="102235"/>
                    <a:pt x="184689" y="133350"/>
                  </a:cubicBezTo>
                  <a:cubicBezTo>
                    <a:pt x="366299" y="164465"/>
                    <a:pt x="665478" y="181292"/>
                    <a:pt x="1091566" y="186690"/>
                  </a:cubicBezTo>
                </a:path>
              </a:pathLst>
            </a:custGeom>
            <a:noFill/>
            <a:ln w="952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</p:grp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5C3EB844-CBFC-92C4-6CF1-0AB56FEF6C13}"/>
              </a:ext>
            </a:extLst>
          </p:cNvPr>
          <p:cNvCxnSpPr>
            <a:cxnSpLocks/>
          </p:cNvCxnSpPr>
          <p:nvPr/>
        </p:nvCxnSpPr>
        <p:spPr>
          <a:xfrm flipH="1">
            <a:off x="2413887" y="1539053"/>
            <a:ext cx="1055370" cy="271950"/>
          </a:xfrm>
          <a:prstGeom prst="line">
            <a:avLst/>
          </a:prstGeom>
          <a:ln w="635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F35C4CC1-AF50-7238-C2CA-570D5CCADB61}"/>
              </a:ext>
            </a:extLst>
          </p:cNvPr>
          <p:cNvCxnSpPr>
            <a:cxnSpLocks/>
          </p:cNvCxnSpPr>
          <p:nvPr/>
        </p:nvCxnSpPr>
        <p:spPr>
          <a:xfrm flipH="1" flipV="1">
            <a:off x="2421507" y="1565258"/>
            <a:ext cx="550545" cy="99540"/>
          </a:xfrm>
          <a:prstGeom prst="line">
            <a:avLst/>
          </a:prstGeom>
          <a:ln w="635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C7B18244-F236-FB86-F64E-33115B88BC2D}"/>
              </a:ext>
            </a:extLst>
          </p:cNvPr>
          <p:cNvCxnSpPr>
            <a:cxnSpLocks/>
          </p:cNvCxnSpPr>
          <p:nvPr/>
        </p:nvCxnSpPr>
        <p:spPr>
          <a:xfrm flipV="1">
            <a:off x="2972052" y="1126142"/>
            <a:ext cx="0" cy="526762"/>
          </a:xfrm>
          <a:prstGeom prst="straightConnector1">
            <a:avLst/>
          </a:prstGeom>
          <a:ln w="15875" cap="rnd">
            <a:solidFill>
              <a:schemeClr val="accent3"/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53441D75-F72E-FA97-FAF8-9CF451F1C582}"/>
              </a:ext>
            </a:extLst>
          </p:cNvPr>
          <p:cNvSpPr txBox="1"/>
          <p:nvPr/>
        </p:nvSpPr>
        <p:spPr>
          <a:xfrm>
            <a:off x="2888757" y="1048476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800" baseline="-25000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53426C88-2461-FFA4-84B5-D4073970F249}"/>
              </a:ext>
            </a:extLst>
          </p:cNvPr>
          <p:cNvSpPr txBox="1"/>
          <p:nvPr/>
        </p:nvSpPr>
        <p:spPr>
          <a:xfrm>
            <a:off x="1755094" y="1047916"/>
            <a:ext cx="29542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A3300799-40B5-FB3E-4CD3-AA66A3B1FFB3}"/>
              </a:ext>
            </a:extLst>
          </p:cNvPr>
          <p:cNvGrpSpPr/>
          <p:nvPr/>
        </p:nvGrpSpPr>
        <p:grpSpPr>
          <a:xfrm>
            <a:off x="2535935" y="1221625"/>
            <a:ext cx="872234" cy="878938"/>
            <a:chOff x="2376174" y="1276909"/>
            <a:chExt cx="669281" cy="674424"/>
          </a:xfrm>
        </p:grpSpPr>
        <p:sp>
          <p:nvSpPr>
            <p:cNvPr id="46" name="Bogen 45">
              <a:extLst>
                <a:ext uri="{FF2B5EF4-FFF2-40B4-BE49-F238E27FC236}">
                  <a16:creationId xmlns:a16="http://schemas.microsoft.com/office/drawing/2014/main" id="{470D47DC-6862-0535-172F-6FB879DE7BCC}"/>
                </a:ext>
              </a:extLst>
            </p:cNvPr>
            <p:cNvSpPr/>
            <p:nvPr/>
          </p:nvSpPr>
          <p:spPr>
            <a:xfrm>
              <a:off x="2376175" y="1276909"/>
              <a:ext cx="669280" cy="669278"/>
            </a:xfrm>
            <a:prstGeom prst="arc">
              <a:avLst>
                <a:gd name="adj1" fmla="val 11348918"/>
                <a:gd name="adj2" fmla="val 12298312"/>
              </a:avLst>
            </a:prstGeom>
            <a:ln w="9525" cap="rnd">
              <a:solidFill>
                <a:schemeClr val="tx1"/>
              </a:solidFill>
              <a:round/>
              <a:headEnd type="triangle" w="sm" len="sm"/>
              <a:tailEnd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47" name="Bogen 46">
              <a:extLst>
                <a:ext uri="{FF2B5EF4-FFF2-40B4-BE49-F238E27FC236}">
                  <a16:creationId xmlns:a16="http://schemas.microsoft.com/office/drawing/2014/main" id="{2F5A6F87-37BA-6DA2-C8C7-8370AE44E0B9}"/>
                </a:ext>
              </a:extLst>
            </p:cNvPr>
            <p:cNvSpPr/>
            <p:nvPr/>
          </p:nvSpPr>
          <p:spPr>
            <a:xfrm>
              <a:off x="2376174" y="1282055"/>
              <a:ext cx="669280" cy="669278"/>
            </a:xfrm>
            <a:prstGeom prst="arc">
              <a:avLst>
                <a:gd name="adj1" fmla="val 9071079"/>
                <a:gd name="adj2" fmla="val 9934287"/>
              </a:avLst>
            </a:prstGeom>
            <a:ln w="9525" cap="rnd">
              <a:solidFill>
                <a:schemeClr val="tx1"/>
              </a:solidFill>
              <a:round/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48" name="Bogen 47">
              <a:extLst>
                <a:ext uri="{FF2B5EF4-FFF2-40B4-BE49-F238E27FC236}">
                  <a16:creationId xmlns:a16="http://schemas.microsoft.com/office/drawing/2014/main" id="{16D0B117-EE4A-2467-8C23-863FEF5F428A}"/>
                </a:ext>
              </a:extLst>
            </p:cNvPr>
            <p:cNvSpPr/>
            <p:nvPr/>
          </p:nvSpPr>
          <p:spPr>
            <a:xfrm>
              <a:off x="2376174" y="1282055"/>
              <a:ext cx="669280" cy="669278"/>
            </a:xfrm>
            <a:prstGeom prst="arc">
              <a:avLst>
                <a:gd name="adj1" fmla="val 9695124"/>
                <a:gd name="adj2" fmla="val 11586429"/>
              </a:avLst>
            </a:prstGeom>
            <a:ln w="9525" cap="rnd">
              <a:solidFill>
                <a:schemeClr val="tx1"/>
              </a:solidFill>
              <a:round/>
              <a:headEnd type="none" w="sm" len="sm"/>
              <a:tailEnd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</p:grpSp>
      <p:sp>
        <p:nvSpPr>
          <p:cNvPr id="50" name="Textfeld 49">
            <a:extLst>
              <a:ext uri="{FF2B5EF4-FFF2-40B4-BE49-F238E27FC236}">
                <a16:creationId xmlns:a16="http://schemas.microsoft.com/office/drawing/2014/main" id="{ECFD9FCB-AA54-FD91-EE0D-F1DF1E938D10}"/>
              </a:ext>
            </a:extLst>
          </p:cNvPr>
          <p:cNvSpPr txBox="1"/>
          <p:nvPr/>
        </p:nvSpPr>
        <p:spPr>
          <a:xfrm>
            <a:off x="2069081" y="1590163"/>
            <a:ext cx="49889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−</a:t>
            </a:r>
            <a:r>
              <a:rPr lang="de-DE" sz="8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ε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H0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CDB78DE7-D0BC-1C7F-111D-7D9AB11A8289}"/>
              </a:ext>
            </a:extLst>
          </p:cNvPr>
          <p:cNvCxnSpPr>
            <a:cxnSpLocks/>
          </p:cNvCxnSpPr>
          <p:nvPr/>
        </p:nvCxnSpPr>
        <p:spPr>
          <a:xfrm>
            <a:off x="1231185" y="1711221"/>
            <a:ext cx="0" cy="984641"/>
          </a:xfrm>
          <a:prstGeom prst="straightConnector1">
            <a:avLst/>
          </a:prstGeom>
          <a:ln w="15875" cap="rnd">
            <a:solidFill>
              <a:srgbClr val="C00000"/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D61F6E76-3148-7CB0-FFB3-430E3E6AA2F6}"/>
              </a:ext>
            </a:extLst>
          </p:cNvPr>
          <p:cNvGrpSpPr/>
          <p:nvPr/>
        </p:nvGrpSpPr>
        <p:grpSpPr>
          <a:xfrm>
            <a:off x="1195185" y="1662429"/>
            <a:ext cx="72673" cy="72000"/>
            <a:chOff x="1110231" y="657130"/>
            <a:chExt cx="112469" cy="113199"/>
          </a:xfrm>
        </p:grpSpPr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8CAF7C18-8F45-2394-32A2-854C83090F22}"/>
                </a:ext>
              </a:extLst>
            </p:cNvPr>
            <p:cNvSpPr/>
            <p:nvPr/>
          </p:nvSpPr>
          <p:spPr>
            <a:xfrm>
              <a:off x="1113103" y="659519"/>
              <a:ext cx="106650" cy="106650"/>
            </a:xfrm>
            <a:prstGeom prst="ellipse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52" name="Bogen 51">
              <a:extLst>
                <a:ext uri="{FF2B5EF4-FFF2-40B4-BE49-F238E27FC236}">
                  <a16:creationId xmlns:a16="http://schemas.microsoft.com/office/drawing/2014/main" id="{5A37D944-FD62-08E8-D9B6-9B74D8FD11E5}"/>
                </a:ext>
              </a:extLst>
            </p:cNvPr>
            <p:cNvSpPr/>
            <p:nvPr/>
          </p:nvSpPr>
          <p:spPr>
            <a:xfrm>
              <a:off x="1110231" y="658901"/>
              <a:ext cx="111428" cy="111428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  <p:sp>
          <p:nvSpPr>
            <p:cNvPr id="53" name="Bogen 52">
              <a:extLst>
                <a:ext uri="{FF2B5EF4-FFF2-40B4-BE49-F238E27FC236}">
                  <a16:creationId xmlns:a16="http://schemas.microsoft.com/office/drawing/2014/main" id="{4D64363E-8B5D-0E5A-EC8E-E64EF0FD24A9}"/>
                </a:ext>
              </a:extLst>
            </p:cNvPr>
            <p:cNvSpPr/>
            <p:nvPr/>
          </p:nvSpPr>
          <p:spPr>
            <a:xfrm rot="10800000">
              <a:off x="1115084" y="657130"/>
              <a:ext cx="107616" cy="111427"/>
            </a:xfrm>
            <a:prstGeom prst="arc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 sz="800" dirty="0"/>
            </a:p>
          </p:txBody>
        </p:sp>
      </p:grpSp>
      <p:sp>
        <p:nvSpPr>
          <p:cNvPr id="57" name="Textfeld 56">
            <a:extLst>
              <a:ext uri="{FF2B5EF4-FFF2-40B4-BE49-F238E27FC236}">
                <a16:creationId xmlns:a16="http://schemas.microsoft.com/office/drawing/2014/main" id="{0EF93118-1EDA-BC68-7D65-77A08A2C3A2D}"/>
              </a:ext>
            </a:extLst>
          </p:cNvPr>
          <p:cNvSpPr txBox="1"/>
          <p:nvPr/>
        </p:nvSpPr>
        <p:spPr>
          <a:xfrm>
            <a:off x="1138077" y="2545188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rgbClr val="C0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</a:t>
            </a:r>
            <a:endParaRPr lang="de-DE" sz="800" baseline="-25000" dirty="0">
              <a:solidFill>
                <a:srgbClr val="C0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5F0F71C-CC31-7EC8-0186-AFBAD0981419}"/>
              </a:ext>
            </a:extLst>
          </p:cNvPr>
          <p:cNvCxnSpPr>
            <a:cxnSpLocks/>
          </p:cNvCxnSpPr>
          <p:nvPr/>
        </p:nvCxnSpPr>
        <p:spPr>
          <a:xfrm>
            <a:off x="861539" y="1647189"/>
            <a:ext cx="0" cy="524798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DEC643A3-AFEB-F63F-D6DE-39A5470E76F7}"/>
              </a:ext>
            </a:extLst>
          </p:cNvPr>
          <p:cNvCxnSpPr>
            <a:cxnSpLocks/>
          </p:cNvCxnSpPr>
          <p:nvPr/>
        </p:nvCxnSpPr>
        <p:spPr>
          <a:xfrm flipH="1">
            <a:off x="861539" y="2121411"/>
            <a:ext cx="663687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4547791A-1926-9590-0984-5248E1907F4A}"/>
              </a:ext>
            </a:extLst>
          </p:cNvPr>
          <p:cNvCxnSpPr>
            <a:cxnSpLocks/>
          </p:cNvCxnSpPr>
          <p:nvPr/>
        </p:nvCxnSpPr>
        <p:spPr>
          <a:xfrm>
            <a:off x="1523792" y="1749442"/>
            <a:ext cx="0" cy="601615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50BB11E3-7C49-E08E-C889-E6AB2FD5BBE3}"/>
              </a:ext>
            </a:extLst>
          </p:cNvPr>
          <p:cNvCxnSpPr>
            <a:cxnSpLocks/>
          </p:cNvCxnSpPr>
          <p:nvPr/>
        </p:nvCxnSpPr>
        <p:spPr>
          <a:xfrm>
            <a:off x="651843" y="1612899"/>
            <a:ext cx="0" cy="919039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r Verbinder 74">
            <a:extLst>
              <a:ext uri="{FF2B5EF4-FFF2-40B4-BE49-F238E27FC236}">
                <a16:creationId xmlns:a16="http://schemas.microsoft.com/office/drawing/2014/main" id="{1B0CCD80-2800-C6B4-D28B-DBE8180FE821}"/>
              </a:ext>
            </a:extLst>
          </p:cNvPr>
          <p:cNvCxnSpPr>
            <a:cxnSpLocks/>
          </p:cNvCxnSpPr>
          <p:nvPr/>
        </p:nvCxnSpPr>
        <p:spPr>
          <a:xfrm flipH="1">
            <a:off x="651843" y="2298576"/>
            <a:ext cx="871478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A40AE3FE-3779-3DCA-FB40-008C4C4AE3A1}"/>
              </a:ext>
            </a:extLst>
          </p:cNvPr>
          <p:cNvCxnSpPr>
            <a:cxnSpLocks/>
          </p:cNvCxnSpPr>
          <p:nvPr/>
        </p:nvCxnSpPr>
        <p:spPr>
          <a:xfrm flipH="1">
            <a:off x="651843" y="2121411"/>
            <a:ext cx="209696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feld 78">
            <a:extLst>
              <a:ext uri="{FF2B5EF4-FFF2-40B4-BE49-F238E27FC236}">
                <a16:creationId xmlns:a16="http://schemas.microsoft.com/office/drawing/2014/main" id="{41765BE6-5AEE-B7E3-C15A-259D8BF625F7}"/>
              </a:ext>
            </a:extLst>
          </p:cNvPr>
          <p:cNvSpPr txBox="1"/>
          <p:nvPr/>
        </p:nvSpPr>
        <p:spPr>
          <a:xfrm>
            <a:off x="832669" y="1744498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CFA6E799-30CE-4A70-8A3B-229115201928}"/>
              </a:ext>
            </a:extLst>
          </p:cNvPr>
          <p:cNvSpPr txBox="1"/>
          <p:nvPr/>
        </p:nvSpPr>
        <p:spPr>
          <a:xfrm>
            <a:off x="1158736" y="1748453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B02FB151-EC95-41EA-D1D2-73EB54AC2957}"/>
              </a:ext>
            </a:extLst>
          </p:cNvPr>
          <p:cNvSpPr txBox="1"/>
          <p:nvPr/>
        </p:nvSpPr>
        <p:spPr>
          <a:xfrm>
            <a:off x="823156" y="1929555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</a:p>
        </p:txBody>
      </p: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0D6AAA25-AE51-00BF-8930-442F5FCD1285}"/>
              </a:ext>
            </a:extLst>
          </p:cNvPr>
          <p:cNvCxnSpPr>
            <a:cxnSpLocks/>
          </p:cNvCxnSpPr>
          <p:nvPr/>
        </p:nvCxnSpPr>
        <p:spPr>
          <a:xfrm>
            <a:off x="2972052" y="1664798"/>
            <a:ext cx="0" cy="867140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feld 94">
            <a:extLst>
              <a:ext uri="{FF2B5EF4-FFF2-40B4-BE49-F238E27FC236}">
                <a16:creationId xmlns:a16="http://schemas.microsoft.com/office/drawing/2014/main" id="{E538A534-9B42-0F94-C67F-A5ABBCF88EEE}"/>
              </a:ext>
            </a:extLst>
          </p:cNvPr>
          <p:cNvSpPr txBox="1"/>
          <p:nvPr/>
        </p:nvSpPr>
        <p:spPr>
          <a:xfrm>
            <a:off x="544505" y="1921662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NF</a:t>
            </a:r>
          </a:p>
        </p:txBody>
      </p:sp>
      <p:sp>
        <p:nvSpPr>
          <p:cNvPr id="96" name="Textfeld 95">
            <a:extLst>
              <a:ext uri="{FF2B5EF4-FFF2-40B4-BE49-F238E27FC236}">
                <a16:creationId xmlns:a16="http://schemas.microsoft.com/office/drawing/2014/main" id="{1C68E2FC-2FDF-6B58-1FF8-779CCB0DB2C2}"/>
              </a:ext>
            </a:extLst>
          </p:cNvPr>
          <p:cNvSpPr txBox="1"/>
          <p:nvPr/>
        </p:nvSpPr>
        <p:spPr>
          <a:xfrm>
            <a:off x="870634" y="2111818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FBA5A073-E8E2-669B-6FE7-68BA3D66033B}"/>
              </a:ext>
            </a:extLst>
          </p:cNvPr>
          <p:cNvSpPr txBox="1"/>
          <p:nvPr/>
        </p:nvSpPr>
        <p:spPr>
          <a:xfrm>
            <a:off x="786623" y="2287283"/>
            <a:ext cx="32015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23FB7ABF-CB56-2B6B-E294-F9CD8D09282E}"/>
              </a:ext>
            </a:extLst>
          </p:cNvPr>
          <p:cNvSpPr txBox="1"/>
          <p:nvPr/>
        </p:nvSpPr>
        <p:spPr>
          <a:xfrm>
            <a:off x="1936498" y="2286081"/>
            <a:ext cx="32015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</a:p>
        </p:txBody>
      </p:sp>
      <p:cxnSp>
        <p:nvCxnSpPr>
          <p:cNvPr id="104" name="Gerade Verbindung mit Pfeil 103">
            <a:extLst>
              <a:ext uri="{FF2B5EF4-FFF2-40B4-BE49-F238E27FC236}">
                <a16:creationId xmlns:a16="http://schemas.microsoft.com/office/drawing/2014/main" id="{1F565099-27E5-7192-F8F7-CC1CC39CAD4B}"/>
              </a:ext>
            </a:extLst>
          </p:cNvPr>
          <p:cNvCxnSpPr>
            <a:cxnSpLocks/>
          </p:cNvCxnSpPr>
          <p:nvPr/>
        </p:nvCxnSpPr>
        <p:spPr>
          <a:xfrm>
            <a:off x="876463" y="1634429"/>
            <a:ext cx="241093" cy="0"/>
          </a:xfrm>
          <a:prstGeom prst="straightConnector1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Ellipse 21">
            <a:extLst>
              <a:ext uri="{FF2B5EF4-FFF2-40B4-BE49-F238E27FC236}">
                <a16:creationId xmlns:a16="http://schemas.microsoft.com/office/drawing/2014/main" id="{C1071813-055E-C3A7-3684-9A4CECCC441E}"/>
              </a:ext>
            </a:extLst>
          </p:cNvPr>
          <p:cNvSpPr/>
          <p:nvPr/>
        </p:nvSpPr>
        <p:spPr>
          <a:xfrm>
            <a:off x="840898" y="1611930"/>
            <a:ext cx="45719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sp>
        <p:nvSpPr>
          <p:cNvPr id="107" name="Textfeld 106">
            <a:extLst>
              <a:ext uri="{FF2B5EF4-FFF2-40B4-BE49-F238E27FC236}">
                <a16:creationId xmlns:a16="http://schemas.microsoft.com/office/drawing/2014/main" id="{B7341C8D-A09B-03B9-29A0-EAC2A730BC75}"/>
              </a:ext>
            </a:extLst>
          </p:cNvPr>
          <p:cNvSpPr txBox="1"/>
          <p:nvPr/>
        </p:nvSpPr>
        <p:spPr>
          <a:xfrm>
            <a:off x="963486" y="1445597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endParaRPr lang="de-DE" sz="8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5FC4A5B0-F661-2F48-C4EB-9D3C34CBD917}"/>
              </a:ext>
            </a:extLst>
          </p:cNvPr>
          <p:cNvCxnSpPr>
            <a:cxnSpLocks/>
          </p:cNvCxnSpPr>
          <p:nvPr/>
        </p:nvCxnSpPr>
        <p:spPr>
          <a:xfrm flipH="1" flipV="1">
            <a:off x="1692474" y="1667162"/>
            <a:ext cx="358214" cy="65274"/>
          </a:xfrm>
          <a:prstGeom prst="straightConnector1">
            <a:avLst/>
          </a:prstGeom>
          <a:ln w="15875" cap="rnd">
            <a:solidFill>
              <a:schemeClr val="accent5">
                <a:lumMod val="7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feld 109">
            <a:extLst>
              <a:ext uri="{FF2B5EF4-FFF2-40B4-BE49-F238E27FC236}">
                <a16:creationId xmlns:a16="http://schemas.microsoft.com/office/drawing/2014/main" id="{8DB82D20-5AD9-D66A-0A77-C81563F15471}"/>
              </a:ext>
            </a:extLst>
          </p:cNvPr>
          <p:cNvSpPr txBox="1"/>
          <p:nvPr/>
        </p:nvSpPr>
        <p:spPr>
          <a:xfrm>
            <a:off x="1684201" y="1520381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endParaRPr lang="de-DE" sz="800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14" name="Ellipse 113">
            <a:extLst>
              <a:ext uri="{FF2B5EF4-FFF2-40B4-BE49-F238E27FC236}">
                <a16:creationId xmlns:a16="http://schemas.microsoft.com/office/drawing/2014/main" id="{A01E66ED-1D64-50B9-4981-E46E619EF643}"/>
              </a:ext>
            </a:extLst>
          </p:cNvPr>
          <p:cNvSpPr/>
          <p:nvPr/>
        </p:nvSpPr>
        <p:spPr>
          <a:xfrm>
            <a:off x="1503746" y="1734429"/>
            <a:ext cx="36000" cy="36000"/>
          </a:xfrm>
          <a:prstGeom prst="ellipse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cxnSp>
        <p:nvCxnSpPr>
          <p:cNvPr id="117" name="Gerader Verbinder 116">
            <a:extLst>
              <a:ext uri="{FF2B5EF4-FFF2-40B4-BE49-F238E27FC236}">
                <a16:creationId xmlns:a16="http://schemas.microsoft.com/office/drawing/2014/main" id="{2199D088-B4C5-3AC6-731A-F2E992FACC13}"/>
              </a:ext>
            </a:extLst>
          </p:cNvPr>
          <p:cNvCxnSpPr>
            <a:cxnSpLocks/>
          </p:cNvCxnSpPr>
          <p:nvPr/>
        </p:nvCxnSpPr>
        <p:spPr>
          <a:xfrm>
            <a:off x="1463204" y="1460320"/>
            <a:ext cx="52441" cy="243028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feld 119">
            <a:extLst>
              <a:ext uri="{FF2B5EF4-FFF2-40B4-BE49-F238E27FC236}">
                <a16:creationId xmlns:a16="http://schemas.microsoft.com/office/drawing/2014/main" id="{4C17432C-3174-67BB-F5B8-6AB4C8ABE838}"/>
              </a:ext>
            </a:extLst>
          </p:cNvPr>
          <p:cNvSpPr txBox="1"/>
          <p:nvPr/>
        </p:nvSpPr>
        <p:spPr>
          <a:xfrm>
            <a:off x="1174574" y="1300233"/>
            <a:ext cx="857220" cy="20005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Neutralpunkt</a:t>
            </a:r>
            <a:endParaRPr lang="de-DE" sz="7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B060041A-DC74-A80F-436C-314675744BFB}"/>
              </a:ext>
            </a:extLst>
          </p:cNvPr>
          <p:cNvCxnSpPr>
            <a:cxnSpLocks/>
          </p:cNvCxnSpPr>
          <p:nvPr/>
        </p:nvCxnSpPr>
        <p:spPr>
          <a:xfrm>
            <a:off x="521291" y="1295415"/>
            <a:ext cx="80010" cy="261257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A75D698C-F27A-2934-83A2-9074947097A0}"/>
              </a:ext>
            </a:extLst>
          </p:cNvPr>
          <p:cNvSpPr txBox="1"/>
          <p:nvPr/>
        </p:nvSpPr>
        <p:spPr>
          <a:xfrm>
            <a:off x="68514" y="956681"/>
            <a:ext cx="7298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Nullauftriebs-Richtung des Flügels</a:t>
            </a:r>
            <a:endParaRPr lang="de-DE" sz="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34" name="Bogen 133">
            <a:extLst>
              <a:ext uri="{FF2B5EF4-FFF2-40B4-BE49-F238E27FC236}">
                <a16:creationId xmlns:a16="http://schemas.microsoft.com/office/drawing/2014/main" id="{BE9F03B0-0704-9B5E-9ABF-8923C8E965A3}"/>
              </a:ext>
            </a:extLst>
          </p:cNvPr>
          <p:cNvSpPr/>
          <p:nvPr/>
        </p:nvSpPr>
        <p:spPr>
          <a:xfrm>
            <a:off x="758863" y="1522705"/>
            <a:ext cx="212764" cy="212764"/>
          </a:xfrm>
          <a:prstGeom prst="arc">
            <a:avLst>
              <a:gd name="adj1" fmla="val 2589229"/>
              <a:gd name="adj2" fmla="val 21020068"/>
            </a:avLst>
          </a:prstGeom>
          <a:ln w="15875" cap="rnd">
            <a:solidFill>
              <a:schemeClr val="accent6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CF99DE8E-DF97-1670-097E-2146FE95E0C2}"/>
              </a:ext>
            </a:extLst>
          </p:cNvPr>
          <p:cNvSpPr txBox="1"/>
          <p:nvPr/>
        </p:nvSpPr>
        <p:spPr>
          <a:xfrm>
            <a:off x="752032" y="1329418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800" baseline="-250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oF</a:t>
            </a:r>
            <a:endParaRPr lang="de-DE" sz="8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38" name="Bogen 137">
            <a:extLst>
              <a:ext uri="{FF2B5EF4-FFF2-40B4-BE49-F238E27FC236}">
                <a16:creationId xmlns:a16="http://schemas.microsoft.com/office/drawing/2014/main" id="{DCF576A8-9905-70C9-A622-45A180DEB3FC}"/>
              </a:ext>
            </a:extLst>
          </p:cNvPr>
          <p:cNvSpPr/>
          <p:nvPr/>
        </p:nvSpPr>
        <p:spPr>
          <a:xfrm>
            <a:off x="1658012" y="1882967"/>
            <a:ext cx="265230" cy="265230"/>
          </a:xfrm>
          <a:prstGeom prst="arc">
            <a:avLst>
              <a:gd name="adj1" fmla="val 7249083"/>
              <a:gd name="adj2" fmla="val 4437620"/>
            </a:avLst>
          </a:prstGeom>
          <a:ln w="15875" cap="rnd">
            <a:solidFill>
              <a:schemeClr val="accent6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8E9B8731-BF11-964C-13EF-28DD7DE1E228}"/>
              </a:ext>
            </a:extLst>
          </p:cNvPr>
          <p:cNvSpPr txBox="1"/>
          <p:nvPr/>
        </p:nvSpPr>
        <p:spPr>
          <a:xfrm>
            <a:off x="1619274" y="1898339"/>
            <a:ext cx="34056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800" baseline="-25000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</a:p>
        </p:txBody>
      </p:sp>
      <p:sp>
        <p:nvSpPr>
          <p:cNvPr id="140" name="Bogen 139">
            <a:extLst>
              <a:ext uri="{FF2B5EF4-FFF2-40B4-BE49-F238E27FC236}">
                <a16:creationId xmlns:a16="http://schemas.microsoft.com/office/drawing/2014/main" id="{ABBC84AB-DFFC-B64F-DE3F-625D8DD1C149}"/>
              </a:ext>
            </a:extLst>
          </p:cNvPr>
          <p:cNvSpPr/>
          <p:nvPr/>
        </p:nvSpPr>
        <p:spPr>
          <a:xfrm>
            <a:off x="2867203" y="1559191"/>
            <a:ext cx="212764" cy="212764"/>
          </a:xfrm>
          <a:prstGeom prst="arc">
            <a:avLst>
              <a:gd name="adj1" fmla="val 2112536"/>
              <a:gd name="adj2" fmla="val 20406014"/>
            </a:avLst>
          </a:prstGeom>
          <a:ln w="15875" cap="rnd">
            <a:solidFill>
              <a:schemeClr val="accent6"/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800"/>
          </a:p>
        </p:txBody>
      </p:sp>
      <p:sp>
        <p:nvSpPr>
          <p:cNvPr id="141" name="Textfeld 140">
            <a:extLst>
              <a:ext uri="{FF2B5EF4-FFF2-40B4-BE49-F238E27FC236}">
                <a16:creationId xmlns:a16="http://schemas.microsoft.com/office/drawing/2014/main" id="{AFA254EE-5F0E-7AC5-AD20-8E96D818CFA2}"/>
              </a:ext>
            </a:extLst>
          </p:cNvPr>
          <p:cNvSpPr txBox="1"/>
          <p:nvPr/>
        </p:nvSpPr>
        <p:spPr>
          <a:xfrm>
            <a:off x="2898283" y="1381454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r>
              <a:rPr lang="de-DE" sz="800" baseline="-250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oH</a:t>
            </a:r>
            <a:endParaRPr lang="de-DE" sz="8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42" name="Gerade Verbindung mit Pfeil 141">
            <a:extLst>
              <a:ext uri="{FF2B5EF4-FFF2-40B4-BE49-F238E27FC236}">
                <a16:creationId xmlns:a16="http://schemas.microsoft.com/office/drawing/2014/main" id="{13745FE0-FDA7-B7A1-D318-B66EE522ED08}"/>
              </a:ext>
            </a:extLst>
          </p:cNvPr>
          <p:cNvCxnSpPr>
            <a:cxnSpLocks/>
          </p:cNvCxnSpPr>
          <p:nvPr/>
        </p:nvCxnSpPr>
        <p:spPr>
          <a:xfrm>
            <a:off x="2982975" y="1667492"/>
            <a:ext cx="241093" cy="0"/>
          </a:xfrm>
          <a:prstGeom prst="straightConnector1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feld 142">
            <a:extLst>
              <a:ext uri="{FF2B5EF4-FFF2-40B4-BE49-F238E27FC236}">
                <a16:creationId xmlns:a16="http://schemas.microsoft.com/office/drawing/2014/main" id="{A7E9AF6F-E2E0-62F8-8E0D-76AB8E020745}"/>
              </a:ext>
            </a:extLst>
          </p:cNvPr>
          <p:cNvSpPr txBox="1"/>
          <p:nvPr/>
        </p:nvSpPr>
        <p:spPr>
          <a:xfrm>
            <a:off x="3025941" y="1658278"/>
            <a:ext cx="45093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r>
              <a:rPr lang="de-DE" sz="800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613861E4-B950-47CC-E1BE-283841B586BB}"/>
              </a:ext>
            </a:extLst>
          </p:cNvPr>
          <p:cNvSpPr/>
          <p:nvPr/>
        </p:nvSpPr>
        <p:spPr>
          <a:xfrm>
            <a:off x="2954907" y="1649094"/>
            <a:ext cx="36000" cy="36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 dirty="0"/>
          </a:p>
        </p:txBody>
      </p:sp>
      <p:sp>
        <p:nvSpPr>
          <p:cNvPr id="145" name="Textfeld 144">
            <a:extLst>
              <a:ext uri="{FF2B5EF4-FFF2-40B4-BE49-F238E27FC236}">
                <a16:creationId xmlns:a16="http://schemas.microsoft.com/office/drawing/2014/main" id="{E5D7AFCC-EB1F-EEB4-C5F3-A1F41F0F98E3}"/>
              </a:ext>
            </a:extLst>
          </p:cNvPr>
          <p:cNvSpPr txBox="1"/>
          <p:nvPr/>
        </p:nvSpPr>
        <p:spPr>
          <a:xfrm>
            <a:off x="2059427" y="1955777"/>
            <a:ext cx="77164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Nullauftriebs-Richtung des Flügels</a:t>
            </a:r>
            <a:endParaRPr lang="de-DE" sz="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710A2D93-ED39-7364-E9E6-2973F3B7668D}"/>
              </a:ext>
            </a:extLst>
          </p:cNvPr>
          <p:cNvCxnSpPr>
            <a:cxnSpLocks/>
          </p:cNvCxnSpPr>
          <p:nvPr/>
        </p:nvCxnSpPr>
        <p:spPr>
          <a:xfrm flipH="1">
            <a:off x="2622538" y="1641568"/>
            <a:ext cx="100576" cy="339606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Gerader Verbinder 152">
            <a:extLst>
              <a:ext uri="{FF2B5EF4-FFF2-40B4-BE49-F238E27FC236}">
                <a16:creationId xmlns:a16="http://schemas.microsoft.com/office/drawing/2014/main" id="{69953BBA-FCB5-46F4-B5F1-4CB7E8CE2312}"/>
              </a:ext>
            </a:extLst>
          </p:cNvPr>
          <p:cNvCxnSpPr>
            <a:cxnSpLocks/>
          </p:cNvCxnSpPr>
          <p:nvPr/>
        </p:nvCxnSpPr>
        <p:spPr>
          <a:xfrm>
            <a:off x="2829315" y="1692690"/>
            <a:ext cx="0" cy="658367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Gerader Verbinder 154">
            <a:extLst>
              <a:ext uri="{FF2B5EF4-FFF2-40B4-BE49-F238E27FC236}">
                <a16:creationId xmlns:a16="http://schemas.microsoft.com/office/drawing/2014/main" id="{67FCF6A5-923B-F28E-0260-D1B296CEE23C}"/>
              </a:ext>
            </a:extLst>
          </p:cNvPr>
          <p:cNvCxnSpPr>
            <a:cxnSpLocks/>
          </p:cNvCxnSpPr>
          <p:nvPr/>
        </p:nvCxnSpPr>
        <p:spPr>
          <a:xfrm flipH="1">
            <a:off x="2973325" y="2298576"/>
            <a:ext cx="274274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Gerader Verbinder 157">
            <a:extLst>
              <a:ext uri="{FF2B5EF4-FFF2-40B4-BE49-F238E27FC236}">
                <a16:creationId xmlns:a16="http://schemas.microsoft.com/office/drawing/2014/main" id="{14B59B77-2D7E-BB41-6961-5CC7A9D15F4B}"/>
              </a:ext>
            </a:extLst>
          </p:cNvPr>
          <p:cNvCxnSpPr>
            <a:cxnSpLocks/>
          </p:cNvCxnSpPr>
          <p:nvPr/>
        </p:nvCxnSpPr>
        <p:spPr>
          <a:xfrm>
            <a:off x="2725721" y="2298576"/>
            <a:ext cx="103594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Gerader Verbinder 159">
            <a:extLst>
              <a:ext uri="{FF2B5EF4-FFF2-40B4-BE49-F238E27FC236}">
                <a16:creationId xmlns:a16="http://schemas.microsoft.com/office/drawing/2014/main" id="{E8CBAB2C-F766-8D2B-DF44-CFA7A073126A}"/>
              </a:ext>
            </a:extLst>
          </p:cNvPr>
          <p:cNvCxnSpPr>
            <a:cxnSpLocks/>
          </p:cNvCxnSpPr>
          <p:nvPr/>
        </p:nvCxnSpPr>
        <p:spPr>
          <a:xfrm flipH="1">
            <a:off x="2804160" y="2299722"/>
            <a:ext cx="205740" cy="0"/>
          </a:xfrm>
          <a:prstGeom prst="line">
            <a:avLst/>
          </a:prstGeom>
          <a:ln w="6350" cap="rnd">
            <a:solidFill>
              <a:schemeClr val="tx1"/>
            </a:solidFill>
            <a:round/>
            <a:headEnd type="none" w="sm" len="sm"/>
            <a:tailEnd type="non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Textfeld 163">
            <a:extLst>
              <a:ext uri="{FF2B5EF4-FFF2-40B4-BE49-F238E27FC236}">
                <a16:creationId xmlns:a16="http://schemas.microsoft.com/office/drawing/2014/main" id="{3D3947FF-4367-4B6D-F0A1-21B783CDAC4B}"/>
              </a:ext>
            </a:extLst>
          </p:cNvPr>
          <p:cNvSpPr txBox="1"/>
          <p:nvPr/>
        </p:nvSpPr>
        <p:spPr>
          <a:xfrm>
            <a:off x="2925523" y="2107356"/>
            <a:ext cx="43512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2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NH</a:t>
            </a:r>
          </a:p>
        </p:txBody>
      </p:sp>
    </p:spTree>
    <p:extLst>
      <p:ext uri="{BB962C8B-B14F-4D97-AF65-F5344CB8AC3E}">
        <p14:creationId xmlns:p14="http://schemas.microsoft.com/office/powerpoint/2010/main" val="32997835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32F85D3-A54D-969B-1CD9-2E346EF21701}"/>
              </a:ext>
            </a:extLst>
          </p:cNvPr>
          <p:cNvGrpSpPr/>
          <p:nvPr/>
        </p:nvGrpSpPr>
        <p:grpSpPr>
          <a:xfrm>
            <a:off x="275999" y="503649"/>
            <a:ext cx="2980688" cy="2704628"/>
            <a:chOff x="181105" y="541227"/>
            <a:chExt cx="2980688" cy="2704628"/>
          </a:xfrm>
        </p:grpSpPr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D92B1F24-5A92-3590-663A-9579EBCFF870}"/>
                </a:ext>
              </a:extLst>
            </p:cNvPr>
            <p:cNvGrpSpPr/>
            <p:nvPr/>
          </p:nvGrpSpPr>
          <p:grpSpPr>
            <a:xfrm>
              <a:off x="550545" y="650668"/>
              <a:ext cx="2434955" cy="2368757"/>
              <a:chOff x="550545" y="650668"/>
              <a:chExt cx="2434955" cy="2368757"/>
            </a:xfrm>
          </p:grpSpPr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81A82260-3DA2-11ED-4556-1EDDA066CE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9060" y="650798"/>
                <a:ext cx="0" cy="2298853"/>
              </a:xfrm>
              <a:prstGeom prst="line">
                <a:avLst/>
              </a:prstGeom>
              <a:ln w="12700" cap="rnd">
                <a:solidFill>
                  <a:schemeClr val="bg1">
                    <a:lumMod val="6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135734E5-F363-0E41-CFDF-C3E70C925F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63171" y="650798"/>
                <a:ext cx="0" cy="2298853"/>
              </a:xfrm>
              <a:prstGeom prst="line">
                <a:avLst/>
              </a:prstGeom>
              <a:ln w="12700" cap="rnd">
                <a:solidFill>
                  <a:schemeClr val="bg1">
                    <a:lumMod val="6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Gerader Verbinder 7">
                <a:extLst>
                  <a:ext uri="{FF2B5EF4-FFF2-40B4-BE49-F238E27FC236}">
                    <a16:creationId xmlns:a16="http://schemas.microsoft.com/office/drawing/2014/main" id="{CC13891C-10AF-5437-83F8-A4D0ECA72A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37281" y="650798"/>
                <a:ext cx="0" cy="2298853"/>
              </a:xfrm>
              <a:prstGeom prst="line">
                <a:avLst/>
              </a:prstGeom>
              <a:ln w="12700" cap="rnd">
                <a:solidFill>
                  <a:schemeClr val="bg1">
                    <a:lumMod val="6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BB913743-D1B7-5E2F-8BF4-F1C83F7EF6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11392" y="650798"/>
                <a:ext cx="0" cy="2298853"/>
              </a:xfrm>
              <a:prstGeom prst="line">
                <a:avLst/>
              </a:prstGeom>
              <a:ln w="12700" cap="rnd">
                <a:solidFill>
                  <a:schemeClr val="bg1">
                    <a:lumMod val="6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2A9C0E40-FBCA-18BE-FC80-0C25F13CEA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5500" y="650798"/>
                <a:ext cx="0" cy="2298853"/>
              </a:xfrm>
              <a:prstGeom prst="line">
                <a:avLst/>
              </a:prstGeom>
              <a:ln w="12700" cap="rnd">
                <a:solidFill>
                  <a:schemeClr val="bg1">
                    <a:lumMod val="6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" name="Gruppieren 19">
                <a:extLst>
                  <a:ext uri="{FF2B5EF4-FFF2-40B4-BE49-F238E27FC236}">
                    <a16:creationId xmlns:a16="http://schemas.microsoft.com/office/drawing/2014/main" id="{4167EEB5-7764-643A-F45F-3C678C44B523}"/>
                  </a:ext>
                </a:extLst>
              </p:cNvPr>
              <p:cNvGrpSpPr/>
              <p:nvPr/>
            </p:nvGrpSpPr>
            <p:grpSpPr>
              <a:xfrm>
                <a:off x="550545" y="650668"/>
                <a:ext cx="2434955" cy="2301985"/>
                <a:chOff x="550545" y="650668"/>
                <a:chExt cx="2434955" cy="2301985"/>
              </a:xfrm>
            </p:grpSpPr>
            <p:cxnSp>
              <p:nvCxnSpPr>
                <p:cNvPr id="12" name="Gerader Verbinder 11">
                  <a:extLst>
                    <a:ext uri="{FF2B5EF4-FFF2-40B4-BE49-F238E27FC236}">
                      <a16:creationId xmlns:a16="http://schemas.microsoft.com/office/drawing/2014/main" id="{A810AFF0-6EDB-93E1-E1DF-F7C7BB033A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950" y="650668"/>
                  <a:ext cx="2370550" cy="0"/>
                </a:xfrm>
                <a:prstGeom prst="line">
                  <a:avLst/>
                </a:prstGeom>
                <a:ln w="12700" cap="rnd">
                  <a:solidFill>
                    <a:schemeClr val="bg1">
                      <a:lumMod val="65000"/>
                    </a:schemeClr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Gerader Verbinder 14">
                  <a:extLst>
                    <a:ext uri="{FF2B5EF4-FFF2-40B4-BE49-F238E27FC236}">
                      <a16:creationId xmlns:a16="http://schemas.microsoft.com/office/drawing/2014/main" id="{FC635500-1844-B8AB-24E8-9B42D56DFE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950" y="1226164"/>
                  <a:ext cx="2370550" cy="0"/>
                </a:xfrm>
                <a:prstGeom prst="line">
                  <a:avLst/>
                </a:prstGeom>
                <a:ln w="12700" cap="rnd">
                  <a:solidFill>
                    <a:schemeClr val="bg1">
                      <a:lumMod val="65000"/>
                    </a:schemeClr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Gerader Verbinder 15">
                  <a:extLst>
                    <a:ext uri="{FF2B5EF4-FFF2-40B4-BE49-F238E27FC236}">
                      <a16:creationId xmlns:a16="http://schemas.microsoft.com/office/drawing/2014/main" id="{35629FED-E994-F10E-2F2C-57A5D1E0B7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950" y="1801660"/>
                  <a:ext cx="2370550" cy="0"/>
                </a:xfrm>
                <a:prstGeom prst="line">
                  <a:avLst/>
                </a:prstGeom>
                <a:ln w="12700" cap="rnd">
                  <a:solidFill>
                    <a:schemeClr val="bg1">
                      <a:lumMod val="65000"/>
                    </a:schemeClr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Gerader Verbinder 18">
                  <a:extLst>
                    <a:ext uri="{FF2B5EF4-FFF2-40B4-BE49-F238E27FC236}">
                      <a16:creationId xmlns:a16="http://schemas.microsoft.com/office/drawing/2014/main" id="{0E0A5A03-F348-599A-8F55-54C725842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950" y="2377156"/>
                  <a:ext cx="2370550" cy="0"/>
                </a:xfrm>
                <a:prstGeom prst="line">
                  <a:avLst/>
                </a:prstGeom>
                <a:ln w="12700" cap="rnd">
                  <a:solidFill>
                    <a:schemeClr val="bg1">
                      <a:lumMod val="65000"/>
                    </a:schemeClr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Gerader Verbinder 16">
                  <a:extLst>
                    <a:ext uri="{FF2B5EF4-FFF2-40B4-BE49-F238E27FC236}">
                      <a16:creationId xmlns:a16="http://schemas.microsoft.com/office/drawing/2014/main" id="{36E897C2-513E-7F0A-D487-E83D94F806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0545" y="2952653"/>
                  <a:ext cx="2434955" cy="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7F2EA998-EED8-69AE-31A6-E7674B8801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4950" y="650798"/>
                <a:ext cx="0" cy="2368627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3B0F5731-70A9-C364-89CD-3ACBB970AC19}"/>
                </a:ext>
              </a:extLst>
            </p:cNvPr>
            <p:cNvCxnSpPr>
              <a:cxnSpLocks/>
            </p:cNvCxnSpPr>
            <p:nvPr/>
          </p:nvCxnSpPr>
          <p:spPr>
            <a:xfrm>
              <a:off x="1089060" y="2954655"/>
              <a:ext cx="0" cy="6477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8C7AF1F6-630D-8CB2-BB42-4366006F7EEF}"/>
                </a:ext>
              </a:extLst>
            </p:cNvPr>
            <p:cNvCxnSpPr>
              <a:cxnSpLocks/>
            </p:cNvCxnSpPr>
            <p:nvPr/>
          </p:nvCxnSpPr>
          <p:spPr>
            <a:xfrm>
              <a:off x="1563171" y="2954655"/>
              <a:ext cx="0" cy="6477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C2BDAF8E-C458-60CF-196E-F79BAB327871}"/>
                </a:ext>
              </a:extLst>
            </p:cNvPr>
            <p:cNvCxnSpPr>
              <a:cxnSpLocks/>
            </p:cNvCxnSpPr>
            <p:nvPr/>
          </p:nvCxnSpPr>
          <p:spPr>
            <a:xfrm>
              <a:off x="2037281" y="2954655"/>
              <a:ext cx="0" cy="6477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31BECC8C-19F3-ADD7-0090-8A06C1771488}"/>
                </a:ext>
              </a:extLst>
            </p:cNvPr>
            <p:cNvCxnSpPr>
              <a:cxnSpLocks/>
            </p:cNvCxnSpPr>
            <p:nvPr/>
          </p:nvCxnSpPr>
          <p:spPr>
            <a:xfrm>
              <a:off x="2511392" y="2954655"/>
              <a:ext cx="0" cy="6477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8795920F-D712-91A1-E19B-4C737C040707}"/>
                </a:ext>
              </a:extLst>
            </p:cNvPr>
            <p:cNvCxnSpPr>
              <a:cxnSpLocks/>
            </p:cNvCxnSpPr>
            <p:nvPr/>
          </p:nvCxnSpPr>
          <p:spPr>
            <a:xfrm>
              <a:off x="2985500" y="2952750"/>
              <a:ext cx="0" cy="6477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3F7F2635-DAE7-14BD-0C44-468903B172E6}"/>
                </a:ext>
              </a:extLst>
            </p:cNvPr>
            <p:cNvCxnSpPr>
              <a:cxnSpLocks/>
            </p:cNvCxnSpPr>
            <p:nvPr/>
          </p:nvCxnSpPr>
          <p:spPr>
            <a:xfrm>
              <a:off x="548640" y="2377156"/>
              <a:ext cx="64170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F43B1B4D-9FAE-0BE3-53E3-37706D20F506}"/>
                </a:ext>
              </a:extLst>
            </p:cNvPr>
            <p:cNvCxnSpPr>
              <a:cxnSpLocks/>
            </p:cNvCxnSpPr>
            <p:nvPr/>
          </p:nvCxnSpPr>
          <p:spPr>
            <a:xfrm>
              <a:off x="548640" y="1799940"/>
              <a:ext cx="64170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D7464445-CD6B-584C-D198-E71A024869C0}"/>
                </a:ext>
              </a:extLst>
            </p:cNvPr>
            <p:cNvCxnSpPr>
              <a:cxnSpLocks/>
            </p:cNvCxnSpPr>
            <p:nvPr/>
          </p:nvCxnSpPr>
          <p:spPr>
            <a:xfrm>
              <a:off x="548640" y="1226164"/>
              <a:ext cx="64170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C981F174-DEEF-9363-3996-7552953D15EA}"/>
                </a:ext>
              </a:extLst>
            </p:cNvPr>
            <p:cNvCxnSpPr>
              <a:cxnSpLocks/>
            </p:cNvCxnSpPr>
            <p:nvPr/>
          </p:nvCxnSpPr>
          <p:spPr>
            <a:xfrm>
              <a:off x="550545" y="650668"/>
              <a:ext cx="64170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B721A7DB-1C56-58B6-F7C5-A1ABBC24CCA2}"/>
                </a:ext>
              </a:extLst>
            </p:cNvPr>
            <p:cNvSpPr txBox="1"/>
            <p:nvPr/>
          </p:nvSpPr>
          <p:spPr>
            <a:xfrm>
              <a:off x="181106" y="541227"/>
              <a:ext cx="41214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0,16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DEB91C06-67E0-30F7-D4E6-3B838A656804}"/>
                </a:ext>
              </a:extLst>
            </p:cNvPr>
            <p:cNvSpPr txBox="1"/>
            <p:nvPr/>
          </p:nvSpPr>
          <p:spPr>
            <a:xfrm>
              <a:off x="181106" y="1115863"/>
              <a:ext cx="41214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0,12</a:t>
              </a:r>
            </a:p>
          </p:txBody>
        </p:sp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0D460FE6-49BA-A131-B01D-0336D5937EB1}"/>
                </a:ext>
              </a:extLst>
            </p:cNvPr>
            <p:cNvSpPr txBox="1"/>
            <p:nvPr/>
          </p:nvSpPr>
          <p:spPr>
            <a:xfrm>
              <a:off x="181105" y="1690499"/>
              <a:ext cx="41214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0,08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D9E7EF81-AB4C-2EFE-FBB9-48CBFE359100}"/>
                </a:ext>
              </a:extLst>
            </p:cNvPr>
            <p:cNvSpPr txBox="1"/>
            <p:nvPr/>
          </p:nvSpPr>
          <p:spPr>
            <a:xfrm>
              <a:off x="181105" y="2265994"/>
              <a:ext cx="41214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0,04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8A06907F-8457-E947-E3B0-3B11B00B7271}"/>
                </a:ext>
              </a:extLst>
            </p:cNvPr>
            <p:cNvSpPr txBox="1"/>
            <p:nvPr/>
          </p:nvSpPr>
          <p:spPr>
            <a:xfrm>
              <a:off x="213190" y="2848371"/>
              <a:ext cx="41214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16130A72-B53A-0FFC-FF21-41B57CDA68B8}"/>
                </a:ext>
              </a:extLst>
            </p:cNvPr>
            <p:cNvSpPr txBox="1"/>
            <p:nvPr/>
          </p:nvSpPr>
          <p:spPr>
            <a:xfrm>
              <a:off x="434356" y="3030411"/>
              <a:ext cx="35690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1EE4F030-7E5E-6278-3244-D2813CC18B29}"/>
                </a:ext>
              </a:extLst>
            </p:cNvPr>
            <p:cNvSpPr txBox="1"/>
            <p:nvPr/>
          </p:nvSpPr>
          <p:spPr>
            <a:xfrm>
              <a:off x="908462" y="3025596"/>
              <a:ext cx="35690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5" name="Textfeld 44">
              <a:extLst>
                <a:ext uri="{FF2B5EF4-FFF2-40B4-BE49-F238E27FC236}">
                  <a16:creationId xmlns:a16="http://schemas.microsoft.com/office/drawing/2014/main" id="{589CF959-E7E1-7C61-46C4-2E98A5EF95B5}"/>
                </a:ext>
              </a:extLst>
            </p:cNvPr>
            <p:cNvSpPr txBox="1"/>
            <p:nvPr/>
          </p:nvSpPr>
          <p:spPr>
            <a:xfrm>
              <a:off x="1382568" y="3025595"/>
              <a:ext cx="35690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DBE7F180-3B61-07D6-3C90-E46A0E995FF5}"/>
                </a:ext>
              </a:extLst>
            </p:cNvPr>
            <p:cNvSpPr txBox="1"/>
            <p:nvPr/>
          </p:nvSpPr>
          <p:spPr>
            <a:xfrm>
              <a:off x="1856674" y="3025594"/>
              <a:ext cx="35690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A6107613-11D1-5E4B-4933-0A5FD50C5D8E}"/>
                </a:ext>
              </a:extLst>
            </p:cNvPr>
            <p:cNvSpPr txBox="1"/>
            <p:nvPr/>
          </p:nvSpPr>
          <p:spPr>
            <a:xfrm>
              <a:off x="2330780" y="3025593"/>
              <a:ext cx="35690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CA4066A9-6BC8-B0F8-3E47-BA7B47274121}"/>
                </a:ext>
              </a:extLst>
            </p:cNvPr>
            <p:cNvSpPr txBox="1"/>
            <p:nvPr/>
          </p:nvSpPr>
          <p:spPr>
            <a:xfrm>
              <a:off x="2804886" y="3023580"/>
              <a:ext cx="356907" cy="215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  <a:endParaRPr lang="de-DE" sz="8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62" name="Rechteck 61">
            <a:extLst>
              <a:ext uri="{FF2B5EF4-FFF2-40B4-BE49-F238E27FC236}">
                <a16:creationId xmlns:a16="http://schemas.microsoft.com/office/drawing/2014/main" id="{4C9A8623-824D-5A61-F8E1-0F7607F3BC5F}"/>
              </a:ext>
            </a:extLst>
          </p:cNvPr>
          <p:cNvSpPr/>
          <p:nvPr/>
        </p:nvSpPr>
        <p:spPr>
          <a:xfrm>
            <a:off x="2461030" y="1545193"/>
            <a:ext cx="254874" cy="1371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546A3AD7-2388-FF4D-094F-AB47E15F56F8}"/>
              </a:ext>
            </a:extLst>
          </p:cNvPr>
          <p:cNvSpPr txBox="1"/>
          <p:nvPr/>
        </p:nvSpPr>
        <p:spPr>
          <a:xfrm>
            <a:off x="1711156" y="3126962"/>
            <a:ext cx="35690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λ</a:t>
            </a:r>
            <a:endParaRPr lang="de-DE" sz="8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7F4CB9EF-4F44-BC04-E829-6A9E01CEEE50}"/>
              </a:ext>
            </a:extLst>
          </p:cNvPr>
          <p:cNvSpPr txBox="1"/>
          <p:nvPr/>
        </p:nvSpPr>
        <p:spPr>
          <a:xfrm>
            <a:off x="318711" y="768863"/>
            <a:ext cx="35690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δ</a:t>
            </a:r>
            <a:endParaRPr lang="de-DE" sz="8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54" name="Freihandform: Form 53">
            <a:extLst>
              <a:ext uri="{FF2B5EF4-FFF2-40B4-BE49-F238E27FC236}">
                <a16:creationId xmlns:a16="http://schemas.microsoft.com/office/drawing/2014/main" id="{B94B4EC5-74EE-1552-5E90-561BED20E40C}"/>
              </a:ext>
            </a:extLst>
          </p:cNvPr>
          <p:cNvSpPr/>
          <p:nvPr/>
        </p:nvSpPr>
        <p:spPr>
          <a:xfrm>
            <a:off x="710565" y="692064"/>
            <a:ext cx="2366010" cy="2106640"/>
          </a:xfrm>
          <a:custGeom>
            <a:avLst/>
            <a:gdLst>
              <a:gd name="csX0" fmla="*/ 0 w 2383076"/>
              <a:gd name="csY0" fmla="*/ 0 h 2082558"/>
              <a:gd name="csX1" fmla="*/ 303756 w 2383076"/>
              <a:gd name="csY1" fmla="*/ 1734855 h 2082558"/>
              <a:gd name="csX2" fmla="*/ 591854 w 2383076"/>
              <a:gd name="csY2" fmla="*/ 2076189 h 2082558"/>
              <a:gd name="csX3" fmla="*/ 1180578 w 2383076"/>
              <a:gd name="csY3" fmla="*/ 1910219 h 2082558"/>
              <a:gd name="csX4" fmla="*/ 1781827 w 2383076"/>
              <a:gd name="csY4" fmla="*/ 1349679 h 2082558"/>
              <a:gd name="csX5" fmla="*/ 2383076 w 2383076"/>
              <a:gd name="csY5" fmla="*/ 670142 h 2082558"/>
              <a:gd name="csX0" fmla="*/ 0 w 2383076"/>
              <a:gd name="csY0" fmla="*/ 0 h 2082558"/>
              <a:gd name="csX1" fmla="*/ 303756 w 2383076"/>
              <a:gd name="csY1" fmla="*/ 1734855 h 2082558"/>
              <a:gd name="csX2" fmla="*/ 591854 w 2383076"/>
              <a:gd name="csY2" fmla="*/ 2076189 h 2082558"/>
              <a:gd name="csX3" fmla="*/ 1180578 w 2383076"/>
              <a:gd name="csY3" fmla="*/ 1910219 h 2082558"/>
              <a:gd name="csX4" fmla="*/ 1781827 w 2383076"/>
              <a:gd name="csY4" fmla="*/ 1349679 h 2082558"/>
              <a:gd name="csX5" fmla="*/ 2383076 w 2383076"/>
              <a:gd name="csY5" fmla="*/ 670142 h 2082558"/>
              <a:gd name="csX0" fmla="*/ 0 w 2383076"/>
              <a:gd name="csY0" fmla="*/ 0 h 2103263"/>
              <a:gd name="csX1" fmla="*/ 303756 w 2383076"/>
              <a:gd name="csY1" fmla="*/ 1734855 h 2103263"/>
              <a:gd name="csX2" fmla="*/ 591854 w 2383076"/>
              <a:gd name="csY2" fmla="*/ 2076189 h 2103263"/>
              <a:gd name="csX3" fmla="*/ 1180578 w 2383076"/>
              <a:gd name="csY3" fmla="*/ 1910219 h 2103263"/>
              <a:gd name="csX4" fmla="*/ 1781827 w 2383076"/>
              <a:gd name="csY4" fmla="*/ 1349679 h 2103263"/>
              <a:gd name="csX5" fmla="*/ 2383076 w 2383076"/>
              <a:gd name="csY5" fmla="*/ 670142 h 2103263"/>
              <a:gd name="csX0" fmla="*/ 0 w 2383076"/>
              <a:gd name="csY0" fmla="*/ 0 h 2106144"/>
              <a:gd name="csX1" fmla="*/ 303756 w 2383076"/>
              <a:gd name="csY1" fmla="*/ 1734855 h 2106144"/>
              <a:gd name="csX2" fmla="*/ 591854 w 2383076"/>
              <a:gd name="csY2" fmla="*/ 2076189 h 2106144"/>
              <a:gd name="csX3" fmla="*/ 1180578 w 2383076"/>
              <a:gd name="csY3" fmla="*/ 1910219 h 2106144"/>
              <a:gd name="csX4" fmla="*/ 1781827 w 2383076"/>
              <a:gd name="csY4" fmla="*/ 1349679 h 2106144"/>
              <a:gd name="csX5" fmla="*/ 2383076 w 2383076"/>
              <a:gd name="csY5" fmla="*/ 670142 h 2106144"/>
              <a:gd name="csX0" fmla="*/ 0 w 2383076"/>
              <a:gd name="csY0" fmla="*/ 0 h 2108624"/>
              <a:gd name="csX1" fmla="*/ 303756 w 2383076"/>
              <a:gd name="csY1" fmla="*/ 1734855 h 2108624"/>
              <a:gd name="csX2" fmla="*/ 591854 w 2383076"/>
              <a:gd name="csY2" fmla="*/ 2076189 h 2108624"/>
              <a:gd name="csX3" fmla="*/ 1180578 w 2383076"/>
              <a:gd name="csY3" fmla="*/ 1910219 h 2108624"/>
              <a:gd name="csX4" fmla="*/ 1781827 w 2383076"/>
              <a:gd name="csY4" fmla="*/ 1349679 h 2108624"/>
              <a:gd name="csX5" fmla="*/ 2383076 w 2383076"/>
              <a:gd name="csY5" fmla="*/ 670142 h 2108624"/>
              <a:gd name="csX0" fmla="*/ 0 w 2383076"/>
              <a:gd name="csY0" fmla="*/ 0 h 2085300"/>
              <a:gd name="csX1" fmla="*/ 303756 w 2383076"/>
              <a:gd name="csY1" fmla="*/ 1734855 h 2085300"/>
              <a:gd name="csX2" fmla="*/ 591854 w 2383076"/>
              <a:gd name="csY2" fmla="*/ 2076189 h 2085300"/>
              <a:gd name="csX3" fmla="*/ 1178673 w 2383076"/>
              <a:gd name="csY3" fmla="*/ 1908314 h 2085300"/>
              <a:gd name="csX4" fmla="*/ 1781827 w 2383076"/>
              <a:gd name="csY4" fmla="*/ 1349679 h 2085300"/>
              <a:gd name="csX5" fmla="*/ 2383076 w 2383076"/>
              <a:gd name="csY5" fmla="*/ 670142 h 2085300"/>
              <a:gd name="csX0" fmla="*/ 0 w 2383076"/>
              <a:gd name="csY0" fmla="*/ 0 h 2104106"/>
              <a:gd name="csX1" fmla="*/ 303756 w 2383076"/>
              <a:gd name="csY1" fmla="*/ 1734855 h 2104106"/>
              <a:gd name="csX2" fmla="*/ 591854 w 2383076"/>
              <a:gd name="csY2" fmla="*/ 2076189 h 2104106"/>
              <a:gd name="csX3" fmla="*/ 1178673 w 2383076"/>
              <a:gd name="csY3" fmla="*/ 1908314 h 2104106"/>
              <a:gd name="csX4" fmla="*/ 1781827 w 2383076"/>
              <a:gd name="csY4" fmla="*/ 1349679 h 2104106"/>
              <a:gd name="csX5" fmla="*/ 2383076 w 2383076"/>
              <a:gd name="csY5" fmla="*/ 670142 h 2104106"/>
              <a:gd name="csX0" fmla="*/ 0 w 2383076"/>
              <a:gd name="csY0" fmla="*/ 0 h 2098989"/>
              <a:gd name="csX1" fmla="*/ 303756 w 2383076"/>
              <a:gd name="csY1" fmla="*/ 1734855 h 2098989"/>
              <a:gd name="csX2" fmla="*/ 591854 w 2383076"/>
              <a:gd name="csY2" fmla="*/ 2076189 h 2098989"/>
              <a:gd name="csX3" fmla="*/ 1178673 w 2383076"/>
              <a:gd name="csY3" fmla="*/ 1908314 h 2098989"/>
              <a:gd name="csX4" fmla="*/ 1774207 w 2383076"/>
              <a:gd name="csY4" fmla="*/ 1355394 h 2098989"/>
              <a:gd name="csX5" fmla="*/ 2383076 w 2383076"/>
              <a:gd name="csY5" fmla="*/ 670142 h 2098989"/>
              <a:gd name="csX0" fmla="*/ 0 w 2383076"/>
              <a:gd name="csY0" fmla="*/ 0 h 2104321"/>
              <a:gd name="csX1" fmla="*/ 303756 w 2383076"/>
              <a:gd name="csY1" fmla="*/ 1734855 h 2104321"/>
              <a:gd name="csX2" fmla="*/ 591854 w 2383076"/>
              <a:gd name="csY2" fmla="*/ 2076189 h 2104321"/>
              <a:gd name="csX3" fmla="*/ 1178673 w 2383076"/>
              <a:gd name="csY3" fmla="*/ 1908314 h 2104321"/>
              <a:gd name="csX4" fmla="*/ 1774207 w 2383076"/>
              <a:gd name="csY4" fmla="*/ 1355394 h 2104321"/>
              <a:gd name="csX5" fmla="*/ 2383076 w 2383076"/>
              <a:gd name="csY5" fmla="*/ 670142 h 2104321"/>
              <a:gd name="csX0" fmla="*/ 0 w 2383076"/>
              <a:gd name="csY0" fmla="*/ 0 h 2106640"/>
              <a:gd name="csX1" fmla="*/ 303756 w 2383076"/>
              <a:gd name="csY1" fmla="*/ 1734855 h 2106640"/>
              <a:gd name="csX2" fmla="*/ 591854 w 2383076"/>
              <a:gd name="csY2" fmla="*/ 2076189 h 2106640"/>
              <a:gd name="csX3" fmla="*/ 1178673 w 2383076"/>
              <a:gd name="csY3" fmla="*/ 1908314 h 2106640"/>
              <a:gd name="csX4" fmla="*/ 1774207 w 2383076"/>
              <a:gd name="csY4" fmla="*/ 1355394 h 2106640"/>
              <a:gd name="csX5" fmla="*/ 2383076 w 2383076"/>
              <a:gd name="csY5" fmla="*/ 670142 h 2106640"/>
              <a:gd name="csX0" fmla="*/ 0 w 2383076"/>
              <a:gd name="csY0" fmla="*/ 0 h 2106640"/>
              <a:gd name="csX1" fmla="*/ 303756 w 2383076"/>
              <a:gd name="csY1" fmla="*/ 1734855 h 2106640"/>
              <a:gd name="csX2" fmla="*/ 591854 w 2383076"/>
              <a:gd name="csY2" fmla="*/ 2076189 h 2106640"/>
              <a:gd name="csX3" fmla="*/ 1178673 w 2383076"/>
              <a:gd name="csY3" fmla="*/ 1908314 h 2106640"/>
              <a:gd name="csX4" fmla="*/ 1774207 w 2383076"/>
              <a:gd name="csY4" fmla="*/ 1355394 h 2106640"/>
              <a:gd name="csX5" fmla="*/ 2383076 w 2383076"/>
              <a:gd name="csY5" fmla="*/ 670142 h 21066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383076" h="2106640">
                <a:moveTo>
                  <a:pt x="0" y="0"/>
                </a:moveTo>
                <a:cubicBezTo>
                  <a:pt x="68267" y="1109702"/>
                  <a:pt x="218449" y="1567894"/>
                  <a:pt x="303756" y="1734855"/>
                </a:cubicBezTo>
                <a:cubicBezTo>
                  <a:pt x="389063" y="1901816"/>
                  <a:pt x="423175" y="1982509"/>
                  <a:pt x="591854" y="2076189"/>
                </a:cubicBezTo>
                <a:cubicBezTo>
                  <a:pt x="760533" y="2169869"/>
                  <a:pt x="981614" y="2028446"/>
                  <a:pt x="1178673" y="1908314"/>
                </a:cubicBezTo>
                <a:cubicBezTo>
                  <a:pt x="1375732" y="1788182"/>
                  <a:pt x="1573791" y="1562073"/>
                  <a:pt x="1774207" y="1355394"/>
                </a:cubicBezTo>
                <a:cubicBezTo>
                  <a:pt x="1974623" y="1148715"/>
                  <a:pt x="2182659" y="906571"/>
                  <a:pt x="2383076" y="670142"/>
                </a:cubicBezTo>
              </a:path>
            </a:pathLst>
          </a:custGeom>
          <a:noFill/>
          <a:ln cap="rnd">
            <a:solidFill>
              <a:schemeClr val="accent6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Freihandform: Form 54">
            <a:extLst>
              <a:ext uri="{FF2B5EF4-FFF2-40B4-BE49-F238E27FC236}">
                <a16:creationId xmlns:a16="http://schemas.microsoft.com/office/drawing/2014/main" id="{523CF2AF-B700-41B1-56DF-079E37A9F36F}"/>
              </a:ext>
            </a:extLst>
          </p:cNvPr>
          <p:cNvSpPr/>
          <p:nvPr/>
        </p:nvSpPr>
        <p:spPr>
          <a:xfrm>
            <a:off x="710565" y="986791"/>
            <a:ext cx="2367915" cy="1866984"/>
          </a:xfrm>
          <a:custGeom>
            <a:avLst/>
            <a:gdLst>
              <a:gd name="csX0" fmla="*/ 0 w 2377440"/>
              <a:gd name="csY0" fmla="*/ 0 h 1851059"/>
              <a:gd name="csX1" fmla="*/ 300990 w 2377440"/>
              <a:gd name="csY1" fmla="*/ 1550670 h 1851059"/>
              <a:gd name="csX2" fmla="*/ 586740 w 2377440"/>
              <a:gd name="csY2" fmla="*/ 1845945 h 1851059"/>
              <a:gd name="csX3" fmla="*/ 1175385 w 2377440"/>
              <a:gd name="csY3" fmla="*/ 1701165 h 1851059"/>
              <a:gd name="csX4" fmla="*/ 1771650 w 2377440"/>
              <a:gd name="csY4" fmla="*/ 1247775 h 1851059"/>
              <a:gd name="csX5" fmla="*/ 2377440 w 2377440"/>
              <a:gd name="csY5" fmla="*/ 672465 h 1851059"/>
              <a:gd name="csX0" fmla="*/ 0 w 2377440"/>
              <a:gd name="csY0" fmla="*/ 0 h 1851059"/>
              <a:gd name="csX1" fmla="*/ 300990 w 2377440"/>
              <a:gd name="csY1" fmla="*/ 1550670 h 1851059"/>
              <a:gd name="csX2" fmla="*/ 586740 w 2377440"/>
              <a:gd name="csY2" fmla="*/ 1845945 h 1851059"/>
              <a:gd name="csX3" fmla="*/ 1175385 w 2377440"/>
              <a:gd name="csY3" fmla="*/ 1701165 h 1851059"/>
              <a:gd name="csX4" fmla="*/ 1771650 w 2377440"/>
              <a:gd name="csY4" fmla="*/ 1247775 h 1851059"/>
              <a:gd name="csX5" fmla="*/ 2377440 w 2377440"/>
              <a:gd name="csY5" fmla="*/ 672465 h 1851059"/>
              <a:gd name="csX0" fmla="*/ 0 w 2377440"/>
              <a:gd name="csY0" fmla="*/ 0 h 1851059"/>
              <a:gd name="csX1" fmla="*/ 300990 w 2377440"/>
              <a:gd name="csY1" fmla="*/ 1550670 h 1851059"/>
              <a:gd name="csX2" fmla="*/ 586740 w 2377440"/>
              <a:gd name="csY2" fmla="*/ 1845945 h 1851059"/>
              <a:gd name="csX3" fmla="*/ 1175385 w 2377440"/>
              <a:gd name="csY3" fmla="*/ 1701165 h 1851059"/>
              <a:gd name="csX4" fmla="*/ 1771650 w 2377440"/>
              <a:gd name="csY4" fmla="*/ 1247775 h 1851059"/>
              <a:gd name="csX5" fmla="*/ 2377440 w 2377440"/>
              <a:gd name="csY5" fmla="*/ 672465 h 1851059"/>
              <a:gd name="csX0" fmla="*/ 0 w 2377440"/>
              <a:gd name="csY0" fmla="*/ 0 h 1866984"/>
              <a:gd name="csX1" fmla="*/ 300990 w 2377440"/>
              <a:gd name="csY1" fmla="*/ 1550670 h 1866984"/>
              <a:gd name="csX2" fmla="*/ 586740 w 2377440"/>
              <a:gd name="csY2" fmla="*/ 1845945 h 1866984"/>
              <a:gd name="csX3" fmla="*/ 1175385 w 2377440"/>
              <a:gd name="csY3" fmla="*/ 1701165 h 1866984"/>
              <a:gd name="csX4" fmla="*/ 1771650 w 2377440"/>
              <a:gd name="csY4" fmla="*/ 1247775 h 1866984"/>
              <a:gd name="csX5" fmla="*/ 2377440 w 2377440"/>
              <a:gd name="csY5" fmla="*/ 672465 h 1866984"/>
              <a:gd name="csX0" fmla="*/ 0 w 2377440"/>
              <a:gd name="csY0" fmla="*/ 0 h 1866984"/>
              <a:gd name="csX1" fmla="*/ 300990 w 2377440"/>
              <a:gd name="csY1" fmla="*/ 1550670 h 1866984"/>
              <a:gd name="csX2" fmla="*/ 586740 w 2377440"/>
              <a:gd name="csY2" fmla="*/ 1845945 h 1866984"/>
              <a:gd name="csX3" fmla="*/ 1175385 w 2377440"/>
              <a:gd name="csY3" fmla="*/ 1701165 h 1866984"/>
              <a:gd name="csX4" fmla="*/ 1771650 w 2377440"/>
              <a:gd name="csY4" fmla="*/ 1247775 h 1866984"/>
              <a:gd name="csX5" fmla="*/ 2377440 w 2377440"/>
              <a:gd name="csY5" fmla="*/ 672465 h 1866984"/>
              <a:gd name="csX0" fmla="*/ 0 w 2377440"/>
              <a:gd name="csY0" fmla="*/ 0 h 1866984"/>
              <a:gd name="csX1" fmla="*/ 300990 w 2377440"/>
              <a:gd name="csY1" fmla="*/ 1550670 h 1866984"/>
              <a:gd name="csX2" fmla="*/ 586740 w 2377440"/>
              <a:gd name="csY2" fmla="*/ 1845945 h 1866984"/>
              <a:gd name="csX3" fmla="*/ 1175385 w 2377440"/>
              <a:gd name="csY3" fmla="*/ 1701165 h 1866984"/>
              <a:gd name="csX4" fmla="*/ 1771650 w 2377440"/>
              <a:gd name="csY4" fmla="*/ 1247775 h 1866984"/>
              <a:gd name="csX5" fmla="*/ 2377440 w 2377440"/>
              <a:gd name="csY5" fmla="*/ 672465 h 18669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377440" h="1866984">
                <a:moveTo>
                  <a:pt x="0" y="0"/>
                </a:moveTo>
                <a:cubicBezTo>
                  <a:pt x="25400" y="741521"/>
                  <a:pt x="191770" y="1349692"/>
                  <a:pt x="300990" y="1550670"/>
                </a:cubicBezTo>
                <a:cubicBezTo>
                  <a:pt x="410210" y="1751648"/>
                  <a:pt x="427673" y="1777048"/>
                  <a:pt x="586740" y="1845945"/>
                </a:cubicBezTo>
                <a:cubicBezTo>
                  <a:pt x="745807" y="1914842"/>
                  <a:pt x="977900" y="1800860"/>
                  <a:pt x="1175385" y="1701165"/>
                </a:cubicBezTo>
                <a:cubicBezTo>
                  <a:pt x="1372870" y="1601470"/>
                  <a:pt x="1571307" y="1419225"/>
                  <a:pt x="1771650" y="1247775"/>
                </a:cubicBezTo>
                <a:cubicBezTo>
                  <a:pt x="1971993" y="1076325"/>
                  <a:pt x="2174716" y="874395"/>
                  <a:pt x="2377440" y="672465"/>
                </a:cubicBezTo>
              </a:path>
            </a:pathLst>
          </a:custGeom>
          <a:noFill/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Freihandform: Form 55">
            <a:extLst>
              <a:ext uri="{FF2B5EF4-FFF2-40B4-BE49-F238E27FC236}">
                <a16:creationId xmlns:a16="http://schemas.microsoft.com/office/drawing/2014/main" id="{FB15F09D-AD2B-4F98-AD3A-4C6409BD6D87}"/>
              </a:ext>
            </a:extLst>
          </p:cNvPr>
          <p:cNvSpPr/>
          <p:nvPr/>
        </p:nvSpPr>
        <p:spPr>
          <a:xfrm>
            <a:off x="710564" y="1327785"/>
            <a:ext cx="2367915" cy="1552444"/>
          </a:xfrm>
          <a:custGeom>
            <a:avLst/>
            <a:gdLst>
              <a:gd name="csX0" fmla="*/ 0 w 2377440"/>
              <a:gd name="csY0" fmla="*/ 0 h 1541972"/>
              <a:gd name="csX1" fmla="*/ 300990 w 2377440"/>
              <a:gd name="csY1" fmla="*/ 1301115 h 1541972"/>
              <a:gd name="csX2" fmla="*/ 588645 w 2377440"/>
              <a:gd name="csY2" fmla="*/ 1537335 h 1541972"/>
              <a:gd name="csX3" fmla="*/ 1181100 w 2377440"/>
              <a:gd name="csY3" fmla="*/ 1428750 h 1541972"/>
              <a:gd name="csX4" fmla="*/ 1781175 w 2377440"/>
              <a:gd name="csY4" fmla="*/ 1085850 h 1541972"/>
              <a:gd name="csX5" fmla="*/ 2377440 w 2377440"/>
              <a:gd name="csY5" fmla="*/ 645795 h 1541972"/>
              <a:gd name="csX0" fmla="*/ 0 w 2377440"/>
              <a:gd name="csY0" fmla="*/ 0 h 1541972"/>
              <a:gd name="csX1" fmla="*/ 300990 w 2377440"/>
              <a:gd name="csY1" fmla="*/ 1301115 h 1541972"/>
              <a:gd name="csX2" fmla="*/ 588645 w 2377440"/>
              <a:gd name="csY2" fmla="*/ 1537335 h 1541972"/>
              <a:gd name="csX3" fmla="*/ 1181100 w 2377440"/>
              <a:gd name="csY3" fmla="*/ 1428750 h 1541972"/>
              <a:gd name="csX4" fmla="*/ 1781175 w 2377440"/>
              <a:gd name="csY4" fmla="*/ 1085850 h 1541972"/>
              <a:gd name="csX5" fmla="*/ 2377440 w 2377440"/>
              <a:gd name="csY5" fmla="*/ 645795 h 1541972"/>
              <a:gd name="csX0" fmla="*/ 0 w 2377440"/>
              <a:gd name="csY0" fmla="*/ 0 h 1548034"/>
              <a:gd name="csX1" fmla="*/ 300990 w 2377440"/>
              <a:gd name="csY1" fmla="*/ 1301115 h 1548034"/>
              <a:gd name="csX2" fmla="*/ 588645 w 2377440"/>
              <a:gd name="csY2" fmla="*/ 1537335 h 1548034"/>
              <a:gd name="csX3" fmla="*/ 1181100 w 2377440"/>
              <a:gd name="csY3" fmla="*/ 1428750 h 1548034"/>
              <a:gd name="csX4" fmla="*/ 1781175 w 2377440"/>
              <a:gd name="csY4" fmla="*/ 1085850 h 1548034"/>
              <a:gd name="csX5" fmla="*/ 2377440 w 2377440"/>
              <a:gd name="csY5" fmla="*/ 645795 h 1548034"/>
              <a:gd name="csX0" fmla="*/ 0 w 2377440"/>
              <a:gd name="csY0" fmla="*/ 0 h 1552444"/>
              <a:gd name="csX1" fmla="*/ 300990 w 2377440"/>
              <a:gd name="csY1" fmla="*/ 1301115 h 1552444"/>
              <a:gd name="csX2" fmla="*/ 588645 w 2377440"/>
              <a:gd name="csY2" fmla="*/ 1537335 h 1552444"/>
              <a:gd name="csX3" fmla="*/ 1181100 w 2377440"/>
              <a:gd name="csY3" fmla="*/ 1428750 h 1552444"/>
              <a:gd name="csX4" fmla="*/ 1781175 w 2377440"/>
              <a:gd name="csY4" fmla="*/ 1085850 h 1552444"/>
              <a:gd name="csX5" fmla="*/ 2377440 w 2377440"/>
              <a:gd name="csY5" fmla="*/ 645795 h 1552444"/>
              <a:gd name="csX0" fmla="*/ 0 w 2377440"/>
              <a:gd name="csY0" fmla="*/ 0 h 1552444"/>
              <a:gd name="csX1" fmla="*/ 300990 w 2377440"/>
              <a:gd name="csY1" fmla="*/ 1301115 h 1552444"/>
              <a:gd name="csX2" fmla="*/ 588645 w 2377440"/>
              <a:gd name="csY2" fmla="*/ 1537335 h 1552444"/>
              <a:gd name="csX3" fmla="*/ 1181100 w 2377440"/>
              <a:gd name="csY3" fmla="*/ 1428750 h 1552444"/>
              <a:gd name="csX4" fmla="*/ 1781175 w 2377440"/>
              <a:gd name="csY4" fmla="*/ 1085850 h 1552444"/>
              <a:gd name="csX5" fmla="*/ 2377440 w 2377440"/>
              <a:gd name="csY5" fmla="*/ 645795 h 1552444"/>
              <a:gd name="csX0" fmla="*/ 0 w 2377440"/>
              <a:gd name="csY0" fmla="*/ 0 h 1552444"/>
              <a:gd name="csX1" fmla="*/ 300990 w 2377440"/>
              <a:gd name="csY1" fmla="*/ 1301115 h 1552444"/>
              <a:gd name="csX2" fmla="*/ 588645 w 2377440"/>
              <a:gd name="csY2" fmla="*/ 1537335 h 1552444"/>
              <a:gd name="csX3" fmla="*/ 1181100 w 2377440"/>
              <a:gd name="csY3" fmla="*/ 1428750 h 1552444"/>
              <a:gd name="csX4" fmla="*/ 1781175 w 2377440"/>
              <a:gd name="csY4" fmla="*/ 1085850 h 1552444"/>
              <a:gd name="csX5" fmla="*/ 2377440 w 2377440"/>
              <a:gd name="csY5" fmla="*/ 645795 h 1552444"/>
              <a:gd name="csX0" fmla="*/ 0 w 2377440"/>
              <a:gd name="csY0" fmla="*/ 0 h 1552444"/>
              <a:gd name="csX1" fmla="*/ 300990 w 2377440"/>
              <a:gd name="csY1" fmla="*/ 1301115 h 1552444"/>
              <a:gd name="csX2" fmla="*/ 588645 w 2377440"/>
              <a:gd name="csY2" fmla="*/ 1537335 h 1552444"/>
              <a:gd name="csX3" fmla="*/ 1181100 w 2377440"/>
              <a:gd name="csY3" fmla="*/ 1428750 h 1552444"/>
              <a:gd name="csX4" fmla="*/ 1781175 w 2377440"/>
              <a:gd name="csY4" fmla="*/ 1085850 h 1552444"/>
              <a:gd name="csX5" fmla="*/ 2377440 w 2377440"/>
              <a:gd name="csY5" fmla="*/ 645795 h 15524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377440" h="1552444">
                <a:moveTo>
                  <a:pt x="0" y="0"/>
                </a:moveTo>
                <a:cubicBezTo>
                  <a:pt x="70961" y="667226"/>
                  <a:pt x="216218" y="1159193"/>
                  <a:pt x="300990" y="1301115"/>
                </a:cubicBezTo>
                <a:cubicBezTo>
                  <a:pt x="385762" y="1443037"/>
                  <a:pt x="430530" y="1487488"/>
                  <a:pt x="588645" y="1537335"/>
                </a:cubicBezTo>
                <a:cubicBezTo>
                  <a:pt x="746760" y="1587182"/>
                  <a:pt x="982345" y="1503997"/>
                  <a:pt x="1181100" y="1428750"/>
                </a:cubicBezTo>
                <a:cubicBezTo>
                  <a:pt x="1379855" y="1353503"/>
                  <a:pt x="1581785" y="1216343"/>
                  <a:pt x="1781175" y="1085850"/>
                </a:cubicBezTo>
                <a:cubicBezTo>
                  <a:pt x="1980565" y="955358"/>
                  <a:pt x="2179002" y="800576"/>
                  <a:pt x="2377440" y="645795"/>
                </a:cubicBezTo>
              </a:path>
            </a:pathLst>
          </a:custGeom>
          <a:noFill/>
          <a:ln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Freihandform: Form 56">
            <a:extLst>
              <a:ext uri="{FF2B5EF4-FFF2-40B4-BE49-F238E27FC236}">
                <a16:creationId xmlns:a16="http://schemas.microsoft.com/office/drawing/2014/main" id="{4B657633-4455-548B-D0AE-A6DA3F8759BE}"/>
              </a:ext>
            </a:extLst>
          </p:cNvPr>
          <p:cNvSpPr/>
          <p:nvPr/>
        </p:nvSpPr>
        <p:spPr>
          <a:xfrm>
            <a:off x="710565" y="1794510"/>
            <a:ext cx="2369820" cy="1119167"/>
          </a:xfrm>
          <a:custGeom>
            <a:avLst/>
            <a:gdLst>
              <a:gd name="csX0" fmla="*/ 0 w 2375535"/>
              <a:gd name="csY0" fmla="*/ 0 h 1127289"/>
              <a:gd name="csX1" fmla="*/ 297180 w 2375535"/>
              <a:gd name="csY1" fmla="*/ 998220 h 1127289"/>
              <a:gd name="csX2" fmla="*/ 582930 w 2375535"/>
              <a:gd name="csY2" fmla="*/ 1118235 h 1127289"/>
              <a:gd name="csX3" fmla="*/ 1173480 w 2375535"/>
              <a:gd name="csY3" fmla="*/ 1032510 h 1127289"/>
              <a:gd name="csX4" fmla="*/ 1775460 w 2375535"/>
              <a:gd name="csY4" fmla="*/ 798195 h 1127289"/>
              <a:gd name="csX5" fmla="*/ 2375535 w 2375535"/>
              <a:gd name="csY5" fmla="*/ 502920 h 1127289"/>
              <a:gd name="csX0" fmla="*/ 0 w 2375535"/>
              <a:gd name="csY0" fmla="*/ 0 h 1127289"/>
              <a:gd name="csX1" fmla="*/ 297180 w 2375535"/>
              <a:gd name="csY1" fmla="*/ 998220 h 1127289"/>
              <a:gd name="csX2" fmla="*/ 582930 w 2375535"/>
              <a:gd name="csY2" fmla="*/ 1118235 h 1127289"/>
              <a:gd name="csX3" fmla="*/ 1173480 w 2375535"/>
              <a:gd name="csY3" fmla="*/ 1032510 h 1127289"/>
              <a:gd name="csX4" fmla="*/ 1775460 w 2375535"/>
              <a:gd name="csY4" fmla="*/ 798195 h 1127289"/>
              <a:gd name="csX5" fmla="*/ 2375535 w 2375535"/>
              <a:gd name="csY5" fmla="*/ 502920 h 1127289"/>
              <a:gd name="csX0" fmla="*/ 0 w 2375535"/>
              <a:gd name="csY0" fmla="*/ 0 h 1118802"/>
              <a:gd name="csX1" fmla="*/ 297180 w 2375535"/>
              <a:gd name="csY1" fmla="*/ 998220 h 1118802"/>
              <a:gd name="csX2" fmla="*/ 582930 w 2375535"/>
              <a:gd name="csY2" fmla="*/ 1118235 h 1118802"/>
              <a:gd name="csX3" fmla="*/ 1173480 w 2375535"/>
              <a:gd name="csY3" fmla="*/ 1032510 h 1118802"/>
              <a:gd name="csX4" fmla="*/ 1775460 w 2375535"/>
              <a:gd name="csY4" fmla="*/ 798195 h 1118802"/>
              <a:gd name="csX5" fmla="*/ 2375535 w 2375535"/>
              <a:gd name="csY5" fmla="*/ 502920 h 1118802"/>
              <a:gd name="csX0" fmla="*/ 0 w 2375535"/>
              <a:gd name="csY0" fmla="*/ 0 h 1119167"/>
              <a:gd name="csX1" fmla="*/ 297180 w 2375535"/>
              <a:gd name="csY1" fmla="*/ 998220 h 1119167"/>
              <a:gd name="csX2" fmla="*/ 582930 w 2375535"/>
              <a:gd name="csY2" fmla="*/ 1118235 h 1119167"/>
              <a:gd name="csX3" fmla="*/ 1173480 w 2375535"/>
              <a:gd name="csY3" fmla="*/ 1032510 h 1119167"/>
              <a:gd name="csX4" fmla="*/ 1775460 w 2375535"/>
              <a:gd name="csY4" fmla="*/ 798195 h 1119167"/>
              <a:gd name="csX5" fmla="*/ 2375535 w 2375535"/>
              <a:gd name="csY5" fmla="*/ 502920 h 1119167"/>
              <a:gd name="csX0" fmla="*/ 0 w 2375535"/>
              <a:gd name="csY0" fmla="*/ 0 h 1119167"/>
              <a:gd name="csX1" fmla="*/ 297180 w 2375535"/>
              <a:gd name="csY1" fmla="*/ 998220 h 1119167"/>
              <a:gd name="csX2" fmla="*/ 582930 w 2375535"/>
              <a:gd name="csY2" fmla="*/ 1118235 h 1119167"/>
              <a:gd name="csX3" fmla="*/ 1173480 w 2375535"/>
              <a:gd name="csY3" fmla="*/ 1032510 h 1119167"/>
              <a:gd name="csX4" fmla="*/ 1775460 w 2375535"/>
              <a:gd name="csY4" fmla="*/ 798195 h 1119167"/>
              <a:gd name="csX5" fmla="*/ 2375535 w 2375535"/>
              <a:gd name="csY5" fmla="*/ 502920 h 11191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375535" h="1119167">
                <a:moveTo>
                  <a:pt x="0" y="0"/>
                </a:moveTo>
                <a:cubicBezTo>
                  <a:pt x="46672" y="579279"/>
                  <a:pt x="175260" y="893763"/>
                  <a:pt x="297180" y="998220"/>
                </a:cubicBezTo>
                <a:cubicBezTo>
                  <a:pt x="419100" y="1102677"/>
                  <a:pt x="486410" y="1110615"/>
                  <a:pt x="582930" y="1118235"/>
                </a:cubicBezTo>
                <a:cubicBezTo>
                  <a:pt x="679450" y="1125855"/>
                  <a:pt x="974725" y="1085850"/>
                  <a:pt x="1173480" y="1032510"/>
                </a:cubicBezTo>
                <a:cubicBezTo>
                  <a:pt x="1372235" y="979170"/>
                  <a:pt x="1575118" y="886460"/>
                  <a:pt x="1775460" y="798195"/>
                </a:cubicBezTo>
                <a:cubicBezTo>
                  <a:pt x="1975802" y="709930"/>
                  <a:pt x="2175668" y="606425"/>
                  <a:pt x="2375535" y="502920"/>
                </a:cubicBezTo>
              </a:path>
            </a:pathLst>
          </a:custGeom>
          <a:noFill/>
          <a:ln cap="rnd">
            <a:solidFill>
              <a:srgbClr val="C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AB7511FA-0BC9-8A60-4D77-A73A7BB6954D}"/>
              </a:ext>
            </a:extLst>
          </p:cNvPr>
          <p:cNvSpPr txBox="1"/>
          <p:nvPr/>
        </p:nvSpPr>
        <p:spPr>
          <a:xfrm>
            <a:off x="2196692" y="1522184"/>
            <a:ext cx="81917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Λ</a:t>
            </a:r>
            <a:r>
              <a:rPr lang="de-DE" sz="8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10</a:t>
            </a:r>
            <a:endParaRPr lang="de-DE" sz="8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C7297B51-2F35-F8F9-F307-C0E63B0B1DC3}"/>
              </a:ext>
            </a:extLst>
          </p:cNvPr>
          <p:cNvSpPr txBox="1"/>
          <p:nvPr/>
        </p:nvSpPr>
        <p:spPr>
          <a:xfrm>
            <a:off x="2649223" y="1745384"/>
            <a:ext cx="2667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8</a:t>
            </a:r>
            <a:endParaRPr lang="de-DE" sz="8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1F6F98CD-370F-2331-9B89-A0C2006DB1EC}"/>
              </a:ext>
            </a:extLst>
          </p:cNvPr>
          <p:cNvSpPr txBox="1"/>
          <p:nvPr/>
        </p:nvSpPr>
        <p:spPr>
          <a:xfrm>
            <a:off x="2729541" y="1926686"/>
            <a:ext cx="2667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</a:t>
            </a:r>
            <a:endParaRPr lang="de-DE" sz="800" baseline="-25000" dirty="0">
              <a:solidFill>
                <a:schemeClr val="tx2">
                  <a:lumMod val="75000"/>
                  <a:lumOff val="2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39949C8F-FD7E-0322-6959-3D6ADBCFE408}"/>
              </a:ext>
            </a:extLst>
          </p:cNvPr>
          <p:cNvSpPr txBox="1"/>
          <p:nvPr/>
        </p:nvSpPr>
        <p:spPr>
          <a:xfrm>
            <a:off x="2809860" y="2133160"/>
            <a:ext cx="266716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800" dirty="0">
                <a:solidFill>
                  <a:srgbClr val="C0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  <a:endParaRPr lang="de-DE" sz="800" baseline="-25000" dirty="0">
              <a:solidFill>
                <a:srgbClr val="C0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84099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196</Words>
  <Application>Microsoft Office PowerPoint</Application>
  <PresentationFormat>Benutzerdefiniert</PresentationFormat>
  <Paragraphs>128</Paragraphs>
  <Slides>11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115</cp:revision>
  <dcterms:created xsi:type="dcterms:W3CDTF">2025-08-17T20:55:38Z</dcterms:created>
  <dcterms:modified xsi:type="dcterms:W3CDTF">2026-09-03T15:37:15Z</dcterms:modified>
</cp:coreProperties>
</file>