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61" r:id="rId2"/>
    <p:sldId id="262" r:id="rId3"/>
    <p:sldId id="264" r:id="rId4"/>
    <p:sldId id="265" r:id="rId5"/>
    <p:sldId id="263" r:id="rId6"/>
    <p:sldId id="256" r:id="rId7"/>
    <p:sldId id="257" r:id="rId8"/>
    <p:sldId id="258" r:id="rId9"/>
    <p:sldId id="259" r:id="rId10"/>
    <p:sldId id="260" r:id="rId1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200" d="100"/>
          <a:sy n="200" d="100"/>
        </p:scale>
        <p:origin x="1152" y="-5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25.08.2026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1EBCECE-EA98-8F05-0559-6E64B5C31AB9}"/>
              </a:ext>
            </a:extLst>
          </p:cNvPr>
          <p:cNvCxnSpPr>
            <a:cxnSpLocks/>
          </p:cNvCxnSpPr>
          <p:nvPr/>
        </p:nvCxnSpPr>
        <p:spPr>
          <a:xfrm>
            <a:off x="890588" y="1673034"/>
            <a:ext cx="2224087" cy="307809"/>
          </a:xfrm>
          <a:prstGeom prst="line">
            <a:avLst/>
          </a:prstGeom>
          <a:ln w="12700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F34A9D5-D685-3566-7E74-19F4EDB439AC}"/>
              </a:ext>
            </a:extLst>
          </p:cNvPr>
          <p:cNvCxnSpPr>
            <a:cxnSpLocks/>
          </p:cNvCxnSpPr>
          <p:nvPr/>
        </p:nvCxnSpPr>
        <p:spPr>
          <a:xfrm>
            <a:off x="1216819" y="1480379"/>
            <a:ext cx="1897856" cy="500464"/>
          </a:xfrm>
          <a:prstGeom prst="line">
            <a:avLst/>
          </a:prstGeom>
          <a:ln w="1270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2BD24CD-A4EE-48B4-83E4-05003ABA2DAF}"/>
              </a:ext>
            </a:extLst>
          </p:cNvPr>
          <p:cNvCxnSpPr>
            <a:cxnSpLocks/>
          </p:cNvCxnSpPr>
          <p:nvPr/>
        </p:nvCxnSpPr>
        <p:spPr>
          <a:xfrm>
            <a:off x="762000" y="933226"/>
            <a:ext cx="2352675" cy="1047617"/>
          </a:xfrm>
          <a:prstGeom prst="line">
            <a:avLst/>
          </a:prstGeom>
          <a:ln w="1270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EE80967A-C581-E299-2987-2EA75AC1FF2C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0807368"/>
              <a:gd name="adj2" fmla="val 11278212"/>
            </a:avLst>
          </a:prstGeom>
          <a:ln w="12700" cap="rnd">
            <a:solidFill>
              <a:schemeClr val="accent5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A2CD3D48-BCE0-8D3E-55A2-8FB0A69FAAF9}"/>
              </a:ext>
            </a:extLst>
          </p:cNvPr>
          <p:cNvSpPr/>
          <p:nvPr/>
        </p:nvSpPr>
        <p:spPr>
          <a:xfrm>
            <a:off x="654050" y="-477791"/>
            <a:ext cx="4917268" cy="4917268"/>
          </a:xfrm>
          <a:prstGeom prst="arc">
            <a:avLst>
              <a:gd name="adj1" fmla="val 10806806"/>
              <a:gd name="adj2" fmla="val 12236475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6" name="Bogen 35">
            <a:extLst>
              <a:ext uri="{FF2B5EF4-FFF2-40B4-BE49-F238E27FC236}">
                <a16:creationId xmlns:a16="http://schemas.microsoft.com/office/drawing/2014/main" id="{A5605D81-2D68-D7DB-19FB-A6E0A9AEF949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1277978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8E58FA40-3057-612C-34EC-22D2A1823A10}"/>
              </a:ext>
            </a:extLst>
          </p:cNvPr>
          <p:cNvSpPr/>
          <p:nvPr/>
        </p:nvSpPr>
        <p:spPr>
          <a:xfrm flipV="1">
            <a:off x="924400" y="1654178"/>
            <a:ext cx="59058" cy="590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accent5"/>
              </a:solidFill>
            </a:endParaRPr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9AA87E28-FACA-3095-D2E6-35CE44E4B0D7}"/>
              </a:ext>
            </a:extLst>
          </p:cNvPr>
          <p:cNvSpPr/>
          <p:nvPr/>
        </p:nvSpPr>
        <p:spPr>
          <a:xfrm>
            <a:off x="1281771" y="149930"/>
            <a:ext cx="3661826" cy="3661826"/>
          </a:xfrm>
          <a:prstGeom prst="arc">
            <a:avLst>
              <a:gd name="adj1" fmla="val 11691102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DA17A62-256C-D55F-FC65-B955E0053177}"/>
              </a:ext>
            </a:extLst>
          </p:cNvPr>
          <p:cNvSpPr/>
          <p:nvPr/>
        </p:nvSpPr>
        <p:spPr>
          <a:xfrm rot="391201">
            <a:off x="1179651" y="1706921"/>
            <a:ext cx="105292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4" name="Bogen 43">
            <a:extLst>
              <a:ext uri="{FF2B5EF4-FFF2-40B4-BE49-F238E27FC236}">
                <a16:creationId xmlns:a16="http://schemas.microsoft.com/office/drawing/2014/main" id="{181A38BA-4A64-1310-A4D7-0163D40F42C7}"/>
              </a:ext>
            </a:extLst>
          </p:cNvPr>
          <p:cNvSpPr/>
          <p:nvPr/>
        </p:nvSpPr>
        <p:spPr>
          <a:xfrm>
            <a:off x="1214391" y="82550"/>
            <a:ext cx="3796586" cy="3796586"/>
          </a:xfrm>
          <a:prstGeom prst="arc">
            <a:avLst>
              <a:gd name="adj1" fmla="val 10798243"/>
              <a:gd name="adj2" fmla="val 11700586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42DFF6CB-A72D-0E3E-E385-ED8D9D9696C0}"/>
              </a:ext>
            </a:extLst>
          </p:cNvPr>
          <p:cNvCxnSpPr>
            <a:cxnSpLocks/>
          </p:cNvCxnSpPr>
          <p:nvPr/>
        </p:nvCxnSpPr>
        <p:spPr>
          <a:xfrm>
            <a:off x="533400" y="1981203"/>
            <a:ext cx="2581275" cy="0"/>
          </a:xfrm>
          <a:prstGeom prst="line">
            <a:avLst/>
          </a:prstGeom>
          <a:ln w="1587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EAC858C-8D80-3E2F-F28B-C4B9CAAFDC34}"/>
              </a:ext>
            </a:extLst>
          </p:cNvPr>
          <p:cNvGrpSpPr/>
          <p:nvPr/>
        </p:nvGrpSpPr>
        <p:grpSpPr>
          <a:xfrm rot="21139162">
            <a:off x="1504088" y="1369867"/>
            <a:ext cx="1567130" cy="719864"/>
            <a:chOff x="1283226" y="985114"/>
            <a:chExt cx="1567130" cy="719864"/>
          </a:xfrm>
        </p:grpSpPr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C1DAC558-2041-5420-CD35-5EF1CF774D78}"/>
                </a:ext>
              </a:extLst>
            </p:cNvPr>
            <p:cNvSpPr/>
            <p:nvPr/>
          </p:nvSpPr>
          <p:spPr>
            <a:xfrm>
              <a:off x="1283493" y="985114"/>
              <a:ext cx="1566863" cy="719864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6863 w 1566863"/>
                <a:gd name="csY0" fmla="*/ 718299 h 718299"/>
                <a:gd name="csX1" fmla="*/ 881063 w 1566863"/>
                <a:gd name="csY1" fmla="*/ 218237 h 718299"/>
                <a:gd name="csX2" fmla="*/ 276225 w 1566863"/>
                <a:gd name="csY2" fmla="*/ 3924 h 718299"/>
                <a:gd name="csX3" fmla="*/ 0 w 1566863"/>
                <a:gd name="csY3" fmla="*/ 87268 h 718299"/>
                <a:gd name="csX0" fmla="*/ 1566863 w 1566863"/>
                <a:gd name="csY0" fmla="*/ 719694 h 719694"/>
                <a:gd name="csX1" fmla="*/ 881063 w 1566863"/>
                <a:gd name="csY1" fmla="*/ 219632 h 719694"/>
                <a:gd name="csX2" fmla="*/ 276225 w 1566863"/>
                <a:gd name="csY2" fmla="*/ 5319 h 719694"/>
                <a:gd name="csX3" fmla="*/ 0 w 1566863"/>
                <a:gd name="csY3" fmla="*/ 88663 h 719694"/>
                <a:gd name="csX0" fmla="*/ 1566863 w 1566863"/>
                <a:gd name="csY0" fmla="*/ 719864 h 719864"/>
                <a:gd name="csX1" fmla="*/ 881063 w 1566863"/>
                <a:gd name="csY1" fmla="*/ 219802 h 719864"/>
                <a:gd name="csX2" fmla="*/ 276225 w 1566863"/>
                <a:gd name="csY2" fmla="*/ 5489 h 719864"/>
                <a:gd name="csX3" fmla="*/ 0 w 1566863"/>
                <a:gd name="csY3" fmla="*/ 88833 h 71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6863" h="719864">
                  <a:moveTo>
                    <a:pt x="1566863" y="719864"/>
                  </a:moveTo>
                  <a:cubicBezTo>
                    <a:pt x="1313656" y="511901"/>
                    <a:pt x="1129507" y="348389"/>
                    <a:pt x="881063" y="219802"/>
                  </a:cubicBezTo>
                  <a:cubicBezTo>
                    <a:pt x="632619" y="91215"/>
                    <a:pt x="423069" y="27317"/>
                    <a:pt x="276225" y="5489"/>
                  </a:cubicBezTo>
                  <a:cubicBezTo>
                    <a:pt x="129381" y="-16339"/>
                    <a:pt x="11907" y="30095"/>
                    <a:pt x="0" y="88833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6508E8EA-8657-EB5E-AEC2-3FFCC71B1D6D}"/>
                </a:ext>
              </a:extLst>
            </p:cNvPr>
            <p:cNvSpPr/>
            <p:nvPr/>
          </p:nvSpPr>
          <p:spPr>
            <a:xfrm>
              <a:off x="1283226" y="1071565"/>
              <a:ext cx="1565121" cy="633413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353141 w 1353141"/>
                <a:gd name="csY0" fmla="*/ 833458 h 833458"/>
                <a:gd name="csX1" fmla="*/ 667341 w 1353141"/>
                <a:gd name="csY1" fmla="*/ 333396 h 833458"/>
                <a:gd name="csX2" fmla="*/ 62503 w 1353141"/>
                <a:gd name="csY2" fmla="*/ 119083 h 833458"/>
                <a:gd name="csX3" fmla="*/ 57741 w 1353141"/>
                <a:gd name="csY3" fmla="*/ 4783 h 833458"/>
                <a:gd name="csX0" fmla="*/ 1295400 w 1295400"/>
                <a:gd name="csY0" fmla="*/ 832899 h 832899"/>
                <a:gd name="csX1" fmla="*/ 609600 w 1295400"/>
                <a:gd name="csY1" fmla="*/ 332837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295400 w 1295400"/>
                <a:gd name="csY0" fmla="*/ 832899 h 832899"/>
                <a:gd name="csX1" fmla="*/ 733425 w 1295400"/>
                <a:gd name="csY1" fmla="*/ 335218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685800 w 1564481"/>
                <a:gd name="csY1" fmla="*/ 268543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8986 w 1568986"/>
                <a:gd name="csY0" fmla="*/ 633413 h 633413"/>
                <a:gd name="csX1" fmla="*/ 690305 w 1568986"/>
                <a:gd name="csY1" fmla="*/ 264319 h 633413"/>
                <a:gd name="csX2" fmla="*/ 121185 w 1568986"/>
                <a:gd name="csY2" fmla="*/ 133350 h 633413"/>
                <a:gd name="csX3" fmla="*/ 4505 w 1568986"/>
                <a:gd name="csY3" fmla="*/ 0 h 633413"/>
                <a:gd name="csX0" fmla="*/ 1564855 w 1564855"/>
                <a:gd name="csY0" fmla="*/ 633413 h 633413"/>
                <a:gd name="csX1" fmla="*/ 686174 w 1564855"/>
                <a:gd name="csY1" fmla="*/ 264319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59556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6357 w 1566357"/>
                <a:gd name="csY0" fmla="*/ 633413 h 633413"/>
                <a:gd name="csX1" fmla="*/ 737683 w 1566357"/>
                <a:gd name="csY1" fmla="*/ 292894 h 633413"/>
                <a:gd name="csX2" fmla="*/ 182850 w 1566357"/>
                <a:gd name="csY2" fmla="*/ 128587 h 633413"/>
                <a:gd name="csX3" fmla="*/ 1876 w 1566357"/>
                <a:gd name="csY3" fmla="*/ 0 h 633413"/>
                <a:gd name="csX0" fmla="*/ 1564723 w 1564723"/>
                <a:gd name="csY0" fmla="*/ 633413 h 633413"/>
                <a:gd name="csX1" fmla="*/ 720174 w 1564723"/>
                <a:gd name="csY1" fmla="*/ 305594 h 633413"/>
                <a:gd name="csX2" fmla="*/ 181216 w 1564723"/>
                <a:gd name="csY2" fmla="*/ 128587 h 633413"/>
                <a:gd name="csX3" fmla="*/ 242 w 1564723"/>
                <a:gd name="csY3" fmla="*/ 0 h 633413"/>
                <a:gd name="csX0" fmla="*/ 1564874 w 1564874"/>
                <a:gd name="csY0" fmla="*/ 633413 h 633413"/>
                <a:gd name="csX1" fmla="*/ 720325 w 1564874"/>
                <a:gd name="csY1" fmla="*/ 305594 h 633413"/>
                <a:gd name="csX2" fmla="*/ 181367 w 1564874"/>
                <a:gd name="csY2" fmla="*/ 128587 h 633413"/>
                <a:gd name="csX3" fmla="*/ 393 w 1564874"/>
                <a:gd name="csY3" fmla="*/ 0 h 633413"/>
                <a:gd name="csX0" fmla="*/ 1565121 w 1565121"/>
                <a:gd name="csY0" fmla="*/ 633413 h 633413"/>
                <a:gd name="csX1" fmla="*/ 720572 w 1565121"/>
                <a:gd name="csY1" fmla="*/ 305594 h 633413"/>
                <a:gd name="csX2" fmla="*/ 181614 w 1565121"/>
                <a:gd name="csY2" fmla="*/ 128587 h 633413"/>
                <a:gd name="csX3" fmla="*/ 640 w 1565121"/>
                <a:gd name="csY3" fmla="*/ 0 h 633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5121" h="633413">
                  <a:moveTo>
                    <a:pt x="1565121" y="633413"/>
                  </a:moveTo>
                  <a:cubicBezTo>
                    <a:pt x="1116651" y="430213"/>
                    <a:pt x="951157" y="389732"/>
                    <a:pt x="720572" y="305594"/>
                  </a:cubicBezTo>
                  <a:cubicBezTo>
                    <a:pt x="489988" y="221456"/>
                    <a:pt x="349228" y="189044"/>
                    <a:pt x="181614" y="128587"/>
                  </a:cubicBezTo>
                  <a:cubicBezTo>
                    <a:pt x="14000" y="68130"/>
                    <a:pt x="-4122" y="19843"/>
                    <a:pt x="640" y="0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</p:grpSp>
      <p:sp>
        <p:nvSpPr>
          <p:cNvPr id="46" name="Textfeld 45">
            <a:extLst>
              <a:ext uri="{FF2B5EF4-FFF2-40B4-BE49-F238E27FC236}">
                <a16:creationId xmlns:a16="http://schemas.microsoft.com/office/drawing/2014/main" id="{FFD57AB5-C1D0-DBD2-4F6E-BED2ADA3DCB5}"/>
              </a:ext>
            </a:extLst>
          </p:cNvPr>
          <p:cNvSpPr txBox="1"/>
          <p:nvPr/>
        </p:nvSpPr>
        <p:spPr>
          <a:xfrm>
            <a:off x="1431390" y="761188"/>
            <a:ext cx="107968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Profilsehne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21DDD931-4F7E-F700-DBB6-72FFD09E8C97}"/>
              </a:ext>
            </a:extLst>
          </p:cNvPr>
          <p:cNvCxnSpPr>
            <a:cxnSpLocks/>
          </p:cNvCxnSpPr>
          <p:nvPr/>
        </p:nvCxnSpPr>
        <p:spPr>
          <a:xfrm flipH="1">
            <a:off x="1427211" y="971079"/>
            <a:ext cx="365374" cy="562758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76D8F81-62CB-0EE9-C2AC-DB98ED55DD31}"/>
              </a:ext>
            </a:extLst>
          </p:cNvPr>
          <p:cNvCxnSpPr>
            <a:cxnSpLocks/>
          </p:cNvCxnSpPr>
          <p:nvPr/>
        </p:nvCxnSpPr>
        <p:spPr>
          <a:xfrm flipH="1">
            <a:off x="2305247" y="1292226"/>
            <a:ext cx="212974" cy="328028"/>
          </a:xfrm>
          <a:prstGeom prst="line">
            <a:avLst/>
          </a:prstGeom>
          <a:ln w="9525" cap="rnd">
            <a:solidFill>
              <a:schemeClr val="accent2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3090B424-0B9D-1254-F8DC-5D2EBA987853}"/>
              </a:ext>
            </a:extLst>
          </p:cNvPr>
          <p:cNvSpPr txBox="1"/>
          <p:nvPr/>
        </p:nvSpPr>
        <p:spPr>
          <a:xfrm>
            <a:off x="1756918" y="1083470"/>
            <a:ext cx="158392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Nullauftriebsrichtung</a:t>
            </a:r>
            <a:endParaRPr lang="de-DE" sz="10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BAE2F541-6641-D327-4811-F3F335B9FF44}"/>
              </a:ext>
            </a:extLst>
          </p:cNvPr>
          <p:cNvSpPr txBox="1"/>
          <p:nvPr/>
        </p:nvSpPr>
        <p:spPr>
          <a:xfrm>
            <a:off x="1082278" y="2027872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lokale Anströmrichtung</a:t>
            </a:r>
            <a:endParaRPr lang="de-DE" sz="10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C5990BEA-643A-893E-FADD-6EC4984A9601}"/>
              </a:ext>
            </a:extLst>
          </p:cNvPr>
          <p:cNvCxnSpPr>
            <a:cxnSpLocks/>
          </p:cNvCxnSpPr>
          <p:nvPr/>
        </p:nvCxnSpPr>
        <p:spPr>
          <a:xfrm flipH="1" flipV="1">
            <a:off x="1556794" y="1767203"/>
            <a:ext cx="146777" cy="302103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02B8B56-4F3A-F42D-4C99-B2484372642C}"/>
              </a:ext>
            </a:extLst>
          </p:cNvPr>
          <p:cNvSpPr txBox="1"/>
          <p:nvPr/>
        </p:nvSpPr>
        <p:spPr>
          <a:xfrm>
            <a:off x="312786" y="2215351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ungestörte Anströmrichtung</a:t>
            </a:r>
            <a:endParaRPr lang="de-DE" sz="10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E39897FE-F184-C5B8-2010-BBB78D69F9F1}"/>
              </a:ext>
            </a:extLst>
          </p:cNvPr>
          <p:cNvCxnSpPr>
            <a:cxnSpLocks/>
          </p:cNvCxnSpPr>
          <p:nvPr/>
        </p:nvCxnSpPr>
        <p:spPr>
          <a:xfrm flipH="1" flipV="1">
            <a:off x="810296" y="1981203"/>
            <a:ext cx="135359" cy="278603"/>
          </a:xfrm>
          <a:prstGeom prst="line">
            <a:avLst/>
          </a:prstGeom>
          <a:ln w="952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968BD3B8-732B-81A2-097A-0E0E66A3623E}"/>
              </a:ext>
            </a:extLst>
          </p:cNvPr>
          <p:cNvSpPr txBox="1"/>
          <p:nvPr/>
        </p:nvSpPr>
        <p:spPr>
          <a:xfrm>
            <a:off x="424836" y="1329691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C09C36F-5800-20EE-348D-DF5FAC03BE72}"/>
              </a:ext>
            </a:extLst>
          </p:cNvPr>
          <p:cNvSpPr txBox="1"/>
          <p:nvPr/>
        </p:nvSpPr>
        <p:spPr>
          <a:xfrm>
            <a:off x="652102" y="168297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ACA95078-F32C-88B9-7AED-804DC1C1C414}"/>
              </a:ext>
            </a:extLst>
          </p:cNvPr>
          <p:cNvSpPr txBox="1"/>
          <p:nvPr/>
        </p:nvSpPr>
        <p:spPr>
          <a:xfrm>
            <a:off x="727723" y="1244098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4730B169-5BFA-065B-0341-25F3C4928CB3}"/>
              </a:ext>
            </a:extLst>
          </p:cNvPr>
          <p:cNvSpPr txBox="1"/>
          <p:nvPr/>
        </p:nvSpPr>
        <p:spPr>
          <a:xfrm>
            <a:off x="954014" y="1229188"/>
            <a:ext cx="51817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A=0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59B16198-21A8-3109-D22A-CFEDCF5EF684}"/>
              </a:ext>
            </a:extLst>
          </p:cNvPr>
          <p:cNvSpPr txBox="1"/>
          <p:nvPr/>
        </p:nvSpPr>
        <p:spPr>
          <a:xfrm>
            <a:off x="944418" y="174873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0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ogen 111">
            <a:extLst>
              <a:ext uri="{FF2B5EF4-FFF2-40B4-BE49-F238E27FC236}">
                <a16:creationId xmlns:a16="http://schemas.microsoft.com/office/drawing/2014/main" id="{04F5DCF1-C6BC-42B7-903D-4F37214858B7}"/>
              </a:ext>
            </a:extLst>
          </p:cNvPr>
          <p:cNvSpPr/>
          <p:nvPr/>
        </p:nvSpPr>
        <p:spPr>
          <a:xfrm>
            <a:off x="-1244893" y="-20248"/>
            <a:ext cx="3973754" cy="3973754"/>
          </a:xfrm>
          <a:prstGeom prst="arc">
            <a:avLst>
              <a:gd name="adj1" fmla="val 2897"/>
              <a:gd name="adj2" fmla="val 808961"/>
            </a:avLst>
          </a:prstGeom>
          <a:ln w="12700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Bogen 106">
            <a:extLst>
              <a:ext uri="{FF2B5EF4-FFF2-40B4-BE49-F238E27FC236}">
                <a16:creationId xmlns:a16="http://schemas.microsoft.com/office/drawing/2014/main" id="{3BCE6A63-2FA3-1C09-1191-931D1C9A3616}"/>
              </a:ext>
            </a:extLst>
          </p:cNvPr>
          <p:cNvSpPr/>
          <p:nvPr/>
        </p:nvSpPr>
        <p:spPr>
          <a:xfrm>
            <a:off x="1976645" y="930831"/>
            <a:ext cx="2072278" cy="2072278"/>
          </a:xfrm>
          <a:prstGeom prst="arc">
            <a:avLst>
              <a:gd name="adj1" fmla="val 10799897"/>
              <a:gd name="adj2" fmla="val 11773488"/>
            </a:avLst>
          </a:prstGeom>
          <a:ln w="12700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453BC48D-6BD2-D25B-237D-0C3EAE2A0000}"/>
              </a:ext>
            </a:extLst>
          </p:cNvPr>
          <p:cNvCxnSpPr>
            <a:cxnSpLocks/>
          </p:cNvCxnSpPr>
          <p:nvPr/>
        </p:nvCxnSpPr>
        <p:spPr>
          <a:xfrm>
            <a:off x="767228" y="1493701"/>
            <a:ext cx="1094910" cy="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9B54080-D4D6-AA94-A2FB-CFCAD04DE0A0}"/>
              </a:ext>
            </a:extLst>
          </p:cNvPr>
          <p:cNvGrpSpPr/>
          <p:nvPr/>
        </p:nvGrpSpPr>
        <p:grpSpPr>
          <a:xfrm>
            <a:off x="3217688" y="1726119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937F024C-E0CE-29AD-4A69-50C7D45F4728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AF698DC-FA0C-426C-9404-BD71C453BA1F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D8AAA2D7-F45A-DB20-FFFD-04070662CF77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31DD641-0D8D-BECA-7277-6338168DD72B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45D39D7-F402-76FE-0B00-05165234E951}"/>
              </a:ext>
            </a:extLst>
          </p:cNvPr>
          <p:cNvGrpSpPr/>
          <p:nvPr/>
        </p:nvGrpSpPr>
        <p:grpSpPr>
          <a:xfrm>
            <a:off x="749367" y="670774"/>
            <a:ext cx="370706" cy="509527"/>
            <a:chOff x="2794809" y="1896424"/>
            <a:chExt cx="370706" cy="509527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B0408617-AFEC-0F84-FCFF-6B687B21CA0C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BAFC275-6F8C-7B94-8ECE-02D43025F532}"/>
                </a:ext>
              </a:extLst>
            </p:cNvPr>
            <p:cNvSpPr txBox="1"/>
            <p:nvPr/>
          </p:nvSpPr>
          <p:spPr>
            <a:xfrm>
              <a:off x="2794809" y="1896424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F68DF5-FCED-DD46-C21F-0FBE6EB6AD40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AD13F007-62EA-3298-F1BD-A0D6B01C3E94}"/>
                </a:ext>
              </a:extLst>
            </p:cNvPr>
            <p:cNvCxnSpPr>
              <a:cxnSpLocks/>
            </p:cNvCxnSpPr>
            <p:nvPr/>
          </p:nvCxnSpPr>
          <p:spPr>
            <a:xfrm>
              <a:off x="2961982" y="1992880"/>
              <a:ext cx="38341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AD4F6CE-908C-CADC-4B1C-F148A3018359}"/>
              </a:ext>
            </a:extLst>
          </p:cNvPr>
          <p:cNvCxnSpPr>
            <a:cxnSpLocks/>
          </p:cNvCxnSpPr>
          <p:nvPr/>
        </p:nvCxnSpPr>
        <p:spPr>
          <a:xfrm>
            <a:off x="767228" y="2510493"/>
            <a:ext cx="2247435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A79E886-09FA-D72B-7905-596213EBBF7B}"/>
              </a:ext>
            </a:extLst>
          </p:cNvPr>
          <p:cNvCxnSpPr>
            <a:cxnSpLocks/>
          </p:cNvCxnSpPr>
          <p:nvPr/>
        </p:nvCxnSpPr>
        <p:spPr>
          <a:xfrm>
            <a:off x="738648" y="1965148"/>
            <a:ext cx="2276013" cy="544689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0077038-76F6-0F2E-C7A6-C76EABDDD354}"/>
              </a:ext>
            </a:extLst>
          </p:cNvPr>
          <p:cNvCxnSpPr>
            <a:cxnSpLocks/>
          </p:cNvCxnSpPr>
          <p:nvPr/>
        </p:nvCxnSpPr>
        <p:spPr>
          <a:xfrm flipV="1">
            <a:off x="738648" y="888205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00EDF71-6A13-262B-5688-4580747AC6A5}"/>
              </a:ext>
            </a:extLst>
          </p:cNvPr>
          <p:cNvCxnSpPr>
            <a:cxnSpLocks/>
          </p:cNvCxnSpPr>
          <p:nvPr/>
        </p:nvCxnSpPr>
        <p:spPr>
          <a:xfrm>
            <a:off x="738648" y="1966682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D821EC9-6D0A-96BA-B6EA-F80A1D9F2C33}"/>
              </a:ext>
            </a:extLst>
          </p:cNvPr>
          <p:cNvCxnSpPr>
            <a:cxnSpLocks/>
          </p:cNvCxnSpPr>
          <p:nvPr/>
        </p:nvCxnSpPr>
        <p:spPr>
          <a:xfrm flipV="1">
            <a:off x="3012281" y="1909779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8E14171-6560-FF27-1C62-146DED2131B9}"/>
              </a:ext>
            </a:extLst>
          </p:cNvPr>
          <p:cNvSpPr/>
          <p:nvPr/>
        </p:nvSpPr>
        <p:spPr>
          <a:xfrm>
            <a:off x="741029" y="1850185"/>
            <a:ext cx="2271251" cy="784599"/>
          </a:xfrm>
          <a:custGeom>
            <a:avLst/>
            <a:gdLst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17505 h 808684"/>
              <a:gd name="csX1" fmla="*/ 609600 w 2278857"/>
              <a:gd name="csY1" fmla="*/ 15112 h 808684"/>
              <a:gd name="csX2" fmla="*/ 1116807 w 2278857"/>
              <a:gd name="csY2" fmla="*/ 381824 h 808684"/>
              <a:gd name="csX3" fmla="*/ 1671638 w 2278857"/>
              <a:gd name="csY3" fmla="*/ 796162 h 808684"/>
              <a:gd name="csX4" fmla="*/ 2278857 w 2278857"/>
              <a:gd name="csY4" fmla="*/ 660430 h 808684"/>
              <a:gd name="csX0" fmla="*/ 0 w 2278857"/>
              <a:gd name="csY0" fmla="*/ 117505 h 771236"/>
              <a:gd name="csX1" fmla="*/ 609600 w 2278857"/>
              <a:gd name="csY1" fmla="*/ 15112 h 771236"/>
              <a:gd name="csX2" fmla="*/ 1116807 w 2278857"/>
              <a:gd name="csY2" fmla="*/ 381824 h 771236"/>
              <a:gd name="csX3" fmla="*/ 1588294 w 2278857"/>
              <a:gd name="csY3" fmla="*/ 753299 h 771236"/>
              <a:gd name="csX4" fmla="*/ 2278857 w 2278857"/>
              <a:gd name="csY4" fmla="*/ 660430 h 771236"/>
              <a:gd name="csX0" fmla="*/ 0 w 2278857"/>
              <a:gd name="csY0" fmla="*/ 117505 h 779235"/>
              <a:gd name="csX1" fmla="*/ 609600 w 2278857"/>
              <a:gd name="csY1" fmla="*/ 15112 h 779235"/>
              <a:gd name="csX2" fmla="*/ 1116807 w 2278857"/>
              <a:gd name="csY2" fmla="*/ 381824 h 779235"/>
              <a:gd name="csX3" fmla="*/ 1624013 w 2278857"/>
              <a:gd name="csY3" fmla="*/ 762824 h 779235"/>
              <a:gd name="csX4" fmla="*/ 2278857 w 2278857"/>
              <a:gd name="csY4" fmla="*/ 660430 h 779235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6728 h 784599"/>
              <a:gd name="csX1" fmla="*/ 609600 w 2278857"/>
              <a:gd name="csY1" fmla="*/ 14335 h 784599"/>
              <a:gd name="csX2" fmla="*/ 1116807 w 2278857"/>
              <a:gd name="csY2" fmla="*/ 381047 h 784599"/>
              <a:gd name="csX3" fmla="*/ 1628775 w 2278857"/>
              <a:gd name="csY3" fmla="*/ 769191 h 784599"/>
              <a:gd name="csX4" fmla="*/ 2278857 w 2278857"/>
              <a:gd name="csY4" fmla="*/ 659653 h 784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8857" h="784599">
                <a:moveTo>
                  <a:pt x="0" y="116728"/>
                </a:moveTo>
                <a:cubicBezTo>
                  <a:pt x="178459" y="34376"/>
                  <a:pt x="423466" y="-29718"/>
                  <a:pt x="609600" y="14335"/>
                </a:cubicBezTo>
                <a:cubicBezTo>
                  <a:pt x="795735" y="58388"/>
                  <a:pt x="949325" y="202850"/>
                  <a:pt x="1116807" y="381047"/>
                </a:cubicBezTo>
                <a:cubicBezTo>
                  <a:pt x="1284289" y="559244"/>
                  <a:pt x="1435100" y="722757"/>
                  <a:pt x="1628775" y="769191"/>
                </a:cubicBezTo>
                <a:cubicBezTo>
                  <a:pt x="1822450" y="815625"/>
                  <a:pt x="2072085" y="750736"/>
                  <a:pt x="2278857" y="659653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37B3E4A2-869B-375B-123E-030E3259FB0C}"/>
              </a:ext>
            </a:extLst>
          </p:cNvPr>
          <p:cNvSpPr/>
          <p:nvPr/>
        </p:nvSpPr>
        <p:spPr>
          <a:xfrm>
            <a:off x="741029" y="1495115"/>
            <a:ext cx="2271252" cy="471950"/>
          </a:xfrm>
          <a:custGeom>
            <a:avLst/>
            <a:gdLst>
              <a:gd name="csX0" fmla="*/ 0 w 2271252"/>
              <a:gd name="csY0" fmla="*/ 471949 h 471949"/>
              <a:gd name="csX1" fmla="*/ 1165123 w 2271252"/>
              <a:gd name="csY1" fmla="*/ 1 h 471949"/>
              <a:gd name="csX2" fmla="*/ 2271252 w 2271252"/>
              <a:gd name="csY2" fmla="*/ 467033 h 471949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38929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1252" h="471950">
                <a:moveTo>
                  <a:pt x="0" y="471950"/>
                </a:moveTo>
                <a:cubicBezTo>
                  <a:pt x="255177" y="236385"/>
                  <a:pt x="598463" y="821"/>
                  <a:pt x="1127023" y="2"/>
                </a:cubicBezTo>
                <a:cubicBezTo>
                  <a:pt x="1655583" y="-817"/>
                  <a:pt x="2020017" y="244451"/>
                  <a:pt x="2271252" y="467034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E292886-2442-A765-7EEC-271C7E80AC9A}"/>
              </a:ext>
            </a:extLst>
          </p:cNvPr>
          <p:cNvCxnSpPr>
            <a:cxnSpLocks/>
          </p:cNvCxnSpPr>
          <p:nvPr/>
        </p:nvCxnSpPr>
        <p:spPr>
          <a:xfrm>
            <a:off x="741029" y="1307306"/>
            <a:ext cx="2273787" cy="657842"/>
          </a:xfrm>
          <a:prstGeom prst="line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EA20DC9-08D9-7982-4B05-219673E02F94}"/>
              </a:ext>
            </a:extLst>
          </p:cNvPr>
          <p:cNvSpPr txBox="1"/>
          <p:nvPr/>
        </p:nvSpPr>
        <p:spPr>
          <a:xfrm>
            <a:off x="2866827" y="2005322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B97206D2-138F-0735-FDD0-784B0AB88B32}"/>
              </a:ext>
            </a:extLst>
          </p:cNvPr>
          <p:cNvSpPr txBox="1"/>
          <p:nvPr/>
        </p:nvSpPr>
        <p:spPr>
          <a:xfrm>
            <a:off x="-179360" y="1126519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713D471E-01EB-A78C-F933-16E1D979DFCF}"/>
              </a:ext>
            </a:extLst>
          </p:cNvPr>
          <p:cNvGrpSpPr/>
          <p:nvPr/>
        </p:nvGrpSpPr>
        <p:grpSpPr>
          <a:xfrm>
            <a:off x="324341" y="1292925"/>
            <a:ext cx="361102" cy="459140"/>
            <a:chOff x="250934" y="1346504"/>
            <a:chExt cx="361102" cy="459140"/>
          </a:xfrm>
        </p:grpSpPr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DD556F77-DA42-9F3D-49CD-28518B720246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0122D72-9D41-5FF4-F7EB-884CDA4A41B2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7D380A19-5FD4-7BA4-762A-6D4671E438A2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6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C5DF7631-2738-394C-17AB-80FDE6E4101C}"/>
              </a:ext>
            </a:extLst>
          </p:cNvPr>
          <p:cNvCxnSpPr>
            <a:cxnSpLocks/>
          </p:cNvCxnSpPr>
          <p:nvPr/>
        </p:nvCxnSpPr>
        <p:spPr>
          <a:xfrm>
            <a:off x="678924" y="1493701"/>
            <a:ext cx="114686" cy="0"/>
          </a:xfrm>
          <a:prstGeom prst="line">
            <a:avLst/>
          </a:prstGeom>
          <a:ln w="190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108AE4B0-CEF5-85F8-D472-A742D53A551C}"/>
              </a:ext>
            </a:extLst>
          </p:cNvPr>
          <p:cNvCxnSpPr>
            <a:cxnSpLocks/>
          </p:cNvCxnSpPr>
          <p:nvPr/>
        </p:nvCxnSpPr>
        <p:spPr>
          <a:xfrm>
            <a:off x="678924" y="1310344"/>
            <a:ext cx="114686" cy="0"/>
          </a:xfrm>
          <a:prstGeom prst="line">
            <a:avLst/>
          </a:prstGeom>
          <a:ln w="190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96A71507-2FF4-ADBE-C89A-F449215E80F7}"/>
              </a:ext>
            </a:extLst>
          </p:cNvPr>
          <p:cNvGrpSpPr/>
          <p:nvPr/>
        </p:nvGrpSpPr>
        <p:grpSpPr>
          <a:xfrm>
            <a:off x="347684" y="2348920"/>
            <a:ext cx="361102" cy="459140"/>
            <a:chOff x="250934" y="1346504"/>
            <a:chExt cx="361102" cy="459140"/>
          </a:xfrm>
        </p:grpSpPr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D7D69520-2A8A-B1F5-2450-7E3FA2DB0719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A1FE0EEB-CE4A-6344-9878-73C30C0072D7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339AEEE7-F688-7EFF-EB85-76378834C9B0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2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B917696B-0EED-EC17-47AD-B14488BDBB2C}"/>
              </a:ext>
            </a:extLst>
          </p:cNvPr>
          <p:cNvCxnSpPr>
            <a:cxnSpLocks/>
          </p:cNvCxnSpPr>
          <p:nvPr/>
        </p:nvCxnSpPr>
        <p:spPr>
          <a:xfrm>
            <a:off x="678924" y="2509837"/>
            <a:ext cx="114686" cy="0"/>
          </a:xfrm>
          <a:prstGeom prst="line">
            <a:avLst/>
          </a:prstGeom>
          <a:ln w="190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B312C4DE-8640-0F6F-29C9-690DCD651DBA}"/>
              </a:ext>
            </a:extLst>
          </p:cNvPr>
          <p:cNvCxnSpPr>
            <a:cxnSpLocks/>
          </p:cNvCxnSpPr>
          <p:nvPr/>
        </p:nvCxnSpPr>
        <p:spPr>
          <a:xfrm>
            <a:off x="281892" y="1964539"/>
            <a:ext cx="321008" cy="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AAABCFCA-DCF3-7B03-6801-1FAD0C3DE912}"/>
              </a:ext>
            </a:extLst>
          </p:cNvPr>
          <p:cNvCxnSpPr>
            <a:cxnSpLocks/>
          </p:cNvCxnSpPr>
          <p:nvPr/>
        </p:nvCxnSpPr>
        <p:spPr>
          <a:xfrm flipV="1">
            <a:off x="354806" y="2035975"/>
            <a:ext cx="273388" cy="19179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feld 81">
            <a:extLst>
              <a:ext uri="{FF2B5EF4-FFF2-40B4-BE49-F238E27FC236}">
                <a16:creationId xmlns:a16="http://schemas.microsoft.com/office/drawing/2014/main" id="{7AFD5268-EAEB-C5F9-6551-D9104CD813B1}"/>
              </a:ext>
            </a:extLst>
          </p:cNvPr>
          <p:cNvSpPr txBox="1"/>
          <p:nvPr/>
        </p:nvSpPr>
        <p:spPr>
          <a:xfrm>
            <a:off x="7178" y="1711045"/>
            <a:ext cx="7036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sz="11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endParaRPr lang="de-DE" sz="11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3C707EEF-AC0F-B5A4-B08D-6A1583344E7B}"/>
              </a:ext>
            </a:extLst>
          </p:cNvPr>
          <p:cNvSpPr txBox="1"/>
          <p:nvPr/>
        </p:nvSpPr>
        <p:spPr>
          <a:xfrm>
            <a:off x="96869" y="2200105"/>
            <a:ext cx="3744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Bogen 84">
            <a:extLst>
              <a:ext uri="{FF2B5EF4-FFF2-40B4-BE49-F238E27FC236}">
                <a16:creationId xmlns:a16="http://schemas.microsoft.com/office/drawing/2014/main" id="{0B6D7B31-023B-B3C1-EEE3-C2CF9016B86A}"/>
              </a:ext>
            </a:extLst>
          </p:cNvPr>
          <p:cNvSpPr/>
          <p:nvPr/>
        </p:nvSpPr>
        <p:spPr>
          <a:xfrm>
            <a:off x="392906" y="1621178"/>
            <a:ext cx="686722" cy="686722"/>
          </a:xfrm>
          <a:prstGeom prst="arc">
            <a:avLst>
              <a:gd name="adj1" fmla="val 8858262"/>
              <a:gd name="adj2" fmla="val 10621352"/>
            </a:avLst>
          </a:prstGeom>
          <a:ln w="12700" cap="rnd">
            <a:solidFill>
              <a:schemeClr val="accent5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D6B011DB-B875-B25A-24F5-767EAAAEDD70}"/>
              </a:ext>
            </a:extLst>
          </p:cNvPr>
          <p:cNvSpPr txBox="1"/>
          <p:nvPr/>
        </p:nvSpPr>
        <p:spPr>
          <a:xfrm>
            <a:off x="107121" y="1990857"/>
            <a:ext cx="366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  <a:endParaRPr lang="de-DE" dirty="0">
              <a:solidFill>
                <a:schemeClr val="accent5"/>
              </a:solidFill>
            </a:endParaRP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49A7E6C-C58A-C10C-14FF-E975C0DA7BD5}"/>
              </a:ext>
            </a:extLst>
          </p:cNvPr>
          <p:cNvSpPr txBox="1"/>
          <p:nvPr/>
        </p:nvSpPr>
        <p:spPr>
          <a:xfrm>
            <a:off x="1165810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15019017-63D1-ED4A-FF20-F6FB3D206934}"/>
              </a:ext>
            </a:extLst>
          </p:cNvPr>
          <p:cNvSpPr txBox="1"/>
          <p:nvPr/>
        </p:nvSpPr>
        <p:spPr>
          <a:xfrm>
            <a:off x="1696828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B9993E86-959C-6AE3-65EA-F90303403977}"/>
              </a:ext>
            </a:extLst>
          </p:cNvPr>
          <p:cNvSpPr txBox="1"/>
          <p:nvPr/>
        </p:nvSpPr>
        <p:spPr>
          <a:xfrm>
            <a:off x="1165810" y="2631527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F5D3A26A-AD07-C4C6-4C64-089BF3EC611B}"/>
              </a:ext>
            </a:extLst>
          </p:cNvPr>
          <p:cNvCxnSpPr>
            <a:cxnSpLocks/>
            <a:stCxn id="30" idx="1"/>
          </p:cNvCxnSpPr>
          <p:nvPr/>
        </p:nvCxnSpPr>
        <p:spPr>
          <a:xfrm flipV="1">
            <a:off x="1868052" y="1222706"/>
            <a:ext cx="72423" cy="272411"/>
          </a:xfrm>
          <a:prstGeom prst="line">
            <a:avLst/>
          </a:prstGeom>
          <a:ln w="63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CA54879-7E73-9417-929D-2B745A82576C}"/>
              </a:ext>
            </a:extLst>
          </p:cNvPr>
          <p:cNvCxnSpPr>
            <a:cxnSpLocks/>
          </p:cNvCxnSpPr>
          <p:nvPr/>
        </p:nvCxnSpPr>
        <p:spPr>
          <a:xfrm flipV="1">
            <a:off x="1223963" y="1219756"/>
            <a:ext cx="167018" cy="225663"/>
          </a:xfrm>
          <a:prstGeom prst="line">
            <a:avLst/>
          </a:prstGeom>
          <a:ln w="63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1772B2E7-A891-FD8D-9B1C-E650CC810C09}"/>
              </a:ext>
            </a:extLst>
          </p:cNvPr>
          <p:cNvCxnSpPr>
            <a:cxnSpLocks/>
          </p:cNvCxnSpPr>
          <p:nvPr/>
        </p:nvCxnSpPr>
        <p:spPr>
          <a:xfrm flipV="1">
            <a:off x="1463675" y="2298700"/>
            <a:ext cx="450850" cy="377825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3A11952F-744E-4740-773F-7374777233CE}"/>
              </a:ext>
            </a:extLst>
          </p:cNvPr>
          <p:cNvSpPr txBox="1"/>
          <p:nvPr/>
        </p:nvSpPr>
        <p:spPr>
          <a:xfrm>
            <a:off x="952616" y="1627408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BCB4D91D-C06A-C935-D3EE-A2E534FBF164}"/>
              </a:ext>
            </a:extLst>
          </p:cNvPr>
          <p:cNvSpPr txBox="1"/>
          <p:nvPr/>
        </p:nvSpPr>
        <p:spPr>
          <a:xfrm>
            <a:off x="1698598" y="1970501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/3</a:t>
            </a:r>
          </a:p>
        </p:txBody>
      </p:sp>
    </p:spTree>
    <p:extLst>
      <p:ext uri="{BB962C8B-B14F-4D97-AF65-F5344CB8AC3E}">
        <p14:creationId xmlns:p14="http://schemas.microsoft.com/office/powerpoint/2010/main" val="224813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BE8C-0631-F2E6-BDED-92AEB65BD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C93ACA81-9180-CFEB-5B4C-9444191A75D3}"/>
              </a:ext>
            </a:extLst>
          </p:cNvPr>
          <p:cNvGrpSpPr/>
          <p:nvPr/>
        </p:nvGrpSpPr>
        <p:grpSpPr>
          <a:xfrm>
            <a:off x="3063700" y="1759457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ADDE350-52D7-B9CA-ED85-7891713AC68F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C6FD2DB6-E6D6-E278-CB11-2E5423938AAD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B38EA8C7-0D88-F005-D19B-3C1245AC0656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C6BC13BE-4DA4-6279-A038-0B0ADD496EFE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E38ADD2-05CC-AA48-7A27-10E90F077F6A}"/>
              </a:ext>
            </a:extLst>
          </p:cNvPr>
          <p:cNvGrpSpPr/>
          <p:nvPr/>
        </p:nvGrpSpPr>
        <p:grpSpPr>
          <a:xfrm>
            <a:off x="214518" y="746425"/>
            <a:ext cx="370706" cy="492860"/>
            <a:chOff x="2792428" y="1913091"/>
            <a:chExt cx="370706" cy="492860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2767AD4-7226-FC79-7A90-EF04635B0611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D690850-6E7E-FD04-A6FE-3F9B54320004}"/>
                </a:ext>
              </a:extLst>
            </p:cNvPr>
            <p:cNvSpPr txBox="1"/>
            <p:nvPr/>
          </p:nvSpPr>
          <p:spPr>
            <a:xfrm>
              <a:off x="2792428" y="1913091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γ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3CF0E126-A898-772F-2820-C997606DA49A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4942828F-CF00-632D-A0D4-FF13B839B253}"/>
              </a:ext>
            </a:extLst>
          </p:cNvPr>
          <p:cNvCxnSpPr>
            <a:cxnSpLocks/>
          </p:cNvCxnSpPr>
          <p:nvPr/>
        </p:nvCxnSpPr>
        <p:spPr>
          <a:xfrm flipV="1">
            <a:off x="584660" y="921543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FD7BE870-A661-B8B4-06EA-D9500116FD98}"/>
              </a:ext>
            </a:extLst>
          </p:cNvPr>
          <p:cNvCxnSpPr>
            <a:cxnSpLocks/>
          </p:cNvCxnSpPr>
          <p:nvPr/>
        </p:nvCxnSpPr>
        <p:spPr>
          <a:xfrm>
            <a:off x="584660" y="2000020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A696138A-8C91-CE31-9F4E-1C93777C8E82}"/>
              </a:ext>
            </a:extLst>
          </p:cNvPr>
          <p:cNvCxnSpPr>
            <a:cxnSpLocks/>
          </p:cNvCxnSpPr>
          <p:nvPr/>
        </p:nvCxnSpPr>
        <p:spPr>
          <a:xfrm flipV="1">
            <a:off x="2858293" y="1943117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2831359E-5A88-CB77-964F-68B78AD9610D}"/>
              </a:ext>
            </a:extLst>
          </p:cNvPr>
          <p:cNvSpPr txBox="1"/>
          <p:nvPr/>
        </p:nvSpPr>
        <p:spPr>
          <a:xfrm>
            <a:off x="2712839" y="2038660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279C83AE-48A4-A4D6-AE0B-B5B64A0D5186}"/>
              </a:ext>
            </a:extLst>
          </p:cNvPr>
          <p:cNvSpPr/>
          <p:nvPr/>
        </p:nvSpPr>
        <p:spPr>
          <a:xfrm>
            <a:off x="585786" y="1277924"/>
            <a:ext cx="2273301" cy="720740"/>
          </a:xfrm>
          <a:custGeom>
            <a:avLst/>
            <a:gdLst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7400 h 790575"/>
              <a:gd name="csX1" fmla="*/ 1136650 w 2273300"/>
              <a:gd name="csY1" fmla="*/ 0 h 790575"/>
              <a:gd name="csX2" fmla="*/ 2273300 w 2273300"/>
              <a:gd name="csY2" fmla="*/ 790575 h 790575"/>
              <a:gd name="csX0" fmla="*/ 0 w 2273300"/>
              <a:gd name="csY0" fmla="*/ 787418 h 790593"/>
              <a:gd name="csX1" fmla="*/ 1136650 w 2273300"/>
              <a:gd name="csY1" fmla="*/ 18 h 790593"/>
              <a:gd name="csX2" fmla="*/ 2273300 w 2273300"/>
              <a:gd name="csY2" fmla="*/ 790593 h 790593"/>
              <a:gd name="csX0" fmla="*/ 0 w 2273300"/>
              <a:gd name="csY0" fmla="*/ 717575 h 720750"/>
              <a:gd name="csX1" fmla="*/ 1136650 w 2273300"/>
              <a:gd name="csY1" fmla="*/ 25 h 720750"/>
              <a:gd name="csX2" fmla="*/ 2273300 w 2273300"/>
              <a:gd name="csY2" fmla="*/ 720750 h 720750"/>
              <a:gd name="csX0" fmla="*/ 20 w 2273320"/>
              <a:gd name="csY0" fmla="*/ 717575 h 720750"/>
              <a:gd name="csX1" fmla="*/ 1136670 w 2273320"/>
              <a:gd name="csY1" fmla="*/ 25 h 720750"/>
              <a:gd name="csX2" fmla="*/ 2273320 w 2273320"/>
              <a:gd name="csY2" fmla="*/ 720750 h 720750"/>
              <a:gd name="csX0" fmla="*/ 20 w 2273320"/>
              <a:gd name="csY0" fmla="*/ 717568 h 720743"/>
              <a:gd name="csX1" fmla="*/ 1136670 w 2273320"/>
              <a:gd name="csY1" fmla="*/ 18 h 720743"/>
              <a:gd name="csX2" fmla="*/ 2273320 w 2273320"/>
              <a:gd name="csY2" fmla="*/ 720743 h 720743"/>
              <a:gd name="csX0" fmla="*/ 20 w 2273320"/>
              <a:gd name="csY0" fmla="*/ 717565 h 720740"/>
              <a:gd name="csX1" fmla="*/ 1136670 w 2273320"/>
              <a:gd name="csY1" fmla="*/ 15 h 720740"/>
              <a:gd name="csX2" fmla="*/ 2273320 w 2273320"/>
              <a:gd name="csY2" fmla="*/ 720740 h 720740"/>
              <a:gd name="csX0" fmla="*/ 1 w 2273301"/>
              <a:gd name="csY0" fmla="*/ 717565 h 720740"/>
              <a:gd name="csX1" fmla="*/ 1136651 w 2273301"/>
              <a:gd name="csY1" fmla="*/ 15 h 720740"/>
              <a:gd name="csX2" fmla="*/ 2273301 w 2273301"/>
              <a:gd name="csY2" fmla="*/ 720740 h 720740"/>
              <a:gd name="csX0" fmla="*/ 1 w 2273301"/>
              <a:gd name="csY0" fmla="*/ 717565 h 720740"/>
              <a:gd name="csX1" fmla="*/ 1146176 w 2273301"/>
              <a:gd name="csY1" fmla="*/ 15 h 720740"/>
              <a:gd name="csX2" fmla="*/ 2273301 w 2273301"/>
              <a:gd name="csY2" fmla="*/ 720740 h 720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3301" h="720740">
                <a:moveTo>
                  <a:pt x="1" y="717565"/>
                </a:moveTo>
                <a:cubicBezTo>
                  <a:pt x="-528" y="334713"/>
                  <a:pt x="494243" y="2661"/>
                  <a:pt x="1146176" y="15"/>
                </a:cubicBezTo>
                <a:cubicBezTo>
                  <a:pt x="1798109" y="-2631"/>
                  <a:pt x="2270655" y="352704"/>
                  <a:pt x="2273301" y="720740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BE39D794-1B22-2E30-B374-B02D30D978C4}"/>
              </a:ext>
            </a:extLst>
          </p:cNvPr>
          <p:cNvSpPr/>
          <p:nvPr/>
        </p:nvSpPr>
        <p:spPr>
          <a:xfrm>
            <a:off x="741362" y="954088"/>
            <a:ext cx="2117725" cy="1044575"/>
          </a:xfrm>
          <a:custGeom>
            <a:avLst/>
            <a:gdLst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0600 w 2117725"/>
              <a:gd name="csY1" fmla="*/ 58420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17725" h="1044575">
                <a:moveTo>
                  <a:pt x="0" y="0"/>
                </a:moveTo>
                <a:cubicBezTo>
                  <a:pt x="82285" y="411427"/>
                  <a:pt x="555096" y="489479"/>
                  <a:pt x="1022350" y="593725"/>
                </a:cubicBezTo>
                <a:cubicBezTo>
                  <a:pt x="1489604" y="697971"/>
                  <a:pt x="2070629" y="762000"/>
                  <a:pt x="2117725" y="104457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B356C88-0CDA-6570-3EC9-4DE57FD943A6}"/>
              </a:ext>
            </a:extLst>
          </p:cNvPr>
          <p:cNvSpPr/>
          <p:nvPr/>
        </p:nvSpPr>
        <p:spPr>
          <a:xfrm>
            <a:off x="585787" y="1607331"/>
            <a:ext cx="2273300" cy="786621"/>
          </a:xfrm>
          <a:custGeom>
            <a:avLst/>
            <a:gdLst>
              <a:gd name="csX0" fmla="*/ 0 w 2273300"/>
              <a:gd name="csY0" fmla="*/ 422275 h 841375"/>
              <a:gd name="csX1" fmla="*/ 488950 w 2273300"/>
              <a:gd name="csY1" fmla="*/ 0 h 841375"/>
              <a:gd name="csX2" fmla="*/ 1155700 w 2273300"/>
              <a:gd name="csY2" fmla="*/ 419100 h 841375"/>
              <a:gd name="csX3" fmla="*/ 1749425 w 2273300"/>
              <a:gd name="csY3" fmla="*/ 841375 h 841375"/>
              <a:gd name="csX4" fmla="*/ 2273300 w 2273300"/>
              <a:gd name="csY4" fmla="*/ 419100 h 841375"/>
              <a:gd name="csX0" fmla="*/ 0 w 2273300"/>
              <a:gd name="csY0" fmla="*/ 415132 h 834232"/>
              <a:gd name="csX1" fmla="*/ 534194 w 2273300"/>
              <a:gd name="csY1" fmla="*/ 1 h 834232"/>
              <a:gd name="csX2" fmla="*/ 1155700 w 2273300"/>
              <a:gd name="csY2" fmla="*/ 411957 h 834232"/>
              <a:gd name="csX3" fmla="*/ 1749425 w 2273300"/>
              <a:gd name="csY3" fmla="*/ 834232 h 834232"/>
              <a:gd name="csX4" fmla="*/ 2273300 w 2273300"/>
              <a:gd name="csY4" fmla="*/ 411957 h 834232"/>
              <a:gd name="csX0" fmla="*/ 0 w 2273300"/>
              <a:gd name="csY0" fmla="*/ 412751 h 831851"/>
              <a:gd name="csX1" fmla="*/ 584200 w 2273300"/>
              <a:gd name="csY1" fmla="*/ 1 h 831851"/>
              <a:gd name="csX2" fmla="*/ 1155700 w 2273300"/>
              <a:gd name="csY2" fmla="*/ 409576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5 h 791383"/>
              <a:gd name="csX1" fmla="*/ 562768 w 2273300"/>
              <a:gd name="csY1" fmla="*/ 13 h 791383"/>
              <a:gd name="csX2" fmla="*/ 1165225 w 2273300"/>
              <a:gd name="csY2" fmla="*/ 397683 h 791383"/>
              <a:gd name="csX3" fmla="*/ 1727993 w 2273300"/>
              <a:gd name="csY3" fmla="*/ 791383 h 791383"/>
              <a:gd name="csX4" fmla="*/ 2273300 w 2273300"/>
              <a:gd name="csY4" fmla="*/ 392920 h 791383"/>
              <a:gd name="csX0" fmla="*/ 0 w 2273300"/>
              <a:gd name="csY0" fmla="*/ 396097 h 791385"/>
              <a:gd name="csX1" fmla="*/ 562768 w 2273300"/>
              <a:gd name="csY1" fmla="*/ 15 h 791385"/>
              <a:gd name="csX2" fmla="*/ 1165225 w 2273300"/>
              <a:gd name="csY2" fmla="*/ 397685 h 791385"/>
              <a:gd name="csX3" fmla="*/ 1727993 w 2273300"/>
              <a:gd name="csY3" fmla="*/ 791385 h 791385"/>
              <a:gd name="csX4" fmla="*/ 2273300 w 2273300"/>
              <a:gd name="csY4" fmla="*/ 392922 h 791385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3300" h="786621">
                <a:moveTo>
                  <a:pt x="0" y="391333"/>
                </a:moveTo>
                <a:cubicBezTo>
                  <a:pt x="145785" y="209035"/>
                  <a:pt x="344752" y="2130"/>
                  <a:pt x="586581" y="13"/>
                </a:cubicBezTo>
                <a:cubicBezTo>
                  <a:pt x="828410" y="-2104"/>
                  <a:pt x="1051190" y="261819"/>
                  <a:pt x="1165225" y="392921"/>
                </a:cubicBezTo>
                <a:cubicBezTo>
                  <a:pt x="1279260" y="524023"/>
                  <a:pt x="1470288" y="786621"/>
                  <a:pt x="1727993" y="786621"/>
                </a:cubicBezTo>
                <a:cubicBezTo>
                  <a:pt x="1985698" y="786621"/>
                  <a:pt x="2121165" y="580245"/>
                  <a:pt x="2273300" y="388158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8DB379-2808-7EE7-2DF2-97C15FE30FFF}"/>
              </a:ext>
            </a:extLst>
          </p:cNvPr>
          <p:cNvSpPr txBox="1"/>
          <p:nvPr/>
        </p:nvSpPr>
        <p:spPr>
          <a:xfrm>
            <a:off x="754647" y="86345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C14636E-63D0-C4C7-97CD-E04B6B239B81}"/>
              </a:ext>
            </a:extLst>
          </p:cNvPr>
          <p:cNvSpPr txBox="1"/>
          <p:nvPr/>
        </p:nvSpPr>
        <p:spPr>
          <a:xfrm>
            <a:off x="1646237" y="1022829"/>
            <a:ext cx="12645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  (elliptisch)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E15E482-E8F9-3ABC-42EF-7B801811ED51}"/>
              </a:ext>
            </a:extLst>
          </p:cNvPr>
          <p:cNvSpPr txBox="1"/>
          <p:nvPr/>
        </p:nvSpPr>
        <p:spPr>
          <a:xfrm>
            <a:off x="1324958" y="205263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130049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27ED4-CD45-D298-8BF9-7CE30C4C1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FF5AB41-C51E-1B59-FA26-839019B262C1}"/>
              </a:ext>
            </a:extLst>
          </p:cNvPr>
          <p:cNvGrpSpPr/>
          <p:nvPr/>
        </p:nvGrpSpPr>
        <p:grpSpPr>
          <a:xfrm>
            <a:off x="3063700" y="1759457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1C5C54-04FA-1DBB-515D-BE01F0E720F3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06D1307-7EEB-D40B-052B-CA4C2051E65C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776B7766-B8B3-D65D-EBF6-1112AF9B688D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0A546A60-0666-0455-B46B-B1601BFB1723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F4B4208C-DBC2-5F12-63C3-B8F1F4AFEF0A}"/>
              </a:ext>
            </a:extLst>
          </p:cNvPr>
          <p:cNvGrpSpPr/>
          <p:nvPr/>
        </p:nvGrpSpPr>
        <p:grpSpPr>
          <a:xfrm>
            <a:off x="214518" y="746425"/>
            <a:ext cx="370706" cy="492860"/>
            <a:chOff x="2792428" y="1913091"/>
            <a:chExt cx="370706" cy="492860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C832285-B7CF-8BAF-2207-D834CAAD9205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C5F70A09-FB60-6E25-C848-8435CD3BB1AB}"/>
                </a:ext>
              </a:extLst>
            </p:cNvPr>
            <p:cNvSpPr txBox="1"/>
            <p:nvPr/>
          </p:nvSpPr>
          <p:spPr>
            <a:xfrm>
              <a:off x="2792428" y="1913091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w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4ECB5D55-6B12-500A-1A65-D2DD65DD8AA1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FDCC2E98-C548-DE2D-63FD-15F1E1E7660D}"/>
              </a:ext>
            </a:extLst>
          </p:cNvPr>
          <p:cNvCxnSpPr>
            <a:cxnSpLocks/>
          </p:cNvCxnSpPr>
          <p:nvPr/>
        </p:nvCxnSpPr>
        <p:spPr>
          <a:xfrm flipV="1">
            <a:off x="584660" y="921543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7E6E52-95C6-7607-4FFF-A181341367D0}"/>
              </a:ext>
            </a:extLst>
          </p:cNvPr>
          <p:cNvCxnSpPr>
            <a:cxnSpLocks/>
          </p:cNvCxnSpPr>
          <p:nvPr/>
        </p:nvCxnSpPr>
        <p:spPr>
          <a:xfrm>
            <a:off x="584660" y="2000020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17409D2F-7A0C-169C-CE3B-FA6E0E3EF0E6}"/>
              </a:ext>
            </a:extLst>
          </p:cNvPr>
          <p:cNvCxnSpPr>
            <a:cxnSpLocks/>
          </p:cNvCxnSpPr>
          <p:nvPr/>
        </p:nvCxnSpPr>
        <p:spPr>
          <a:xfrm flipV="1">
            <a:off x="2858293" y="1943117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EDFC3AB1-DA71-6A3A-57CD-408A606EEADF}"/>
              </a:ext>
            </a:extLst>
          </p:cNvPr>
          <p:cNvSpPr txBox="1"/>
          <p:nvPr/>
        </p:nvSpPr>
        <p:spPr>
          <a:xfrm>
            <a:off x="2712839" y="2038660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46D3696-03E6-FB87-DBA2-C2EB57E89DE5}"/>
              </a:ext>
            </a:extLst>
          </p:cNvPr>
          <p:cNvSpPr txBox="1"/>
          <p:nvPr/>
        </p:nvSpPr>
        <p:spPr>
          <a:xfrm>
            <a:off x="1471974" y="2458891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0337EBA-A3A7-313C-CB8F-4AA239969B60}"/>
              </a:ext>
            </a:extLst>
          </p:cNvPr>
          <p:cNvSpPr txBox="1"/>
          <p:nvPr/>
        </p:nvSpPr>
        <p:spPr>
          <a:xfrm>
            <a:off x="1647119" y="2174233"/>
            <a:ext cx="12645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F9059F7-0934-5AF3-94A9-CE9BA0F59D22}"/>
              </a:ext>
            </a:extLst>
          </p:cNvPr>
          <p:cNvSpPr txBox="1"/>
          <p:nvPr/>
        </p:nvSpPr>
        <p:spPr>
          <a:xfrm>
            <a:off x="2207044" y="1448823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5DA62EC-2950-994C-A3E1-72EB5ED33B1C}"/>
              </a:ext>
            </a:extLst>
          </p:cNvPr>
          <p:cNvCxnSpPr/>
          <p:nvPr/>
        </p:nvCxnSpPr>
        <p:spPr>
          <a:xfrm>
            <a:off x="584660" y="2458891"/>
            <a:ext cx="2273633" cy="0"/>
          </a:xfrm>
          <a:prstGeom prst="line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06F970F-7CF7-9A90-94DF-C282D2803731}"/>
              </a:ext>
            </a:extLst>
          </p:cNvPr>
          <p:cNvSpPr txBox="1"/>
          <p:nvPr/>
        </p:nvSpPr>
        <p:spPr>
          <a:xfrm>
            <a:off x="2835739" y="2328086"/>
            <a:ext cx="5836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const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3BAED1A0-8ACA-1A8A-8A14-9165903490F6}"/>
              </a:ext>
            </a:extLst>
          </p:cNvPr>
          <p:cNvSpPr txBox="1"/>
          <p:nvPr/>
        </p:nvSpPr>
        <p:spPr>
          <a:xfrm>
            <a:off x="150383" y="2328086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11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D0E8EA6-C88C-D358-666A-7D2794EFD00F}"/>
              </a:ext>
            </a:extLst>
          </p:cNvPr>
          <p:cNvCxnSpPr>
            <a:cxnSpLocks/>
          </p:cNvCxnSpPr>
          <p:nvPr/>
        </p:nvCxnSpPr>
        <p:spPr>
          <a:xfrm>
            <a:off x="584097" y="1682455"/>
            <a:ext cx="2275308" cy="626405"/>
          </a:xfrm>
          <a:prstGeom prst="line">
            <a:avLst/>
          </a:prstGeom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038BC301-9199-A40E-01CE-45C85B8A985B}"/>
              </a:ext>
            </a:extLst>
          </p:cNvPr>
          <p:cNvSpPr txBox="1"/>
          <p:nvPr/>
        </p:nvSpPr>
        <p:spPr>
          <a:xfrm>
            <a:off x="150383" y="1551651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+</a:t>
            </a:r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6E96D426-6209-6457-36A2-072C456F1E67}"/>
              </a:ext>
            </a:extLst>
          </p:cNvPr>
          <p:cNvSpPr/>
          <p:nvPr/>
        </p:nvSpPr>
        <p:spPr>
          <a:xfrm>
            <a:off x="584890" y="1482161"/>
            <a:ext cx="2273404" cy="766923"/>
          </a:xfrm>
          <a:custGeom>
            <a:avLst/>
            <a:gdLst>
              <a:gd name="csX0" fmla="*/ 0 w 2128007"/>
              <a:gd name="csY0" fmla="*/ 0 h 755951"/>
              <a:gd name="csX1" fmla="*/ 1093592 w 2128007"/>
              <a:gd name="csY1" fmla="*/ 755932 h 755951"/>
              <a:gd name="csX2" fmla="*/ 2128007 w 2128007"/>
              <a:gd name="csY2" fmla="*/ 5362 h 7559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28007" h="755951">
                <a:moveTo>
                  <a:pt x="0" y="0"/>
                </a:moveTo>
                <a:cubicBezTo>
                  <a:pt x="370205" y="367347"/>
                  <a:pt x="738627" y="759107"/>
                  <a:pt x="1093592" y="755932"/>
                </a:cubicBezTo>
                <a:cubicBezTo>
                  <a:pt x="1448557" y="752757"/>
                  <a:pt x="1788282" y="379059"/>
                  <a:pt x="2128007" y="5362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EF64627B-4496-CD21-7D2D-0B046A1245D0}"/>
              </a:ext>
            </a:extLst>
          </p:cNvPr>
          <p:cNvSpPr txBox="1"/>
          <p:nvPr/>
        </p:nvSpPr>
        <p:spPr>
          <a:xfrm>
            <a:off x="150383" y="1333287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08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BE6B5-B784-7829-6FC5-E4C259D7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1771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F62AACE-EF1C-E17E-C548-98F483140A84}"/>
              </a:ext>
            </a:extLst>
          </p:cNvPr>
          <p:cNvGrpSpPr/>
          <p:nvPr/>
        </p:nvGrpSpPr>
        <p:grpSpPr>
          <a:xfrm>
            <a:off x="-690001" y="1569829"/>
            <a:ext cx="5566566" cy="5753665"/>
            <a:chOff x="-690001" y="1569829"/>
            <a:chExt cx="5566566" cy="5753665"/>
          </a:xfrm>
        </p:grpSpPr>
        <p:sp>
          <p:nvSpPr>
            <p:cNvPr id="5" name="Bogen 4">
              <a:extLst>
                <a:ext uri="{FF2B5EF4-FFF2-40B4-BE49-F238E27FC236}">
                  <a16:creationId xmlns:a16="http://schemas.microsoft.com/office/drawing/2014/main" id="{361B5BE5-AEB5-5097-CAF7-B2EFA99289B6}"/>
                </a:ext>
              </a:extLst>
            </p:cNvPr>
            <p:cNvSpPr/>
            <p:nvPr/>
          </p:nvSpPr>
          <p:spPr>
            <a:xfrm>
              <a:off x="-690001" y="1756928"/>
              <a:ext cx="5566566" cy="5566566"/>
            </a:xfrm>
            <a:prstGeom prst="arc">
              <a:avLst>
                <a:gd name="adj1" fmla="val 14966539"/>
                <a:gd name="adj2" fmla="val 17428325"/>
              </a:avLst>
            </a:prstGeom>
            <a:ln w="9525" cap="rnd">
              <a:solidFill>
                <a:schemeClr val="accent5"/>
              </a:solidFill>
              <a:prstDash val="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A87A15-4E61-073D-0325-A46EF5FD08CF}"/>
                </a:ext>
              </a:extLst>
            </p:cNvPr>
            <p:cNvSpPr/>
            <p:nvPr/>
          </p:nvSpPr>
          <p:spPr>
            <a:xfrm>
              <a:off x="1117922" y="1900895"/>
              <a:ext cx="1965960" cy="126915"/>
            </a:xfrm>
            <a:custGeom>
              <a:avLst/>
              <a:gdLst>
                <a:gd name="csX0" fmla="*/ 0 w 1965960"/>
                <a:gd name="csY0" fmla="*/ 32132 h 126915"/>
                <a:gd name="csX1" fmla="*/ 137160 w 1965960"/>
                <a:gd name="csY1" fmla="*/ 125477 h 126915"/>
                <a:gd name="csX2" fmla="*/ 598170 w 1965960"/>
                <a:gd name="csY2" fmla="*/ 83567 h 126915"/>
                <a:gd name="csX3" fmla="*/ 1116330 w 1965960"/>
                <a:gd name="csY3" fmla="*/ 13082 h 126915"/>
                <a:gd name="csX4" fmla="*/ 1423035 w 1965960"/>
                <a:gd name="csY4" fmla="*/ 1652 h 126915"/>
                <a:gd name="csX5" fmla="*/ 1965960 w 1965960"/>
                <a:gd name="csY5" fmla="*/ 34037 h 126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65960" h="126915">
                  <a:moveTo>
                    <a:pt x="0" y="32132"/>
                  </a:moveTo>
                  <a:cubicBezTo>
                    <a:pt x="18732" y="74518"/>
                    <a:pt x="37465" y="116905"/>
                    <a:pt x="137160" y="125477"/>
                  </a:cubicBezTo>
                  <a:cubicBezTo>
                    <a:pt x="236855" y="134049"/>
                    <a:pt x="434975" y="102300"/>
                    <a:pt x="598170" y="83567"/>
                  </a:cubicBezTo>
                  <a:cubicBezTo>
                    <a:pt x="761365" y="64835"/>
                    <a:pt x="978853" y="26734"/>
                    <a:pt x="1116330" y="13082"/>
                  </a:cubicBezTo>
                  <a:cubicBezTo>
                    <a:pt x="1253807" y="-570"/>
                    <a:pt x="1281430" y="-1841"/>
                    <a:pt x="1423035" y="1652"/>
                  </a:cubicBezTo>
                  <a:cubicBezTo>
                    <a:pt x="1564640" y="5145"/>
                    <a:pt x="1765300" y="19591"/>
                    <a:pt x="1965960" y="34037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E75CC784-F8D8-8D36-BB79-A9BF4AF2ADD7}"/>
                </a:ext>
              </a:extLst>
            </p:cNvPr>
            <p:cNvSpPr/>
            <p:nvPr/>
          </p:nvSpPr>
          <p:spPr>
            <a:xfrm>
              <a:off x="1112208" y="1569829"/>
              <a:ext cx="1973575" cy="362312"/>
            </a:xfrm>
            <a:custGeom>
              <a:avLst/>
              <a:gdLst>
                <a:gd name="csX0" fmla="*/ 0 w 1960245"/>
                <a:gd name="csY0" fmla="*/ 363199 h 370819"/>
                <a:gd name="csX1" fmla="*/ 49530 w 1960245"/>
                <a:gd name="csY1" fmla="*/ 220324 h 370819"/>
                <a:gd name="csX2" fmla="*/ 274320 w 1960245"/>
                <a:gd name="csY2" fmla="*/ 98404 h 370819"/>
                <a:gd name="csX3" fmla="*/ 579120 w 1960245"/>
                <a:gd name="csY3" fmla="*/ 14584 h 370819"/>
                <a:gd name="csX4" fmla="*/ 1000125 w 1960245"/>
                <a:gd name="csY4" fmla="*/ 12679 h 370819"/>
                <a:gd name="csX5" fmla="*/ 1495425 w 1960245"/>
                <a:gd name="csY5" fmla="*/ 142219 h 370819"/>
                <a:gd name="csX6" fmla="*/ 1960245 w 1960245"/>
                <a:gd name="csY6" fmla="*/ 370819 h 370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60245" h="370819">
                  <a:moveTo>
                    <a:pt x="0" y="363199"/>
                  </a:moveTo>
                  <a:cubicBezTo>
                    <a:pt x="1905" y="313827"/>
                    <a:pt x="3810" y="264456"/>
                    <a:pt x="49530" y="220324"/>
                  </a:cubicBezTo>
                  <a:cubicBezTo>
                    <a:pt x="95250" y="176192"/>
                    <a:pt x="186055" y="132694"/>
                    <a:pt x="274320" y="98404"/>
                  </a:cubicBezTo>
                  <a:cubicBezTo>
                    <a:pt x="362585" y="64114"/>
                    <a:pt x="458153" y="28871"/>
                    <a:pt x="579120" y="14584"/>
                  </a:cubicBezTo>
                  <a:cubicBezTo>
                    <a:pt x="700087" y="297"/>
                    <a:pt x="847408" y="-8593"/>
                    <a:pt x="1000125" y="12679"/>
                  </a:cubicBezTo>
                  <a:cubicBezTo>
                    <a:pt x="1152842" y="33951"/>
                    <a:pt x="1335405" y="82529"/>
                    <a:pt x="1495425" y="142219"/>
                  </a:cubicBezTo>
                  <a:cubicBezTo>
                    <a:pt x="1655445" y="201909"/>
                    <a:pt x="1807845" y="286364"/>
                    <a:pt x="1960245" y="370819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45093" y="416886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91696" y="372380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DF8C47F-9B9F-B367-5DC1-C4460D3C5F67}"/>
              </a:ext>
            </a:extLst>
          </p:cNvPr>
          <p:cNvCxnSpPr>
            <a:cxnSpLocks/>
          </p:cNvCxnSpPr>
          <p:nvPr/>
        </p:nvCxnSpPr>
        <p:spPr>
          <a:xfrm flipH="1">
            <a:off x="651843" y="2480597"/>
            <a:ext cx="57429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15DC9AE8-69B3-6FDC-3261-D4006F003BF2}"/>
              </a:ext>
            </a:extLst>
          </p:cNvPr>
          <p:cNvCxnSpPr>
            <a:cxnSpLocks/>
          </p:cNvCxnSpPr>
          <p:nvPr/>
        </p:nvCxnSpPr>
        <p:spPr>
          <a:xfrm flipH="1">
            <a:off x="1233089" y="2480597"/>
            <a:ext cx="1738962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386A702-4DE4-6FB2-A979-1B4E70F9F708}"/>
              </a:ext>
            </a:extLst>
          </p:cNvPr>
          <p:cNvCxnSpPr>
            <a:cxnSpLocks/>
          </p:cNvCxnSpPr>
          <p:nvPr/>
        </p:nvCxnSpPr>
        <p:spPr>
          <a:xfrm flipH="1">
            <a:off x="1233090" y="1941427"/>
            <a:ext cx="290231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05C7A3A-ECE8-6788-80B1-A1E6C0E957FD}"/>
              </a:ext>
            </a:extLst>
          </p:cNvPr>
          <p:cNvCxnSpPr>
            <a:cxnSpLocks/>
          </p:cNvCxnSpPr>
          <p:nvPr/>
        </p:nvCxnSpPr>
        <p:spPr>
          <a:xfrm flipH="1">
            <a:off x="863757" y="1941427"/>
            <a:ext cx="36238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ED8BFC9F-2DC8-48CA-8C41-A51D694DCCD7}"/>
              </a:ext>
            </a:extLst>
          </p:cNvPr>
          <p:cNvCxnSpPr>
            <a:cxnSpLocks/>
          </p:cNvCxnSpPr>
          <p:nvPr/>
        </p:nvCxnSpPr>
        <p:spPr>
          <a:xfrm flipH="1">
            <a:off x="863757" y="1264186"/>
            <a:ext cx="210355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0C8645-88AC-7063-02BA-0E01AD557D13}"/>
              </a:ext>
            </a:extLst>
          </p:cNvPr>
          <p:cNvGrpSpPr/>
          <p:nvPr/>
        </p:nvGrpSpPr>
        <p:grpSpPr>
          <a:xfrm>
            <a:off x="653748" y="1563077"/>
            <a:ext cx="972020" cy="208859"/>
            <a:chOff x="401400" y="1422760"/>
            <a:chExt cx="1101645" cy="246020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8DC15251-2E4D-6DC9-91E3-7164A43A5BD3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246FA57C-45C3-1559-52A6-A075FE195E38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DD11CB4C-3EC0-B6F7-DF76-4709A5C796B2}"/>
              </a:ext>
            </a:extLst>
          </p:cNvPr>
          <p:cNvSpPr txBox="1"/>
          <p:nvPr/>
        </p:nvSpPr>
        <p:spPr>
          <a:xfrm>
            <a:off x="243305" y="16249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8E1CFED-EFFC-5F05-2D08-82DF9A11C9D7}"/>
              </a:ext>
            </a:extLst>
          </p:cNvPr>
          <p:cNvCxnSpPr>
            <a:cxnSpLocks/>
          </p:cNvCxnSpPr>
          <p:nvPr/>
        </p:nvCxnSpPr>
        <p:spPr>
          <a:xfrm>
            <a:off x="191726" y="1622681"/>
            <a:ext cx="418761" cy="0"/>
          </a:xfrm>
          <a:prstGeom prst="straightConnector1">
            <a:avLst/>
          </a:prstGeom>
          <a:ln w="15875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1B0308-50A7-143F-D433-8A0781855D71}"/>
              </a:ext>
            </a:extLst>
          </p:cNvPr>
          <p:cNvCxnSpPr>
            <a:cxnSpLocks/>
          </p:cNvCxnSpPr>
          <p:nvPr/>
        </p:nvCxnSpPr>
        <p:spPr>
          <a:xfrm>
            <a:off x="197308" y="1510952"/>
            <a:ext cx="1579378" cy="287655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BD4AFE16-EE88-49B0-7283-2D8E21D33ED7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11292003"/>
              <a:gd name="adj2" fmla="val 12806432"/>
            </a:avLst>
          </a:prstGeom>
          <a:ln w="9525" cap="rnd">
            <a:solidFill>
              <a:schemeClr val="tx1"/>
            </a:solidFill>
            <a:round/>
            <a:headEnd type="triangl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8ABA536B-D52F-236B-485F-F221CCDF5EDC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219348"/>
              <a:gd name="adj2" fmla="val 10439424"/>
            </a:avLst>
          </a:prstGeom>
          <a:ln w="9525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7C66FEAD-9F53-26D8-FEEA-3D350381C44A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980127"/>
              <a:gd name="adj2" fmla="val 11586429"/>
            </a:avLst>
          </a:prstGeom>
          <a:ln w="9525" cap="rnd">
            <a:solidFill>
              <a:schemeClr val="tx1"/>
            </a:solidFill>
            <a:round/>
            <a:headEnd type="non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7E5661A-1D70-EAFA-6474-AEB0D376F705}"/>
              </a:ext>
            </a:extLst>
          </p:cNvPr>
          <p:cNvSpPr txBox="1"/>
          <p:nvPr/>
        </p:nvSpPr>
        <p:spPr>
          <a:xfrm>
            <a:off x="24404" y="1321553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CBF27D5-844B-1F43-E501-8A1D17226679}"/>
              </a:ext>
            </a:extLst>
          </p:cNvPr>
          <p:cNvCxnSpPr>
            <a:cxnSpLocks/>
          </p:cNvCxnSpPr>
          <p:nvPr/>
        </p:nvCxnSpPr>
        <p:spPr>
          <a:xfrm flipV="1">
            <a:off x="863757" y="988982"/>
            <a:ext cx="0" cy="632473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DD59D24-6641-A34B-4AB4-47CCAE8543DF}"/>
              </a:ext>
            </a:extLst>
          </p:cNvPr>
          <p:cNvSpPr txBox="1"/>
          <p:nvPr/>
        </p:nvSpPr>
        <p:spPr>
          <a:xfrm>
            <a:off x="773702" y="908975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42B5DA0-B165-08EE-0B30-33BA952E86EB}"/>
              </a:ext>
            </a:extLst>
          </p:cNvPr>
          <p:cNvGrpSpPr/>
          <p:nvPr/>
        </p:nvGrpSpPr>
        <p:grpSpPr>
          <a:xfrm rot="20192606">
            <a:off x="2821559" y="1562534"/>
            <a:ext cx="527683" cy="117842"/>
            <a:chOff x="401400" y="1422760"/>
            <a:chExt cx="1101645" cy="246020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90BA162-0A45-C25B-81F5-6C54DC1E4182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86FD859F-4BB5-7FFF-F929-7ED0C423CB9A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C3EB844-CBFC-92C4-6CF1-0AB56FEF6C13}"/>
              </a:ext>
            </a:extLst>
          </p:cNvPr>
          <p:cNvCxnSpPr>
            <a:cxnSpLocks/>
          </p:cNvCxnSpPr>
          <p:nvPr/>
        </p:nvCxnSpPr>
        <p:spPr>
          <a:xfrm flipH="1">
            <a:off x="2413887" y="1539053"/>
            <a:ext cx="1055370" cy="27195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35C4CC1-AF50-7238-C2CA-570D5CCADB61}"/>
              </a:ext>
            </a:extLst>
          </p:cNvPr>
          <p:cNvCxnSpPr>
            <a:cxnSpLocks/>
          </p:cNvCxnSpPr>
          <p:nvPr/>
        </p:nvCxnSpPr>
        <p:spPr>
          <a:xfrm flipH="1" flipV="1">
            <a:off x="2421507" y="1565258"/>
            <a:ext cx="550545" cy="9954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7B18244-F236-FB86-F64E-33115B88BC2D}"/>
              </a:ext>
            </a:extLst>
          </p:cNvPr>
          <p:cNvCxnSpPr>
            <a:cxnSpLocks/>
          </p:cNvCxnSpPr>
          <p:nvPr/>
        </p:nvCxnSpPr>
        <p:spPr>
          <a:xfrm flipV="1">
            <a:off x="2972052" y="1126142"/>
            <a:ext cx="0" cy="526762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53441D75-F72E-FA97-FAF8-9CF451F1C582}"/>
              </a:ext>
            </a:extLst>
          </p:cNvPr>
          <p:cNvSpPr txBox="1"/>
          <p:nvPr/>
        </p:nvSpPr>
        <p:spPr>
          <a:xfrm>
            <a:off x="2888757" y="1048476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3426C88-2461-FFA4-84B5-D4073970F249}"/>
              </a:ext>
            </a:extLst>
          </p:cNvPr>
          <p:cNvSpPr txBox="1"/>
          <p:nvPr/>
        </p:nvSpPr>
        <p:spPr>
          <a:xfrm>
            <a:off x="1755094" y="1047916"/>
            <a:ext cx="29542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A3300799-40B5-FB3E-4CD3-AA66A3B1FFB3}"/>
              </a:ext>
            </a:extLst>
          </p:cNvPr>
          <p:cNvGrpSpPr/>
          <p:nvPr/>
        </p:nvGrpSpPr>
        <p:grpSpPr>
          <a:xfrm>
            <a:off x="2535935" y="1221625"/>
            <a:ext cx="872234" cy="878938"/>
            <a:chOff x="2376174" y="1276909"/>
            <a:chExt cx="669281" cy="674424"/>
          </a:xfrm>
        </p:grpSpPr>
        <p:sp>
          <p:nvSpPr>
            <p:cNvPr id="46" name="Bogen 45">
              <a:extLst>
                <a:ext uri="{FF2B5EF4-FFF2-40B4-BE49-F238E27FC236}">
                  <a16:creationId xmlns:a16="http://schemas.microsoft.com/office/drawing/2014/main" id="{470D47DC-6862-0535-172F-6FB879DE7BCC}"/>
                </a:ext>
              </a:extLst>
            </p:cNvPr>
            <p:cNvSpPr/>
            <p:nvPr/>
          </p:nvSpPr>
          <p:spPr>
            <a:xfrm>
              <a:off x="2376175" y="1276909"/>
              <a:ext cx="669280" cy="669278"/>
            </a:xfrm>
            <a:prstGeom prst="arc">
              <a:avLst>
                <a:gd name="adj1" fmla="val 11348918"/>
                <a:gd name="adj2" fmla="val 12298312"/>
              </a:avLst>
            </a:prstGeom>
            <a:ln w="9525" cap="rnd">
              <a:solidFill>
                <a:schemeClr val="tx1"/>
              </a:solidFill>
              <a:round/>
              <a:headEnd type="triangl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7" name="Bogen 46">
              <a:extLst>
                <a:ext uri="{FF2B5EF4-FFF2-40B4-BE49-F238E27FC236}">
                  <a16:creationId xmlns:a16="http://schemas.microsoft.com/office/drawing/2014/main" id="{2F5A6F87-37BA-6DA2-C8C7-8370AE44E0B9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071079"/>
                <a:gd name="adj2" fmla="val 9934287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8" name="Bogen 47">
              <a:extLst>
                <a:ext uri="{FF2B5EF4-FFF2-40B4-BE49-F238E27FC236}">
                  <a16:creationId xmlns:a16="http://schemas.microsoft.com/office/drawing/2014/main" id="{16D0B117-EE4A-2467-8C23-863FEF5F428A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695124"/>
                <a:gd name="adj2" fmla="val 11586429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0" name="Textfeld 49">
            <a:extLst>
              <a:ext uri="{FF2B5EF4-FFF2-40B4-BE49-F238E27FC236}">
                <a16:creationId xmlns:a16="http://schemas.microsoft.com/office/drawing/2014/main" id="{ECFD9FCB-AA54-FD91-EE0D-F1DF1E938D10}"/>
              </a:ext>
            </a:extLst>
          </p:cNvPr>
          <p:cNvSpPr txBox="1"/>
          <p:nvPr/>
        </p:nvSpPr>
        <p:spPr>
          <a:xfrm>
            <a:off x="2069081" y="1590163"/>
            <a:ext cx="49889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ε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H0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B78DE7-D0BC-1C7F-111D-7D9AB11A8289}"/>
              </a:ext>
            </a:extLst>
          </p:cNvPr>
          <p:cNvCxnSpPr>
            <a:cxnSpLocks/>
          </p:cNvCxnSpPr>
          <p:nvPr/>
        </p:nvCxnSpPr>
        <p:spPr>
          <a:xfrm>
            <a:off x="1231185" y="1711221"/>
            <a:ext cx="0" cy="984641"/>
          </a:xfrm>
          <a:prstGeom prst="straightConnector1">
            <a:avLst/>
          </a:prstGeom>
          <a:ln w="15875" cap="rnd">
            <a:solidFill>
              <a:srgbClr val="C00000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61F6E76-3148-7CB0-FFB3-430E3E6AA2F6}"/>
              </a:ext>
            </a:extLst>
          </p:cNvPr>
          <p:cNvGrpSpPr/>
          <p:nvPr/>
        </p:nvGrpSpPr>
        <p:grpSpPr>
          <a:xfrm>
            <a:off x="1195185" y="1662429"/>
            <a:ext cx="72673" cy="72000"/>
            <a:chOff x="1110231" y="657130"/>
            <a:chExt cx="112469" cy="113199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8CAF7C18-8F45-2394-32A2-854C83090F22}"/>
                </a:ext>
              </a:extLst>
            </p:cNvPr>
            <p:cNvSpPr/>
            <p:nvPr/>
          </p:nvSpPr>
          <p:spPr>
            <a:xfrm>
              <a:off x="1113103" y="659519"/>
              <a:ext cx="106650" cy="10665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2" name="Bogen 51">
              <a:extLst>
                <a:ext uri="{FF2B5EF4-FFF2-40B4-BE49-F238E27FC236}">
                  <a16:creationId xmlns:a16="http://schemas.microsoft.com/office/drawing/2014/main" id="{5A37D944-FD62-08E8-D9B6-9B74D8FD11E5}"/>
                </a:ext>
              </a:extLst>
            </p:cNvPr>
            <p:cNvSpPr/>
            <p:nvPr/>
          </p:nvSpPr>
          <p:spPr>
            <a:xfrm>
              <a:off x="1110231" y="658901"/>
              <a:ext cx="111428" cy="111428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3" name="Bogen 52">
              <a:extLst>
                <a:ext uri="{FF2B5EF4-FFF2-40B4-BE49-F238E27FC236}">
                  <a16:creationId xmlns:a16="http://schemas.microsoft.com/office/drawing/2014/main" id="{4D64363E-8B5D-0E5A-EC8E-E64EF0FD24A9}"/>
                </a:ext>
              </a:extLst>
            </p:cNvPr>
            <p:cNvSpPr/>
            <p:nvPr/>
          </p:nvSpPr>
          <p:spPr>
            <a:xfrm rot="10800000">
              <a:off x="1115084" y="657130"/>
              <a:ext cx="107616" cy="111427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7" name="Textfeld 56">
            <a:extLst>
              <a:ext uri="{FF2B5EF4-FFF2-40B4-BE49-F238E27FC236}">
                <a16:creationId xmlns:a16="http://schemas.microsoft.com/office/drawing/2014/main" id="{0EF93118-1EDA-BC68-7D65-77A08A2C3A2D}"/>
              </a:ext>
            </a:extLst>
          </p:cNvPr>
          <p:cNvSpPr txBox="1"/>
          <p:nvPr/>
        </p:nvSpPr>
        <p:spPr>
          <a:xfrm>
            <a:off x="1138077" y="254518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F0F71C-CC31-7EC8-0186-AFBAD0981419}"/>
              </a:ext>
            </a:extLst>
          </p:cNvPr>
          <p:cNvCxnSpPr>
            <a:cxnSpLocks/>
          </p:cNvCxnSpPr>
          <p:nvPr/>
        </p:nvCxnSpPr>
        <p:spPr>
          <a:xfrm>
            <a:off x="861539" y="1647189"/>
            <a:ext cx="0" cy="52479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EC643A3-AFEB-F63F-D6DE-39A5470E76F7}"/>
              </a:ext>
            </a:extLst>
          </p:cNvPr>
          <p:cNvCxnSpPr>
            <a:cxnSpLocks/>
          </p:cNvCxnSpPr>
          <p:nvPr/>
        </p:nvCxnSpPr>
        <p:spPr>
          <a:xfrm flipH="1">
            <a:off x="861539" y="2121411"/>
            <a:ext cx="663687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547791A-1926-9590-0984-5248E1907F4A}"/>
              </a:ext>
            </a:extLst>
          </p:cNvPr>
          <p:cNvCxnSpPr>
            <a:cxnSpLocks/>
          </p:cNvCxnSpPr>
          <p:nvPr/>
        </p:nvCxnSpPr>
        <p:spPr>
          <a:xfrm>
            <a:off x="1523792" y="1749442"/>
            <a:ext cx="0" cy="601615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BB11E3-7C49-E08E-C889-E6AB2FD5BBE3}"/>
              </a:ext>
            </a:extLst>
          </p:cNvPr>
          <p:cNvCxnSpPr>
            <a:cxnSpLocks/>
          </p:cNvCxnSpPr>
          <p:nvPr/>
        </p:nvCxnSpPr>
        <p:spPr>
          <a:xfrm>
            <a:off x="651843" y="1612899"/>
            <a:ext cx="0" cy="91903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1B0CCD80-2800-C6B4-D28B-DBE8180FE821}"/>
              </a:ext>
            </a:extLst>
          </p:cNvPr>
          <p:cNvCxnSpPr>
            <a:cxnSpLocks/>
          </p:cNvCxnSpPr>
          <p:nvPr/>
        </p:nvCxnSpPr>
        <p:spPr>
          <a:xfrm flipH="1">
            <a:off x="651843" y="2298576"/>
            <a:ext cx="87147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40AE3FE-3779-3DCA-FB40-008C4C4AE3A1}"/>
              </a:ext>
            </a:extLst>
          </p:cNvPr>
          <p:cNvCxnSpPr>
            <a:cxnSpLocks/>
          </p:cNvCxnSpPr>
          <p:nvPr/>
        </p:nvCxnSpPr>
        <p:spPr>
          <a:xfrm flipH="1">
            <a:off x="651843" y="2121411"/>
            <a:ext cx="209696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41765BE6-5AEE-B7E3-C15A-259D8BF625F7}"/>
              </a:ext>
            </a:extLst>
          </p:cNvPr>
          <p:cNvSpPr txBox="1"/>
          <p:nvPr/>
        </p:nvSpPr>
        <p:spPr>
          <a:xfrm>
            <a:off x="832669" y="174449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FA6E799-30CE-4A70-8A3B-229115201928}"/>
              </a:ext>
            </a:extLst>
          </p:cNvPr>
          <p:cNvSpPr txBox="1"/>
          <p:nvPr/>
        </p:nvSpPr>
        <p:spPr>
          <a:xfrm>
            <a:off x="1158736" y="1748453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02FB151-EC95-41EA-D1D2-73EB54AC2957}"/>
              </a:ext>
            </a:extLst>
          </p:cNvPr>
          <p:cNvSpPr txBox="1"/>
          <p:nvPr/>
        </p:nvSpPr>
        <p:spPr>
          <a:xfrm>
            <a:off x="823156" y="1929555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D6AAA25-AE51-00BF-8930-442F5FCD1285}"/>
              </a:ext>
            </a:extLst>
          </p:cNvPr>
          <p:cNvCxnSpPr>
            <a:cxnSpLocks/>
          </p:cNvCxnSpPr>
          <p:nvPr/>
        </p:nvCxnSpPr>
        <p:spPr>
          <a:xfrm>
            <a:off x="2972052" y="1664798"/>
            <a:ext cx="0" cy="867140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E538A534-9B42-0F94-C67F-A5ABBCF88EEE}"/>
              </a:ext>
            </a:extLst>
          </p:cNvPr>
          <p:cNvSpPr txBox="1"/>
          <p:nvPr/>
        </p:nvSpPr>
        <p:spPr>
          <a:xfrm>
            <a:off x="544505" y="1921662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NF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1C68E2FC-2FDF-6B58-1FF8-779CCB0DB2C2}"/>
              </a:ext>
            </a:extLst>
          </p:cNvPr>
          <p:cNvSpPr txBox="1"/>
          <p:nvPr/>
        </p:nvSpPr>
        <p:spPr>
          <a:xfrm>
            <a:off x="870634" y="211181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BA5A073-E8E2-669B-6FE7-68BA3D66033B}"/>
              </a:ext>
            </a:extLst>
          </p:cNvPr>
          <p:cNvSpPr txBox="1"/>
          <p:nvPr/>
        </p:nvSpPr>
        <p:spPr>
          <a:xfrm>
            <a:off x="786623" y="2287283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3FB7ABF-CB56-2B6B-E294-F9CD8D09282E}"/>
              </a:ext>
            </a:extLst>
          </p:cNvPr>
          <p:cNvSpPr txBox="1"/>
          <p:nvPr/>
        </p:nvSpPr>
        <p:spPr>
          <a:xfrm>
            <a:off x="1936498" y="2286081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1F565099-27E5-7192-F8F7-CC1CC39CAD4B}"/>
              </a:ext>
            </a:extLst>
          </p:cNvPr>
          <p:cNvCxnSpPr>
            <a:cxnSpLocks/>
          </p:cNvCxnSpPr>
          <p:nvPr/>
        </p:nvCxnSpPr>
        <p:spPr>
          <a:xfrm>
            <a:off x="876463" y="1634429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1071813-055E-C3A7-3684-9A4CECCC441E}"/>
              </a:ext>
            </a:extLst>
          </p:cNvPr>
          <p:cNvSpPr/>
          <p:nvPr/>
        </p:nvSpPr>
        <p:spPr>
          <a:xfrm>
            <a:off x="840898" y="1611930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B7341C8D-A09B-03B9-29A0-EAC2A730BC75}"/>
              </a:ext>
            </a:extLst>
          </p:cNvPr>
          <p:cNvSpPr txBox="1"/>
          <p:nvPr/>
        </p:nvSpPr>
        <p:spPr>
          <a:xfrm>
            <a:off x="963486" y="1445597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5FC4A5B0-F661-2F48-C4EB-9D3C34CBD917}"/>
              </a:ext>
            </a:extLst>
          </p:cNvPr>
          <p:cNvCxnSpPr>
            <a:cxnSpLocks/>
          </p:cNvCxnSpPr>
          <p:nvPr/>
        </p:nvCxnSpPr>
        <p:spPr>
          <a:xfrm flipH="1" flipV="1">
            <a:off x="1692474" y="1667162"/>
            <a:ext cx="358214" cy="65274"/>
          </a:xfrm>
          <a:prstGeom prst="straightConnector1">
            <a:avLst/>
          </a:prstGeom>
          <a:ln w="15875" cap="rnd">
            <a:solidFill>
              <a:schemeClr val="accent5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8DB82D20-5AD9-D66A-0A77-C81563F15471}"/>
              </a:ext>
            </a:extLst>
          </p:cNvPr>
          <p:cNvSpPr txBox="1"/>
          <p:nvPr/>
        </p:nvSpPr>
        <p:spPr>
          <a:xfrm>
            <a:off x="1684201" y="1520381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01E66ED-1D64-50B9-4981-E46E619EF643}"/>
              </a:ext>
            </a:extLst>
          </p:cNvPr>
          <p:cNvSpPr/>
          <p:nvPr/>
        </p:nvSpPr>
        <p:spPr>
          <a:xfrm>
            <a:off x="1503746" y="1734429"/>
            <a:ext cx="36000" cy="36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199D088-B4C5-3AC6-731A-F2E992FACC13}"/>
              </a:ext>
            </a:extLst>
          </p:cNvPr>
          <p:cNvCxnSpPr>
            <a:cxnSpLocks/>
          </p:cNvCxnSpPr>
          <p:nvPr/>
        </p:nvCxnSpPr>
        <p:spPr>
          <a:xfrm>
            <a:off x="1463204" y="1460320"/>
            <a:ext cx="52441" cy="24302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C17432C-3174-67BB-F5B8-6AB4C8ABE838}"/>
              </a:ext>
            </a:extLst>
          </p:cNvPr>
          <p:cNvSpPr txBox="1"/>
          <p:nvPr/>
        </p:nvSpPr>
        <p:spPr>
          <a:xfrm>
            <a:off x="1174574" y="1300233"/>
            <a:ext cx="857220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Neutralpunkt</a:t>
            </a:r>
            <a:endParaRPr lang="de-DE" sz="7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B060041A-DC74-A80F-436C-314675744BFB}"/>
              </a:ext>
            </a:extLst>
          </p:cNvPr>
          <p:cNvCxnSpPr>
            <a:cxnSpLocks/>
          </p:cNvCxnSpPr>
          <p:nvPr/>
        </p:nvCxnSpPr>
        <p:spPr>
          <a:xfrm>
            <a:off x="521291" y="1295415"/>
            <a:ext cx="80010" cy="26125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A75D698C-F27A-2934-83A2-9074947097A0}"/>
              </a:ext>
            </a:extLst>
          </p:cNvPr>
          <p:cNvSpPr txBox="1"/>
          <p:nvPr/>
        </p:nvSpPr>
        <p:spPr>
          <a:xfrm>
            <a:off x="68514" y="956681"/>
            <a:ext cx="7298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4" name="Bogen 133">
            <a:extLst>
              <a:ext uri="{FF2B5EF4-FFF2-40B4-BE49-F238E27FC236}">
                <a16:creationId xmlns:a16="http://schemas.microsoft.com/office/drawing/2014/main" id="{BE9F03B0-0704-9B5E-9ABF-8923C8E965A3}"/>
              </a:ext>
            </a:extLst>
          </p:cNvPr>
          <p:cNvSpPr/>
          <p:nvPr/>
        </p:nvSpPr>
        <p:spPr>
          <a:xfrm>
            <a:off x="758863" y="1522705"/>
            <a:ext cx="212764" cy="212764"/>
          </a:xfrm>
          <a:prstGeom prst="arc">
            <a:avLst>
              <a:gd name="adj1" fmla="val 2589229"/>
              <a:gd name="adj2" fmla="val 21020068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CF99DE8E-DF97-1670-097E-2146FE95E0C2}"/>
              </a:ext>
            </a:extLst>
          </p:cNvPr>
          <p:cNvSpPr txBox="1"/>
          <p:nvPr/>
        </p:nvSpPr>
        <p:spPr>
          <a:xfrm>
            <a:off x="752032" y="13294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oF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8" name="Bogen 137">
            <a:extLst>
              <a:ext uri="{FF2B5EF4-FFF2-40B4-BE49-F238E27FC236}">
                <a16:creationId xmlns:a16="http://schemas.microsoft.com/office/drawing/2014/main" id="{DCF576A8-9905-70C9-A622-45A180DEB3FC}"/>
              </a:ext>
            </a:extLst>
          </p:cNvPr>
          <p:cNvSpPr/>
          <p:nvPr/>
        </p:nvSpPr>
        <p:spPr>
          <a:xfrm>
            <a:off x="1658012" y="1882967"/>
            <a:ext cx="265230" cy="265230"/>
          </a:xfrm>
          <a:prstGeom prst="arc">
            <a:avLst>
              <a:gd name="adj1" fmla="val 7249083"/>
              <a:gd name="adj2" fmla="val 4437620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E9B8731-BF11-964C-13EF-28DD7DE1E228}"/>
              </a:ext>
            </a:extLst>
          </p:cNvPr>
          <p:cNvSpPr txBox="1"/>
          <p:nvPr/>
        </p:nvSpPr>
        <p:spPr>
          <a:xfrm>
            <a:off x="1619274" y="1898339"/>
            <a:ext cx="34056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0" name="Bogen 139">
            <a:extLst>
              <a:ext uri="{FF2B5EF4-FFF2-40B4-BE49-F238E27FC236}">
                <a16:creationId xmlns:a16="http://schemas.microsoft.com/office/drawing/2014/main" id="{ABBC84AB-DFFC-B64F-DE3F-625D8DD1C149}"/>
              </a:ext>
            </a:extLst>
          </p:cNvPr>
          <p:cNvSpPr/>
          <p:nvPr/>
        </p:nvSpPr>
        <p:spPr>
          <a:xfrm>
            <a:off x="2867203" y="1559191"/>
            <a:ext cx="212764" cy="212764"/>
          </a:xfrm>
          <a:prstGeom prst="arc">
            <a:avLst>
              <a:gd name="adj1" fmla="val 2112536"/>
              <a:gd name="adj2" fmla="val 20406014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FA254EE-5F0E-7AC5-AD20-8E96D818CFA2}"/>
              </a:ext>
            </a:extLst>
          </p:cNvPr>
          <p:cNvSpPr txBox="1"/>
          <p:nvPr/>
        </p:nvSpPr>
        <p:spPr>
          <a:xfrm>
            <a:off x="2898283" y="1381454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oH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13745FE0-FDA7-B7A1-D318-B66EE522ED08}"/>
              </a:ext>
            </a:extLst>
          </p:cNvPr>
          <p:cNvCxnSpPr>
            <a:cxnSpLocks/>
          </p:cNvCxnSpPr>
          <p:nvPr/>
        </p:nvCxnSpPr>
        <p:spPr>
          <a:xfrm>
            <a:off x="2982975" y="1667492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A7E9AF6F-E2E0-62F8-8E0D-76AB8E020745}"/>
              </a:ext>
            </a:extLst>
          </p:cNvPr>
          <p:cNvSpPr txBox="1"/>
          <p:nvPr/>
        </p:nvSpPr>
        <p:spPr>
          <a:xfrm>
            <a:off x="3025941" y="165827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8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613861E4-B950-47CC-E1BE-283841B586BB}"/>
              </a:ext>
            </a:extLst>
          </p:cNvPr>
          <p:cNvSpPr/>
          <p:nvPr/>
        </p:nvSpPr>
        <p:spPr>
          <a:xfrm>
            <a:off x="2954907" y="1649094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E5D7AFCC-EB1F-EEB4-C5F3-A1F41F0F98E3}"/>
              </a:ext>
            </a:extLst>
          </p:cNvPr>
          <p:cNvSpPr txBox="1"/>
          <p:nvPr/>
        </p:nvSpPr>
        <p:spPr>
          <a:xfrm>
            <a:off x="2059427" y="1955777"/>
            <a:ext cx="7716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10A2D93-ED39-7364-E9E6-2973F3B7668D}"/>
              </a:ext>
            </a:extLst>
          </p:cNvPr>
          <p:cNvCxnSpPr>
            <a:cxnSpLocks/>
          </p:cNvCxnSpPr>
          <p:nvPr/>
        </p:nvCxnSpPr>
        <p:spPr>
          <a:xfrm flipH="1">
            <a:off x="2622538" y="1641568"/>
            <a:ext cx="100576" cy="339606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69953BBA-FCB5-46F4-B5F1-4CB7E8CE2312}"/>
              </a:ext>
            </a:extLst>
          </p:cNvPr>
          <p:cNvCxnSpPr>
            <a:cxnSpLocks/>
          </p:cNvCxnSpPr>
          <p:nvPr/>
        </p:nvCxnSpPr>
        <p:spPr>
          <a:xfrm>
            <a:off x="2829315" y="1692690"/>
            <a:ext cx="0" cy="65836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67FCF6A5-923B-F28E-0260-D1B296CEE23C}"/>
              </a:ext>
            </a:extLst>
          </p:cNvPr>
          <p:cNvCxnSpPr>
            <a:cxnSpLocks/>
          </p:cNvCxnSpPr>
          <p:nvPr/>
        </p:nvCxnSpPr>
        <p:spPr>
          <a:xfrm flipH="1">
            <a:off x="2973325" y="2298576"/>
            <a:ext cx="27427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14B59B77-2D7E-BB41-6961-5CC7A9D15F4B}"/>
              </a:ext>
            </a:extLst>
          </p:cNvPr>
          <p:cNvCxnSpPr>
            <a:cxnSpLocks/>
          </p:cNvCxnSpPr>
          <p:nvPr/>
        </p:nvCxnSpPr>
        <p:spPr>
          <a:xfrm>
            <a:off x="2725721" y="2298576"/>
            <a:ext cx="10359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E8CBAB2C-F766-8D2B-DF44-CFA7A073126A}"/>
              </a:ext>
            </a:extLst>
          </p:cNvPr>
          <p:cNvCxnSpPr>
            <a:cxnSpLocks/>
          </p:cNvCxnSpPr>
          <p:nvPr/>
        </p:nvCxnSpPr>
        <p:spPr>
          <a:xfrm flipH="1">
            <a:off x="2804160" y="2299722"/>
            <a:ext cx="205740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3D3947FF-4367-4B6D-F0A1-21B783CDAC4B}"/>
              </a:ext>
            </a:extLst>
          </p:cNvPr>
          <p:cNvSpPr txBox="1"/>
          <p:nvPr/>
        </p:nvSpPr>
        <p:spPr>
          <a:xfrm>
            <a:off x="2925523" y="2107356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NH</a:t>
            </a:r>
          </a:p>
        </p:txBody>
      </p:sp>
    </p:spTree>
    <p:extLst>
      <p:ext uri="{BB962C8B-B14F-4D97-AF65-F5344CB8AC3E}">
        <p14:creationId xmlns:p14="http://schemas.microsoft.com/office/powerpoint/2010/main" val="3299783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32F85D3-A54D-969B-1CD9-2E346EF21701}"/>
              </a:ext>
            </a:extLst>
          </p:cNvPr>
          <p:cNvGrpSpPr/>
          <p:nvPr/>
        </p:nvGrpSpPr>
        <p:grpSpPr>
          <a:xfrm>
            <a:off x="275999" y="503649"/>
            <a:ext cx="2980688" cy="2704628"/>
            <a:chOff x="181105" y="541227"/>
            <a:chExt cx="2980688" cy="2704628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D92B1F24-5A92-3590-663A-9579EBCFF870}"/>
                </a:ext>
              </a:extLst>
            </p:cNvPr>
            <p:cNvGrpSpPr/>
            <p:nvPr/>
          </p:nvGrpSpPr>
          <p:grpSpPr>
            <a:xfrm>
              <a:off x="550545" y="650668"/>
              <a:ext cx="2434955" cy="2368757"/>
              <a:chOff x="550545" y="650668"/>
              <a:chExt cx="2434955" cy="236875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1A82260-3DA2-11ED-4556-1EDDA066CE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135734E5-F363-0E41-CFDF-C3E70C925F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317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CC13891C-10AF-5437-83F8-A4D0ECA72A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728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B913743-D1B7-5E2F-8BF4-F1C83F7EF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1392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2A9C0E40-FBCA-18BE-FC80-0C25F13CE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550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4167EEB5-7764-643A-F45F-3C678C44B523}"/>
                  </a:ext>
                </a:extLst>
              </p:cNvPr>
              <p:cNvGrpSpPr/>
              <p:nvPr/>
            </p:nvGrpSpPr>
            <p:grpSpPr>
              <a:xfrm>
                <a:off x="550545" y="650668"/>
                <a:ext cx="2434955" cy="2301985"/>
                <a:chOff x="550545" y="650668"/>
                <a:chExt cx="2434955" cy="2301985"/>
              </a:xfrm>
            </p:grpSpPr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A810AFF0-6EDB-93E1-E1DF-F7C7BB033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650668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Gerader Verbinder 14">
                  <a:extLst>
                    <a:ext uri="{FF2B5EF4-FFF2-40B4-BE49-F238E27FC236}">
                      <a16:creationId xmlns:a16="http://schemas.microsoft.com/office/drawing/2014/main" id="{FC635500-1844-B8AB-24E8-9B42D56DFE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226164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35629FED-E994-F10E-2F2C-57A5D1E0B7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801660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0E0A5A03-F348-599A-8F55-54C725842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2377156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Gerader Verbinder 16">
                  <a:extLst>
                    <a:ext uri="{FF2B5EF4-FFF2-40B4-BE49-F238E27FC236}">
                      <a16:creationId xmlns:a16="http://schemas.microsoft.com/office/drawing/2014/main" id="{36E897C2-513E-7F0A-D487-E83D94F80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0545" y="2952653"/>
                  <a:ext cx="2434955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7F2EA998-EED8-69AE-31A6-E7674B8801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4950" y="650798"/>
                <a:ext cx="0" cy="236862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B0F5731-70A9-C364-89CD-3ACBB970AC19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60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8C7AF1F6-630D-8CB2-BB42-4366006F7EEF}"/>
                </a:ext>
              </a:extLst>
            </p:cNvPr>
            <p:cNvCxnSpPr>
              <a:cxnSpLocks/>
            </p:cNvCxnSpPr>
            <p:nvPr/>
          </p:nvCxnSpPr>
          <p:spPr>
            <a:xfrm>
              <a:off x="156317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2BDAF8E-C458-60CF-196E-F79BAB327871}"/>
                </a:ext>
              </a:extLst>
            </p:cNvPr>
            <p:cNvCxnSpPr>
              <a:cxnSpLocks/>
            </p:cNvCxnSpPr>
            <p:nvPr/>
          </p:nvCxnSpPr>
          <p:spPr>
            <a:xfrm>
              <a:off x="203728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31BECC8C-19F3-ADD7-0090-8A06C1771488}"/>
                </a:ext>
              </a:extLst>
            </p:cNvPr>
            <p:cNvCxnSpPr>
              <a:cxnSpLocks/>
            </p:cNvCxnSpPr>
            <p:nvPr/>
          </p:nvCxnSpPr>
          <p:spPr>
            <a:xfrm>
              <a:off x="2511392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8795920F-D712-91A1-E19B-4C737C040707}"/>
                </a:ext>
              </a:extLst>
            </p:cNvPr>
            <p:cNvCxnSpPr>
              <a:cxnSpLocks/>
            </p:cNvCxnSpPr>
            <p:nvPr/>
          </p:nvCxnSpPr>
          <p:spPr>
            <a:xfrm>
              <a:off x="2985500" y="2952750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3F7F2635-DAE7-14BD-0C44-468903B172E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2377156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43B1B4D-9FAE-0BE3-53E3-37706D20F50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799940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D7464445-CD6B-584C-D198-E71A024869C0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226164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C981F174-DEEF-9363-3996-7552953D15EA}"/>
                </a:ext>
              </a:extLst>
            </p:cNvPr>
            <p:cNvCxnSpPr>
              <a:cxnSpLocks/>
            </p:cNvCxnSpPr>
            <p:nvPr/>
          </p:nvCxnSpPr>
          <p:spPr>
            <a:xfrm>
              <a:off x="550545" y="650668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721A7DB-1C56-58B6-F7C5-A1ABBC24CCA2}"/>
                </a:ext>
              </a:extLst>
            </p:cNvPr>
            <p:cNvSpPr txBox="1"/>
            <p:nvPr/>
          </p:nvSpPr>
          <p:spPr>
            <a:xfrm>
              <a:off x="181106" y="541227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DEB91C06-67E0-30F7-D4E6-3B838A656804}"/>
                </a:ext>
              </a:extLst>
            </p:cNvPr>
            <p:cNvSpPr txBox="1"/>
            <p:nvPr/>
          </p:nvSpPr>
          <p:spPr>
            <a:xfrm>
              <a:off x="181106" y="1115863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0,12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0D460FE6-49BA-A131-B01D-0336D5937EB1}"/>
                </a:ext>
              </a:extLst>
            </p:cNvPr>
            <p:cNvSpPr txBox="1"/>
            <p:nvPr/>
          </p:nvSpPr>
          <p:spPr>
            <a:xfrm>
              <a:off x="181105" y="1690499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D9E7EF81-AB4C-2EFE-FBB9-48CBFE359100}"/>
                </a:ext>
              </a:extLst>
            </p:cNvPr>
            <p:cNvSpPr txBox="1"/>
            <p:nvPr/>
          </p:nvSpPr>
          <p:spPr>
            <a:xfrm>
              <a:off x="181105" y="2265994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8A06907F-8457-E947-E3B0-3B11B00B7271}"/>
                </a:ext>
              </a:extLst>
            </p:cNvPr>
            <p:cNvSpPr txBox="1"/>
            <p:nvPr/>
          </p:nvSpPr>
          <p:spPr>
            <a:xfrm>
              <a:off x="213190" y="2848371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16130A72-B53A-0FFC-FF21-41B57CDA68B8}"/>
                </a:ext>
              </a:extLst>
            </p:cNvPr>
            <p:cNvSpPr txBox="1"/>
            <p:nvPr/>
          </p:nvSpPr>
          <p:spPr>
            <a:xfrm>
              <a:off x="434356" y="3030411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1EE4F030-7E5E-6278-3244-D2813CC18B29}"/>
                </a:ext>
              </a:extLst>
            </p:cNvPr>
            <p:cNvSpPr txBox="1"/>
            <p:nvPr/>
          </p:nvSpPr>
          <p:spPr>
            <a:xfrm>
              <a:off x="908462" y="3025596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589CF959-E7E1-7C61-46C4-2E98A5EF95B5}"/>
                </a:ext>
              </a:extLst>
            </p:cNvPr>
            <p:cNvSpPr txBox="1"/>
            <p:nvPr/>
          </p:nvSpPr>
          <p:spPr>
            <a:xfrm>
              <a:off x="1382568" y="3025595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DBE7F180-3B61-07D6-3C90-E46A0E995FF5}"/>
                </a:ext>
              </a:extLst>
            </p:cNvPr>
            <p:cNvSpPr txBox="1"/>
            <p:nvPr/>
          </p:nvSpPr>
          <p:spPr>
            <a:xfrm>
              <a:off x="1856674" y="3025594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A6107613-11D1-5E4B-4933-0A5FD50C5D8E}"/>
                </a:ext>
              </a:extLst>
            </p:cNvPr>
            <p:cNvSpPr txBox="1"/>
            <p:nvPr/>
          </p:nvSpPr>
          <p:spPr>
            <a:xfrm>
              <a:off x="2330780" y="3025593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CA4066A9-6BC8-B0F8-3E47-BA7B47274121}"/>
                </a:ext>
              </a:extLst>
            </p:cNvPr>
            <p:cNvSpPr txBox="1"/>
            <p:nvPr/>
          </p:nvSpPr>
          <p:spPr>
            <a:xfrm>
              <a:off x="2804886" y="3023580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4C9A8623-824D-5A61-F8E1-0F7607F3BC5F}"/>
              </a:ext>
            </a:extLst>
          </p:cNvPr>
          <p:cNvSpPr/>
          <p:nvPr/>
        </p:nvSpPr>
        <p:spPr>
          <a:xfrm>
            <a:off x="2461030" y="1545193"/>
            <a:ext cx="254874" cy="137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46A3AD7-2388-FF4D-094F-AB47E15F56F8}"/>
              </a:ext>
            </a:extLst>
          </p:cNvPr>
          <p:cNvSpPr txBox="1"/>
          <p:nvPr/>
        </p:nvSpPr>
        <p:spPr>
          <a:xfrm>
            <a:off x="1711156" y="3126962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F4CB9EF-4F44-BC04-E829-6A9E01CEEE50}"/>
              </a:ext>
            </a:extLst>
          </p:cNvPr>
          <p:cNvSpPr txBox="1"/>
          <p:nvPr/>
        </p:nvSpPr>
        <p:spPr>
          <a:xfrm>
            <a:off x="318711" y="768863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B94B4EC5-74EE-1552-5E90-561BED20E40C}"/>
              </a:ext>
            </a:extLst>
          </p:cNvPr>
          <p:cNvSpPr/>
          <p:nvPr/>
        </p:nvSpPr>
        <p:spPr>
          <a:xfrm>
            <a:off x="710565" y="692064"/>
            <a:ext cx="2366010" cy="2106640"/>
          </a:xfrm>
          <a:custGeom>
            <a:avLst/>
            <a:gdLst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103263"/>
              <a:gd name="csX1" fmla="*/ 303756 w 2383076"/>
              <a:gd name="csY1" fmla="*/ 1734855 h 2103263"/>
              <a:gd name="csX2" fmla="*/ 591854 w 2383076"/>
              <a:gd name="csY2" fmla="*/ 2076189 h 2103263"/>
              <a:gd name="csX3" fmla="*/ 1180578 w 2383076"/>
              <a:gd name="csY3" fmla="*/ 1910219 h 2103263"/>
              <a:gd name="csX4" fmla="*/ 1781827 w 2383076"/>
              <a:gd name="csY4" fmla="*/ 1349679 h 2103263"/>
              <a:gd name="csX5" fmla="*/ 2383076 w 2383076"/>
              <a:gd name="csY5" fmla="*/ 670142 h 2103263"/>
              <a:gd name="csX0" fmla="*/ 0 w 2383076"/>
              <a:gd name="csY0" fmla="*/ 0 h 2106144"/>
              <a:gd name="csX1" fmla="*/ 303756 w 2383076"/>
              <a:gd name="csY1" fmla="*/ 1734855 h 2106144"/>
              <a:gd name="csX2" fmla="*/ 591854 w 2383076"/>
              <a:gd name="csY2" fmla="*/ 2076189 h 2106144"/>
              <a:gd name="csX3" fmla="*/ 1180578 w 2383076"/>
              <a:gd name="csY3" fmla="*/ 1910219 h 2106144"/>
              <a:gd name="csX4" fmla="*/ 1781827 w 2383076"/>
              <a:gd name="csY4" fmla="*/ 1349679 h 2106144"/>
              <a:gd name="csX5" fmla="*/ 2383076 w 2383076"/>
              <a:gd name="csY5" fmla="*/ 670142 h 2106144"/>
              <a:gd name="csX0" fmla="*/ 0 w 2383076"/>
              <a:gd name="csY0" fmla="*/ 0 h 2108624"/>
              <a:gd name="csX1" fmla="*/ 303756 w 2383076"/>
              <a:gd name="csY1" fmla="*/ 1734855 h 2108624"/>
              <a:gd name="csX2" fmla="*/ 591854 w 2383076"/>
              <a:gd name="csY2" fmla="*/ 2076189 h 2108624"/>
              <a:gd name="csX3" fmla="*/ 1180578 w 2383076"/>
              <a:gd name="csY3" fmla="*/ 1910219 h 2108624"/>
              <a:gd name="csX4" fmla="*/ 1781827 w 2383076"/>
              <a:gd name="csY4" fmla="*/ 1349679 h 2108624"/>
              <a:gd name="csX5" fmla="*/ 2383076 w 2383076"/>
              <a:gd name="csY5" fmla="*/ 670142 h 2108624"/>
              <a:gd name="csX0" fmla="*/ 0 w 2383076"/>
              <a:gd name="csY0" fmla="*/ 0 h 2085300"/>
              <a:gd name="csX1" fmla="*/ 303756 w 2383076"/>
              <a:gd name="csY1" fmla="*/ 1734855 h 2085300"/>
              <a:gd name="csX2" fmla="*/ 591854 w 2383076"/>
              <a:gd name="csY2" fmla="*/ 2076189 h 2085300"/>
              <a:gd name="csX3" fmla="*/ 1178673 w 2383076"/>
              <a:gd name="csY3" fmla="*/ 1908314 h 2085300"/>
              <a:gd name="csX4" fmla="*/ 1781827 w 2383076"/>
              <a:gd name="csY4" fmla="*/ 1349679 h 2085300"/>
              <a:gd name="csX5" fmla="*/ 2383076 w 2383076"/>
              <a:gd name="csY5" fmla="*/ 670142 h 2085300"/>
              <a:gd name="csX0" fmla="*/ 0 w 2383076"/>
              <a:gd name="csY0" fmla="*/ 0 h 2104106"/>
              <a:gd name="csX1" fmla="*/ 303756 w 2383076"/>
              <a:gd name="csY1" fmla="*/ 1734855 h 2104106"/>
              <a:gd name="csX2" fmla="*/ 591854 w 2383076"/>
              <a:gd name="csY2" fmla="*/ 2076189 h 2104106"/>
              <a:gd name="csX3" fmla="*/ 1178673 w 2383076"/>
              <a:gd name="csY3" fmla="*/ 1908314 h 2104106"/>
              <a:gd name="csX4" fmla="*/ 1781827 w 2383076"/>
              <a:gd name="csY4" fmla="*/ 1349679 h 2104106"/>
              <a:gd name="csX5" fmla="*/ 2383076 w 2383076"/>
              <a:gd name="csY5" fmla="*/ 670142 h 2104106"/>
              <a:gd name="csX0" fmla="*/ 0 w 2383076"/>
              <a:gd name="csY0" fmla="*/ 0 h 2098989"/>
              <a:gd name="csX1" fmla="*/ 303756 w 2383076"/>
              <a:gd name="csY1" fmla="*/ 1734855 h 2098989"/>
              <a:gd name="csX2" fmla="*/ 591854 w 2383076"/>
              <a:gd name="csY2" fmla="*/ 2076189 h 2098989"/>
              <a:gd name="csX3" fmla="*/ 1178673 w 2383076"/>
              <a:gd name="csY3" fmla="*/ 1908314 h 2098989"/>
              <a:gd name="csX4" fmla="*/ 1774207 w 2383076"/>
              <a:gd name="csY4" fmla="*/ 1355394 h 2098989"/>
              <a:gd name="csX5" fmla="*/ 2383076 w 2383076"/>
              <a:gd name="csY5" fmla="*/ 670142 h 2098989"/>
              <a:gd name="csX0" fmla="*/ 0 w 2383076"/>
              <a:gd name="csY0" fmla="*/ 0 h 2104321"/>
              <a:gd name="csX1" fmla="*/ 303756 w 2383076"/>
              <a:gd name="csY1" fmla="*/ 1734855 h 2104321"/>
              <a:gd name="csX2" fmla="*/ 591854 w 2383076"/>
              <a:gd name="csY2" fmla="*/ 2076189 h 2104321"/>
              <a:gd name="csX3" fmla="*/ 1178673 w 2383076"/>
              <a:gd name="csY3" fmla="*/ 1908314 h 2104321"/>
              <a:gd name="csX4" fmla="*/ 1774207 w 2383076"/>
              <a:gd name="csY4" fmla="*/ 1355394 h 2104321"/>
              <a:gd name="csX5" fmla="*/ 2383076 w 2383076"/>
              <a:gd name="csY5" fmla="*/ 670142 h 2104321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83076" h="2106640">
                <a:moveTo>
                  <a:pt x="0" y="0"/>
                </a:moveTo>
                <a:cubicBezTo>
                  <a:pt x="68267" y="1109702"/>
                  <a:pt x="218449" y="1567894"/>
                  <a:pt x="303756" y="1734855"/>
                </a:cubicBezTo>
                <a:cubicBezTo>
                  <a:pt x="389063" y="1901816"/>
                  <a:pt x="423175" y="1982509"/>
                  <a:pt x="591854" y="2076189"/>
                </a:cubicBezTo>
                <a:cubicBezTo>
                  <a:pt x="760533" y="2169869"/>
                  <a:pt x="981614" y="2028446"/>
                  <a:pt x="1178673" y="1908314"/>
                </a:cubicBezTo>
                <a:cubicBezTo>
                  <a:pt x="1375732" y="1788182"/>
                  <a:pt x="1573791" y="1562073"/>
                  <a:pt x="1774207" y="1355394"/>
                </a:cubicBezTo>
                <a:cubicBezTo>
                  <a:pt x="1974623" y="1148715"/>
                  <a:pt x="2182659" y="906571"/>
                  <a:pt x="2383076" y="670142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23CF2AF-B700-41B1-56DF-079E37A9F36F}"/>
              </a:ext>
            </a:extLst>
          </p:cNvPr>
          <p:cNvSpPr/>
          <p:nvPr/>
        </p:nvSpPr>
        <p:spPr>
          <a:xfrm>
            <a:off x="710565" y="986791"/>
            <a:ext cx="2367915" cy="1866984"/>
          </a:xfrm>
          <a:custGeom>
            <a:avLst/>
            <a:gdLst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866984">
                <a:moveTo>
                  <a:pt x="0" y="0"/>
                </a:moveTo>
                <a:cubicBezTo>
                  <a:pt x="25400" y="741521"/>
                  <a:pt x="191770" y="1349692"/>
                  <a:pt x="300990" y="1550670"/>
                </a:cubicBezTo>
                <a:cubicBezTo>
                  <a:pt x="410210" y="1751648"/>
                  <a:pt x="427673" y="1777048"/>
                  <a:pt x="586740" y="1845945"/>
                </a:cubicBezTo>
                <a:cubicBezTo>
                  <a:pt x="745807" y="1914842"/>
                  <a:pt x="977900" y="1800860"/>
                  <a:pt x="1175385" y="1701165"/>
                </a:cubicBezTo>
                <a:cubicBezTo>
                  <a:pt x="1372870" y="1601470"/>
                  <a:pt x="1571307" y="1419225"/>
                  <a:pt x="1771650" y="1247775"/>
                </a:cubicBezTo>
                <a:cubicBezTo>
                  <a:pt x="1971993" y="1076325"/>
                  <a:pt x="2174716" y="874395"/>
                  <a:pt x="2377440" y="672465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Freihandform: Form 55">
            <a:extLst>
              <a:ext uri="{FF2B5EF4-FFF2-40B4-BE49-F238E27FC236}">
                <a16:creationId xmlns:a16="http://schemas.microsoft.com/office/drawing/2014/main" id="{FB15F09D-AD2B-4F98-AD3A-4C6409BD6D87}"/>
              </a:ext>
            </a:extLst>
          </p:cNvPr>
          <p:cNvSpPr/>
          <p:nvPr/>
        </p:nvSpPr>
        <p:spPr>
          <a:xfrm>
            <a:off x="710564" y="1327785"/>
            <a:ext cx="2367915" cy="1552444"/>
          </a:xfrm>
          <a:custGeom>
            <a:avLst/>
            <a:gdLst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8034"/>
              <a:gd name="csX1" fmla="*/ 300990 w 2377440"/>
              <a:gd name="csY1" fmla="*/ 1301115 h 1548034"/>
              <a:gd name="csX2" fmla="*/ 588645 w 2377440"/>
              <a:gd name="csY2" fmla="*/ 1537335 h 1548034"/>
              <a:gd name="csX3" fmla="*/ 1181100 w 2377440"/>
              <a:gd name="csY3" fmla="*/ 1428750 h 1548034"/>
              <a:gd name="csX4" fmla="*/ 1781175 w 2377440"/>
              <a:gd name="csY4" fmla="*/ 1085850 h 1548034"/>
              <a:gd name="csX5" fmla="*/ 2377440 w 2377440"/>
              <a:gd name="csY5" fmla="*/ 645795 h 154803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552444">
                <a:moveTo>
                  <a:pt x="0" y="0"/>
                </a:moveTo>
                <a:cubicBezTo>
                  <a:pt x="70961" y="667226"/>
                  <a:pt x="216218" y="1159193"/>
                  <a:pt x="300990" y="1301115"/>
                </a:cubicBezTo>
                <a:cubicBezTo>
                  <a:pt x="385762" y="1443037"/>
                  <a:pt x="430530" y="1487488"/>
                  <a:pt x="588645" y="1537335"/>
                </a:cubicBezTo>
                <a:cubicBezTo>
                  <a:pt x="746760" y="1587182"/>
                  <a:pt x="982345" y="1503997"/>
                  <a:pt x="1181100" y="1428750"/>
                </a:cubicBezTo>
                <a:cubicBezTo>
                  <a:pt x="1379855" y="1353503"/>
                  <a:pt x="1581785" y="1216343"/>
                  <a:pt x="1781175" y="1085850"/>
                </a:cubicBezTo>
                <a:cubicBezTo>
                  <a:pt x="1980565" y="955358"/>
                  <a:pt x="2179002" y="800576"/>
                  <a:pt x="2377440" y="64579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Freihandform: Form 56">
            <a:extLst>
              <a:ext uri="{FF2B5EF4-FFF2-40B4-BE49-F238E27FC236}">
                <a16:creationId xmlns:a16="http://schemas.microsoft.com/office/drawing/2014/main" id="{4B657633-4455-548B-D0AE-A6DA3F8759BE}"/>
              </a:ext>
            </a:extLst>
          </p:cNvPr>
          <p:cNvSpPr/>
          <p:nvPr/>
        </p:nvSpPr>
        <p:spPr>
          <a:xfrm>
            <a:off x="710565" y="1794510"/>
            <a:ext cx="2369820" cy="1119167"/>
          </a:xfrm>
          <a:custGeom>
            <a:avLst/>
            <a:gdLst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18802"/>
              <a:gd name="csX1" fmla="*/ 297180 w 2375535"/>
              <a:gd name="csY1" fmla="*/ 998220 h 1118802"/>
              <a:gd name="csX2" fmla="*/ 582930 w 2375535"/>
              <a:gd name="csY2" fmla="*/ 1118235 h 1118802"/>
              <a:gd name="csX3" fmla="*/ 1173480 w 2375535"/>
              <a:gd name="csY3" fmla="*/ 1032510 h 1118802"/>
              <a:gd name="csX4" fmla="*/ 1775460 w 2375535"/>
              <a:gd name="csY4" fmla="*/ 798195 h 1118802"/>
              <a:gd name="csX5" fmla="*/ 2375535 w 2375535"/>
              <a:gd name="csY5" fmla="*/ 502920 h 1118802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5535" h="1119167">
                <a:moveTo>
                  <a:pt x="0" y="0"/>
                </a:moveTo>
                <a:cubicBezTo>
                  <a:pt x="46672" y="579279"/>
                  <a:pt x="175260" y="893763"/>
                  <a:pt x="297180" y="998220"/>
                </a:cubicBezTo>
                <a:cubicBezTo>
                  <a:pt x="419100" y="1102677"/>
                  <a:pt x="486410" y="1110615"/>
                  <a:pt x="582930" y="1118235"/>
                </a:cubicBezTo>
                <a:cubicBezTo>
                  <a:pt x="679450" y="1125855"/>
                  <a:pt x="974725" y="1085850"/>
                  <a:pt x="1173480" y="1032510"/>
                </a:cubicBezTo>
                <a:cubicBezTo>
                  <a:pt x="1372235" y="979170"/>
                  <a:pt x="1575118" y="886460"/>
                  <a:pt x="1775460" y="798195"/>
                </a:cubicBezTo>
                <a:cubicBezTo>
                  <a:pt x="1975802" y="709930"/>
                  <a:pt x="2175668" y="606425"/>
                  <a:pt x="2375535" y="502920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B7511FA-0BC9-8A60-4D77-A73A7BB6954D}"/>
              </a:ext>
            </a:extLst>
          </p:cNvPr>
          <p:cNvSpPr txBox="1"/>
          <p:nvPr/>
        </p:nvSpPr>
        <p:spPr>
          <a:xfrm>
            <a:off x="2196692" y="1522184"/>
            <a:ext cx="81917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10</a:t>
            </a:r>
            <a:endParaRPr lang="de-DE" sz="8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7297B51-2F35-F8F9-F307-C0E63B0B1DC3}"/>
              </a:ext>
            </a:extLst>
          </p:cNvPr>
          <p:cNvSpPr txBox="1"/>
          <p:nvPr/>
        </p:nvSpPr>
        <p:spPr>
          <a:xfrm>
            <a:off x="2649223" y="1745384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F6F98CD-370F-2331-9B89-A0C2006DB1EC}"/>
              </a:ext>
            </a:extLst>
          </p:cNvPr>
          <p:cNvSpPr txBox="1"/>
          <p:nvPr/>
        </p:nvSpPr>
        <p:spPr>
          <a:xfrm>
            <a:off x="2729541" y="1926686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9949C8F-FD7E-0322-6959-3D6ADBCFE408}"/>
              </a:ext>
            </a:extLst>
          </p:cNvPr>
          <p:cNvSpPr txBox="1"/>
          <p:nvPr/>
        </p:nvSpPr>
        <p:spPr>
          <a:xfrm>
            <a:off x="2809860" y="2133160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40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189</Words>
  <Application>Microsoft Office PowerPoint</Application>
  <PresentationFormat>Benutzerdefiniert</PresentationFormat>
  <Paragraphs>121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112</cp:revision>
  <dcterms:created xsi:type="dcterms:W3CDTF">2025-08-17T20:55:38Z</dcterms:created>
  <dcterms:modified xsi:type="dcterms:W3CDTF">2026-08-25T14:12:36Z</dcterms:modified>
</cp:coreProperties>
</file>